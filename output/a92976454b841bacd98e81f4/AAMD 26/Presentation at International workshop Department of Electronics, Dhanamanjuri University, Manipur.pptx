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 id="2147483681" r:id="rId3"/>
    <p:sldMasterId id="2147483693" r:id="rId4"/>
  </p:sldMasterIdLst>
  <p:notesMasterIdLst>
    <p:notesMasterId r:id="rId77"/>
  </p:notesMasterIdLst>
  <p:sldIdLst>
    <p:sldId id="257" r:id="rId5"/>
    <p:sldId id="258" r:id="rId6"/>
    <p:sldId id="284" r:id="rId7"/>
    <p:sldId id="286" r:id="rId8"/>
    <p:sldId id="276" r:id="rId9"/>
    <p:sldId id="277" r:id="rId10"/>
    <p:sldId id="335" r:id="rId11"/>
    <p:sldId id="303" r:id="rId12"/>
    <p:sldId id="336" r:id="rId13"/>
    <p:sldId id="337" r:id="rId14"/>
    <p:sldId id="338" r:id="rId15"/>
    <p:sldId id="339" r:id="rId16"/>
    <p:sldId id="343" r:id="rId17"/>
    <p:sldId id="344" r:id="rId18"/>
    <p:sldId id="345" r:id="rId19"/>
    <p:sldId id="346" r:id="rId20"/>
    <p:sldId id="279" r:id="rId21"/>
    <p:sldId id="340" r:id="rId22"/>
    <p:sldId id="341" r:id="rId23"/>
    <p:sldId id="342" r:id="rId24"/>
    <p:sldId id="347" r:id="rId25"/>
    <p:sldId id="348" r:id="rId26"/>
    <p:sldId id="349" r:id="rId27"/>
    <p:sldId id="280" r:id="rId28"/>
    <p:sldId id="281" r:id="rId29"/>
    <p:sldId id="351" r:id="rId30"/>
    <p:sldId id="352" r:id="rId31"/>
    <p:sldId id="350" r:id="rId32"/>
    <p:sldId id="283" r:id="rId33"/>
    <p:sldId id="353" r:id="rId34"/>
    <p:sldId id="354" r:id="rId35"/>
    <p:sldId id="355" r:id="rId36"/>
    <p:sldId id="302" r:id="rId37"/>
    <p:sldId id="357" r:id="rId38"/>
    <p:sldId id="358" r:id="rId39"/>
    <p:sldId id="356"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7" r:id="rId53"/>
    <p:sldId id="316" r:id="rId54"/>
    <p:sldId id="318" r:id="rId55"/>
    <p:sldId id="319" r:id="rId56"/>
    <p:sldId id="320" r:id="rId57"/>
    <p:sldId id="321" r:id="rId58"/>
    <p:sldId id="322"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293" r:id="rId72"/>
    <p:sldId id="294" r:id="rId73"/>
    <p:sldId id="295" r:id="rId74"/>
    <p:sldId id="296" r:id="rId75"/>
    <p:sldId id="297"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82533" autoAdjust="0"/>
  </p:normalViewPr>
  <p:slideViewPr>
    <p:cSldViewPr snapToGrid="0">
      <p:cViewPr varScale="1">
        <p:scale>
          <a:sx n="81" d="100"/>
          <a:sy n="81" d="100"/>
        </p:scale>
        <p:origin x="64" y="121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diagrams/_rels/data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40.svg"/><Relationship Id="rId1" Type="http://schemas.openxmlformats.org/officeDocument/2006/relationships/image" Target="../media/image109.png"/><Relationship Id="rId6" Type="http://schemas.openxmlformats.org/officeDocument/2006/relationships/image" Target="../media/image43.svg"/><Relationship Id="rId5" Type="http://schemas.openxmlformats.org/officeDocument/2006/relationships/image" Target="../media/image111.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40.svg"/><Relationship Id="rId1" Type="http://schemas.openxmlformats.org/officeDocument/2006/relationships/image" Target="../media/image109.png"/><Relationship Id="rId6" Type="http://schemas.openxmlformats.org/officeDocument/2006/relationships/image" Target="../media/image43.svg"/><Relationship Id="rId5" Type="http://schemas.openxmlformats.org/officeDocument/2006/relationships/image" Target="../media/image111.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22CFF9-14E6-43C1-9828-8421D2DEA6A9}" type="doc">
      <dgm:prSet loTypeId="urn:microsoft.com/office/officeart/2018/2/layout/IconLabelList" loCatId="icon" qsTypeId="urn:microsoft.com/office/officeart/2005/8/quickstyle/simple1" qsCatId="simple" csTypeId="urn:microsoft.com/office/officeart/2018/5/colors/Iconchunking_neutralbg_accent3_2" csCatId="accent3" phldr="1"/>
      <dgm:spPr/>
      <dgm:t>
        <a:bodyPr/>
        <a:lstStyle/>
        <a:p>
          <a:endParaRPr lang="en-US"/>
        </a:p>
      </dgm:t>
    </dgm:pt>
    <dgm:pt modelId="{ECCB2255-839C-4479-B27A-A093FF21AAC6}">
      <dgm:prSet custT="1"/>
      <dgm:spPr/>
      <dgm:t>
        <a:bodyPr/>
        <a:lstStyle/>
        <a:p>
          <a:r>
            <a:rPr lang="en-GB" sz="1400" dirty="0">
              <a:latin typeface="Arial" panose="020B0604020202020204" pitchFamily="34" charset="0"/>
              <a:cs typeface="Arial" panose="020B0604020202020204" pitchFamily="34" charset="0"/>
            </a:rPr>
            <a:t>Design of VCOs in and 180nm </a:t>
          </a:r>
          <a:r>
            <a:rPr lang="en-GB" sz="1400" dirty="0">
              <a:latin typeface="+mn-lt"/>
              <a:cs typeface="Arial" panose="020B0604020202020204" pitchFamily="34" charset="0"/>
            </a:rPr>
            <a:t>SCL</a:t>
          </a:r>
          <a:r>
            <a:rPr lang="en-GB" sz="1400" dirty="0">
              <a:latin typeface="Arial" panose="020B0604020202020204" pitchFamily="34" charset="0"/>
              <a:cs typeface="Arial" panose="020B0604020202020204" pitchFamily="34" charset="0"/>
            </a:rPr>
            <a:t> PDK</a:t>
          </a:r>
        </a:p>
        <a:p>
          <a:r>
            <a:rPr lang="en-GB" sz="1400" dirty="0">
              <a:solidFill>
                <a:srgbClr val="00B050"/>
              </a:solidFill>
              <a:latin typeface="Arial" panose="020B0604020202020204" pitchFamily="34" charset="0"/>
              <a:cs typeface="Arial" panose="020B0604020202020204" pitchFamily="34" charset="0"/>
            </a:rPr>
            <a:t>(Testing under Process)</a:t>
          </a:r>
        </a:p>
        <a:p>
          <a:r>
            <a:rPr lang="en-GB" sz="1400" b="1" dirty="0">
              <a:solidFill>
                <a:srgbClr val="FF0000"/>
              </a:solidFill>
              <a:latin typeface="+mn-lt"/>
              <a:cs typeface="Arial" panose="020B0604020202020204" pitchFamily="34" charset="0"/>
            </a:rPr>
            <a:t>IIT Roorkee</a:t>
          </a:r>
          <a:endParaRPr lang="en-US" sz="1400" dirty="0">
            <a:solidFill>
              <a:srgbClr val="00B050"/>
            </a:solidFill>
            <a:latin typeface="Arial" panose="020B0604020202020204" pitchFamily="34" charset="0"/>
            <a:cs typeface="Arial" panose="020B0604020202020204" pitchFamily="34" charset="0"/>
          </a:endParaRPr>
        </a:p>
      </dgm:t>
    </dgm:pt>
    <dgm:pt modelId="{29E709EE-A022-4982-B22E-2B13134D010D}" type="parTrans" cxnId="{D7125255-02AA-4C2A-84CC-6AEA4CE34698}">
      <dgm:prSet/>
      <dgm:spPr/>
      <dgm:t>
        <a:bodyPr/>
        <a:lstStyle/>
        <a:p>
          <a:endParaRPr lang="en-US"/>
        </a:p>
      </dgm:t>
    </dgm:pt>
    <dgm:pt modelId="{6584D9A3-32DD-4AC7-A824-ED1DAF198AC3}" type="sibTrans" cxnId="{D7125255-02AA-4C2A-84CC-6AEA4CE34698}">
      <dgm:prSet/>
      <dgm:spPr/>
      <dgm:t>
        <a:bodyPr/>
        <a:lstStyle/>
        <a:p>
          <a:endParaRPr lang="en-US"/>
        </a:p>
      </dgm:t>
    </dgm:pt>
    <dgm:pt modelId="{3267C8FA-E74F-497D-980E-A903D543E7A5}">
      <dgm:prSet custT="1"/>
      <dgm:spPr/>
      <dgm:t>
        <a:bodyPr/>
        <a:lstStyle/>
        <a:p>
          <a:pPr algn="ctr"/>
          <a:r>
            <a:rPr lang="en-IN" sz="1400" dirty="0">
              <a:latin typeface="+mn-lt"/>
              <a:cs typeface="Arial" panose="020B0604020202020204" pitchFamily="34" charset="0"/>
            </a:rPr>
            <a:t>Design of high performance, full tuning, and linear outputs VCRO having an inherent noise filtering technique its </a:t>
          </a:r>
          <a:r>
            <a:rPr lang="en-IN" sz="1400" b="1" dirty="0">
              <a:latin typeface="+mn-lt"/>
              <a:cs typeface="Arial" panose="020B0604020202020204" pitchFamily="34" charset="0"/>
            </a:rPr>
            <a:t>Test Chip Design in130 Sky Water (Google PDK)</a:t>
          </a:r>
          <a:r>
            <a:rPr lang="en-IN" sz="1400" dirty="0">
              <a:latin typeface="+mn-lt"/>
              <a:cs typeface="Arial" panose="020B0604020202020204" pitchFamily="34" charset="0"/>
            </a:rPr>
            <a:t>.</a:t>
          </a:r>
          <a:r>
            <a:rPr lang="en-GB" sz="1400" dirty="0">
              <a:latin typeface="+mn-lt"/>
              <a:cs typeface="Arial" panose="020B0604020202020204" pitchFamily="34" charset="0"/>
            </a:rPr>
            <a:t> (Mentorship)</a:t>
          </a:r>
        </a:p>
        <a:p>
          <a:pPr algn="ctr"/>
          <a:r>
            <a:rPr lang="en-US" sz="1800" dirty="0">
              <a:solidFill>
                <a:srgbClr val="00B050"/>
              </a:solidFill>
              <a:latin typeface="+mn-lt"/>
            </a:rPr>
            <a:t>(Test chip awaited)</a:t>
          </a:r>
        </a:p>
        <a:p>
          <a:pPr algn="ctr"/>
          <a:r>
            <a:rPr lang="en-GB" sz="1800" b="1" dirty="0">
              <a:solidFill>
                <a:srgbClr val="FF0000"/>
              </a:solidFill>
              <a:latin typeface="+mn-lt"/>
              <a:cs typeface="Arial" panose="020B0604020202020204" pitchFamily="34" charset="0"/>
            </a:rPr>
            <a:t>IIT Roorkee</a:t>
          </a:r>
          <a:endParaRPr lang="en-US" sz="1800" dirty="0">
            <a:solidFill>
              <a:srgbClr val="00B050"/>
            </a:solidFill>
            <a:latin typeface="+mn-lt"/>
          </a:endParaRPr>
        </a:p>
      </dgm:t>
    </dgm:pt>
    <dgm:pt modelId="{D8F4BB20-5E39-4A6C-83DD-12DE6E20CDCC}" type="parTrans" cxnId="{4FE5D2CA-B514-40C4-BC55-57DF31BEC9AF}">
      <dgm:prSet/>
      <dgm:spPr/>
      <dgm:t>
        <a:bodyPr/>
        <a:lstStyle/>
        <a:p>
          <a:endParaRPr lang="en-US"/>
        </a:p>
      </dgm:t>
    </dgm:pt>
    <dgm:pt modelId="{9B0A7602-34F7-4017-8AD0-F0C36D3F6885}" type="sibTrans" cxnId="{4FE5D2CA-B514-40C4-BC55-57DF31BEC9AF}">
      <dgm:prSet/>
      <dgm:spPr/>
      <dgm:t>
        <a:bodyPr/>
        <a:lstStyle/>
        <a:p>
          <a:endParaRPr lang="en-US"/>
        </a:p>
      </dgm:t>
    </dgm:pt>
    <dgm:pt modelId="{82089D5F-0BFD-46BE-8B93-AC589E1BDF0A}">
      <dgm:prSet custT="1"/>
      <dgm:spPr/>
      <dgm:t>
        <a:bodyPr/>
        <a:lstStyle/>
        <a:p>
          <a:r>
            <a:rPr lang="en-US" sz="1400" dirty="0">
              <a:latin typeface="+mn-lt"/>
              <a:cs typeface="Arial" panose="020B0604020202020204" pitchFamily="34" charset="0"/>
            </a:rPr>
            <a:t>4 channel 112 Gbps NRZ optical Receivers</a:t>
          </a:r>
          <a:endParaRPr lang="en-GB" sz="1400" dirty="0">
            <a:latin typeface="+mn-lt"/>
            <a:cs typeface="Arial" panose="020B0604020202020204" pitchFamily="34" charset="0"/>
          </a:endParaRPr>
        </a:p>
        <a:p>
          <a:r>
            <a:rPr lang="en-GB" sz="1400" dirty="0">
              <a:solidFill>
                <a:srgbClr val="00B050"/>
              </a:solidFill>
              <a:latin typeface="+mn-lt"/>
              <a:cs typeface="Arial" panose="020B0604020202020204" pitchFamily="34" charset="0"/>
            </a:rPr>
            <a:t>(Test chip under design expected GDS submission in September)</a:t>
          </a:r>
        </a:p>
        <a:p>
          <a:r>
            <a:rPr lang="en-GB" sz="1400" b="1" dirty="0">
              <a:solidFill>
                <a:srgbClr val="FF0000"/>
              </a:solidFill>
              <a:latin typeface="+mn-lt"/>
              <a:cs typeface="Arial" panose="020B0604020202020204" pitchFamily="34" charset="0"/>
            </a:rPr>
            <a:t>Imec Belgium</a:t>
          </a:r>
          <a:endParaRPr lang="en-US" sz="1400" b="1" dirty="0">
            <a:solidFill>
              <a:srgbClr val="FF0000"/>
            </a:solidFill>
            <a:latin typeface="+mn-lt"/>
            <a:cs typeface="Arial" panose="020B0604020202020204" pitchFamily="34" charset="0"/>
          </a:endParaRPr>
        </a:p>
      </dgm:t>
    </dgm:pt>
    <dgm:pt modelId="{CA98E9E3-687E-4FE4-9FCC-DB0998DFEA51}" type="parTrans" cxnId="{40F77395-4F97-4EF4-98F3-8410543479EB}">
      <dgm:prSet/>
      <dgm:spPr/>
      <dgm:t>
        <a:bodyPr/>
        <a:lstStyle/>
        <a:p>
          <a:endParaRPr lang="en-US"/>
        </a:p>
      </dgm:t>
    </dgm:pt>
    <dgm:pt modelId="{26E28C9B-36A4-42DA-8DA3-CCB0C8E75C38}" type="sibTrans" cxnId="{40F77395-4F97-4EF4-98F3-8410543479EB}">
      <dgm:prSet/>
      <dgm:spPr/>
      <dgm:t>
        <a:bodyPr/>
        <a:lstStyle/>
        <a:p>
          <a:endParaRPr lang="en-US"/>
        </a:p>
      </dgm:t>
    </dgm:pt>
    <dgm:pt modelId="{25B17147-A57C-43B4-B7B0-85BC1F489787}" type="pres">
      <dgm:prSet presAssocID="{D522CFF9-14E6-43C1-9828-8421D2DEA6A9}" presName="root" presStyleCnt="0">
        <dgm:presLayoutVars>
          <dgm:dir/>
          <dgm:resizeHandles val="exact"/>
        </dgm:presLayoutVars>
      </dgm:prSet>
      <dgm:spPr/>
      <dgm:t>
        <a:bodyPr/>
        <a:lstStyle/>
        <a:p>
          <a:endParaRPr lang="en-US"/>
        </a:p>
      </dgm:t>
    </dgm:pt>
    <dgm:pt modelId="{D53DF3BD-7494-4568-8352-5EFB25F14E0E}" type="pres">
      <dgm:prSet presAssocID="{ECCB2255-839C-4479-B27A-A093FF21AAC6}" presName="compNode" presStyleCnt="0"/>
      <dgm:spPr/>
    </dgm:pt>
    <dgm:pt modelId="{3F9D5216-6ABA-4C71-B181-C95A34C766B6}" type="pres">
      <dgm:prSet presAssocID="{ECCB2255-839C-4479-B27A-A093FF21AAC6}" presName="iconRect" presStyleLbl="node1" presStyleIdx="0" presStyleCnt="3" custLinFactNeighborX="-34036" custLinFactNeighborY="2856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Checkmark"/>
        </a:ext>
      </dgm:extLst>
    </dgm:pt>
    <dgm:pt modelId="{E9A5341F-DC22-4FF1-9658-B2C3B33AAF97}" type="pres">
      <dgm:prSet presAssocID="{ECCB2255-839C-4479-B27A-A093FF21AAC6}" presName="spaceRect" presStyleCnt="0"/>
      <dgm:spPr/>
    </dgm:pt>
    <dgm:pt modelId="{45BBA814-9317-457C-981C-6FEF1D79426F}" type="pres">
      <dgm:prSet presAssocID="{ECCB2255-839C-4479-B27A-A093FF21AAC6}" presName="textRect" presStyleLbl="revTx" presStyleIdx="0" presStyleCnt="3" custLinFactNeighborX="-16929" custLinFactNeighborY="77">
        <dgm:presLayoutVars>
          <dgm:chMax val="1"/>
          <dgm:chPref val="1"/>
        </dgm:presLayoutVars>
      </dgm:prSet>
      <dgm:spPr/>
      <dgm:t>
        <a:bodyPr/>
        <a:lstStyle/>
        <a:p>
          <a:endParaRPr lang="en-US"/>
        </a:p>
      </dgm:t>
    </dgm:pt>
    <dgm:pt modelId="{C3C5DACA-F557-476C-AD65-E577F6EB8F02}" type="pres">
      <dgm:prSet presAssocID="{6584D9A3-32DD-4AC7-A824-ED1DAF198AC3}" presName="sibTrans" presStyleCnt="0"/>
      <dgm:spPr/>
    </dgm:pt>
    <dgm:pt modelId="{FD93365C-F795-4F8B-BD8A-B2A0E7C9CC7C}" type="pres">
      <dgm:prSet presAssocID="{3267C8FA-E74F-497D-980E-A903D543E7A5}" presName="compNode" presStyleCnt="0"/>
      <dgm:spPr/>
    </dgm:pt>
    <dgm:pt modelId="{A1129CB6-B398-49B1-8DEC-5E62BF96DA3B}" type="pres">
      <dgm:prSet presAssocID="{3267C8FA-E74F-497D-980E-A903D543E7A5}" presName="iconRect" presStyleLbl="node1" presStyleIdx="1" presStyleCnt="3" custLinFactNeighborX="1081" custLinFactNeighborY="27024"/>
      <dgm:spPr>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a:blipFill>
        <a:ln>
          <a:noFill/>
        </a:ln>
      </dgm:spPr>
      <dgm:t>
        <a:bodyPr/>
        <a:lstStyle/>
        <a:p>
          <a:endParaRPr lang="en-US"/>
        </a:p>
      </dgm:t>
      <dgm:extLst>
        <a:ext uri="{E40237B7-FDA0-4F09-8148-C483321AD2D9}">
          <dgm14:cNvPr xmlns:dgm14="http://schemas.microsoft.com/office/drawing/2010/diagram" id="0" name="" descr="Processor"/>
        </a:ext>
      </dgm:extLst>
    </dgm:pt>
    <dgm:pt modelId="{B0BEF69E-DC15-4EC7-B363-447EE56208CB}" type="pres">
      <dgm:prSet presAssocID="{3267C8FA-E74F-497D-980E-A903D543E7A5}" presName="spaceRect" presStyleCnt="0"/>
      <dgm:spPr/>
    </dgm:pt>
    <dgm:pt modelId="{CF154684-94C7-4CF3-B487-DB9CB6E73EB0}" type="pres">
      <dgm:prSet presAssocID="{3267C8FA-E74F-497D-980E-A903D543E7A5}" presName="textRect" presStyleLbl="revTx" presStyleIdx="1" presStyleCnt="3" custScaleX="194455">
        <dgm:presLayoutVars>
          <dgm:chMax val="1"/>
          <dgm:chPref val="1"/>
        </dgm:presLayoutVars>
      </dgm:prSet>
      <dgm:spPr/>
      <dgm:t>
        <a:bodyPr/>
        <a:lstStyle/>
        <a:p>
          <a:endParaRPr lang="en-US"/>
        </a:p>
      </dgm:t>
    </dgm:pt>
    <dgm:pt modelId="{C47AC830-2D46-4C90-AD03-88F25257E172}" type="pres">
      <dgm:prSet presAssocID="{9B0A7602-34F7-4017-8AD0-F0C36D3F6885}" presName="sibTrans" presStyleCnt="0"/>
      <dgm:spPr/>
    </dgm:pt>
    <dgm:pt modelId="{34A50497-83FA-4A8A-80AB-6464FF96D5D9}" type="pres">
      <dgm:prSet presAssocID="{82089D5F-0BFD-46BE-8B93-AC589E1BDF0A}" presName="compNode" presStyleCnt="0"/>
      <dgm:spPr/>
    </dgm:pt>
    <dgm:pt modelId="{1AEF389C-240E-4495-AA9E-E8F3C6435241}" type="pres">
      <dgm:prSet presAssocID="{82089D5F-0BFD-46BE-8B93-AC589E1BDF0A}" presName="iconRect" presStyleLbl="node1" presStyleIdx="2" presStyleCnt="3" custLinFactNeighborX="3731" custLinFactNeighborY="39006"/>
      <dgm:spPr>
        <a:blipFill>
          <a:blip xmlns:r="http://schemas.openxmlformats.org/officeDocument/2006/relationships" r:embed="rId5">
            <a:extLst>
              <a:ext uri="{96DAC541-7B7A-43D3-8B79-37D633B846F1}">
                <asvg:svgBlip xmlns=""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Processor with solid fill"/>
        </a:ext>
      </dgm:extLst>
    </dgm:pt>
    <dgm:pt modelId="{33130FCB-26D8-4CCD-A08D-79EA35512F41}" type="pres">
      <dgm:prSet presAssocID="{82089D5F-0BFD-46BE-8B93-AC589E1BDF0A}" presName="spaceRect" presStyleCnt="0"/>
      <dgm:spPr/>
    </dgm:pt>
    <dgm:pt modelId="{337B5249-3848-4FB4-B002-DC754510F99A}" type="pres">
      <dgm:prSet presAssocID="{82089D5F-0BFD-46BE-8B93-AC589E1BDF0A}" presName="textRect" presStyleLbl="revTx" presStyleIdx="2" presStyleCnt="3" custScaleX="111827" custLinFactNeighborX="929" custLinFactNeighborY="8485">
        <dgm:presLayoutVars>
          <dgm:chMax val="1"/>
          <dgm:chPref val="1"/>
        </dgm:presLayoutVars>
      </dgm:prSet>
      <dgm:spPr/>
      <dgm:t>
        <a:bodyPr/>
        <a:lstStyle/>
        <a:p>
          <a:endParaRPr lang="en-US"/>
        </a:p>
      </dgm:t>
    </dgm:pt>
  </dgm:ptLst>
  <dgm:cxnLst>
    <dgm:cxn modelId="{683B84B4-803C-4312-99D2-E46EE3503342}" type="presOf" srcId="{D522CFF9-14E6-43C1-9828-8421D2DEA6A9}" destId="{25B17147-A57C-43B4-B7B0-85BC1F489787}" srcOrd="0" destOrd="0" presId="urn:microsoft.com/office/officeart/2018/2/layout/IconLabelList"/>
    <dgm:cxn modelId="{6737A91F-3A27-4A53-97C7-9AD6BFE76B75}" type="presOf" srcId="{82089D5F-0BFD-46BE-8B93-AC589E1BDF0A}" destId="{337B5249-3848-4FB4-B002-DC754510F99A}" srcOrd="0" destOrd="0" presId="urn:microsoft.com/office/officeart/2018/2/layout/IconLabelList"/>
    <dgm:cxn modelId="{40F77395-4F97-4EF4-98F3-8410543479EB}" srcId="{D522CFF9-14E6-43C1-9828-8421D2DEA6A9}" destId="{82089D5F-0BFD-46BE-8B93-AC589E1BDF0A}" srcOrd="2" destOrd="0" parTransId="{CA98E9E3-687E-4FE4-9FCC-DB0998DFEA51}" sibTransId="{26E28C9B-36A4-42DA-8DA3-CCB0C8E75C38}"/>
    <dgm:cxn modelId="{D7125255-02AA-4C2A-84CC-6AEA4CE34698}" srcId="{D522CFF9-14E6-43C1-9828-8421D2DEA6A9}" destId="{ECCB2255-839C-4479-B27A-A093FF21AAC6}" srcOrd="0" destOrd="0" parTransId="{29E709EE-A022-4982-B22E-2B13134D010D}" sibTransId="{6584D9A3-32DD-4AC7-A824-ED1DAF198AC3}"/>
    <dgm:cxn modelId="{E1E0718C-0A8F-4770-971E-B939BA4E35F4}" type="presOf" srcId="{ECCB2255-839C-4479-B27A-A093FF21AAC6}" destId="{45BBA814-9317-457C-981C-6FEF1D79426F}" srcOrd="0" destOrd="0" presId="urn:microsoft.com/office/officeart/2018/2/layout/IconLabelList"/>
    <dgm:cxn modelId="{4FE5D2CA-B514-40C4-BC55-57DF31BEC9AF}" srcId="{D522CFF9-14E6-43C1-9828-8421D2DEA6A9}" destId="{3267C8FA-E74F-497D-980E-A903D543E7A5}" srcOrd="1" destOrd="0" parTransId="{D8F4BB20-5E39-4A6C-83DD-12DE6E20CDCC}" sibTransId="{9B0A7602-34F7-4017-8AD0-F0C36D3F6885}"/>
    <dgm:cxn modelId="{51FC7519-618B-4E47-968D-7E093FB6108F}" type="presOf" srcId="{3267C8FA-E74F-497D-980E-A903D543E7A5}" destId="{CF154684-94C7-4CF3-B487-DB9CB6E73EB0}" srcOrd="0" destOrd="0" presId="urn:microsoft.com/office/officeart/2018/2/layout/IconLabelList"/>
    <dgm:cxn modelId="{6A664844-9573-4919-9820-3CEF5E39D5ED}" type="presParOf" srcId="{25B17147-A57C-43B4-B7B0-85BC1F489787}" destId="{D53DF3BD-7494-4568-8352-5EFB25F14E0E}" srcOrd="0" destOrd="0" presId="urn:microsoft.com/office/officeart/2018/2/layout/IconLabelList"/>
    <dgm:cxn modelId="{9F181D56-7510-4BE0-9E1E-7606321E17C7}" type="presParOf" srcId="{D53DF3BD-7494-4568-8352-5EFB25F14E0E}" destId="{3F9D5216-6ABA-4C71-B181-C95A34C766B6}" srcOrd="0" destOrd="0" presId="urn:microsoft.com/office/officeart/2018/2/layout/IconLabelList"/>
    <dgm:cxn modelId="{43909F5D-BB13-4D53-AFCA-8F093F6EC958}" type="presParOf" srcId="{D53DF3BD-7494-4568-8352-5EFB25F14E0E}" destId="{E9A5341F-DC22-4FF1-9658-B2C3B33AAF97}" srcOrd="1" destOrd="0" presId="urn:microsoft.com/office/officeart/2018/2/layout/IconLabelList"/>
    <dgm:cxn modelId="{C1E5EAD0-1DE2-488E-951E-411436883B18}" type="presParOf" srcId="{D53DF3BD-7494-4568-8352-5EFB25F14E0E}" destId="{45BBA814-9317-457C-981C-6FEF1D79426F}" srcOrd="2" destOrd="0" presId="urn:microsoft.com/office/officeart/2018/2/layout/IconLabelList"/>
    <dgm:cxn modelId="{2164BD58-F724-4A8B-90A8-2005302D0904}" type="presParOf" srcId="{25B17147-A57C-43B4-B7B0-85BC1F489787}" destId="{C3C5DACA-F557-476C-AD65-E577F6EB8F02}" srcOrd="1" destOrd="0" presId="urn:microsoft.com/office/officeart/2018/2/layout/IconLabelList"/>
    <dgm:cxn modelId="{5BE2ADDF-CE71-41CD-BC78-5186106DE2DD}" type="presParOf" srcId="{25B17147-A57C-43B4-B7B0-85BC1F489787}" destId="{FD93365C-F795-4F8B-BD8A-B2A0E7C9CC7C}" srcOrd="2" destOrd="0" presId="urn:microsoft.com/office/officeart/2018/2/layout/IconLabelList"/>
    <dgm:cxn modelId="{417181AC-625F-4A61-859D-B1E0DDC99044}" type="presParOf" srcId="{FD93365C-F795-4F8B-BD8A-B2A0E7C9CC7C}" destId="{A1129CB6-B398-49B1-8DEC-5E62BF96DA3B}" srcOrd="0" destOrd="0" presId="urn:microsoft.com/office/officeart/2018/2/layout/IconLabelList"/>
    <dgm:cxn modelId="{F285EE91-467E-47A9-9C6D-AFF74E95BCBB}" type="presParOf" srcId="{FD93365C-F795-4F8B-BD8A-B2A0E7C9CC7C}" destId="{B0BEF69E-DC15-4EC7-B363-447EE56208CB}" srcOrd="1" destOrd="0" presId="urn:microsoft.com/office/officeart/2018/2/layout/IconLabelList"/>
    <dgm:cxn modelId="{F60AED0D-666C-4432-988E-E1CD805B1B07}" type="presParOf" srcId="{FD93365C-F795-4F8B-BD8A-B2A0E7C9CC7C}" destId="{CF154684-94C7-4CF3-B487-DB9CB6E73EB0}" srcOrd="2" destOrd="0" presId="urn:microsoft.com/office/officeart/2018/2/layout/IconLabelList"/>
    <dgm:cxn modelId="{9B854DAB-4ED2-44CD-ACE7-2C0C4B83FFD3}" type="presParOf" srcId="{25B17147-A57C-43B4-B7B0-85BC1F489787}" destId="{C47AC830-2D46-4C90-AD03-88F25257E172}" srcOrd="3" destOrd="0" presId="urn:microsoft.com/office/officeart/2018/2/layout/IconLabelList"/>
    <dgm:cxn modelId="{1FB5D36E-D0CF-4A12-9BAA-7A0BCC92A4E8}" type="presParOf" srcId="{25B17147-A57C-43B4-B7B0-85BC1F489787}" destId="{34A50497-83FA-4A8A-80AB-6464FF96D5D9}" srcOrd="4" destOrd="0" presId="urn:microsoft.com/office/officeart/2018/2/layout/IconLabelList"/>
    <dgm:cxn modelId="{A7132186-9146-4252-A26E-732B52F6BC9F}" type="presParOf" srcId="{34A50497-83FA-4A8A-80AB-6464FF96D5D9}" destId="{1AEF389C-240E-4495-AA9E-E8F3C6435241}" srcOrd="0" destOrd="0" presId="urn:microsoft.com/office/officeart/2018/2/layout/IconLabelList"/>
    <dgm:cxn modelId="{23FD0A19-20B6-4217-B05F-EE2AF5C967F5}" type="presParOf" srcId="{34A50497-83FA-4A8A-80AB-6464FF96D5D9}" destId="{33130FCB-26D8-4CCD-A08D-79EA35512F41}" srcOrd="1" destOrd="0" presId="urn:microsoft.com/office/officeart/2018/2/layout/IconLabelList"/>
    <dgm:cxn modelId="{23506DAC-D963-46D6-95A8-2DE89E9D114A}" type="presParOf" srcId="{34A50497-83FA-4A8A-80AB-6464FF96D5D9}" destId="{337B5249-3848-4FB4-B002-DC754510F99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D5216-6ABA-4C71-B181-C95A34C766B6}">
      <dsp:nvSpPr>
        <dsp:cNvPr id="0" name=""/>
        <dsp:cNvSpPr/>
      </dsp:nvSpPr>
      <dsp:spPr>
        <a:xfrm>
          <a:off x="575816" y="1225659"/>
          <a:ext cx="1070779" cy="10707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BBA814-9317-457C-981C-6FEF1D79426F}">
      <dsp:nvSpPr>
        <dsp:cNvPr id="0" name=""/>
        <dsp:cNvSpPr/>
      </dsp:nvSpPr>
      <dsp:spPr>
        <a:xfrm>
          <a:off x="0" y="2368448"/>
          <a:ext cx="2379509" cy="106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622300">
            <a:lnSpc>
              <a:spcPct val="90000"/>
            </a:lnSpc>
            <a:spcBef>
              <a:spcPct val="0"/>
            </a:spcBef>
            <a:spcAft>
              <a:spcPct val="35000"/>
            </a:spcAft>
          </a:pPr>
          <a:r>
            <a:rPr lang="en-GB" sz="1400" kern="1200" dirty="0">
              <a:latin typeface="Arial" panose="020B0604020202020204" pitchFamily="34" charset="0"/>
              <a:cs typeface="Arial" panose="020B0604020202020204" pitchFamily="34" charset="0"/>
            </a:rPr>
            <a:t>Design of VCOs in and 180nm </a:t>
          </a:r>
          <a:r>
            <a:rPr lang="en-GB" sz="1400" kern="1200" dirty="0">
              <a:latin typeface="+mn-lt"/>
              <a:cs typeface="Arial" panose="020B0604020202020204" pitchFamily="34" charset="0"/>
            </a:rPr>
            <a:t>SCL</a:t>
          </a:r>
          <a:r>
            <a:rPr lang="en-GB" sz="1400" kern="1200" dirty="0">
              <a:latin typeface="Arial" panose="020B0604020202020204" pitchFamily="34" charset="0"/>
              <a:cs typeface="Arial" panose="020B0604020202020204" pitchFamily="34" charset="0"/>
            </a:rPr>
            <a:t> PDK</a:t>
          </a:r>
        </a:p>
        <a:p>
          <a:pPr lvl="0" algn="ctr" defTabSz="622300">
            <a:lnSpc>
              <a:spcPct val="90000"/>
            </a:lnSpc>
            <a:spcBef>
              <a:spcPct val="0"/>
            </a:spcBef>
            <a:spcAft>
              <a:spcPct val="35000"/>
            </a:spcAft>
          </a:pPr>
          <a:r>
            <a:rPr lang="en-GB" sz="1400" kern="1200" dirty="0">
              <a:solidFill>
                <a:srgbClr val="00B050"/>
              </a:solidFill>
              <a:latin typeface="Arial" panose="020B0604020202020204" pitchFamily="34" charset="0"/>
              <a:cs typeface="Arial" panose="020B0604020202020204" pitchFamily="34" charset="0"/>
            </a:rPr>
            <a:t>(Testing under Process)</a:t>
          </a:r>
        </a:p>
        <a:p>
          <a:pPr lvl="0" algn="ctr" defTabSz="622300">
            <a:lnSpc>
              <a:spcPct val="90000"/>
            </a:lnSpc>
            <a:spcBef>
              <a:spcPct val="0"/>
            </a:spcBef>
            <a:spcAft>
              <a:spcPct val="35000"/>
            </a:spcAft>
          </a:pPr>
          <a:r>
            <a:rPr lang="en-GB" sz="1400" b="1" kern="1200" dirty="0">
              <a:solidFill>
                <a:srgbClr val="FF0000"/>
              </a:solidFill>
              <a:latin typeface="+mn-lt"/>
              <a:cs typeface="Arial" panose="020B0604020202020204" pitchFamily="34" charset="0"/>
            </a:rPr>
            <a:t>IIT Roorkee</a:t>
          </a:r>
          <a:endParaRPr lang="en-US" sz="1400" kern="1200" dirty="0">
            <a:solidFill>
              <a:srgbClr val="00B050"/>
            </a:solidFill>
            <a:latin typeface="Arial" panose="020B0604020202020204" pitchFamily="34" charset="0"/>
            <a:cs typeface="Arial" panose="020B0604020202020204" pitchFamily="34" charset="0"/>
          </a:endParaRPr>
        </a:p>
      </dsp:txBody>
      <dsp:txXfrm>
        <a:off x="0" y="2368448"/>
        <a:ext cx="2379509" cy="1063863"/>
      </dsp:txXfrm>
    </dsp:sp>
    <dsp:sp modelId="{A1129CB6-B398-49B1-8DEC-5E62BF96DA3B}">
      <dsp:nvSpPr>
        <dsp:cNvPr id="0" name=""/>
        <dsp:cNvSpPr/>
      </dsp:nvSpPr>
      <dsp:spPr>
        <a:xfrm>
          <a:off x="4871547" y="1209212"/>
          <a:ext cx="1070779" cy="1070779"/>
        </a:xfrm>
        <a:prstGeom prst="rect">
          <a:avLst/>
        </a:prstGeom>
        <a:blipFill rotWithShape="1">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154684-94C7-4CF3-B487-DB9CB6E73EB0}">
      <dsp:nvSpPr>
        <dsp:cNvPr id="0" name=""/>
        <dsp:cNvSpPr/>
      </dsp:nvSpPr>
      <dsp:spPr>
        <a:xfrm>
          <a:off x="3081824" y="2367629"/>
          <a:ext cx="4627074" cy="106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622300">
            <a:lnSpc>
              <a:spcPct val="90000"/>
            </a:lnSpc>
            <a:spcBef>
              <a:spcPct val="0"/>
            </a:spcBef>
            <a:spcAft>
              <a:spcPct val="35000"/>
            </a:spcAft>
          </a:pPr>
          <a:r>
            <a:rPr lang="en-IN" sz="1400" kern="1200" dirty="0">
              <a:latin typeface="+mn-lt"/>
              <a:cs typeface="Arial" panose="020B0604020202020204" pitchFamily="34" charset="0"/>
            </a:rPr>
            <a:t>Design of high performance, full tuning, and linear outputs VCRO having an inherent noise filtering technique its </a:t>
          </a:r>
          <a:r>
            <a:rPr lang="en-IN" sz="1400" b="1" kern="1200" dirty="0">
              <a:latin typeface="+mn-lt"/>
              <a:cs typeface="Arial" panose="020B0604020202020204" pitchFamily="34" charset="0"/>
            </a:rPr>
            <a:t>Test Chip Design in130 Sky Water (Google PDK)</a:t>
          </a:r>
          <a:r>
            <a:rPr lang="en-IN" sz="1400" kern="1200" dirty="0">
              <a:latin typeface="+mn-lt"/>
              <a:cs typeface="Arial" panose="020B0604020202020204" pitchFamily="34" charset="0"/>
            </a:rPr>
            <a:t>.</a:t>
          </a:r>
          <a:r>
            <a:rPr lang="en-GB" sz="1400" kern="1200" dirty="0">
              <a:latin typeface="+mn-lt"/>
              <a:cs typeface="Arial" panose="020B0604020202020204" pitchFamily="34" charset="0"/>
            </a:rPr>
            <a:t> (Mentorship)</a:t>
          </a:r>
        </a:p>
        <a:p>
          <a:pPr lvl="0" algn="ctr" defTabSz="622300">
            <a:lnSpc>
              <a:spcPct val="90000"/>
            </a:lnSpc>
            <a:spcBef>
              <a:spcPct val="0"/>
            </a:spcBef>
            <a:spcAft>
              <a:spcPct val="35000"/>
            </a:spcAft>
          </a:pPr>
          <a:r>
            <a:rPr lang="en-US" sz="1800" kern="1200" dirty="0">
              <a:solidFill>
                <a:srgbClr val="00B050"/>
              </a:solidFill>
              <a:latin typeface="+mn-lt"/>
            </a:rPr>
            <a:t>(Test chip awaited)</a:t>
          </a:r>
        </a:p>
        <a:p>
          <a:pPr lvl="0" algn="ctr" defTabSz="622300">
            <a:lnSpc>
              <a:spcPct val="90000"/>
            </a:lnSpc>
            <a:spcBef>
              <a:spcPct val="0"/>
            </a:spcBef>
            <a:spcAft>
              <a:spcPct val="35000"/>
            </a:spcAft>
          </a:pPr>
          <a:r>
            <a:rPr lang="en-GB" sz="1800" b="1" kern="1200" dirty="0">
              <a:solidFill>
                <a:srgbClr val="FF0000"/>
              </a:solidFill>
              <a:latin typeface="+mn-lt"/>
              <a:cs typeface="Arial" panose="020B0604020202020204" pitchFamily="34" charset="0"/>
            </a:rPr>
            <a:t>IIT Roorkee</a:t>
          </a:r>
          <a:endParaRPr lang="en-US" sz="1800" kern="1200" dirty="0">
            <a:solidFill>
              <a:srgbClr val="00B050"/>
            </a:solidFill>
            <a:latin typeface="+mn-lt"/>
          </a:endParaRPr>
        </a:p>
      </dsp:txBody>
      <dsp:txXfrm>
        <a:off x="3081824" y="2367629"/>
        <a:ext cx="4627074" cy="1063863"/>
      </dsp:txXfrm>
    </dsp:sp>
    <dsp:sp modelId="{1AEF389C-240E-4495-AA9E-E8F3C6435241}">
      <dsp:nvSpPr>
        <dsp:cNvPr id="0" name=""/>
        <dsp:cNvSpPr/>
      </dsp:nvSpPr>
      <dsp:spPr>
        <a:xfrm>
          <a:off x="8960341" y="1337513"/>
          <a:ext cx="1070779" cy="1070779"/>
        </a:xfrm>
        <a:prstGeom prst="rect">
          <a:avLst/>
        </a:prstGeom>
        <a:blipFill>
          <a:blip xmlns:r="http://schemas.openxmlformats.org/officeDocument/2006/relationships" r:embed="rId5">
            <a:extLst>
              <a:ext uri="{96DAC541-7B7A-43D3-8B79-37D633B846F1}">
                <asvg:svgBlip xmlns=""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7B5249-3848-4FB4-B002-DC754510F99A}">
      <dsp:nvSpPr>
        <dsp:cNvPr id="0" name=""/>
        <dsp:cNvSpPr/>
      </dsp:nvSpPr>
      <dsp:spPr>
        <a:xfrm>
          <a:off x="8147419" y="2457898"/>
          <a:ext cx="2660933" cy="106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ctr" defTabSz="622300">
            <a:lnSpc>
              <a:spcPct val="90000"/>
            </a:lnSpc>
            <a:spcBef>
              <a:spcPct val="0"/>
            </a:spcBef>
            <a:spcAft>
              <a:spcPct val="35000"/>
            </a:spcAft>
          </a:pPr>
          <a:r>
            <a:rPr lang="en-US" sz="1400" kern="1200" dirty="0">
              <a:latin typeface="+mn-lt"/>
              <a:cs typeface="Arial" panose="020B0604020202020204" pitchFamily="34" charset="0"/>
            </a:rPr>
            <a:t>4 channel 112 Gbps NRZ optical Receivers</a:t>
          </a:r>
          <a:endParaRPr lang="en-GB" sz="1400" kern="1200" dirty="0">
            <a:latin typeface="+mn-lt"/>
            <a:cs typeface="Arial" panose="020B0604020202020204" pitchFamily="34" charset="0"/>
          </a:endParaRPr>
        </a:p>
        <a:p>
          <a:pPr lvl="0" algn="ctr" defTabSz="622300">
            <a:lnSpc>
              <a:spcPct val="90000"/>
            </a:lnSpc>
            <a:spcBef>
              <a:spcPct val="0"/>
            </a:spcBef>
            <a:spcAft>
              <a:spcPct val="35000"/>
            </a:spcAft>
          </a:pPr>
          <a:r>
            <a:rPr lang="en-GB" sz="1400" kern="1200" dirty="0">
              <a:solidFill>
                <a:srgbClr val="00B050"/>
              </a:solidFill>
              <a:latin typeface="+mn-lt"/>
              <a:cs typeface="Arial" panose="020B0604020202020204" pitchFamily="34" charset="0"/>
            </a:rPr>
            <a:t>(Test chip under design expected GDS submission in September)</a:t>
          </a:r>
        </a:p>
        <a:p>
          <a:pPr lvl="0" algn="ctr" defTabSz="622300">
            <a:lnSpc>
              <a:spcPct val="90000"/>
            </a:lnSpc>
            <a:spcBef>
              <a:spcPct val="0"/>
            </a:spcBef>
            <a:spcAft>
              <a:spcPct val="35000"/>
            </a:spcAft>
          </a:pPr>
          <a:r>
            <a:rPr lang="en-GB" sz="1400" b="1" kern="1200" dirty="0">
              <a:solidFill>
                <a:srgbClr val="FF0000"/>
              </a:solidFill>
              <a:latin typeface="+mn-lt"/>
              <a:cs typeface="Arial" panose="020B0604020202020204" pitchFamily="34" charset="0"/>
            </a:rPr>
            <a:t>Imec Belgium</a:t>
          </a:r>
          <a:endParaRPr lang="en-US" sz="1400" b="1" kern="1200" dirty="0">
            <a:solidFill>
              <a:srgbClr val="FF0000"/>
            </a:solidFill>
            <a:latin typeface="+mn-lt"/>
            <a:cs typeface="Arial" panose="020B0604020202020204" pitchFamily="34" charset="0"/>
          </a:endParaRPr>
        </a:p>
      </dsp:txBody>
      <dsp:txXfrm>
        <a:off x="8147419" y="2457898"/>
        <a:ext cx="2660933" cy="106386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BF8E2-B63E-40DB-9815-339D297743EC}"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7CD5E6-E14A-4867-B19D-EB3F07698BD0}" type="slidenum">
              <a:rPr lang="en-US" smtClean="0"/>
              <a:t>‹#›</a:t>
            </a:fld>
            <a:endParaRPr lang="en-US"/>
          </a:p>
        </p:txBody>
      </p:sp>
    </p:spTree>
    <p:extLst>
      <p:ext uri="{BB962C8B-B14F-4D97-AF65-F5344CB8AC3E}">
        <p14:creationId xmlns:p14="http://schemas.microsoft.com/office/powerpoint/2010/main" val="1678046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1</a:t>
            </a:fld>
            <a:endParaRPr lang="en-US"/>
          </a:p>
        </p:txBody>
      </p:sp>
    </p:spTree>
    <p:extLst>
      <p:ext uri="{BB962C8B-B14F-4D97-AF65-F5344CB8AC3E}">
        <p14:creationId xmlns:p14="http://schemas.microsoft.com/office/powerpoint/2010/main" val="3200365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546796-0515-42DB-9676-72112D58AE6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9436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4</a:t>
            </a:fld>
            <a:endParaRPr lang="en-US"/>
          </a:p>
        </p:txBody>
      </p:sp>
    </p:spTree>
    <p:extLst>
      <p:ext uri="{BB962C8B-B14F-4D97-AF65-F5344CB8AC3E}">
        <p14:creationId xmlns:p14="http://schemas.microsoft.com/office/powerpoint/2010/main" val="1880768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6</a:t>
            </a:fld>
            <a:endParaRPr lang="en-US"/>
          </a:p>
        </p:txBody>
      </p:sp>
    </p:spTree>
    <p:extLst>
      <p:ext uri="{BB962C8B-B14F-4D97-AF65-F5344CB8AC3E}">
        <p14:creationId xmlns:p14="http://schemas.microsoft.com/office/powerpoint/2010/main" val="2905970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8</a:t>
            </a:fld>
            <a:endParaRPr lang="en-US"/>
          </a:p>
        </p:txBody>
      </p:sp>
    </p:spTree>
    <p:extLst>
      <p:ext uri="{BB962C8B-B14F-4D97-AF65-F5344CB8AC3E}">
        <p14:creationId xmlns:p14="http://schemas.microsoft.com/office/powerpoint/2010/main" val="1747718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9</a:t>
            </a:fld>
            <a:endParaRPr lang="en-US"/>
          </a:p>
        </p:txBody>
      </p:sp>
    </p:spTree>
    <p:extLst>
      <p:ext uri="{BB962C8B-B14F-4D97-AF65-F5344CB8AC3E}">
        <p14:creationId xmlns:p14="http://schemas.microsoft.com/office/powerpoint/2010/main" val="3661122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11</a:t>
            </a:fld>
            <a:endParaRPr lang="en-US"/>
          </a:p>
        </p:txBody>
      </p:sp>
    </p:spTree>
    <p:extLst>
      <p:ext uri="{BB962C8B-B14F-4D97-AF65-F5344CB8AC3E}">
        <p14:creationId xmlns:p14="http://schemas.microsoft.com/office/powerpoint/2010/main" val="2432255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12</a:t>
            </a:fld>
            <a:endParaRPr lang="en-US"/>
          </a:p>
        </p:txBody>
      </p:sp>
    </p:spTree>
    <p:extLst>
      <p:ext uri="{BB962C8B-B14F-4D97-AF65-F5344CB8AC3E}">
        <p14:creationId xmlns:p14="http://schemas.microsoft.com/office/powerpoint/2010/main" val="26612955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F43326-336F-4537-9AAC-564DFD82534D}" type="slidenum">
              <a:rPr lang="en-IN" smtClean="0"/>
              <a:t>24</a:t>
            </a:fld>
            <a:endParaRPr lang="en-IN"/>
          </a:p>
        </p:txBody>
      </p:sp>
    </p:spTree>
    <p:extLst>
      <p:ext uri="{BB962C8B-B14F-4D97-AF65-F5344CB8AC3E}">
        <p14:creationId xmlns:p14="http://schemas.microsoft.com/office/powerpoint/2010/main" val="2100327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D7CD5E6-E14A-4867-B19D-EB3F07698BD0}" type="slidenum">
              <a:rPr lang="en-US" smtClean="0"/>
              <a:t>31</a:t>
            </a:fld>
            <a:endParaRPr lang="en-US"/>
          </a:p>
        </p:txBody>
      </p:sp>
    </p:spTree>
    <p:extLst>
      <p:ext uri="{BB962C8B-B14F-4D97-AF65-F5344CB8AC3E}">
        <p14:creationId xmlns:p14="http://schemas.microsoft.com/office/powerpoint/2010/main" val="1257030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20" name="제목 1">
            <a:extLst>
              <a:ext uri="{FF2B5EF4-FFF2-40B4-BE49-F238E27FC236}">
                <a16:creationId xmlns:a16="http://schemas.microsoft.com/office/drawing/2014/main" id="{C2B98D60-6BB7-134E-A3F3-3262A2904BB0}"/>
              </a:ext>
            </a:extLst>
          </p:cNvPr>
          <p:cNvSpPr>
            <a:spLocks noGrp="1"/>
          </p:cNvSpPr>
          <p:nvPr>
            <p:ph type="ctrTitle" hasCustomPrompt="1"/>
          </p:nvPr>
        </p:nvSpPr>
        <p:spPr>
          <a:xfrm>
            <a:off x="777025" y="647700"/>
            <a:ext cx="10637950" cy="2056863"/>
          </a:xfrm>
        </p:spPr>
        <p:txBody>
          <a:bodyPr anchor="ctr">
            <a:normAutofit/>
          </a:bodyPr>
          <a:lstStyle>
            <a:lvl1pPr algn="ctr">
              <a:defRPr sz="4400" baseline="0">
                <a:latin typeface="+mn-lt"/>
              </a:defRPr>
            </a:lvl1pPr>
          </a:lstStyle>
          <a:p>
            <a:r>
              <a:rPr lang="en-US" altLang="ko-KR" dirty="0"/>
              <a:t>Click to edit Master title style</a:t>
            </a:r>
            <a:endParaRPr lang="ko-KR" altLang="en-US" dirty="0"/>
          </a:p>
        </p:txBody>
      </p:sp>
      <p:sp>
        <p:nvSpPr>
          <p:cNvPr id="21" name="부제목 2">
            <a:extLst>
              <a:ext uri="{FF2B5EF4-FFF2-40B4-BE49-F238E27FC236}">
                <a16:creationId xmlns:a16="http://schemas.microsoft.com/office/drawing/2014/main" id="{945326FA-26D5-1A45-A174-3BB574D3DF1D}"/>
              </a:ext>
            </a:extLst>
          </p:cNvPr>
          <p:cNvSpPr>
            <a:spLocks noGrp="1"/>
          </p:cNvSpPr>
          <p:nvPr>
            <p:ph type="subTitle" idx="1" hasCustomPrompt="1"/>
          </p:nvPr>
        </p:nvSpPr>
        <p:spPr>
          <a:xfrm>
            <a:off x="777025" y="2874694"/>
            <a:ext cx="10637950" cy="1413971"/>
          </a:xfrm>
        </p:spPr>
        <p:txBody>
          <a:bodyPr anchor="ctr">
            <a:normAutofit/>
          </a:bodyPr>
          <a:lstStyle>
            <a:lvl1pPr marL="0" indent="0" algn="ctr">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ko-KR" dirty="0"/>
              <a:t>Click to add author name(s)</a:t>
            </a:r>
            <a:endParaRPr lang="ko-KR" altLang="en-US" dirty="0"/>
          </a:p>
        </p:txBody>
      </p:sp>
      <p:pic>
        <p:nvPicPr>
          <p:cNvPr id="22" name="Picture 4" descr="IEEE Solid-State Circuits Society">
            <a:extLst>
              <a:ext uri="{FF2B5EF4-FFF2-40B4-BE49-F238E27FC236}">
                <a16:creationId xmlns:a16="http://schemas.microsoft.com/office/drawing/2014/main" id="{7DBF0ED4-9F34-CC45-89EA-B9628933120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72356" b="12000"/>
          <a:stretch/>
        </p:blipFill>
        <p:spPr bwMode="auto">
          <a:xfrm>
            <a:off x="451033" y="160160"/>
            <a:ext cx="856475" cy="727040"/>
          </a:xfrm>
          <a:prstGeom prst="rect">
            <a:avLst/>
          </a:prstGeom>
          <a:noFill/>
          <a:extLst>
            <a:ext uri="{909E8E84-426E-40DD-AFC4-6F175D3DCCD1}">
              <a14:hiddenFill xmlns:a14="http://schemas.microsoft.com/office/drawing/2010/main">
                <a:solidFill>
                  <a:srgbClr val="FFFFFF"/>
                </a:solidFill>
              </a14:hiddenFill>
            </a:ext>
          </a:extLst>
        </p:spPr>
      </p:pic>
      <p:sp>
        <p:nvSpPr>
          <p:cNvPr id="24" name="텍스트 개체 틀 2">
            <a:extLst>
              <a:ext uri="{FF2B5EF4-FFF2-40B4-BE49-F238E27FC236}">
                <a16:creationId xmlns:a16="http://schemas.microsoft.com/office/drawing/2014/main" id="{73AB01AA-861F-424E-964F-1B4FF707AA03}"/>
              </a:ext>
            </a:extLst>
          </p:cNvPr>
          <p:cNvSpPr>
            <a:spLocks noGrp="1"/>
          </p:cNvSpPr>
          <p:nvPr>
            <p:ph type="body" idx="10" hasCustomPrompt="1"/>
          </p:nvPr>
        </p:nvSpPr>
        <p:spPr>
          <a:xfrm>
            <a:off x="831850" y="4589463"/>
            <a:ext cx="10515600" cy="1500187"/>
          </a:xfrm>
        </p:spPr>
        <p:txBody>
          <a:bodyPr anchor="ctr">
            <a:normAutofit/>
          </a:bodyPr>
          <a:lstStyle>
            <a:lvl1pPr marL="0" indent="0" algn="ctr">
              <a:buNone/>
              <a:defRPr lang="en-US" altLang="ko-KR" sz="2400" b="1" kern="1200" dirty="0" smtClean="0">
                <a:solidFill>
                  <a:schemeClr val="tx1"/>
                </a:solidFill>
                <a:latin typeface="Arial" panose="020B0604020202020204" pitchFamily="34" charset="0"/>
                <a:ea typeface="+mn-ea"/>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ko-KR" dirty="0"/>
              <a:t>Click to add affiliation(s)</a:t>
            </a:r>
          </a:p>
        </p:txBody>
      </p:sp>
      <p:pic>
        <p:nvPicPr>
          <p:cNvPr id="25" name="그림 9">
            <a:extLst>
              <a:ext uri="{FF2B5EF4-FFF2-40B4-BE49-F238E27FC236}">
                <a16:creationId xmlns:a16="http://schemas.microsoft.com/office/drawing/2014/main" id="{3FC4B547-FEE1-274A-8866-BA829EA7FE84}"/>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0" b="100000" l="179" r="100000">
                        <a14:foregroundMark x1="31725" y1="23827" x2="26631" y2="14982"/>
                        <a14:foregroundMark x1="19124" y1="10650" x2="22341" y2="10830"/>
                        <a14:foregroundMark x1="27078" y1="14801" x2="26631" y2="12455"/>
                        <a14:foregroundMark x1="23592" y1="10469" x2="25648" y2="12094"/>
                        <a14:foregroundMark x1="19482" y1="85921" x2="6881" y2="75451"/>
                        <a14:foregroundMark x1="18141" y1="89531" x2="10277" y2="83935"/>
                        <a14:foregroundMark x1="21537" y1="61733" x2="83914" y2="59567"/>
                        <a14:foregroundMark x1="36193" y1="47112" x2="83557" y2="47653"/>
                        <a14:foregroundMark x1="85970" y1="47473" x2="84718" y2="70939"/>
                        <a14:foregroundMark x1="83646" y1="74007" x2="26273" y2="74368"/>
                        <a14:foregroundMark x1="29223" y1="90975" x2="51385" y2="85018"/>
                        <a14:foregroundMark x1="47096" y1="92238" x2="72654" y2="88989"/>
                        <a14:foregroundMark x1="74084" y1="86462" x2="89544" y2="84838"/>
                        <a14:foregroundMark x1="49866" y1="44224" x2="85612" y2="44946"/>
                        <a14:foregroundMark x1="86416" y1="47292" x2="86059" y2="44404"/>
                        <a14:foregroundMark x1="36282" y1="44224" x2="86595" y2="43141"/>
                        <a14:foregroundMark x1="87310" y1="45668" x2="87042" y2="43321"/>
                        <a14:foregroundMark x1="70777" y1="81408" x2="66667" y2="89170"/>
                        <a14:foregroundMark x1="97676" y1="85921" x2="91600" y2="85018"/>
                        <a14:backgroundMark x1="6971" y1="93321" x2="3128" y2="83574"/>
                        <a14:backgroundMark x1="12064" y1="96751" x2="18945" y2="97834"/>
                        <a14:backgroundMark x1="21001" y1="98375" x2="18409" y2="97292"/>
                      </a14:backgroundRemoval>
                    </a14:imgEffect>
                  </a14:imgLayer>
                </a14:imgProps>
              </a:ext>
            </a:extLst>
          </a:blip>
          <a:srcRect b="9287"/>
          <a:stretch/>
        </p:blipFill>
        <p:spPr>
          <a:xfrm>
            <a:off x="10108202" y="55775"/>
            <a:ext cx="1675495" cy="752475"/>
          </a:xfrm>
          <a:prstGeom prst="rect">
            <a:avLst/>
          </a:prstGeom>
        </p:spPr>
      </p:pic>
      <p:pic>
        <p:nvPicPr>
          <p:cNvPr id="26" name="Picture 4" descr="IEEE Solid-State Circuits Society">
            <a:extLst>
              <a:ext uri="{FF2B5EF4-FFF2-40B4-BE49-F238E27FC236}">
                <a16:creationId xmlns:a16="http://schemas.microsoft.com/office/drawing/2014/main" id="{C764A5E8-513E-8C40-8E6C-5E22B13AED2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72356" b="12000"/>
          <a:stretch/>
        </p:blipFill>
        <p:spPr bwMode="auto">
          <a:xfrm>
            <a:off x="451033" y="160160"/>
            <a:ext cx="856475" cy="727040"/>
          </a:xfrm>
          <a:prstGeom prst="rect">
            <a:avLst/>
          </a:prstGeom>
          <a:noFill/>
          <a:extLst>
            <a:ext uri="{909E8E84-426E-40DD-AFC4-6F175D3DCCD1}">
              <a14:hiddenFill xmlns:a14="http://schemas.microsoft.com/office/drawing/2010/main">
                <a:solidFill>
                  <a:srgbClr val="FFFFFF"/>
                </a:solidFill>
              </a14:hiddenFill>
            </a:ext>
          </a:extLst>
        </p:spPr>
      </p:pic>
      <p:pic>
        <p:nvPicPr>
          <p:cNvPr id="27" name="그림 9">
            <a:extLst>
              <a:ext uri="{FF2B5EF4-FFF2-40B4-BE49-F238E27FC236}">
                <a16:creationId xmlns:a16="http://schemas.microsoft.com/office/drawing/2014/main" id="{DBFD8D7E-4BF8-054E-915D-B12DDC1BB79A}"/>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0" b="100000" l="179" r="100000">
                        <a14:foregroundMark x1="31725" y1="23827" x2="26631" y2="14982"/>
                        <a14:foregroundMark x1="19124" y1="10650" x2="22341" y2="10830"/>
                        <a14:foregroundMark x1="27078" y1="14801" x2="26631" y2="12455"/>
                        <a14:foregroundMark x1="23592" y1="10469" x2="25648" y2="12094"/>
                        <a14:foregroundMark x1="19482" y1="85921" x2="6881" y2="75451"/>
                        <a14:foregroundMark x1="18141" y1="89531" x2="10277" y2="83935"/>
                        <a14:foregroundMark x1="21537" y1="61733" x2="83914" y2="59567"/>
                        <a14:foregroundMark x1="36193" y1="47112" x2="83557" y2="47653"/>
                        <a14:foregroundMark x1="85970" y1="47473" x2="84718" y2="70939"/>
                        <a14:foregroundMark x1="83646" y1="74007" x2="26273" y2="74368"/>
                        <a14:foregroundMark x1="29223" y1="90975" x2="51385" y2="85018"/>
                        <a14:foregroundMark x1="47096" y1="92238" x2="72654" y2="88989"/>
                        <a14:foregroundMark x1="74084" y1="86462" x2="89544" y2="84838"/>
                        <a14:foregroundMark x1="49866" y1="44224" x2="85612" y2="44946"/>
                        <a14:foregroundMark x1="86416" y1="47292" x2="86059" y2="44404"/>
                        <a14:foregroundMark x1="36282" y1="44224" x2="86595" y2="43141"/>
                        <a14:foregroundMark x1="87310" y1="45668" x2="87042" y2="43321"/>
                        <a14:foregroundMark x1="70777" y1="81408" x2="66667" y2="89170"/>
                        <a14:foregroundMark x1="97676" y1="85921" x2="91600" y2="85018"/>
                        <a14:backgroundMark x1="6971" y1="93321" x2="3128" y2="83574"/>
                        <a14:backgroundMark x1="12064" y1="96751" x2="18945" y2="97834"/>
                        <a14:backgroundMark x1="21001" y1="98375" x2="18409" y2="97292"/>
                      </a14:backgroundRemoval>
                    </a14:imgEffect>
                  </a14:imgLayer>
                </a14:imgProps>
              </a:ext>
            </a:extLst>
          </a:blip>
          <a:srcRect b="9287"/>
          <a:stretch/>
        </p:blipFill>
        <p:spPr>
          <a:xfrm>
            <a:off x="10108202" y="55775"/>
            <a:ext cx="1675495" cy="752475"/>
          </a:xfrm>
          <a:prstGeom prst="rect">
            <a:avLst/>
          </a:prstGeom>
        </p:spPr>
      </p:pic>
      <p:sp>
        <p:nvSpPr>
          <p:cNvPr id="29" name="바닥글 개체 틀 4">
            <a:extLst>
              <a:ext uri="{FF2B5EF4-FFF2-40B4-BE49-F238E27FC236}">
                <a16:creationId xmlns:a16="http://schemas.microsoft.com/office/drawing/2014/main" id="{5DCDFC98-2DDE-0E4B-A3C9-BA89C2BAACF1}"/>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392893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or Divider Slide option">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BB624568-01F6-AA49-9DFD-DB19AC977622}"/>
              </a:ext>
            </a:extLst>
          </p:cNvPr>
          <p:cNvSpPr>
            <a:spLocks noGrp="1"/>
          </p:cNvSpPr>
          <p:nvPr>
            <p:ph type="title" hasCustomPrompt="1"/>
          </p:nvPr>
        </p:nvSpPr>
        <p:spPr>
          <a:xfrm>
            <a:off x="838200" y="3029899"/>
            <a:ext cx="10515600" cy="827759"/>
          </a:xfrm>
        </p:spPr>
        <p:txBody>
          <a:bodyPr anchor="ctr">
            <a:normAutofit/>
          </a:bodyPr>
          <a:lstStyle>
            <a:lvl1pPr>
              <a:defRPr sz="4400" i="0">
                <a:solidFill>
                  <a:schemeClr val="tx1"/>
                </a:solidFill>
              </a:defRPr>
            </a:lvl1pPr>
          </a:lstStyle>
          <a:p>
            <a:r>
              <a:rPr lang="en-US" dirty="0"/>
              <a:t>Divider Title</a:t>
            </a:r>
          </a:p>
        </p:txBody>
      </p:sp>
      <p:sp>
        <p:nvSpPr>
          <p:cNvPr id="20" name="Text Placeholder 2">
            <a:extLst>
              <a:ext uri="{FF2B5EF4-FFF2-40B4-BE49-F238E27FC236}">
                <a16:creationId xmlns:a16="http://schemas.microsoft.com/office/drawing/2014/main" id="{1CC199E7-51F6-BF42-909E-9CC80F5D2B91}"/>
              </a:ext>
            </a:extLst>
          </p:cNvPr>
          <p:cNvSpPr>
            <a:spLocks noGrp="1"/>
          </p:cNvSpPr>
          <p:nvPr>
            <p:ph type="body" idx="1" hasCustomPrompt="1"/>
          </p:nvPr>
        </p:nvSpPr>
        <p:spPr>
          <a:xfrm>
            <a:off x="838200" y="3884641"/>
            <a:ext cx="10515600" cy="672451"/>
          </a:xfrm>
        </p:spPr>
        <p:txBody>
          <a:bodyPr anchor="ctr">
            <a:normAutofit/>
          </a:bodyPr>
          <a:lstStyle>
            <a:lvl1pPr marL="0" indent="0" algn="ctr">
              <a:buNone/>
              <a:defRPr sz="2800" b="1" i="1">
                <a:solidFill>
                  <a:schemeClr val="tx1"/>
                </a:solidFill>
              </a:defRPr>
            </a:lvl1pPr>
            <a:lvl2pPr marL="457166" indent="0">
              <a:buNone/>
              <a:defRPr sz="2000">
                <a:solidFill>
                  <a:schemeClr val="tx1">
                    <a:tint val="75000"/>
                  </a:schemeClr>
                </a:solidFill>
              </a:defRPr>
            </a:lvl2pPr>
            <a:lvl3pPr marL="914332" indent="0">
              <a:buNone/>
              <a:defRPr sz="1801">
                <a:solidFill>
                  <a:schemeClr val="tx1">
                    <a:tint val="75000"/>
                  </a:schemeClr>
                </a:solidFill>
              </a:defRPr>
            </a:lvl3pPr>
            <a:lvl4pPr marL="1371496"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6" indent="0">
              <a:buNone/>
              <a:defRPr sz="1600">
                <a:solidFill>
                  <a:schemeClr val="tx1">
                    <a:tint val="75000"/>
                  </a:schemeClr>
                </a:solidFill>
              </a:defRPr>
            </a:lvl9pPr>
          </a:lstStyle>
          <a:p>
            <a:pPr lvl="0"/>
            <a:r>
              <a:rPr lang="en-US" dirty="0"/>
              <a:t>Subhead</a:t>
            </a:r>
          </a:p>
        </p:txBody>
      </p:sp>
      <p:sp>
        <p:nvSpPr>
          <p:cNvPr id="16" name="날짜 개체 틀 6">
            <a:extLst>
              <a:ext uri="{FF2B5EF4-FFF2-40B4-BE49-F238E27FC236}">
                <a16:creationId xmlns:a16="http://schemas.microsoft.com/office/drawing/2014/main" id="{98D4ECF1-67F3-7644-9041-B203E2D1320D}"/>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fld id="{6EF90BF9-8D89-4B14-8DE5-99C743AD50FA}"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Slide Number Placeholder 5">
            <a:extLst>
              <a:ext uri="{FF2B5EF4-FFF2-40B4-BE49-F238E27FC236}">
                <a16:creationId xmlns:a16="http://schemas.microsoft.com/office/drawing/2014/main" id="{589394E8-5171-8241-BD9C-03F802966E5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바닥글 개체 틀 4">
            <a:extLst>
              <a:ext uri="{FF2B5EF4-FFF2-40B4-BE49-F238E27FC236}">
                <a16:creationId xmlns:a16="http://schemas.microsoft.com/office/drawing/2014/main" id="{E3AF7199-371B-F24B-8842-EEC9BB18058E}"/>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043057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ue tint Single column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a:lvl1pPr>
          </a:lstStyle>
          <a:p>
            <a:r>
              <a:rPr lang="en-US" dirty="0"/>
              <a:t>Topic</a:t>
            </a:r>
          </a:p>
        </p:txBody>
      </p:sp>
      <p:sp>
        <p:nvSpPr>
          <p:cNvPr id="14" name="Text Placeholder 13"/>
          <p:cNvSpPr>
            <a:spLocks noGrp="1"/>
          </p:cNvSpPr>
          <p:nvPr>
            <p:ph type="body" sz="quarter" idx="13"/>
          </p:nvPr>
        </p:nvSpPr>
        <p:spPr>
          <a:xfrm>
            <a:off x="838201" y="1383489"/>
            <a:ext cx="10515600" cy="4234675"/>
          </a:xfrm>
        </p:spPr>
        <p:txBody>
          <a:bodyPr>
            <a:normAutofit/>
          </a:bodyPr>
          <a:lstStyle>
            <a:lvl1pPr marL="228584" indent="-228584">
              <a:buClr>
                <a:schemeClr val="tx1"/>
              </a:buClr>
              <a:buFont typeface="Arial" panose="020B0604020202020204" pitchFamily="34" charset="0"/>
              <a:buChar char="•"/>
              <a:defRPr sz="2667">
                <a:solidFill>
                  <a:schemeClr val="tx1"/>
                </a:solidFill>
              </a:defRPr>
            </a:lvl1pPr>
            <a:lvl2pPr>
              <a:buClr>
                <a:schemeClr val="tx1"/>
              </a:buClr>
              <a:defRPr sz="2133">
                <a:solidFill>
                  <a:schemeClr val="tx1"/>
                </a:solidFill>
              </a:defRPr>
            </a:lvl2pPr>
            <a:lvl3pPr>
              <a:buClr>
                <a:schemeClr val="tx1"/>
              </a:buClr>
              <a:defRPr sz="2133">
                <a:solidFill>
                  <a:schemeClr val="tx1"/>
                </a:solidFill>
              </a:defRPr>
            </a:lvl3pPr>
            <a:lvl4pPr>
              <a:buClr>
                <a:schemeClr val="tx1"/>
              </a:buClr>
              <a:defRPr sz="2133">
                <a:solidFill>
                  <a:schemeClr val="tx1"/>
                </a:solidFill>
              </a:defRPr>
            </a:lvl4pPr>
            <a:lvl5pPr>
              <a:buClr>
                <a:schemeClr val="tx1"/>
              </a:buClr>
              <a:defRPr sz="2133">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251C8BA3-5016-A742-9C85-2B98B1D816A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6" name="바닥글 개체 틀 4">
            <a:extLst>
              <a:ext uri="{FF2B5EF4-FFF2-40B4-BE49-F238E27FC236}">
                <a16:creationId xmlns:a16="http://schemas.microsoft.com/office/drawing/2014/main" id="{18BE47A2-69AB-5E46-B250-98DB6B44E1F6}"/>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날짜 개체 틀 6">
            <a:extLst>
              <a:ext uri="{FF2B5EF4-FFF2-40B4-BE49-F238E27FC236}">
                <a16:creationId xmlns:a16="http://schemas.microsoft.com/office/drawing/2014/main" id="{C08EA2F6-5405-2C4E-8209-D4812C265438}"/>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fld id="{9D63F3FD-FCCD-42D2-B8AA-33D0AE768CC4}"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439405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tint Single column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3200"/>
            </a:lvl1pPr>
          </a:lstStyle>
          <a:p>
            <a:r>
              <a:rPr lang="en-US" dirty="0"/>
              <a:t>Topic</a:t>
            </a:r>
          </a:p>
        </p:txBody>
      </p:sp>
      <p:sp>
        <p:nvSpPr>
          <p:cNvPr id="14" name="Text Placeholder 13"/>
          <p:cNvSpPr>
            <a:spLocks noGrp="1"/>
          </p:cNvSpPr>
          <p:nvPr>
            <p:ph type="body" sz="quarter" idx="13"/>
          </p:nvPr>
        </p:nvSpPr>
        <p:spPr>
          <a:xfrm>
            <a:off x="838201" y="1825625"/>
            <a:ext cx="10515600" cy="3792539"/>
          </a:xfrm>
        </p:spPr>
        <p:txBody>
          <a:bodyPr>
            <a:normAutofit/>
          </a:bodyPr>
          <a:lstStyle>
            <a:lvl1pPr marL="228584" indent="-228584">
              <a:buClr>
                <a:schemeClr val="tx1"/>
              </a:buClr>
              <a:buFont typeface="Arial" panose="020B0604020202020204" pitchFamily="34" charset="0"/>
              <a:buChar char="•"/>
              <a:defRPr sz="2667"/>
            </a:lvl1pPr>
            <a:lvl2pPr>
              <a:buClr>
                <a:schemeClr val="tx1"/>
              </a:buClr>
              <a:defRPr sz="2133"/>
            </a:lvl2pPr>
            <a:lvl3pPr>
              <a:buClr>
                <a:schemeClr val="tx1"/>
              </a:buClr>
              <a:defRPr sz="2133"/>
            </a:lvl3pPr>
            <a:lvl4pPr>
              <a:buClr>
                <a:schemeClr val="tx1"/>
              </a:buClr>
              <a:defRPr sz="2133"/>
            </a:lvl4pPr>
            <a:lvl5pPr>
              <a:buClr>
                <a:schemeClr val="tx1"/>
              </a:buClr>
              <a:defRPr sz="2133"/>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6" hasCustomPrompt="1"/>
          </p:nvPr>
        </p:nvSpPr>
        <p:spPr>
          <a:xfrm>
            <a:off x="838201" y="1106197"/>
            <a:ext cx="10515600" cy="356843"/>
          </a:xfrm>
        </p:spPr>
        <p:txBody>
          <a:bodyPr>
            <a:normAutofit/>
          </a:bodyPr>
          <a:lstStyle>
            <a:lvl1pPr marL="0" indent="0">
              <a:buNone/>
              <a:defRPr sz="2400" b="1" i="1">
                <a:solidFill>
                  <a:schemeClr val="tx1">
                    <a:lumMod val="50000"/>
                    <a:lumOff val="50000"/>
                  </a:schemeClr>
                </a:solidFill>
              </a:defRPr>
            </a:lvl1pPr>
          </a:lstStyle>
          <a:p>
            <a:pPr lvl="0"/>
            <a:r>
              <a:rPr lang="en-US" dirty="0"/>
              <a:t>Subhead</a:t>
            </a:r>
          </a:p>
        </p:txBody>
      </p:sp>
      <p:sp>
        <p:nvSpPr>
          <p:cNvPr id="17" name="Slide Number Placeholder 5">
            <a:extLst>
              <a:ext uri="{FF2B5EF4-FFF2-40B4-BE49-F238E27FC236}">
                <a16:creationId xmlns:a16="http://schemas.microsoft.com/office/drawing/2014/main" id="{F882D628-03AF-F049-9F00-33EAFDDD3AD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바닥글 개체 틀 4">
            <a:extLst>
              <a:ext uri="{FF2B5EF4-FFF2-40B4-BE49-F238E27FC236}">
                <a16:creationId xmlns:a16="http://schemas.microsoft.com/office/drawing/2014/main" id="{13B8C5FB-B0B0-3044-8306-AE9152781FDF}"/>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9" name="날짜 개체 틀 6">
            <a:extLst>
              <a:ext uri="{FF2B5EF4-FFF2-40B4-BE49-F238E27FC236}">
                <a16:creationId xmlns:a16="http://schemas.microsoft.com/office/drawing/2014/main" id="{0BD0BC54-8693-2048-BE7D-87959D7B7FBA}"/>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fld id="{B044DC2B-8D61-4ECF-A936-1C9B6D9C6F65}"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27546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network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a:lvl1pPr>
          </a:lstStyle>
          <a:p>
            <a:r>
              <a:rPr lang="en-US" dirty="0"/>
              <a:t>Topic</a:t>
            </a:r>
          </a:p>
        </p:txBody>
      </p:sp>
      <p:sp>
        <p:nvSpPr>
          <p:cNvPr id="14" name="Text Placeholder 13"/>
          <p:cNvSpPr>
            <a:spLocks noGrp="1"/>
          </p:cNvSpPr>
          <p:nvPr>
            <p:ph type="body" sz="quarter" idx="13"/>
          </p:nvPr>
        </p:nvSpPr>
        <p:spPr>
          <a:xfrm>
            <a:off x="838201" y="1825625"/>
            <a:ext cx="5181600" cy="3792539"/>
          </a:xfrm>
        </p:spPr>
        <p:txBody>
          <a:bodyPr/>
          <a:lstStyle>
            <a:lvl1pPr marL="228584" indent="-228584">
              <a:buClr>
                <a:schemeClr val="tx1"/>
              </a:buClr>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6" hasCustomPrompt="1"/>
          </p:nvPr>
        </p:nvSpPr>
        <p:spPr>
          <a:xfrm>
            <a:off x="838201" y="1106197"/>
            <a:ext cx="10515600" cy="356843"/>
          </a:xfrm>
        </p:spPr>
        <p:txBody>
          <a:bodyPr>
            <a:normAutofit/>
          </a:bodyPr>
          <a:lstStyle>
            <a:lvl1pPr marL="0" indent="0">
              <a:buNone/>
              <a:defRPr sz="2400" b="1" i="1">
                <a:solidFill>
                  <a:schemeClr val="tx1">
                    <a:lumMod val="50000"/>
                    <a:lumOff val="50000"/>
                  </a:schemeClr>
                </a:solidFill>
              </a:defRPr>
            </a:lvl1pPr>
          </a:lstStyle>
          <a:p>
            <a:pPr lvl="0"/>
            <a:r>
              <a:rPr lang="en-US" dirty="0"/>
              <a:t>Subhead</a:t>
            </a:r>
          </a:p>
        </p:txBody>
      </p:sp>
      <p:sp>
        <p:nvSpPr>
          <p:cNvPr id="16" name="Text Placeholder 13">
            <a:extLst>
              <a:ext uri="{FF2B5EF4-FFF2-40B4-BE49-F238E27FC236}">
                <a16:creationId xmlns:a16="http://schemas.microsoft.com/office/drawing/2014/main" id="{BD93F922-DBB1-924F-82DA-99727D3C50B7}"/>
              </a:ext>
            </a:extLst>
          </p:cNvPr>
          <p:cNvSpPr>
            <a:spLocks noGrp="1"/>
          </p:cNvSpPr>
          <p:nvPr>
            <p:ph type="body" sz="quarter" idx="17"/>
          </p:nvPr>
        </p:nvSpPr>
        <p:spPr>
          <a:xfrm>
            <a:off x="6179121" y="1825625"/>
            <a:ext cx="5181600" cy="3792539"/>
          </a:xfrm>
        </p:spPr>
        <p:txBody>
          <a:bodyPr/>
          <a:lstStyle>
            <a:lvl1pPr marL="228584" indent="-228584">
              <a:buClr>
                <a:schemeClr val="tx1"/>
              </a:buClr>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Slide Number Placeholder 5">
            <a:extLst>
              <a:ext uri="{FF2B5EF4-FFF2-40B4-BE49-F238E27FC236}">
                <a16:creationId xmlns:a16="http://schemas.microsoft.com/office/drawing/2014/main" id="{08EE1323-E515-B74A-8D91-546F3B870987}"/>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0" name="바닥글 개체 틀 4">
            <a:extLst>
              <a:ext uri="{FF2B5EF4-FFF2-40B4-BE49-F238E27FC236}">
                <a16:creationId xmlns:a16="http://schemas.microsoft.com/office/drawing/2014/main" id="{5EFA1B84-EAD2-9B4A-A632-83A1EB49B87B}"/>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1" name="날짜 개체 틀 6">
            <a:extLst>
              <a:ext uri="{FF2B5EF4-FFF2-40B4-BE49-F238E27FC236}">
                <a16:creationId xmlns:a16="http://schemas.microsoft.com/office/drawing/2014/main" id="{9F495B90-80AD-3948-AAEB-D4EB234BDC97}"/>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fld id="{DBC797A5-BFB6-4818-B4D0-44F9ACC8692B}"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371341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BF86DF-2880-784C-A2AF-96C7FD8EB800}"/>
              </a:ext>
            </a:extLst>
          </p:cNvPr>
          <p:cNvSpPr>
            <a:spLocks noGrp="1"/>
          </p:cNvSpPr>
          <p:nvPr>
            <p:ph type="title" hasCustomPrompt="1"/>
          </p:nvPr>
        </p:nvSpPr>
        <p:spPr>
          <a:xfrm>
            <a:off x="733010" y="3015120"/>
            <a:ext cx="10515600" cy="827759"/>
          </a:xfrm>
        </p:spPr>
        <p:txBody>
          <a:bodyPr anchor="ctr">
            <a:normAutofit/>
          </a:bodyPr>
          <a:lstStyle>
            <a:lvl1pPr>
              <a:defRPr sz="4400" i="0">
                <a:solidFill>
                  <a:schemeClr val="tx1"/>
                </a:solidFill>
              </a:defRPr>
            </a:lvl1pPr>
          </a:lstStyle>
          <a:p>
            <a:r>
              <a:rPr lang="en-US" dirty="0"/>
              <a:t>Thank You!</a:t>
            </a:r>
          </a:p>
        </p:txBody>
      </p:sp>
      <p:sp>
        <p:nvSpPr>
          <p:cNvPr id="16" name="바닥글 개체 틀 4">
            <a:extLst>
              <a:ext uri="{FF2B5EF4-FFF2-40B4-BE49-F238E27FC236}">
                <a16:creationId xmlns:a16="http://schemas.microsoft.com/office/drawing/2014/main" id="{EF78DB2E-0E4F-CE43-AD63-8B9560324040}"/>
              </a:ext>
            </a:extLst>
          </p:cNvPr>
          <p:cNvSpPr>
            <a:spLocks noGrp="1"/>
          </p:cNvSpPr>
          <p:nvPr>
            <p:ph type="ftr" sz="quarter" idx="3"/>
          </p:nvPr>
        </p:nvSpPr>
        <p:spPr>
          <a:xfrm>
            <a:off x="3416538" y="6442075"/>
            <a:ext cx="5358925"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7" name="날짜 개체 틀 6">
            <a:extLst>
              <a:ext uri="{FF2B5EF4-FFF2-40B4-BE49-F238E27FC236}">
                <a16:creationId xmlns:a16="http://schemas.microsoft.com/office/drawing/2014/main" id="{9E965FFA-CFAF-2C45-8750-46E5D8A9DF3E}"/>
              </a:ext>
            </a:extLst>
          </p:cNvPr>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fld id="{5B796B3C-8378-4552-88AD-D64ED9E11DF7}"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8" name="Slide Number Placeholder 5">
            <a:extLst>
              <a:ext uri="{FF2B5EF4-FFF2-40B4-BE49-F238E27FC236}">
                <a16:creationId xmlns:a16="http://schemas.microsoft.com/office/drawing/2014/main" id="{6508EDAD-C71C-EB4E-944A-17F1CA6F45D9}"/>
              </a:ext>
            </a:extLst>
          </p:cNvPr>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39249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400" b="0" i="0">
                <a:solidFill>
                  <a:srgbClr val="BFBFBF"/>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D84E4A8-96CC-43DD-AEC5-67D97256D558}"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sz="1200" b="0" i="0" u="none" strike="noStrike" kern="1200" cap="none" spc="-50" normalizeH="0" baseline="0" noProof="0" dirty="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a:t>
            </a:fld>
            <a:endParaRPr kumimoji="0" sz="1200" b="0" i="0" u="none" strike="noStrike" kern="1200" cap="none" spc="-50" normalizeH="0" baseline="0" noProof="0" dirty="0">
              <a:ln>
                <a:noFill/>
              </a:ln>
              <a:solidFill>
                <a:prstClr val="black"/>
              </a:solidFill>
              <a:effectLst/>
              <a:uLnTx/>
              <a:uFillTx/>
              <a:latin typeface="Verdana"/>
              <a:ea typeface="맑은 고딕"/>
            </a:endParaRPr>
          </a:p>
        </p:txBody>
      </p:sp>
    </p:spTree>
    <p:extLst>
      <p:ext uri="{BB962C8B-B14F-4D97-AF65-F5344CB8AC3E}">
        <p14:creationId xmlns:p14="http://schemas.microsoft.com/office/powerpoint/2010/main" val="2984129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1AA82-F405-F4B9-1953-A59571B5D6FC}"/>
              </a:ext>
            </a:extLst>
          </p:cNvPr>
          <p:cNvSpPr>
            <a:spLocks noGrp="1"/>
          </p:cNvSpPr>
          <p:nvPr>
            <p:ph type="dt" sz="half" idx="10"/>
          </p:nvPr>
        </p:nvSpPr>
        <p:spPr/>
        <p:txBody>
          <a:bodyPr/>
          <a:lstStyle/>
          <a:p>
            <a:fld id="{AC1C7C84-907E-4707-91B7-973FFD02BA8F}" type="datetime1">
              <a:rPr lang="en-US" smtClean="0"/>
              <a:t>9/1/2026</a:t>
            </a:fld>
            <a:endParaRPr lang="en-BE"/>
          </a:p>
        </p:txBody>
      </p:sp>
      <p:sp>
        <p:nvSpPr>
          <p:cNvPr id="3" name="Footer Placeholder 2">
            <a:extLst>
              <a:ext uri="{FF2B5EF4-FFF2-40B4-BE49-F238E27FC236}">
                <a16:creationId xmlns:a16="http://schemas.microsoft.com/office/drawing/2014/main" id="{07CAA60D-E7C0-9338-4219-DD0CC44EEEC8}"/>
              </a:ext>
            </a:extLst>
          </p:cNvPr>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a:extLst>
              <a:ext uri="{FF2B5EF4-FFF2-40B4-BE49-F238E27FC236}">
                <a16:creationId xmlns:a16="http://schemas.microsoft.com/office/drawing/2014/main" id="{9F967915-BB96-EB59-1FF2-DCE7CBFC37EB}"/>
              </a:ext>
            </a:extLst>
          </p:cNvPr>
          <p:cNvSpPr>
            <a:spLocks noGrp="1"/>
          </p:cNvSpPr>
          <p:nvPr>
            <p:ph type="sldNum" sz="quarter" idx="12"/>
          </p:nvPr>
        </p:nvSpPr>
        <p:spPr/>
        <p:txBody>
          <a:bodyPr/>
          <a:lstStyle/>
          <a:p>
            <a:fld id="{60331F8A-FA1D-427D-B40D-66DA77956C52}" type="slidenum">
              <a:rPr lang="en-BE" smtClean="0"/>
              <a:t>‹#›</a:t>
            </a:fld>
            <a:endParaRPr lang="en-BE"/>
          </a:p>
        </p:txBody>
      </p:sp>
    </p:spTree>
    <p:extLst>
      <p:ext uri="{BB962C8B-B14F-4D97-AF65-F5344CB8AC3E}">
        <p14:creationId xmlns:p14="http://schemas.microsoft.com/office/powerpoint/2010/main" val="1062311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70A0D-3E39-0E02-8CB8-5F21877B3F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F17B95B6-DAE1-A183-EA6C-375328AB3E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B392AB42-413E-336F-D59F-8AA2EF9E077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D8E9E9-0035-48CC-A26F-2965DFDA7889}"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E101BD7-1D40-8CF6-A4E0-6FE9D3C176A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79CD36DE-48A5-7BC7-835F-1164472692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7697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538E4-C4FF-8752-6D7A-F6DF730D32C7}"/>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9524E6D9-6E1E-50A2-AC08-25EF5233E1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4C7C5481-0235-1A6E-172D-AC51B3AC7E3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EE411BB-DC20-43BD-B3C3-F336775DC85C}"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2547EB3-A9DD-859E-A733-56E05A7D3A1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D85CBA23-A94F-7380-31B0-3EA91D1404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7126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ED8E-1577-749F-0434-29DDE99B54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59427743-B4D6-C759-5C4B-D86DF19B4E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DF45BC-7C24-9004-07F9-58885960ADE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7C387A0-9DAD-4FF2-A1B6-B4C4594240E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5634F4FB-464A-E603-7758-9E4E7D18147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224097C3-5F22-69D0-CF77-A50E51262F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260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59A5-77A5-357E-F983-B6EF0A2F4DA9}"/>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EBD40FBB-F733-604F-48CF-3CFA41225D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F5A383A7-260B-D16C-7C9C-CBD0734EFE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F242FBBE-F639-9189-A384-6BEC5A230C8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0043FA-7E26-43E3-95C9-C4AD2A8C3E1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94F97A9F-42F0-0F0E-0C3E-A75B0214241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8209F978-1EDE-75DF-6DDB-7B6E4ECD2D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3976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2CA8-A11C-D537-ED30-E01609B596A6}"/>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2CF409D7-E202-3735-1A84-68B5C6D35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FDBBD0-8F25-A003-A95E-3B575FBFBA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FA401124-F1D7-74B9-2CD1-2D036248E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78CD6-DEEE-AA98-4DC4-4BEDBFBED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7589AB6C-2917-799A-95A6-1BABEAD01F5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3C7624E-DD1D-44AD-A50F-CC8E41ABE13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A5933524-3722-0350-CBAA-F53EE5A554E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0E29E930-5C6D-54AF-725B-6DB7E26432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3544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F1B5-2B2D-97D9-115E-6494CF881B39}"/>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D23CE9DB-34C0-9321-40F4-3018BEED18A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E4B4A33-8D02-4CA1-8799-213F2A7C8B4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046C9C5-037A-13A0-D065-5056230F291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0CED2C5C-23F1-6E30-3EA1-86AB2D5F62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45118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1AA82-F405-F4B9-1953-A59571B5D6F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42CB11F-DCE2-4193-BDC3-F0D4A335DC2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07CAA60D-E7C0-9338-4219-DD0CC44EEEC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9F967915-BB96-EB59-1FF2-DCE7CBFC37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88458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222A-32BE-CCD4-AADE-FD5FA38D7A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A3F46C5B-8E4E-B0ED-35BE-4942D9F0C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92A186BE-0A63-8845-1C6B-F42A76241D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5ABF6-7821-4AF7-F530-DB0F7CA28DC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FA6336B-2834-4E58-9E83-298803FA3589}"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100FE43-736C-3154-B5AF-ED647A600A1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798E04C1-1795-44E3-8952-3937A2B8E8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1892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692C-E633-8B04-6EB8-41F1F28DAE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FEA85876-4DA7-9994-4971-3DFDD69FCE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49B30E1A-52D8-DC51-BC2D-B2A439B25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21E97C-27CA-F0CD-D903-0AB0A7A8A93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E344FD0-C2F5-4B2B-83F4-40CDA1D26AE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214D28D3-AADF-41FA-8DE7-AD1FE60667D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47BC968-DC81-0A05-12A5-F5D9D1F55A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71675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7F34-7BEC-0F8C-7D46-F02A470F81F5}"/>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E633A1A5-D4BD-1BDA-B7DE-B40A0A2359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F01BF02A-34B2-D322-D807-D6C7F94EA79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E1F8C81-BC14-4FDF-98C1-C2B241055D3F}"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BE7D4F0F-7FD6-718F-6126-E6B41817DC7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6E969FE0-F439-3A26-3164-3DAB5C5372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6694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62D6C-F273-A11A-1EB8-3D03B14432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92F29A65-CBCC-FACA-B63B-46CD8AD47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823F6C70-0158-DFD1-5B02-2A3E35B99C0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2D9D65-4533-4EAB-A608-A618C061C8D2}"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B84004F-296B-A899-23CE-0A877E3CBFB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3DF1BA4-3155-4B57-DB0D-D98D385A3F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96999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70A0D-3E39-0E02-8CB8-5F21877B3F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F17B95B6-DAE1-A183-EA6C-375328AB3E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B392AB42-413E-336F-D59F-8AA2EF9E077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F610509-A78E-41ED-BD6D-54B66B1B4486}"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E101BD7-1D40-8CF6-A4E0-6FE9D3C176A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79CD36DE-48A5-7BC7-835F-1164472692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2770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538E4-C4FF-8752-6D7A-F6DF730D32C7}"/>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9524E6D9-6E1E-50A2-AC08-25EF5233E1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4C7C5481-0235-1A6E-172D-AC51B3AC7E3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C3ED16C-2FDB-4774-9A4E-F1264717096C}"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2547EB3-A9DD-859E-A733-56E05A7D3A1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D85CBA23-A94F-7380-31B0-3EA91D1404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8236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ED8E-1577-749F-0434-29DDE99B54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59427743-B4D6-C759-5C4B-D86DF19B4E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DF45BC-7C24-9004-07F9-58885960ADE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EAC0D2A-8638-4B44-9482-19AE9B2AC0F4}"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5634F4FB-464A-E603-7758-9E4E7D18147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224097C3-5F22-69D0-CF77-A50E51262F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0795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59A5-77A5-357E-F983-B6EF0A2F4DA9}"/>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EBD40FBB-F733-604F-48CF-3CFA41225D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F5A383A7-260B-D16C-7C9C-CBD0734EFE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F242FBBE-F639-9189-A384-6BEC5A230C8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FAE2A6F-88DE-43AF-9B87-C5E1024C789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94F97A9F-42F0-0F0E-0C3E-A75B0214241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8209F978-1EDE-75DF-6DDB-7B6E4ECD2D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68167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2CA8-A11C-D537-ED30-E01609B596A6}"/>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2CF409D7-E202-3735-1A84-68B5C6D35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FDBBD0-8F25-A003-A95E-3B575FBFBA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FA401124-F1D7-74B9-2CD1-2D036248E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78CD6-DEEE-AA98-4DC4-4BEDBFBED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7589AB6C-2917-799A-95A6-1BABEAD01F5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807237-0037-432C-A476-711C0A203844}"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A5933524-3722-0350-CBAA-F53EE5A554E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0E29E930-5C6D-54AF-725B-6DB7E26432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86681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F1B5-2B2D-97D9-115E-6494CF881B39}"/>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D23CE9DB-34C0-9321-40F4-3018BEED18A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540E7A1-1FE0-4C1E-A55D-25B8813E64E3}"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046C9C5-037A-13A0-D065-5056230F291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0CED2C5C-23F1-6E30-3EA1-86AB2D5F62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477595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1AA82-F405-F4B9-1953-A59571B5D6F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5084162-9E7A-4FBC-966D-C0FEE19FB1AD}"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07CAA60D-E7C0-9338-4219-DD0CC44EEEC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9F967915-BB96-EB59-1FF2-DCE7CBFC37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28170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222A-32BE-CCD4-AADE-FD5FA38D7A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A3F46C5B-8E4E-B0ED-35BE-4942D9F0C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92A186BE-0A63-8845-1C6B-F42A76241D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5ABF6-7821-4AF7-F530-DB0F7CA28DC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B6F7FBD-1907-4A2A-A21E-FDB3563D0AA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100FE43-736C-3154-B5AF-ED647A600A1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798E04C1-1795-44E3-8952-3937A2B8E8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5409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692C-E633-8B04-6EB8-41F1F28DAE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FEA85876-4DA7-9994-4971-3DFDD69FCE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49B30E1A-52D8-DC51-BC2D-B2A439B25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21E97C-27CA-F0CD-D903-0AB0A7A8A93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515996E-5090-4B99-AE57-B36465C28D4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214D28D3-AADF-41FA-8DE7-AD1FE60667D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47BC968-DC81-0A05-12A5-F5D9D1F55A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53394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7F34-7BEC-0F8C-7D46-F02A470F81F5}"/>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E633A1A5-D4BD-1BDA-B7DE-B40A0A2359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F01BF02A-34B2-D322-D807-D6C7F94EA79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EBB8CCD-7D18-4723-A340-0C261359D7F3}"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BE7D4F0F-7FD6-718F-6126-E6B41817DC7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6E969FE0-F439-3A26-3164-3DAB5C5372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79344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62D6C-F273-A11A-1EB8-3D03B14432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92F29A65-CBCC-FACA-B63B-46CD8AD47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823F6C70-0158-DFD1-5B02-2A3E35B99C0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A67D00A-6535-497A-8CBE-2A44D06E4DE9}"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B84004F-296B-A899-23CE-0A877E3CBFB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3DF1BA4-3155-4B57-DB0D-D98D385A3F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05688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70A0D-3E39-0E02-8CB8-5F21877B3F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F17B95B6-DAE1-A183-EA6C-375328AB3E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B392AB42-413E-336F-D59F-8AA2EF9E077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0C0F862-8F85-4E1A-9BC5-C10AA597BE3E}"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E101BD7-1D40-8CF6-A4E0-6FE9D3C176A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79CD36DE-48A5-7BC7-835F-1164472692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03390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538E4-C4FF-8752-6D7A-F6DF730D32C7}"/>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9524E6D9-6E1E-50A2-AC08-25EF5233E1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4C7C5481-0235-1A6E-172D-AC51B3AC7E3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089288F-70B2-4EDD-8B5B-5F78CDC29B92}"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2547EB3-A9DD-859E-A733-56E05A7D3A1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D85CBA23-A94F-7380-31B0-3EA91D1404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63759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ED8E-1577-749F-0434-29DDE99B54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59427743-B4D6-C759-5C4B-D86DF19B4E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DF45BC-7C24-9004-07F9-58885960ADE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A872F8C-0C81-40EC-A22A-A125D5D5DA29}"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5634F4FB-464A-E603-7758-9E4E7D18147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224097C3-5F22-69D0-CF77-A50E51262FD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080636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59A5-77A5-357E-F983-B6EF0A2F4DA9}"/>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EBD40FBB-F733-604F-48CF-3CFA41225D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F5A383A7-260B-D16C-7C9C-CBD0734EFE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F242FBBE-F639-9189-A384-6BEC5A230C8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2299164-82A5-4B99-A41A-F6FCE928F529}"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94F97A9F-42F0-0F0E-0C3E-A75B0214241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8209F978-1EDE-75DF-6DDB-7B6E4ECD2D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05662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2CA8-A11C-D537-ED30-E01609B596A6}"/>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2CF409D7-E202-3735-1A84-68B5C6D35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FDBBD0-8F25-A003-A95E-3B575FBFBA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FA401124-F1D7-74B9-2CD1-2D036248E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78CD6-DEEE-AA98-4DC4-4BEDBFBED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7589AB6C-2917-799A-95A6-1BABEAD01F5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787E20-F7B5-412B-BAA0-DB766DC2639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A5933524-3722-0350-CBAA-F53EE5A554E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0E29E930-5C6D-54AF-725B-6DB7E264323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52404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F1B5-2B2D-97D9-115E-6494CF881B39}"/>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D23CE9DB-34C0-9321-40F4-3018BEED18A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EAC266B-F151-45DA-BE43-EE78CC85821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046C9C5-037A-13A0-D065-5056230F291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0CED2C5C-23F1-6E30-3EA1-86AB2D5F62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32129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1AA82-F405-F4B9-1953-A59571B5D6F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0C8A11-0592-4EC2-A5A8-CA77A176C7CB}"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07CAA60D-E7C0-9338-4219-DD0CC44EEEC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9F967915-BB96-EB59-1FF2-DCE7CBFC37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06921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222A-32BE-CCD4-AADE-FD5FA38D7A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A3F46C5B-8E4E-B0ED-35BE-4942D9F0C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92A186BE-0A63-8845-1C6B-F42A76241D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5ABF6-7821-4AF7-F530-DB0F7CA28DC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E77655-FFA5-42DF-B7D8-BB6DA5D7070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100FE43-736C-3154-B5AF-ED647A600A1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798E04C1-1795-44E3-8952-3937A2B8E8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14577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C692C-E633-8B04-6EB8-41F1F28DAE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FEA85876-4DA7-9994-4971-3DFDD69FCE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49B30E1A-52D8-DC51-BC2D-B2A439B25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21E97C-27CA-F0CD-D903-0AB0A7A8A93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8DB11B8-8967-4E8E-A97E-68BFCE8A1D1D}"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214D28D3-AADF-41FA-8DE7-AD1FE60667D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C47BC968-DC81-0A05-12A5-F5D9D1F55A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51833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7F34-7BEC-0F8C-7D46-F02A470F81F5}"/>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E633A1A5-D4BD-1BDA-B7DE-B40A0A2359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F01BF02A-34B2-D322-D807-D6C7F94EA79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F47293D-ADA4-4454-9C7C-C665D74BB9D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BE7D4F0F-7FD6-718F-6126-E6B41817DC7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6E969FE0-F439-3A26-3164-3DAB5C5372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55265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62D6C-F273-A11A-1EB8-3D03B14432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92F29A65-CBCC-FACA-B63B-46CD8AD47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823F6C70-0158-DFD1-5B02-2A3E35B99C0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1ADB8-B66F-4F0D-BB57-745B3ED16D2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DB84004F-296B-A899-23CE-0A877E3CBFB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3DF1BA4-3155-4B57-DB0D-D98D385A3F1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5966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4.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25583BE3-7F27-474B-8977-CB25A2A7B5C3}"/>
              </a:ext>
            </a:extLst>
          </p:cNvPr>
          <p:cNvSpPr/>
          <p:nvPr/>
        </p:nvSpPr>
        <p:spPr>
          <a:xfrm>
            <a:off x="330200" y="1278590"/>
            <a:ext cx="11544300" cy="5055535"/>
          </a:xfrm>
          <a:prstGeom prst="rect">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white"/>
              </a:solidFill>
              <a:effectLst/>
              <a:uLnTx/>
              <a:uFillTx/>
              <a:latin typeface="Arial"/>
              <a:ea typeface="맑은 고딕"/>
              <a:cs typeface="+mn-cs"/>
            </a:endParaRPr>
          </a:p>
        </p:txBody>
      </p:sp>
      <p:sp>
        <p:nvSpPr>
          <p:cNvPr id="2" name="제목 개체 틀 1"/>
          <p:cNvSpPr>
            <a:spLocks noGrp="1"/>
          </p:cNvSpPr>
          <p:nvPr>
            <p:ph type="title"/>
          </p:nvPr>
        </p:nvSpPr>
        <p:spPr>
          <a:xfrm>
            <a:off x="342431" y="111351"/>
            <a:ext cx="11519369" cy="922762"/>
          </a:xfrm>
          <a:prstGeom prst="rect">
            <a:avLst/>
          </a:prstGeom>
        </p:spPr>
        <p:txBody>
          <a:bodyPr vert="horz" lIns="91440" tIns="45720" rIns="91440" bIns="45720" rtlCol="0" anchor="ctr">
            <a:normAutofit/>
          </a:bodyPr>
          <a:lstStyle/>
          <a:p>
            <a:r>
              <a:rPr lang="en-US" altLang="ko-KR" dirty="0"/>
              <a:t>Click to edit Master title style</a:t>
            </a:r>
            <a:endParaRPr lang="ko-KR" altLang="en-US" dirty="0"/>
          </a:p>
        </p:txBody>
      </p:sp>
      <p:sp>
        <p:nvSpPr>
          <p:cNvPr id="3" name="텍스트 개체 틀 2"/>
          <p:cNvSpPr>
            <a:spLocks noGrp="1"/>
          </p:cNvSpPr>
          <p:nvPr>
            <p:ph type="body" idx="1"/>
          </p:nvPr>
        </p:nvSpPr>
        <p:spPr>
          <a:xfrm>
            <a:off x="614698" y="1502044"/>
            <a:ext cx="10962604" cy="467332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5" name="바닥글 개체 틀 4"/>
          <p:cNvSpPr>
            <a:spLocks noGrp="1"/>
          </p:cNvSpPr>
          <p:nvPr>
            <p:ph type="ftr" sz="quarter" idx="3"/>
          </p:nvPr>
        </p:nvSpPr>
        <p:spPr>
          <a:xfrm>
            <a:off x="3632718" y="6442075"/>
            <a:ext cx="4520682" cy="365125"/>
          </a:xfrm>
          <a:prstGeom prst="rect">
            <a:avLst/>
          </a:prstGeom>
        </p:spPr>
        <p:txBody>
          <a:bodyPr vert="horz" lIns="91440" tIns="45720" rIns="91440" bIns="45720" rtlCol="0" anchor="ctr"/>
          <a:lstStyle>
            <a:lvl1pPr algn="ct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9" name="Slide Number Placeholder 5"/>
          <p:cNvSpPr>
            <a:spLocks noGrp="1"/>
          </p:cNvSpPr>
          <p:nvPr>
            <p:ph type="sldNum" sz="quarter" idx="4"/>
          </p:nvPr>
        </p:nvSpPr>
        <p:spPr>
          <a:xfrm>
            <a:off x="9409089" y="6419849"/>
            <a:ext cx="2514600" cy="365125"/>
          </a:xfrm>
          <a:prstGeom prst="rect">
            <a:avLst/>
          </a:prstGeom>
        </p:spPr>
        <p:txBody>
          <a:bodyPr vert="horz" lIns="91440" tIns="45720" rIns="91440" bIns="45720" rtlCol="0" anchor="ctr"/>
          <a:lstStyle>
            <a:lvl1pPr algn="r">
              <a:defRPr sz="1400" b="1">
                <a:solidFill>
                  <a:schemeClr val="tx1">
                    <a:lumMod val="75000"/>
                    <a:lumOff val="25000"/>
                  </a:schemeClr>
                </a:solidFill>
                <a:latin typeface="Arial" panose="020B0604020202020204" pitchFamily="34" charset="0"/>
                <a:cs typeface="Arial" panose="020B0604020202020204" pitchFamily="34" charset="0"/>
              </a:defRPr>
            </a:lvl1p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1" name="날짜 개체 틀 6"/>
          <p:cNvSpPr>
            <a:spLocks noGrp="1"/>
          </p:cNvSpPr>
          <p:nvPr>
            <p:ph type="dt" sz="half" idx="2"/>
          </p:nvPr>
        </p:nvSpPr>
        <p:spPr>
          <a:xfrm>
            <a:off x="342431" y="6442075"/>
            <a:ext cx="2743200" cy="365125"/>
          </a:xfrm>
          <a:prstGeom prst="rect">
            <a:avLst/>
          </a:prstGeom>
        </p:spPr>
        <p:txBody>
          <a:bodyPr anchor="ctr"/>
          <a:lstStyle>
            <a:lvl1pPr>
              <a:defRPr lang="en-US" altLang="ko-KR" sz="1400" b="1"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1pPr>
          </a:lstStyle>
          <a:p>
            <a:pPr marL="0" marR="0" lvl="0" indent="0" algn="l" defTabSz="1219140" rtl="0" eaLnBrk="1" fontAlgn="auto" latinLnBrk="0" hangingPunct="1">
              <a:lnSpc>
                <a:spcPct val="100000"/>
              </a:lnSpc>
              <a:spcBef>
                <a:spcPts val="0"/>
              </a:spcBef>
              <a:spcAft>
                <a:spcPts val="0"/>
              </a:spcAft>
              <a:buClrTx/>
              <a:buSzTx/>
              <a:buFontTx/>
              <a:buNone/>
              <a:tabLst/>
              <a:defRPr/>
            </a:pPr>
            <a:fld id="{E40B7BE4-B4B2-4DB5-A294-289E8D864EE7}"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7" name="Oval 5">
            <a:extLst>
              <a:ext uri="{FF2B5EF4-FFF2-40B4-BE49-F238E27FC236}">
                <a16:creationId xmlns:a16="http://schemas.microsoft.com/office/drawing/2014/main" id="{04A06D53-9DAE-4569-9D66-F45836299465}"/>
              </a:ext>
            </a:extLst>
          </p:cNvPr>
          <p:cNvSpPr>
            <a:spLocks noChangeArrowheads="1"/>
          </p:cNvSpPr>
          <p:nvPr/>
        </p:nvSpPr>
        <p:spPr bwMode="auto">
          <a:xfrm>
            <a:off x="339725" y="1068161"/>
            <a:ext cx="101600" cy="104775"/>
          </a:xfrm>
          <a:prstGeom prst="ellipse">
            <a:avLst/>
          </a:prstGeom>
          <a:solidFill>
            <a:srgbClr val="1620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8" name="Freeform 6">
            <a:extLst>
              <a:ext uri="{FF2B5EF4-FFF2-40B4-BE49-F238E27FC236}">
                <a16:creationId xmlns:a16="http://schemas.microsoft.com/office/drawing/2014/main" id="{152B1177-EA1E-44CC-B53C-21DE83E23190}"/>
              </a:ext>
            </a:extLst>
          </p:cNvPr>
          <p:cNvSpPr>
            <a:spLocks/>
          </p:cNvSpPr>
          <p:nvPr/>
        </p:nvSpPr>
        <p:spPr bwMode="auto">
          <a:xfrm>
            <a:off x="420688" y="1003300"/>
            <a:ext cx="11450638" cy="116537"/>
          </a:xfrm>
          <a:custGeom>
            <a:avLst/>
            <a:gdLst>
              <a:gd name="T0" fmla="*/ 0 w 7213"/>
              <a:gd name="T1" fmla="*/ 205 h 205"/>
              <a:gd name="T2" fmla="*/ 210 w 7213"/>
              <a:gd name="T3" fmla="*/ 205 h 205"/>
              <a:gd name="T4" fmla="*/ 408 w 7213"/>
              <a:gd name="T5" fmla="*/ 0 h 205"/>
              <a:gd name="T6" fmla="*/ 7213 w 7213"/>
              <a:gd name="T7" fmla="*/ 0 h 205"/>
            </a:gdLst>
            <a:ahLst/>
            <a:cxnLst>
              <a:cxn ang="0">
                <a:pos x="T0" y="T1"/>
              </a:cxn>
              <a:cxn ang="0">
                <a:pos x="T2" y="T3"/>
              </a:cxn>
              <a:cxn ang="0">
                <a:pos x="T4" y="T5"/>
              </a:cxn>
              <a:cxn ang="0">
                <a:pos x="T6" y="T7"/>
              </a:cxn>
            </a:cxnLst>
            <a:rect l="0" t="0" r="r" b="b"/>
            <a:pathLst>
              <a:path w="7213" h="205">
                <a:moveTo>
                  <a:pt x="0" y="205"/>
                </a:moveTo>
                <a:lnTo>
                  <a:pt x="210" y="205"/>
                </a:lnTo>
                <a:lnTo>
                  <a:pt x="408" y="0"/>
                </a:lnTo>
                <a:lnTo>
                  <a:pt x="7213" y="0"/>
                </a:lnTo>
              </a:path>
            </a:pathLst>
          </a:custGeom>
          <a:noFill/>
          <a:ln w="14288" cap="rnd">
            <a:solidFill>
              <a:srgbClr val="16204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13" name="Oval 5">
            <a:extLst>
              <a:ext uri="{FF2B5EF4-FFF2-40B4-BE49-F238E27FC236}">
                <a16:creationId xmlns:a16="http://schemas.microsoft.com/office/drawing/2014/main" id="{5FD7F483-9F4A-8943-8A9D-CFBEAE5ACCCD}"/>
              </a:ext>
            </a:extLst>
          </p:cNvPr>
          <p:cNvSpPr>
            <a:spLocks noChangeArrowheads="1"/>
          </p:cNvSpPr>
          <p:nvPr userDrawn="1"/>
        </p:nvSpPr>
        <p:spPr bwMode="auto">
          <a:xfrm>
            <a:off x="339725" y="1068161"/>
            <a:ext cx="101600" cy="104775"/>
          </a:xfrm>
          <a:prstGeom prst="ellipse">
            <a:avLst/>
          </a:prstGeom>
          <a:solidFill>
            <a:srgbClr val="1620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
        <p:nvSpPr>
          <p:cNvPr id="14" name="Freeform 6">
            <a:extLst>
              <a:ext uri="{FF2B5EF4-FFF2-40B4-BE49-F238E27FC236}">
                <a16:creationId xmlns:a16="http://schemas.microsoft.com/office/drawing/2014/main" id="{CD527920-E2C3-294C-8B27-64BAB8327C7D}"/>
              </a:ext>
            </a:extLst>
          </p:cNvPr>
          <p:cNvSpPr>
            <a:spLocks/>
          </p:cNvSpPr>
          <p:nvPr userDrawn="1"/>
        </p:nvSpPr>
        <p:spPr bwMode="auto">
          <a:xfrm>
            <a:off x="420688" y="1003300"/>
            <a:ext cx="11450638" cy="116537"/>
          </a:xfrm>
          <a:custGeom>
            <a:avLst/>
            <a:gdLst>
              <a:gd name="T0" fmla="*/ 0 w 7213"/>
              <a:gd name="T1" fmla="*/ 205 h 205"/>
              <a:gd name="T2" fmla="*/ 210 w 7213"/>
              <a:gd name="T3" fmla="*/ 205 h 205"/>
              <a:gd name="T4" fmla="*/ 408 w 7213"/>
              <a:gd name="T5" fmla="*/ 0 h 205"/>
              <a:gd name="T6" fmla="*/ 7213 w 7213"/>
              <a:gd name="T7" fmla="*/ 0 h 205"/>
            </a:gdLst>
            <a:ahLst/>
            <a:cxnLst>
              <a:cxn ang="0">
                <a:pos x="T0" y="T1"/>
              </a:cxn>
              <a:cxn ang="0">
                <a:pos x="T2" y="T3"/>
              </a:cxn>
              <a:cxn ang="0">
                <a:pos x="T4" y="T5"/>
              </a:cxn>
              <a:cxn ang="0">
                <a:pos x="T6" y="T7"/>
              </a:cxn>
            </a:cxnLst>
            <a:rect l="0" t="0" r="r" b="b"/>
            <a:pathLst>
              <a:path w="7213" h="205">
                <a:moveTo>
                  <a:pt x="0" y="205"/>
                </a:moveTo>
                <a:lnTo>
                  <a:pt x="210" y="205"/>
                </a:lnTo>
                <a:lnTo>
                  <a:pt x="408" y="0"/>
                </a:lnTo>
                <a:lnTo>
                  <a:pt x="7213" y="0"/>
                </a:lnTo>
              </a:path>
            </a:pathLst>
          </a:custGeom>
          <a:noFill/>
          <a:ln w="14288" cap="rnd">
            <a:solidFill>
              <a:srgbClr val="16204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ko-KR" altLang="en-US" sz="2400" b="0" i="0" u="none" strike="noStrike" kern="1200" cap="none" spc="0" normalizeH="0" baseline="0" noProof="0">
              <a:ln>
                <a:noFill/>
              </a:ln>
              <a:solidFill>
                <a:prstClr val="black"/>
              </a:solidFill>
              <a:effectLst/>
              <a:uLnTx/>
              <a:uFillTx/>
              <a:latin typeface="Arial"/>
              <a:ea typeface="맑은 고딕"/>
              <a:cs typeface="+mn-cs"/>
            </a:endParaRPr>
          </a:p>
        </p:txBody>
      </p:sp>
    </p:spTree>
    <p:extLst>
      <p:ext uri="{BB962C8B-B14F-4D97-AF65-F5344CB8AC3E}">
        <p14:creationId xmlns:p14="http://schemas.microsoft.com/office/powerpoint/2010/main" val="3132108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p:txStyles>
    <p:titleStyle>
      <a:lvl1pPr algn="ctr" defTabSz="914400" rtl="0" eaLnBrk="1" latinLnBrk="1" hangingPunct="1">
        <a:lnSpc>
          <a:spcPct val="90000"/>
        </a:lnSpc>
        <a:spcBef>
          <a:spcPct val="0"/>
        </a:spcBef>
        <a:buNone/>
        <a:defRPr sz="4000" b="1" kern="1200" baseline="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52BA7C-E470-4846-AFD9-0D3075655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A50E65B4-E4BB-EBBD-3D8A-246A9693D4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17D813D4-EC94-1C1B-D258-8F914DB24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2D53F54-840F-4837-9CE7-45491E65E9D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5253C3D-3157-B10B-CBBA-9C2F4B55A0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A3CF8F47-1C5F-43DA-8521-33BB6D674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769391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52BA7C-E470-4846-AFD9-0D3075655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A50E65B4-E4BB-EBBD-3D8A-246A9693D4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17D813D4-EC94-1C1B-D258-8F914DB24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27D09B2-028E-4847-BC15-C4A024D24B93}"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5253C3D-3157-B10B-CBBA-9C2F4B55A0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A3CF8F47-1C5F-43DA-8521-33BB6D674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6886478"/>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52BA7C-E470-4846-AFD9-0D3075655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A50E65B4-E4BB-EBBD-3D8A-246A9693D4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17D813D4-EC94-1C1B-D258-8F914DB24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DE8AA4E-6FF6-4311-A3F0-BDAE097DFB1F}"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5253C3D-3157-B10B-CBBA-9C2F4B55A0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A3CF8F47-1C5F-43DA-8521-33BB6D674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678510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5.png"/><Relationship Id="rId4" Type="http://schemas.microsoft.com/office/2007/relationships/hdphoto" Target="../media/hdphoto2.wdp"/><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0.png"/><Relationship Id="rId1" Type="http://schemas.openxmlformats.org/officeDocument/2006/relationships/slideLayout" Target="../slideLayouts/slideLayout7.xml"/><Relationship Id="rId6"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5" Type="http://schemas.openxmlformats.org/officeDocument/2006/relationships/image" Target="../media/image17.png"/><Relationship Id="rId4" Type="http://schemas.microsoft.com/office/2007/relationships/hdphoto" Target="../media/hdphoto4.wdp"/></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5" Type="http://schemas.openxmlformats.org/officeDocument/2006/relationships/image" Target="../media/image17.png"/><Relationship Id="rId4" Type="http://schemas.microsoft.com/office/2007/relationships/hdphoto" Target="../media/hdphoto4.wdp"/></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8" Type="http://schemas.openxmlformats.org/officeDocument/2006/relationships/image" Target="../media/image34.png"/><Relationship Id="rId7" Type="http://schemas.openxmlformats.org/officeDocument/2006/relationships/image" Target="../media/image33.png"/><Relationship Id="rId1" Type="http://schemas.openxmlformats.org/officeDocument/2006/relationships/slideLayout" Target="../slideLayouts/slideLayout8.xml"/><Relationship Id="rId6" Type="http://schemas.openxmlformats.org/officeDocument/2006/relationships/image" Target="../media/image124.png"/><Relationship Id="rId9" Type="http://schemas.openxmlformats.org/officeDocument/2006/relationships/image" Target="../media/image35.png"/></Relationships>
</file>

<file path=ppt/slides/_rels/slide39.xml.rels><?xml version="1.0" encoding="UTF-8" standalone="yes"?>
<Relationships xmlns="http://schemas.openxmlformats.org/package/2006/relationships"><Relationship Id="rId18" Type="http://schemas.openxmlformats.org/officeDocument/2006/relationships/image" Target="../media/image37.png"/><Relationship Id="rId17" Type="http://schemas.openxmlformats.org/officeDocument/2006/relationships/image" Target="../media/image36.png"/><Relationship Id="rId16" Type="http://schemas.openxmlformats.org/officeDocument/2006/relationships/image" Target="../media/image33.png"/><Relationship Id="rId1" Type="http://schemas.openxmlformats.org/officeDocument/2006/relationships/slideLayout" Target="../slideLayouts/slideLayout8.xml"/><Relationship Id="rId15" Type="http://schemas.openxmlformats.org/officeDocument/2006/relationships/image" Target="../media/image125.pn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 Id="rId4" Type="http://schemas.microsoft.com/office/2007/relationships/hdphoto" Target="../media/hdphoto4.wdp"/></Relationships>
</file>

<file path=ppt/slides/_rels/slide41.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18" Type="http://schemas.openxmlformats.org/officeDocument/2006/relationships/image" Target="../media/image53.png"/><Relationship Id="rId8" Type="http://schemas.openxmlformats.org/officeDocument/2006/relationships/image" Target="../media/image430.png"/><Relationship Id="rId13" Type="http://schemas.openxmlformats.org/officeDocument/2006/relationships/image" Target="../media/image48.png"/><Relationship Id="rId21" Type="http://schemas.openxmlformats.org/officeDocument/2006/relationships/image" Target="../media/image42.png"/><Relationship Id="rId17" Type="http://schemas.openxmlformats.org/officeDocument/2006/relationships/image" Target="../media/image52.png"/><Relationship Id="rId7" Type="http://schemas.openxmlformats.org/officeDocument/2006/relationships/image" Target="../media/image420.png"/><Relationship Id="rId12" Type="http://schemas.openxmlformats.org/officeDocument/2006/relationships/image" Target="../media/image470.png"/><Relationship Id="rId25" Type="http://schemas.microsoft.com/office/2007/relationships/hdphoto" Target="../media/hdphoto5.wdp"/><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8.xml"/><Relationship Id="rId6" Type="http://schemas.openxmlformats.org/officeDocument/2006/relationships/image" Target="../media/image410.png"/><Relationship Id="rId11" Type="http://schemas.openxmlformats.org/officeDocument/2006/relationships/image" Target="../media/image460.png"/><Relationship Id="rId24" Type="http://schemas.openxmlformats.org/officeDocument/2006/relationships/image" Target="../media/image47.png"/><Relationship Id="rId15" Type="http://schemas.openxmlformats.org/officeDocument/2006/relationships/image" Target="../media/image50.png"/><Relationship Id="rId5" Type="http://schemas.openxmlformats.org/officeDocument/2006/relationships/image" Target="../media/image400.png"/><Relationship Id="rId23" Type="http://schemas.openxmlformats.org/officeDocument/2006/relationships/image" Target="../media/image46.png"/><Relationship Id="rId19" Type="http://schemas.openxmlformats.org/officeDocument/2006/relationships/image" Target="../media/image54.png"/><Relationship Id="rId10" Type="http://schemas.openxmlformats.org/officeDocument/2006/relationships/image" Target="../media/image450.png"/><Relationship Id="rId22" Type="http://schemas.openxmlformats.org/officeDocument/2006/relationships/image" Target="../media/image43.png"/><Relationship Id="rId4" Type="http://schemas.openxmlformats.org/officeDocument/2006/relationships/image" Target="../media/image390.png"/><Relationship Id="rId9" Type="http://schemas.openxmlformats.org/officeDocument/2006/relationships/image" Target="../media/image440.png"/><Relationship Id="rId1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8.xml"/><Relationship Id="rId6" Type="http://schemas.microsoft.com/office/2007/relationships/hdphoto" Target="../media/hdphoto4.wdp"/><Relationship Id="rId5" Type="http://schemas.openxmlformats.org/officeDocument/2006/relationships/image" Target="../media/image39.png"/><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7" Type="http://schemas.microsoft.com/office/2007/relationships/hdphoto" Target="../media/hdphoto4.wdp"/><Relationship Id="rId2" Type="http://schemas.openxmlformats.org/officeDocument/2006/relationships/image" Target="../media/image65.png"/><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68.png"/><Relationship Id="rId4" Type="http://schemas.openxmlformats.org/officeDocument/2006/relationships/image" Target="../media/image67.png"/></Relationships>
</file>

<file path=ppt/slides/_rels/slide46.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2.png"/><Relationship Id="rId7" Type="http://schemas.openxmlformats.org/officeDocument/2006/relationships/image" Target="../media/image70.png"/><Relationship Id="rId2" Type="http://schemas.openxmlformats.org/officeDocument/2006/relationships/image" Target="../media/image50.emf"/><Relationship Id="rId1" Type="http://schemas.openxmlformats.org/officeDocument/2006/relationships/slideLayout" Target="../slideLayouts/slideLayout8.xml"/><Relationship Id="rId6" Type="http://schemas.openxmlformats.org/officeDocument/2006/relationships/image" Target="../media/image69.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56.png"/></Relationships>
</file>

<file path=ppt/slides/_rels/slide47.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57.png"/><Relationship Id="rId1" Type="http://schemas.openxmlformats.org/officeDocument/2006/relationships/slideLayout" Target="../slideLayouts/slideLayout8.xml"/><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58.png"/><Relationship Id="rId1" Type="http://schemas.openxmlformats.org/officeDocument/2006/relationships/slideLayout" Target="../slideLayouts/slideLayout8.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49.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Layout" Target="../slideLayouts/slideLayout8.xml"/><Relationship Id="rId5" Type="http://schemas.openxmlformats.org/officeDocument/2006/relationships/image" Target="../media/image64.emf"/><Relationship Id="rId4" Type="http://schemas.openxmlformats.org/officeDocument/2006/relationships/image" Target="../media/image63.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780.png"/><Relationship Id="rId2" Type="http://schemas.openxmlformats.org/officeDocument/2006/relationships/image" Target="../media/image580.png"/><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84.png"/></Relationships>
</file>

<file path=ppt/slides/_rels/slide5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00.png"/><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86.png"/></Relationships>
</file>

<file path=ppt/slides/_rels/slide53.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1.png"/><Relationship Id="rId1" Type="http://schemas.openxmlformats.org/officeDocument/2006/relationships/slideLayout" Target="../slideLayouts/slideLayout8.xml"/><Relationship Id="rId6" Type="http://schemas.openxmlformats.org/officeDocument/2006/relationships/image" Target="../media/image72.png"/><Relationship Id="rId5" Type="http://schemas.openxmlformats.org/officeDocument/2006/relationships/image" Target="../media/image33.png"/><Relationship Id="rId4" Type="http://schemas.openxmlformats.org/officeDocument/2006/relationships/image" Target="../media/image66.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8.xml"/><Relationship Id="rId6" Type="http://schemas.openxmlformats.org/officeDocument/2006/relationships/image" Target="../media/image80.png"/><Relationship Id="rId5" Type="http://schemas.openxmlformats.org/officeDocument/2006/relationships/image" Target="../media/image78.emf"/><Relationship Id="rId4" Type="http://schemas.openxmlformats.org/officeDocument/2006/relationships/image" Target="../media/image77.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5.png"/><Relationship Id="rId1" Type="http://schemas.openxmlformats.org/officeDocument/2006/relationships/slideLayout" Target="../slideLayouts/slideLayout8.xml"/><Relationship Id="rId5" Type="http://schemas.openxmlformats.org/officeDocument/2006/relationships/image" Target="../media/image81.png"/><Relationship Id="rId4" Type="http://schemas.microsoft.com/office/2007/relationships/hdphoto" Target="../media/hdphoto4.wdp"/></Relationships>
</file>

<file path=ppt/slides/_rels/slide5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3.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image" Target="../media/image88.svg"/><Relationship Id="rId2" Type="http://schemas.openxmlformats.org/officeDocument/2006/relationships/image" Target="../media/image87.png"/><Relationship Id="rId1" Type="http://schemas.openxmlformats.org/officeDocument/2006/relationships/slideLayout" Target="../slideLayouts/slideLayout8.xml"/><Relationship Id="rId6" Type="http://schemas.openxmlformats.org/officeDocument/2006/relationships/image" Target="../media/image89.png"/><Relationship Id="rId5" Type="http://schemas.openxmlformats.org/officeDocument/2006/relationships/image" Target="../media/image90.svg"/><Relationship Id="rId4" Type="http://schemas.openxmlformats.org/officeDocument/2006/relationships/image" Target="../media/image88.png"/></Relationships>
</file>

<file path=ppt/slides/_rels/slide6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8.xml"/><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s>
</file>

<file path=ppt/slides/_rels/slide6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3.png"/><Relationship Id="rId1" Type="http://schemas.openxmlformats.org/officeDocument/2006/relationships/slideLayout" Target="../slideLayouts/slideLayout8.xml"/><Relationship Id="rId4" Type="http://schemas.openxmlformats.org/officeDocument/2006/relationships/image" Target="../media/image94.png"/></Relationships>
</file>

<file path=ppt/slides/_rels/slide65.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8.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6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3.png"/><Relationship Id="rId1" Type="http://schemas.openxmlformats.org/officeDocument/2006/relationships/slideLayout" Target="../slideLayouts/slideLayout8.xml"/><Relationship Id="rId4" Type="http://schemas.microsoft.com/office/2007/relationships/hdphoto" Target="../media/hdphoto4.wdp"/></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4.png"/><Relationship Id="rId1" Type="http://schemas.openxmlformats.org/officeDocument/2006/relationships/slideLayout" Target="../slideLayouts/slideLayout32.xml"/></Relationships>
</file>

<file path=ppt/slides/_rels/slide7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5.png"/><Relationship Id="rId1" Type="http://schemas.openxmlformats.org/officeDocument/2006/relationships/slideLayout" Target="../slideLayouts/slideLayout32.xml"/></Relationships>
</file>

<file path=ppt/slides/_rels/slide71.xml.rels><?xml version="1.0" encoding="UTF-8" standalone="yes"?>
<Relationships xmlns="http://schemas.openxmlformats.org/package/2006/relationships"><Relationship Id="rId8" Type="http://schemas.openxmlformats.org/officeDocument/2006/relationships/image" Target="../media/image113.jpeg"/><Relationship Id="rId3" Type="http://schemas.openxmlformats.org/officeDocument/2006/relationships/diagramLayout" Target="../diagrams/layout1.xml"/><Relationship Id="rId7" Type="http://schemas.openxmlformats.org/officeDocument/2006/relationships/image" Target="../media/image112.png"/><Relationship Id="rId2" Type="http://schemas.openxmlformats.org/officeDocument/2006/relationships/diagramData" Target="../diagrams/data1.xml"/><Relationship Id="rId1" Type="http://schemas.openxmlformats.org/officeDocument/2006/relationships/slideLayout" Target="../slideLayouts/slideLayout3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110.png"/><Relationship Id="rId4" Type="http://schemas.openxmlformats.org/officeDocument/2006/relationships/diagramQuickStyle" Target="../diagrams/quickStyle1.xml"/><Relationship Id="rId9" Type="http://schemas.openxmlformats.org/officeDocument/2006/relationships/image" Target="../media/image114.png"/><Relationship Id="rId14" Type="http://schemas.openxmlformats.org/officeDocument/2006/relationships/image" Target="../media/image42.sv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1</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Title 1">
            <a:extLst>
              <a:ext uri="{FF2B5EF4-FFF2-40B4-BE49-F238E27FC236}">
                <a16:creationId xmlns:a16="http://schemas.microsoft.com/office/drawing/2014/main" id="{54FEBB1F-AC64-0741-A7D9-262F8F9915F7}"/>
              </a:ext>
            </a:extLst>
          </p:cNvPr>
          <p:cNvSpPr txBox="1">
            <a:spLocks/>
          </p:cNvSpPr>
          <p:nvPr/>
        </p:nvSpPr>
        <p:spPr>
          <a:xfrm>
            <a:off x="84406" y="2722842"/>
            <a:ext cx="11985674" cy="2056863"/>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3200" b="1" kern="1200" baseline="0">
                <a:solidFill>
                  <a:schemeClr val="tx1"/>
                </a:solidFill>
                <a:latin typeface="Arial" panose="020B0604020202020204" pitchFamily="34" charset="0"/>
                <a:ea typeface="+mj-ea"/>
                <a:cs typeface="Arial" panose="020B0604020202020204" pitchFamily="34" charset="0"/>
              </a:defRPr>
            </a:lvl1pPr>
          </a:lstStyle>
          <a:p>
            <a:pPr lvl="0">
              <a:defRPr/>
            </a:pPr>
            <a:r>
              <a:rPr lang="en-US" sz="4000" dirty="0">
                <a:solidFill>
                  <a:srgbClr val="00B050"/>
                </a:solidFill>
              </a:rPr>
              <a:t> Multi-Phase clock generators for Next-Gen High-Performance Communications Systems</a:t>
            </a:r>
            <a:endParaRPr kumimoji="0" lang="en-US" sz="4000" b="1" i="0" u="none" strike="noStrike" kern="1200" cap="none" spc="0" normalizeH="0" baseline="0" noProof="0" dirty="0">
              <a:ln>
                <a:noFill/>
              </a:ln>
              <a:solidFill>
                <a:srgbClr val="00B050"/>
              </a:solidFill>
              <a:effectLst/>
              <a:uLnTx/>
              <a:uFillTx/>
              <a:latin typeface="Arial" panose="020B0604020202020204" pitchFamily="34" charset="0"/>
              <a:ea typeface="맑은 고딕"/>
              <a:cs typeface="Arial" panose="020B0604020202020204" pitchFamily="34" charset="0"/>
            </a:endParaRPr>
          </a:p>
        </p:txBody>
      </p:sp>
      <p:sp>
        <p:nvSpPr>
          <p:cNvPr id="7" name="Subtitle 2">
            <a:extLst>
              <a:ext uri="{FF2B5EF4-FFF2-40B4-BE49-F238E27FC236}">
                <a16:creationId xmlns:a16="http://schemas.microsoft.com/office/drawing/2014/main" id="{7693AE84-C536-5448-A21C-D4ECC18CB037}"/>
              </a:ext>
            </a:extLst>
          </p:cNvPr>
          <p:cNvSpPr txBox="1">
            <a:spLocks/>
          </p:cNvSpPr>
          <p:nvPr/>
        </p:nvSpPr>
        <p:spPr>
          <a:xfrm>
            <a:off x="959058" y="4749541"/>
            <a:ext cx="10637950" cy="141397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000" b="1" i="0" u="none" strike="noStrike" kern="1200" cap="none" spc="0" normalizeH="0" baseline="0" noProof="0" dirty="0" smtClean="0">
                <a:ln>
                  <a:noFill/>
                </a:ln>
                <a:solidFill>
                  <a:srgbClr val="FFC000">
                    <a:lumMod val="75000"/>
                  </a:srgbClr>
                </a:solidFill>
                <a:effectLst/>
                <a:uLnTx/>
                <a:uFillTx/>
                <a:latin typeface="Arial"/>
                <a:ea typeface="맑은 고딕"/>
                <a:cs typeface="+mn-cs"/>
              </a:rPr>
              <a:t>Neeraj Mishra </a:t>
            </a:r>
          </a:p>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700" b="1" i="0" u="none" strike="noStrike" kern="1200" cap="none" spc="0" normalizeH="0" baseline="0" noProof="0" dirty="0" smtClean="0">
                <a:ln>
                  <a:noFill/>
                </a:ln>
                <a:solidFill>
                  <a:srgbClr val="FFC000">
                    <a:lumMod val="50000"/>
                  </a:srgbClr>
                </a:solidFill>
                <a:effectLst/>
                <a:uLnTx/>
                <a:uFillTx/>
                <a:latin typeface="Arial"/>
                <a:ea typeface="맑은 고딕"/>
                <a:cs typeface="+mn-cs"/>
              </a:rPr>
              <a:t>Faculty Member </a:t>
            </a:r>
          </a:p>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700" b="1" i="0" u="none" strike="noStrike" kern="1200" cap="none" spc="0" normalizeH="0" baseline="0" noProof="0" dirty="0" smtClean="0">
                <a:ln>
                  <a:noFill/>
                </a:ln>
                <a:solidFill>
                  <a:srgbClr val="FFC000">
                    <a:lumMod val="50000"/>
                  </a:srgbClr>
                </a:solidFill>
                <a:effectLst/>
                <a:uLnTx/>
                <a:uFillTx/>
                <a:latin typeface="Arial"/>
                <a:ea typeface="맑은 고딕"/>
                <a:cs typeface="+mn-cs"/>
              </a:rPr>
              <a:t>EEE Department </a:t>
            </a:r>
          </a:p>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700" b="1" i="0" u="none" strike="noStrike" kern="1200" cap="none" spc="0" normalizeH="0" baseline="0" noProof="0" dirty="0" smtClean="0">
                <a:ln>
                  <a:noFill/>
                </a:ln>
                <a:solidFill>
                  <a:srgbClr val="FFC000">
                    <a:lumMod val="50000"/>
                  </a:srgbClr>
                </a:solidFill>
                <a:effectLst/>
                <a:uLnTx/>
                <a:uFillTx/>
                <a:latin typeface="Arial"/>
                <a:ea typeface="맑은 고딕"/>
                <a:cs typeface="+mn-cs"/>
              </a:rPr>
              <a:t>BITs </a:t>
            </a:r>
            <a:r>
              <a:rPr kumimoji="0" lang="en-US" sz="1700" b="1" i="0" u="none" strike="noStrike" kern="1200" cap="none" spc="0" normalizeH="0" baseline="0" noProof="0" dirty="0" err="1" smtClean="0">
                <a:ln>
                  <a:noFill/>
                </a:ln>
                <a:solidFill>
                  <a:srgbClr val="FFC000">
                    <a:lumMod val="50000"/>
                  </a:srgbClr>
                </a:solidFill>
                <a:effectLst/>
                <a:uLnTx/>
                <a:uFillTx/>
                <a:latin typeface="Arial"/>
                <a:ea typeface="맑은 고딕"/>
                <a:cs typeface="+mn-cs"/>
              </a:rPr>
              <a:t>Pilani</a:t>
            </a:r>
            <a:r>
              <a:rPr kumimoji="0" lang="en-US" sz="1700" b="1" i="0" u="none" strike="noStrike" kern="1200" cap="none" spc="0" normalizeH="0" baseline="0" noProof="0" dirty="0" smtClean="0">
                <a:ln>
                  <a:noFill/>
                </a:ln>
                <a:solidFill>
                  <a:srgbClr val="FFC000">
                    <a:lumMod val="50000"/>
                  </a:srgbClr>
                </a:solidFill>
                <a:effectLst/>
                <a:uLnTx/>
                <a:uFillTx/>
                <a:latin typeface="Arial"/>
                <a:ea typeface="맑은 고딕"/>
                <a:cs typeface="+mn-cs"/>
              </a:rPr>
              <a:t>, </a:t>
            </a:r>
            <a:r>
              <a:rPr kumimoji="0" lang="en-US" sz="1700" b="1" i="0" u="none" strike="noStrike" kern="1200" cap="none" spc="0" normalizeH="0" baseline="0" noProof="0" dirty="0" err="1" smtClean="0">
                <a:ln>
                  <a:noFill/>
                </a:ln>
                <a:solidFill>
                  <a:srgbClr val="FFC000">
                    <a:lumMod val="50000"/>
                  </a:srgbClr>
                </a:solidFill>
                <a:effectLst/>
                <a:uLnTx/>
                <a:uFillTx/>
                <a:latin typeface="Arial"/>
                <a:ea typeface="맑은 고딕"/>
                <a:cs typeface="+mn-cs"/>
              </a:rPr>
              <a:t>Pilani</a:t>
            </a:r>
            <a:r>
              <a:rPr kumimoji="0" lang="en-US" sz="1700" b="1" i="0" u="none" strike="noStrike" kern="1200" cap="none" spc="0" normalizeH="0" baseline="0" noProof="0" dirty="0" smtClean="0">
                <a:ln>
                  <a:noFill/>
                </a:ln>
                <a:solidFill>
                  <a:srgbClr val="FFC000">
                    <a:lumMod val="50000"/>
                  </a:srgbClr>
                </a:solidFill>
                <a:effectLst/>
                <a:uLnTx/>
                <a:uFillTx/>
                <a:latin typeface="Arial"/>
                <a:ea typeface="맑은 고딕"/>
                <a:cs typeface="+mn-cs"/>
              </a:rPr>
              <a:t> Campus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3000" b="0" i="0" u="none" strike="noStrike" kern="1200" cap="none" spc="0" normalizeH="0" baseline="30000" noProof="0" dirty="0">
              <a:ln>
                <a:noFill/>
              </a:ln>
              <a:solidFill>
                <a:prstClr val="black"/>
              </a:solidFill>
              <a:effectLst/>
              <a:uLnTx/>
              <a:uFillTx/>
              <a:latin typeface="Arial"/>
              <a:ea typeface="맑은 고딕"/>
              <a:cs typeface="+mn-cs"/>
            </a:endParaRPr>
          </a:p>
        </p:txBody>
      </p:sp>
      <p:sp>
        <p:nvSpPr>
          <p:cNvPr id="9" name="Rectangle 8"/>
          <p:cNvSpPr/>
          <p:nvPr/>
        </p:nvSpPr>
        <p:spPr>
          <a:xfrm>
            <a:off x="2254582" y="1221911"/>
            <a:ext cx="8729697" cy="646331"/>
          </a:xfrm>
          <a:prstGeom prst="rect">
            <a:avLst/>
          </a:prstGeom>
        </p:spPr>
        <p:txBody>
          <a:bodyPr wrap="none">
            <a:spAutoFit/>
          </a:bodyPr>
          <a:lstStyle/>
          <a:p>
            <a:pPr lvl="0" algn="ctr"/>
            <a:r>
              <a:rPr lang="en-US" b="1" dirty="0">
                <a:solidFill>
                  <a:srgbClr val="00B050"/>
                </a:solidFill>
              </a:rPr>
              <a:t>5-Day International Workshop </a:t>
            </a:r>
            <a:r>
              <a:rPr lang="en-US" b="1" dirty="0" smtClean="0">
                <a:solidFill>
                  <a:srgbClr val="00B050"/>
                </a:solidFill>
              </a:rPr>
              <a:t>on</a:t>
            </a:r>
          </a:p>
          <a:p>
            <a:pPr lvl="0" algn="ctr"/>
            <a:r>
              <a:rPr lang="en-US" b="1" dirty="0" smtClean="0">
                <a:solidFill>
                  <a:srgbClr val="00B050"/>
                </a:solidFill>
              </a:rPr>
              <a:t> </a:t>
            </a:r>
            <a:r>
              <a:rPr lang="en-US" b="1" dirty="0">
                <a:solidFill>
                  <a:srgbClr val="00B050"/>
                </a:solidFill>
              </a:rPr>
              <a:t>“Recent Advances in Semiconductor and Emerging Devices for Chip Design”</a:t>
            </a:r>
            <a:endParaRPr kumimoji="0" lang="en-US" sz="2800" b="1" i="0" u="none" strike="noStrike" kern="1200" cap="none" spc="0" normalizeH="0" baseline="0" noProof="0" dirty="0">
              <a:ln>
                <a:noFill/>
              </a:ln>
              <a:solidFill>
                <a:srgbClr val="00B050"/>
              </a:solidFill>
              <a:effectLst/>
              <a:uLnTx/>
              <a:uFillTx/>
              <a:latin typeface="Arial"/>
              <a:ea typeface="맑은 고딕"/>
            </a:endParaRPr>
          </a:p>
        </p:txBody>
      </p:sp>
      <p:sp>
        <p:nvSpPr>
          <p:cNvPr id="10" name="Rectangle 9"/>
          <p:cNvSpPr/>
          <p:nvPr/>
        </p:nvSpPr>
        <p:spPr>
          <a:xfrm>
            <a:off x="4758937" y="2197603"/>
            <a:ext cx="2709011"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C00000"/>
                </a:solidFill>
                <a:effectLst/>
                <a:uLnTx/>
                <a:uFillTx/>
                <a:latin typeface="arial" panose="020B0604020202020204" pitchFamily="34" charset="0"/>
                <a:ea typeface="맑은 고딕"/>
                <a:cs typeface="+mn-cs"/>
              </a:rPr>
              <a:t>Presents Talk on </a:t>
            </a:r>
            <a:endParaRPr kumimoji="0" lang="en-US" sz="2400" b="1" i="0" u="none" strike="noStrike" kern="1200" cap="none" spc="0" normalizeH="0" baseline="0" noProof="0" dirty="0">
              <a:ln>
                <a:noFill/>
              </a:ln>
              <a:solidFill>
                <a:srgbClr val="C00000"/>
              </a:solidFill>
              <a:effectLst/>
              <a:uLnTx/>
              <a:uFillTx/>
              <a:latin typeface="Arial"/>
              <a:ea typeface="맑은 고딕"/>
              <a:cs typeface="+mn-cs"/>
            </a:endParaRPr>
          </a:p>
        </p:txBody>
      </p:sp>
      <p:sp>
        <p:nvSpPr>
          <p:cNvPr id="11" name="Date Placeholder 10"/>
          <p:cNvSpPr>
            <a:spLocks noGrp="1"/>
          </p:cNvSpPr>
          <p:nvPr>
            <p:ph type="dt" sz="half" idx="2"/>
          </p:nvPr>
        </p:nvSpPr>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fld id="{E01E0B85-6686-41A8-BAD0-98A8E968EBC7}"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24889981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9427681" y="6370666"/>
            <a:ext cx="2514600" cy="365125"/>
          </a:xfrm>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Slide </a:t>
            </a:r>
            <a:fld id="{43D13783-42DA-4D39-B1EE-338536AF036D}" type="slidenum">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121914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5" name="Footer Placeholder 4"/>
          <p:cNvSpPr>
            <a:spLocks noGrp="1"/>
          </p:cNvSpPr>
          <p:nvPr>
            <p:ph type="ftr" sz="quarter" idx="3"/>
          </p:nvPr>
        </p:nvSpPr>
        <p:spPr>
          <a:xfrm>
            <a:off x="3338062" y="6370666"/>
            <a:ext cx="5577338" cy="365125"/>
          </a:xfrm>
        </p:spPr>
        <p:txBody>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ko-KR" altLang="en-US"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6" name="Date Placeholder 5"/>
          <p:cNvSpPr>
            <a:spLocks noGrp="1"/>
          </p:cNvSpPr>
          <p:nvPr>
            <p:ph type="dt" sz="half" idx="2"/>
          </p:nvPr>
        </p:nvSpPr>
        <p:spPr>
          <a:xfrm>
            <a:off x="327702" y="6417376"/>
            <a:ext cx="2743200" cy="365125"/>
          </a:xfrm>
        </p:spPr>
        <p:txBody>
          <a:bodyPr/>
          <a:lstStyle/>
          <a:p>
            <a:pPr marL="0" marR="0" lvl="0" indent="0" algn="l" defTabSz="1219140" rtl="0" eaLnBrk="1" fontAlgn="auto" latinLnBrk="0" hangingPunct="1">
              <a:lnSpc>
                <a:spcPct val="100000"/>
              </a:lnSpc>
              <a:spcBef>
                <a:spcPts val="0"/>
              </a:spcBef>
              <a:spcAft>
                <a:spcPts val="0"/>
              </a:spcAft>
              <a:buClrTx/>
              <a:buSzTx/>
              <a:buFontTx/>
              <a:buNone/>
              <a:tabLst/>
              <a:defRPr/>
            </a:pPr>
            <a:fld id="{D5919EF8-C876-45E0-B3A8-866CC0DF293E}"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US"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21" name="Rectangle 20">
            <a:extLst>
              <a:ext uri="{FF2B5EF4-FFF2-40B4-BE49-F238E27FC236}">
                <a16:creationId xmlns:a16="http://schemas.microsoft.com/office/drawing/2014/main" id="{7C22748E-041F-05D7-03A2-8BF437154DD7}"/>
              </a:ext>
            </a:extLst>
          </p:cNvPr>
          <p:cNvSpPr/>
          <p:nvPr/>
        </p:nvSpPr>
        <p:spPr>
          <a:xfrm>
            <a:off x="334369" y="1025144"/>
            <a:ext cx="11557767" cy="332643"/>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맑은 고딕"/>
              <a:cs typeface="+mn-cs"/>
            </a:endParaRPr>
          </a:p>
        </p:txBody>
      </p:sp>
      <p:sp>
        <p:nvSpPr>
          <p:cNvPr id="22" name="Rectangle 21">
            <a:extLst>
              <a:ext uri="{FF2B5EF4-FFF2-40B4-BE49-F238E27FC236}">
                <a16:creationId xmlns:a16="http://schemas.microsoft.com/office/drawing/2014/main" id="{15EF86C9-C400-C66A-48A6-F88F73EF6FF2}"/>
              </a:ext>
            </a:extLst>
          </p:cNvPr>
          <p:cNvSpPr/>
          <p:nvPr/>
        </p:nvSpPr>
        <p:spPr>
          <a:xfrm>
            <a:off x="298869" y="5680377"/>
            <a:ext cx="11550643" cy="690289"/>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맑은 고딕"/>
              <a:cs typeface="+mn-cs"/>
            </a:endParaRPr>
          </a:p>
        </p:txBody>
      </p:sp>
      <p:sp>
        <p:nvSpPr>
          <p:cNvPr id="23" name="Rectangle 22">
            <a:extLst>
              <a:ext uri="{FF2B5EF4-FFF2-40B4-BE49-F238E27FC236}">
                <a16:creationId xmlns:a16="http://schemas.microsoft.com/office/drawing/2014/main" id="{7C22748E-041F-05D7-03A2-8BF437154DD7}"/>
              </a:ext>
            </a:extLst>
          </p:cNvPr>
          <p:cNvSpPr/>
          <p:nvPr/>
        </p:nvSpPr>
        <p:spPr>
          <a:xfrm>
            <a:off x="334368" y="523745"/>
            <a:ext cx="11557767" cy="332643"/>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맑은 고딕"/>
              <a:cs typeface="+mn-cs"/>
            </a:endParaRPr>
          </a:p>
        </p:txBody>
      </p:sp>
      <p:sp>
        <p:nvSpPr>
          <p:cNvPr id="24" name="Rectangle 23">
            <a:extLst>
              <a:ext uri="{FF2B5EF4-FFF2-40B4-BE49-F238E27FC236}">
                <a16:creationId xmlns:a16="http://schemas.microsoft.com/office/drawing/2014/main" id="{13BACAB0-C661-BC42-9A7C-EF9E7B2CBB31}"/>
              </a:ext>
            </a:extLst>
          </p:cNvPr>
          <p:cNvSpPr/>
          <p:nvPr/>
        </p:nvSpPr>
        <p:spPr>
          <a:xfrm>
            <a:off x="279763" y="4659869"/>
            <a:ext cx="11550643" cy="873259"/>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맑은 고딕"/>
              <a:cs typeface="+mn-cs"/>
            </a:endParaRPr>
          </a:p>
        </p:txBody>
      </p:sp>
      <p:sp>
        <p:nvSpPr>
          <p:cNvPr id="25" name="Rectangle 24">
            <a:extLst>
              <a:ext uri="{FF2B5EF4-FFF2-40B4-BE49-F238E27FC236}">
                <a16:creationId xmlns:a16="http://schemas.microsoft.com/office/drawing/2014/main" id="{DE7C132F-AFE1-7B7A-869C-E1C74AE3D045}"/>
              </a:ext>
            </a:extLst>
          </p:cNvPr>
          <p:cNvSpPr/>
          <p:nvPr/>
        </p:nvSpPr>
        <p:spPr>
          <a:xfrm>
            <a:off x="279765" y="3465953"/>
            <a:ext cx="11550641" cy="1071885"/>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맑은 고딕"/>
              <a:cs typeface="+mn-cs"/>
            </a:endParaRPr>
          </a:p>
        </p:txBody>
      </p:sp>
      <p:sp>
        <p:nvSpPr>
          <p:cNvPr id="26" name="Rectangle 25">
            <a:extLst>
              <a:ext uri="{FF2B5EF4-FFF2-40B4-BE49-F238E27FC236}">
                <a16:creationId xmlns:a16="http://schemas.microsoft.com/office/drawing/2014/main" id="{F7986401-13A7-8E6B-CFFC-6B7EFA4C8E26}"/>
              </a:ext>
            </a:extLst>
          </p:cNvPr>
          <p:cNvSpPr/>
          <p:nvPr/>
        </p:nvSpPr>
        <p:spPr>
          <a:xfrm>
            <a:off x="298869" y="2279624"/>
            <a:ext cx="11593267" cy="1034475"/>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맑은 고딕"/>
              <a:cs typeface="+mn-cs"/>
            </a:endParaRPr>
          </a:p>
        </p:txBody>
      </p:sp>
      <p:sp>
        <p:nvSpPr>
          <p:cNvPr id="27" name="Rectangle 26">
            <a:extLst>
              <a:ext uri="{FF2B5EF4-FFF2-40B4-BE49-F238E27FC236}">
                <a16:creationId xmlns:a16="http://schemas.microsoft.com/office/drawing/2014/main" id="{E9DBE212-C176-577B-A925-3989FE877BC6}"/>
              </a:ext>
            </a:extLst>
          </p:cNvPr>
          <p:cNvSpPr/>
          <p:nvPr/>
        </p:nvSpPr>
        <p:spPr>
          <a:xfrm>
            <a:off x="336178" y="1552851"/>
            <a:ext cx="11557771" cy="527159"/>
          </a:xfrm>
          <a:prstGeom prst="rect">
            <a:avLst/>
          </a:prstGeom>
          <a:solidFill>
            <a:sysClr val="window" lastClr="FFFFFF">
              <a:lumMod val="95000"/>
            </a:sysClr>
          </a:solidFill>
          <a:ln w="25400" cap="flat" cmpd="sng" algn="ctr">
            <a:solidFill>
              <a:srgbClr val="00206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0" cap="none" spc="0" normalizeH="0" baseline="0" noProof="0" smtClean="0">
              <a:ln>
                <a:noFill/>
              </a:ln>
              <a:solidFill>
                <a:prstClr val="white"/>
              </a:solidFill>
              <a:effectLst/>
              <a:uLnTx/>
              <a:uFillTx/>
              <a:latin typeface="Calibri" panose="020F0502020204030204"/>
              <a:ea typeface="맑은 고딕"/>
              <a:cs typeface="+mn-cs"/>
            </a:endParaRPr>
          </a:p>
        </p:txBody>
      </p:sp>
      <p:sp>
        <p:nvSpPr>
          <p:cNvPr id="29" name="Rectangle 28">
            <a:extLst>
              <a:ext uri="{FF2B5EF4-FFF2-40B4-BE49-F238E27FC236}">
                <a16:creationId xmlns:a16="http://schemas.microsoft.com/office/drawing/2014/main" id="{C71226CC-133F-4D45-373E-3EBCC5802165}"/>
              </a:ext>
            </a:extLst>
          </p:cNvPr>
          <p:cNvSpPr>
            <a:spLocks noChangeArrowheads="1"/>
          </p:cNvSpPr>
          <p:nvPr/>
        </p:nvSpPr>
        <p:spPr bwMode="auto">
          <a:xfrm>
            <a:off x="71457" y="2"/>
            <a:ext cx="2479928"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GB" sz="3200" b="1" i="0" u="none" strike="noStrike" kern="1200" cap="none" spc="0" normalizeH="0" baseline="0" noProof="0" dirty="0">
                <a:ln>
                  <a:noFill/>
                </a:ln>
                <a:solidFill>
                  <a:srgbClr val="44546A"/>
                </a:solidFill>
                <a:effectLst/>
                <a:uLnTx/>
                <a:uFillTx/>
                <a:latin typeface="Arial"/>
                <a:ea typeface="맑은 고딕"/>
                <a:cs typeface="Arial" pitchFamily="34" charset="0"/>
              </a:rPr>
              <a:t>Bio-Sketch</a:t>
            </a:r>
            <a:endParaRPr kumimoji="0" lang="en-US" sz="3200" b="1" i="0" u="none" strike="noStrike" kern="1200" cap="none" spc="0" normalizeH="0" baseline="0" noProof="0" dirty="0">
              <a:ln>
                <a:noFill/>
              </a:ln>
              <a:solidFill>
                <a:srgbClr val="44546A"/>
              </a:solidFill>
              <a:effectLst/>
              <a:uLnTx/>
              <a:uFillTx/>
              <a:latin typeface="Arial"/>
              <a:ea typeface="맑은 고딕"/>
              <a:cs typeface="Arial" panose="020B0604020202020204" pitchFamily="34" charset="0"/>
            </a:endParaRPr>
          </a:p>
        </p:txBody>
      </p:sp>
      <p:sp>
        <p:nvSpPr>
          <p:cNvPr id="30" name="TextBox 29">
            <a:extLst>
              <a:ext uri="{FF2B5EF4-FFF2-40B4-BE49-F238E27FC236}">
                <a16:creationId xmlns:a16="http://schemas.microsoft.com/office/drawing/2014/main" id="{C8F7DA08-747A-E764-721F-63DE9B47F4A5}"/>
              </a:ext>
            </a:extLst>
          </p:cNvPr>
          <p:cNvSpPr txBox="1"/>
          <p:nvPr/>
        </p:nvSpPr>
        <p:spPr>
          <a:xfrm>
            <a:off x="0" y="495373"/>
            <a:ext cx="11892136" cy="5826210"/>
          </a:xfrm>
          <a:prstGeom prst="rect">
            <a:avLst/>
          </a:prstGeom>
          <a:noFill/>
        </p:spPr>
        <p:txBody>
          <a:bodyPr wrap="square" rtlCol="0">
            <a:spAutoFit/>
          </a:bodyPr>
          <a:lstStyle/>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620" b="1" i="0" u="sng"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Name</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Neeraj </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Mishra</a:t>
            </a: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lvl="0" indent="-285744">
              <a:buFont typeface="Wingdings" panose="05000000000000000000" pitchFamily="2" charset="2"/>
              <a:buChar char="q"/>
              <a:defRPr/>
            </a:pPr>
            <a:r>
              <a:rPr kumimoji="0" lang="en-GB" sz="1620" b="1" i="0" u="sng" strike="noStrike" kern="1200" cap="none" spc="0" normalizeH="0" baseline="0" noProof="0" dirty="0" smtClean="0">
                <a:ln>
                  <a:noFill/>
                </a:ln>
                <a:solidFill>
                  <a:srgbClr val="00B050"/>
                </a:solidFill>
                <a:effectLst/>
                <a:uLnTx/>
                <a:uFillTx/>
                <a:latin typeface="Arial"/>
                <a:ea typeface="맑은 고딕"/>
                <a:cs typeface="Arial" panose="020B0604020202020204" pitchFamily="34" charset="0"/>
              </a:rPr>
              <a:t>Faculty Member</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 EEE Department BITs </a:t>
            </a:r>
            <a:r>
              <a:rPr kumimoji="0" lang="en-GB" sz="1620" b="0" i="0" u="none" strike="noStrike" kern="1200" cap="none" spc="0" normalizeH="0" baseline="0" noProof="0" dirty="0" err="1" smtClean="0">
                <a:ln>
                  <a:noFill/>
                </a:ln>
                <a:solidFill>
                  <a:prstClr val="black"/>
                </a:solidFill>
                <a:effectLst/>
                <a:uLnTx/>
                <a:uFillTx/>
                <a:latin typeface="Arial"/>
                <a:ea typeface="맑은 고딕"/>
                <a:cs typeface="Arial" panose="020B0604020202020204" pitchFamily="34" charset="0"/>
              </a:rPr>
              <a:t>Pilani</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 </a:t>
            </a:r>
            <a:r>
              <a:rPr kumimoji="0" lang="en-GB" sz="1620" b="0" i="0" u="none" strike="noStrike" kern="1200" cap="none" spc="0" normalizeH="0" baseline="0" noProof="0" dirty="0" err="1" smtClean="0">
                <a:ln>
                  <a:noFill/>
                </a:ln>
                <a:solidFill>
                  <a:prstClr val="black"/>
                </a:solidFill>
                <a:effectLst/>
                <a:uLnTx/>
                <a:uFillTx/>
                <a:latin typeface="Arial"/>
                <a:ea typeface="맑은 고딕"/>
                <a:cs typeface="Arial" panose="020B0604020202020204" pitchFamily="34" charset="0"/>
              </a:rPr>
              <a:t>Pilani</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 Campus. (4</a:t>
            </a:r>
            <a:r>
              <a:rPr kumimoji="0" lang="en-GB" sz="1620" b="0" i="0" u="none" strike="noStrike" kern="1200" cap="none" spc="0" normalizeH="0" noProof="0" dirty="0" smtClean="0">
                <a:ln>
                  <a:noFill/>
                </a:ln>
                <a:solidFill>
                  <a:prstClr val="black"/>
                </a:solidFill>
                <a:effectLst/>
                <a:uLnTx/>
                <a:uFillTx/>
                <a:latin typeface="Arial"/>
                <a:ea typeface="맑은 고딕"/>
                <a:cs typeface="Arial" panose="020B0604020202020204" pitchFamily="34" charset="0"/>
              </a:rPr>
              <a:t> </a:t>
            </a:r>
            <a:r>
              <a:rPr lang="en-GB" sz="1620" dirty="0">
                <a:solidFill>
                  <a:prstClr val="black"/>
                </a:solidFill>
                <a:latin typeface="Arial"/>
                <a:ea typeface="맑은 고딕"/>
                <a:cs typeface="Arial" panose="020B0604020202020204" pitchFamily="34" charset="0"/>
              </a:rPr>
              <a:t>D</a:t>
            </a:r>
            <a:r>
              <a:rPr kumimoji="0" lang="en-GB" sz="1620" b="0" i="0" u="none" strike="noStrike" kern="1200" cap="none" spc="0" normalizeH="0" baseline="0" noProof="0" dirty="0" err="1" smtClean="0">
                <a:ln>
                  <a:noFill/>
                </a:ln>
                <a:solidFill>
                  <a:prstClr val="black"/>
                </a:solidFill>
                <a:effectLst/>
                <a:uLnTx/>
                <a:uFillTx/>
                <a:latin typeface="Arial"/>
                <a:ea typeface="맑은 고딕"/>
                <a:cs typeface="Arial" panose="020B0604020202020204" pitchFamily="34" charset="0"/>
              </a:rPr>
              <a:t>ec</a:t>
            </a:r>
            <a:r>
              <a:rPr kumimoji="0" lang="en-GB" sz="1620" b="0" i="0" u="none" strike="noStrike" kern="1200" cap="none" spc="0" normalizeH="0" noProof="0" dirty="0" smtClean="0">
                <a:ln>
                  <a:noFill/>
                </a:ln>
                <a:solidFill>
                  <a:prstClr val="black"/>
                </a:solidFill>
                <a:effectLst/>
                <a:uLnTx/>
                <a:uFillTx/>
                <a:latin typeface="Arial"/>
                <a:ea typeface="맑은 고딕"/>
                <a:cs typeface="Arial" panose="020B0604020202020204" pitchFamily="34" charset="0"/>
              </a:rPr>
              <a:t> </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24-)</a:t>
            </a:r>
            <a:r>
              <a:rPr lang="en-IN" sz="1620" b="1" dirty="0">
                <a:solidFill>
                  <a:srgbClr val="70AD47">
                    <a:lumMod val="75000"/>
                  </a:srgbClr>
                </a:solidFill>
                <a:cs typeface="Arial" panose="020B0604020202020204" pitchFamily="34" charset="0"/>
              </a:rPr>
              <a:t> QS World = </a:t>
            </a:r>
            <a:r>
              <a:rPr lang="en-IN" sz="1620" b="1" dirty="0" smtClean="0">
                <a:solidFill>
                  <a:srgbClr val="70AD47">
                    <a:lumMod val="75000"/>
                  </a:srgbClr>
                </a:solidFill>
                <a:cs typeface="Arial" panose="020B0604020202020204" pitchFamily="34" charset="0"/>
              </a:rPr>
              <a:t>668</a:t>
            </a:r>
            <a:r>
              <a:rPr lang="en-IN" sz="1620" b="1" baseline="30000" dirty="0" smtClean="0">
                <a:solidFill>
                  <a:srgbClr val="70AD47">
                    <a:lumMod val="75000"/>
                  </a:srgbClr>
                </a:solidFill>
                <a:cs typeface="Arial" panose="020B0604020202020204" pitchFamily="34" charset="0"/>
              </a:rPr>
              <a:t>th </a:t>
            </a:r>
            <a:r>
              <a:rPr lang="en-IN" sz="1620" b="1" dirty="0" smtClean="0">
                <a:solidFill>
                  <a:srgbClr val="70AD47">
                    <a:lumMod val="75000"/>
                  </a:srgbClr>
                </a:solidFill>
                <a:cs typeface="Arial" panose="020B0604020202020204" pitchFamily="34" charset="0"/>
              </a:rPr>
              <a:t>Rank, QS EEE=250-300 Rank</a:t>
            </a:r>
            <a:endPar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620" b="1" i="0" u="sng"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Senior Researcher</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Analog Mixed Signal IC Designer focus on high speed CMOS Design at ID Lab of </a:t>
            </a:r>
            <a:r>
              <a:rPr kumimoji="0" lang="en-GB" sz="1620" b="0" i="0" u="none" strike="noStrike" kern="1200" cap="none" spc="0" normalizeH="0" baseline="0" noProof="0" dirty="0" err="1">
                <a:ln>
                  <a:noFill/>
                </a:ln>
                <a:solidFill>
                  <a:prstClr val="black"/>
                </a:solidFill>
                <a:effectLst/>
                <a:uLnTx/>
                <a:uFillTx/>
                <a:latin typeface="Arial"/>
                <a:ea typeface="맑은 고딕"/>
                <a:cs typeface="Arial" panose="020B0604020202020204" pitchFamily="34" charset="0"/>
              </a:rPr>
              <a:t>imec</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&amp; Ghent University Belgium (</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1 April 2023-20 Nov 2024)</a:t>
            </a:r>
            <a:endPar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IN" sz="1620" b="1" i="0" u="sng"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Post-Doc</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ADVISE Group, ESAT Department, </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KU Leuven </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Nov 2021-Nov 2022). </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r>
              <a:rPr kumimoji="0" lang="en-IN"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QS World = </a:t>
            </a:r>
            <a:r>
              <a:rPr kumimoji="0" lang="en-IN" sz="1620" b="1" i="0" u="none" strike="noStrike" kern="1200" cap="none" spc="0" normalizeH="0" baseline="0" noProof="0" dirty="0" smtClean="0">
                <a:ln>
                  <a:noFill/>
                </a:ln>
                <a:solidFill>
                  <a:srgbClr val="70AD47">
                    <a:lumMod val="75000"/>
                  </a:srgbClr>
                </a:solidFill>
                <a:effectLst/>
                <a:uLnTx/>
                <a:uFillTx/>
                <a:latin typeface="Arial"/>
                <a:ea typeface="맑은 고딕"/>
                <a:cs typeface="Arial" panose="020B0604020202020204" pitchFamily="34" charset="0"/>
              </a:rPr>
              <a:t>60</a:t>
            </a:r>
            <a:r>
              <a:rPr kumimoji="0" lang="en-IN" sz="1620" b="1" i="0" u="none" strike="noStrike" kern="1200" cap="none" spc="0" normalizeH="0" baseline="30000" noProof="0" dirty="0" smtClean="0">
                <a:ln>
                  <a:noFill/>
                </a:ln>
                <a:solidFill>
                  <a:srgbClr val="70AD47">
                    <a:lumMod val="75000"/>
                  </a:srgbClr>
                </a:solidFill>
                <a:effectLst/>
                <a:uLnTx/>
                <a:uFillTx/>
                <a:latin typeface="Arial"/>
                <a:ea typeface="맑은 고딕"/>
                <a:cs typeface="Arial" panose="020B0604020202020204" pitchFamily="34" charset="0"/>
              </a:rPr>
              <a:t>th </a:t>
            </a:r>
            <a:r>
              <a:rPr kumimoji="0" lang="en-IN"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Rank, QS Electrical &amp; Electronics =39</a:t>
            </a:r>
            <a:r>
              <a:rPr kumimoji="0" lang="en-IN" sz="1620" b="1" i="0" u="none" strike="noStrike" kern="1200" cap="none" spc="0" normalizeH="0" baseline="30000" noProof="0" dirty="0">
                <a:ln>
                  <a:noFill/>
                </a:ln>
                <a:solidFill>
                  <a:srgbClr val="70AD47">
                    <a:lumMod val="75000"/>
                  </a:srgbClr>
                </a:solidFill>
                <a:effectLst/>
                <a:uLnTx/>
                <a:uFillTx/>
                <a:latin typeface="Arial"/>
                <a:ea typeface="맑은 고딕"/>
                <a:cs typeface="Arial" panose="020B0604020202020204" pitchFamily="34" charset="0"/>
              </a:rPr>
              <a:t>th</a:t>
            </a:r>
            <a:r>
              <a:rPr kumimoji="0" lang="en-IN"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 Rank</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GB"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Research Topic</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Radiation-hardened Time-to-Digital Conversion (RADTIME).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Advisor</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pt-BR"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Prof. dr. ir. Paul Leroux.</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IN" sz="1620" b="1" i="0" u="sng"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PhD</a:t>
            </a:r>
            <a:r>
              <a:rPr kumimoji="0" lang="en-IN" sz="1620" b="1" i="0" u="sng"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IIT Roorkee </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Visvesvaraya PhD Scheme for Electronics &amp; IT) </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(Dec-2015-Oct-</a:t>
            </a:r>
            <a:r>
              <a:rPr kumimoji="0" lang="en-GB" sz="1620" b="0" i="0" u="none" strike="noStrike" kern="1200" cap="none" spc="0" normalizeH="0" noProof="0" dirty="0" smtClean="0">
                <a:ln>
                  <a:noFill/>
                </a:ln>
                <a:solidFill>
                  <a:prstClr val="black"/>
                </a:solidFill>
                <a:effectLst/>
                <a:uLnTx/>
                <a:uFillTx/>
                <a:latin typeface="Arial"/>
                <a:ea typeface="맑은 고딕"/>
                <a:cs typeface="Arial" panose="020B0604020202020204" pitchFamily="34" charset="0"/>
              </a:rPr>
              <a:t> </a:t>
            </a:r>
            <a:r>
              <a:rPr kumimoji="0" lang="en-GB" sz="1620" b="0" i="0" u="none" strike="noStrike" kern="1200" cap="none" spc="0" normalizeH="0" baseline="0" noProof="0" dirty="0" smtClean="0">
                <a:ln>
                  <a:noFill/>
                </a:ln>
                <a:solidFill>
                  <a:prstClr val="black"/>
                </a:solidFill>
                <a:effectLst/>
                <a:uLnTx/>
                <a:uFillTx/>
                <a:latin typeface="Arial"/>
                <a:ea typeface="맑은 고딕"/>
                <a:cs typeface="Arial" panose="020B0604020202020204" pitchFamily="34" charset="0"/>
              </a:rPr>
              <a:t>2021</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r>
              <a:rPr kumimoji="0" lang="en-IN"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QS World = 369</a:t>
            </a:r>
            <a:r>
              <a:rPr kumimoji="0" lang="en-IN" sz="1620" b="1" i="0" u="none" strike="noStrike" kern="1200" cap="none" spc="0" normalizeH="0" baseline="30000" noProof="0" dirty="0">
                <a:ln>
                  <a:noFill/>
                </a:ln>
                <a:solidFill>
                  <a:srgbClr val="70AD47">
                    <a:lumMod val="75000"/>
                  </a:srgbClr>
                </a:solidFill>
                <a:effectLst/>
                <a:uLnTx/>
                <a:uFillTx/>
                <a:latin typeface="Arial"/>
                <a:ea typeface="맑은 고딕"/>
                <a:cs typeface="Arial" panose="020B0604020202020204" pitchFamily="34" charset="0"/>
              </a:rPr>
              <a:t>th </a:t>
            </a:r>
            <a:r>
              <a:rPr kumimoji="0" lang="en-IN"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Rank,  QS     Electrical &amp; Electronics = (150-200)</a:t>
            </a:r>
            <a:r>
              <a:rPr kumimoji="0" lang="en-IN" sz="1620" b="1" i="0" u="none" strike="noStrike" kern="1200" cap="none" spc="0" normalizeH="0" baseline="30000" noProof="0" dirty="0" err="1">
                <a:ln>
                  <a:noFill/>
                </a:ln>
                <a:solidFill>
                  <a:srgbClr val="70AD47">
                    <a:lumMod val="75000"/>
                  </a:srgbClr>
                </a:solidFill>
                <a:effectLst/>
                <a:uLnTx/>
                <a:uFillTx/>
                <a:latin typeface="Arial"/>
                <a:ea typeface="맑은 고딕"/>
                <a:cs typeface="Arial" panose="020B0604020202020204" pitchFamily="34" charset="0"/>
              </a:rPr>
              <a:t>th</a:t>
            </a:r>
            <a:r>
              <a:rPr kumimoji="0" lang="en-IN"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 Rank</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endParaRPr kumimoji="0" lang="en-GB"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GB"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Research Topic</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High-Performance Ring Oscillator Using Separately Driven Inputs.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Advisor</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Prof. Anand </a:t>
            </a:r>
            <a:r>
              <a:rPr kumimoji="0" lang="en-IN" sz="1620" b="0" i="0" u="none" strike="noStrike" kern="1200" cap="none" spc="0" normalizeH="0" baseline="0" noProof="0" dirty="0" err="1">
                <a:ln>
                  <a:noFill/>
                </a:ln>
                <a:solidFill>
                  <a:prstClr val="black"/>
                </a:solidFill>
                <a:effectLst/>
                <a:uLnTx/>
                <a:uFillTx/>
                <a:latin typeface="Arial"/>
                <a:ea typeface="맑은 고딕"/>
                <a:cs typeface="Arial" panose="020B0604020202020204" pitchFamily="34" charset="0"/>
              </a:rPr>
              <a:t>Bulusu</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620" b="1" i="0" u="sng"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M Tech </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GB"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IIT Roorkee </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(2013-2015). (</a:t>
            </a:r>
            <a:r>
              <a:rPr kumimoji="0" lang="en-GB"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Gate Rank 346 in ECE</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GB"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Research Topic</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Mechanical Stress aware design and layout of basic Analog building blocks.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a:t>
            </a:r>
            <a:r>
              <a:rPr kumimoji="0" lang="en-IN" sz="1620" b="1"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Advisor</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Prof. Anand </a:t>
            </a:r>
            <a:r>
              <a:rPr kumimoji="0" lang="en-IN" sz="1620" b="0" i="0" u="none" strike="noStrike" kern="1200" cap="none" spc="0" normalizeH="0" baseline="0" noProof="0" dirty="0" err="1">
                <a:ln>
                  <a:noFill/>
                </a:ln>
                <a:solidFill>
                  <a:prstClr val="black"/>
                </a:solidFill>
                <a:effectLst/>
                <a:uLnTx/>
                <a:uFillTx/>
                <a:latin typeface="Arial"/>
                <a:ea typeface="맑은 고딕"/>
                <a:cs typeface="Arial" panose="020B0604020202020204" pitchFamily="34" charset="0"/>
              </a:rPr>
              <a:t>Bulusu</a:t>
            </a:r>
            <a:r>
              <a:rPr kumimoji="0" lang="en-IN"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endParaRPr>
          </a:p>
          <a:p>
            <a:pPr marL="285744" marR="0" lvl="0" indent="-285744"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620" b="1" i="0" u="sng"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Job </a:t>
            </a:r>
            <a:r>
              <a:rPr kumimoji="0" lang="en-GB" sz="1620" b="1" i="0" u="none"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 (a) </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Engineer in </a:t>
            </a:r>
            <a:r>
              <a:rPr kumimoji="0" lang="en-GB"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Alcatel and Lucent Managed Solution Limited</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 (March 10 - May 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20" b="1" i="0" u="none" strike="noStrike" kern="1200" cap="none" spc="0" normalizeH="0" baseline="0" noProof="0" dirty="0">
                <a:ln>
                  <a:noFill/>
                </a:ln>
                <a:solidFill>
                  <a:srgbClr val="00B050"/>
                </a:solidFill>
                <a:effectLst/>
                <a:uLnTx/>
                <a:uFillTx/>
                <a:latin typeface="Arial"/>
                <a:ea typeface="맑은 고딕"/>
                <a:cs typeface="Arial" panose="020B0604020202020204" pitchFamily="34" charset="0"/>
              </a:rPr>
              <a:t>               (b) </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Engineer in </a:t>
            </a:r>
            <a:r>
              <a:rPr kumimoji="0" lang="en-GB" sz="1620" b="1" i="0" u="none" strike="noStrike" kern="1200" cap="none" spc="0" normalizeH="0" baseline="0" noProof="0" dirty="0" err="1">
                <a:ln>
                  <a:noFill/>
                </a:ln>
                <a:solidFill>
                  <a:srgbClr val="70AD47">
                    <a:lumMod val="75000"/>
                  </a:srgbClr>
                </a:solidFill>
                <a:effectLst/>
                <a:uLnTx/>
                <a:uFillTx/>
                <a:latin typeface="Arial"/>
                <a:ea typeface="맑은 고딕"/>
                <a:cs typeface="Arial" panose="020B0604020202020204" pitchFamily="34" charset="0"/>
              </a:rPr>
              <a:t>Railtel</a:t>
            </a:r>
            <a:r>
              <a:rPr kumimoji="0" lang="en-GB" sz="1620" b="1" i="0" u="none" strike="noStrike" kern="1200" cap="none" spc="0" normalizeH="0" baseline="0" noProof="0" dirty="0">
                <a:ln>
                  <a:noFill/>
                </a:ln>
                <a:solidFill>
                  <a:srgbClr val="70AD47">
                    <a:lumMod val="75000"/>
                  </a:srgbClr>
                </a:solidFill>
                <a:effectLst/>
                <a:uLnTx/>
                <a:uFillTx/>
                <a:latin typeface="Arial"/>
                <a:ea typeface="맑은 고딕"/>
                <a:cs typeface="Arial" panose="020B0604020202020204" pitchFamily="34" charset="0"/>
              </a:rPr>
              <a:t> Corporation of India Limited </a:t>
            </a:r>
            <a:r>
              <a:rPr kumimoji="0" lang="en-GB" sz="1620" b="0" i="0" u="none" strike="noStrike" kern="1200" cap="none" spc="0" normalizeH="0" baseline="0" noProof="0" dirty="0">
                <a:ln>
                  <a:noFill/>
                </a:ln>
                <a:solidFill>
                  <a:prstClr val="black"/>
                </a:solidFill>
                <a:effectLst/>
                <a:uLnTx/>
                <a:uFillTx/>
                <a:latin typeface="Arial"/>
                <a:ea typeface="맑은 고딕"/>
                <a:cs typeface="Arial" panose="020B0604020202020204" pitchFamily="34" charset="0"/>
              </a:rPr>
              <a:t>(PSU Under Ministry of Railways). (June 08 - Feb 10).</a:t>
            </a:r>
          </a:p>
        </p:txBody>
      </p:sp>
    </p:spTree>
    <p:extLst>
      <p:ext uri="{BB962C8B-B14F-4D97-AF65-F5344CB8AC3E}">
        <p14:creationId xmlns:p14="http://schemas.microsoft.com/office/powerpoint/2010/main" val="26532581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D4CCFC3-63CA-DDCA-E5F0-9FA7508FCA87}"/>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11A5D0FA-77CA-FFB0-DB53-C42819AEF111}"/>
              </a:ext>
            </a:extLst>
          </p:cNvPr>
          <p:cNvSpPr/>
          <p:nvPr/>
        </p:nvSpPr>
        <p:spPr>
          <a:xfrm>
            <a:off x="502507" y="3921760"/>
            <a:ext cx="11352107" cy="2854960"/>
          </a:xfrm>
          <a:prstGeom prst="rect">
            <a:avLst/>
          </a:prstGeom>
          <a:solidFill>
            <a:schemeClr val="bg1">
              <a:lumMod val="95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F01E10A1-2C57-9AB5-964B-08FFDB436566}"/>
              </a:ext>
            </a:extLst>
          </p:cNvPr>
          <p:cNvSpPr/>
          <p:nvPr/>
        </p:nvSpPr>
        <p:spPr>
          <a:xfrm>
            <a:off x="484287" y="3113602"/>
            <a:ext cx="11352107" cy="543998"/>
          </a:xfrm>
          <a:prstGeom prst="rect">
            <a:avLst/>
          </a:prstGeom>
          <a:solidFill>
            <a:schemeClr val="bg1">
              <a:lumMod val="95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BC03938C-C39F-6B20-274B-953625B12ED8}"/>
              </a:ext>
            </a:extLst>
          </p:cNvPr>
          <p:cNvSpPr/>
          <p:nvPr/>
        </p:nvSpPr>
        <p:spPr>
          <a:xfrm>
            <a:off x="494447" y="938128"/>
            <a:ext cx="11352107" cy="1723792"/>
          </a:xfrm>
          <a:prstGeom prst="rect">
            <a:avLst/>
          </a:prstGeom>
          <a:solidFill>
            <a:schemeClr val="bg1">
              <a:lumMod val="95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Google Shape;94;p16">
            <a:extLst>
              <a:ext uri="{FF2B5EF4-FFF2-40B4-BE49-F238E27FC236}">
                <a16:creationId xmlns:a16="http://schemas.microsoft.com/office/drawing/2014/main" id="{9B1D18AB-211A-5DF1-ACDF-8535DFE31ADC}"/>
              </a:ext>
            </a:extLst>
          </p:cNvPr>
          <p:cNvSpPr/>
          <p:nvPr/>
        </p:nvSpPr>
        <p:spPr>
          <a:xfrm>
            <a:off x="0" y="161073"/>
            <a:ext cx="6650575" cy="463811"/>
          </a:xfrm>
          <a:prstGeom prst="trapezoid">
            <a:avLst>
              <a:gd name="adj" fmla="val 0"/>
            </a:avLst>
          </a:prstGeom>
        </p:spPr>
        <p:txBody>
          <a:bodyPr spcFirstLastPara="1" vert="horz" lIns="91440" tIns="45720" rIns="91440" bIns="4572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sym typeface="Lato Black"/>
              </a:rPr>
              <a:t>Key Publications/Proposals</a:t>
            </a:r>
            <a:endParaRPr kumimoji="0" lang="en-US" sz="3200" b="0"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endParaRPr>
          </a:p>
        </p:txBody>
      </p:sp>
      <p:sp>
        <p:nvSpPr>
          <p:cNvPr id="7" name="Slide Number Placeholder 3">
            <a:extLst>
              <a:ext uri="{FF2B5EF4-FFF2-40B4-BE49-F238E27FC236}">
                <a16:creationId xmlns:a16="http://schemas.microsoft.com/office/drawing/2014/main" id="{91BEE3FB-69D1-4051-CED1-B26FA5DE7B2E}"/>
              </a:ext>
            </a:extLst>
          </p:cNvPr>
          <p:cNvSpPr>
            <a:spLocks noGrp="1"/>
          </p:cNvSpPr>
          <p:nvPr>
            <p:ph type="sldNum" sz="quarter" idx="12"/>
          </p:nvPr>
        </p:nvSpPr>
        <p:spPr>
          <a:xfrm>
            <a:off x="4849280" y="6455354"/>
            <a:ext cx="1248000" cy="36933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A9FE30-EA4F-4BEC-A613-F46EDCC7C20D}" type="slidenum">
              <a:rPr kumimoji="0" lang="en-IN" sz="16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6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13372B64-2479-EA8B-4D45-5240AC63B7E8}"/>
              </a:ext>
            </a:extLst>
          </p:cNvPr>
          <p:cNvSpPr txBox="1"/>
          <p:nvPr/>
        </p:nvSpPr>
        <p:spPr>
          <a:xfrm>
            <a:off x="173423" y="885486"/>
            <a:ext cx="11744257" cy="1841786"/>
          </a:xfrm>
          <a:prstGeom prst="rect">
            <a:avLst/>
          </a:prstGeom>
          <a:noFill/>
        </p:spPr>
        <p:txBody>
          <a:bodyPr wrap="square">
            <a:spAutoFit/>
          </a:bodyPr>
          <a:lstStyle/>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Anchit</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Proch</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Lomash</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Acharya, S. Chakraborty, and B. Anand, </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Generalized Edge Propagation and Multi-Band Frequency Switching Mechanism for MSSROs</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1" u="none" strike="noStrike" kern="1200" cap="none" spc="0" normalizeH="0" baseline="0" noProof="0" dirty="0">
                <a:ln>
                  <a:noFill/>
                </a:ln>
                <a:solidFill>
                  <a:srgbClr val="002060"/>
                </a:solidFill>
                <a:effectLst/>
                <a:uLnTx/>
                <a:uFillTx/>
                <a:latin typeface="Calibri" panose="020F0502020204030204"/>
                <a:ea typeface="+mn-ea"/>
                <a:cs typeface="+mn-cs"/>
              </a:rPr>
              <a:t>IEEE Transactions on Circuits and Systems II: Express Briefs</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100" b="0" i="0" u="none" strike="noStrike" kern="1200" cap="none" spc="0" normalizeH="0" baseline="0" noProof="0" dirty="0">
                <a:ln>
                  <a:noFill/>
                </a:ln>
                <a:solidFill>
                  <a:srgbClr val="333333"/>
                </a:solidFill>
                <a:effectLst/>
                <a:uLnTx/>
                <a:uFillTx/>
                <a:latin typeface="HelveticaNeue Regular"/>
                <a:ea typeface="+mn-ea"/>
                <a:cs typeface="+mn-cs"/>
              </a:rPr>
              <a:t> </a:t>
            </a:r>
            <a:r>
              <a:rPr kumimoji="0" lang="en-US" sz="1070" b="0" i="0" u="none" strike="noStrike" kern="1200" cap="none" spc="0" normalizeH="0" baseline="0" noProof="0" dirty="0">
                <a:ln>
                  <a:noFill/>
                </a:ln>
                <a:solidFill>
                  <a:srgbClr val="002060"/>
                </a:solidFill>
                <a:effectLst/>
                <a:uLnTx/>
                <a:uFillTx/>
                <a:latin typeface="Calibri" panose="020F0502020204030204"/>
                <a:ea typeface="+mn-ea"/>
                <a:cs typeface="+mn-cs"/>
              </a:rPr>
              <a:t>vol. 70, no. 9, pp. 3609-3613</a:t>
            </a:r>
            <a:r>
              <a:rPr kumimoji="0" lang="en-US" sz="1070" b="1" i="0" u="none" strike="noStrike" kern="1200" cap="none" spc="0" normalizeH="0" baseline="0" noProof="0" dirty="0">
                <a:ln>
                  <a:noFill/>
                </a:ln>
                <a:solidFill>
                  <a:srgbClr val="002060"/>
                </a:solidFill>
                <a:effectLst/>
                <a:uLnTx/>
                <a:uFillTx/>
                <a:latin typeface="Calibri" panose="020F0502020204030204"/>
                <a:ea typeface="+mn-ea"/>
                <a:cs typeface="+mn-cs"/>
              </a:rPr>
              <a:t>, Sept. 2023 </a:t>
            </a:r>
            <a:r>
              <a:rPr kumimoji="0" lang="en-US" sz="1067" b="1" i="0" u="none" strike="noStrike" kern="1200" cap="none" spc="0" normalizeH="0" baseline="0" noProof="0" dirty="0" err="1">
                <a:ln>
                  <a:noFill/>
                </a:ln>
                <a:solidFill>
                  <a:srgbClr val="002060"/>
                </a:solidFill>
                <a:effectLst/>
                <a:uLnTx/>
                <a:uFillTx/>
                <a:latin typeface="Calibri" panose="020F0502020204030204"/>
                <a:ea typeface="+mn-ea"/>
                <a:cs typeface="+mn-cs"/>
              </a:rPr>
              <a:t>doi</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10.1109/TCSII.2023.3267384</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 (IF 4.4).</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Anchit</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Proch</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Lomash</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Acharya, Jeffrey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Prinzie</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Sudipto</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Chakraborty, Rajiv Joshi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Sudeb</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Dasgupta, and B. Anand, </a:t>
            </a:r>
            <a:r>
              <a:rPr kumimoji="0" lang="en-US" sz="1067"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Phase-noise analysis of Separately Driven Ring Oscillators</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1" u="none" strike="noStrike" kern="1200" cap="none" spc="0" normalizeH="0" baseline="0" noProof="0" dirty="0">
                <a:ln>
                  <a:noFill/>
                </a:ln>
                <a:solidFill>
                  <a:srgbClr val="002060"/>
                </a:solidFill>
                <a:effectLst/>
                <a:uLnTx/>
                <a:uFillTx/>
                <a:latin typeface="Calibri" panose="020F0502020204030204"/>
                <a:ea typeface="+mn-ea"/>
                <a:cs typeface="+mn-cs"/>
              </a:rPr>
              <a:t>IEEE Transactions on Circuits and Systems I: Regular Papers </a:t>
            </a:r>
            <a:r>
              <a:rPr kumimoji="0" lang="pt-BR" sz="1067" b="0" i="0" u="none" strike="noStrike" kern="1200" cap="none" spc="0" normalizeH="0" baseline="0" noProof="0" dirty="0">
                <a:ln>
                  <a:noFill/>
                </a:ln>
                <a:solidFill>
                  <a:srgbClr val="002060"/>
                </a:solidFill>
                <a:effectLst/>
                <a:uLnTx/>
                <a:uFillTx/>
                <a:latin typeface="Calibri" panose="020F0502020204030204"/>
                <a:ea typeface="+mn-ea"/>
                <a:cs typeface="+mn-cs"/>
              </a:rPr>
              <a:t> vol. 69, no. 11, pp. 4415-4428, </a:t>
            </a:r>
            <a:r>
              <a:rPr kumimoji="0" lang="pt-BR" sz="1067" b="1" i="0" u="none" strike="noStrike" kern="1200" cap="none" spc="0" normalizeH="0" baseline="0" noProof="0" dirty="0">
                <a:ln>
                  <a:noFill/>
                </a:ln>
                <a:solidFill>
                  <a:srgbClr val="002060"/>
                </a:solidFill>
                <a:effectLst/>
                <a:uLnTx/>
                <a:uFillTx/>
                <a:latin typeface="Calibri" panose="020F0502020204030204"/>
                <a:ea typeface="+mn-ea"/>
                <a:cs typeface="+mn-cs"/>
              </a:rPr>
              <a:t>Nov. 2022</a:t>
            </a:r>
            <a:r>
              <a:rPr kumimoji="0" lang="pt-BR" sz="1067" b="0" i="0" u="none" strike="noStrike" kern="1200" cap="none" spc="0" normalizeH="0" baseline="0" noProof="0" dirty="0">
                <a:ln>
                  <a:noFill/>
                </a:ln>
                <a:solidFill>
                  <a:srgbClr val="002060"/>
                </a:solidFill>
                <a:effectLst/>
                <a:uLnTx/>
                <a:uFillTx/>
                <a:latin typeface="Calibri" panose="020F0502020204030204"/>
                <a:ea typeface="+mn-ea"/>
                <a:cs typeface="+mn-cs"/>
              </a:rPr>
              <a:t>, doi: 10.1109/TCSI.2022.3196820. </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Appeared In top 50 Popular Articles</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 (IF 5.2).</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L. M. Dani,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S.Chakraborty</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R. V. Joshi and A.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Bulusu</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Delay Modulation in Separately Driven Delay Cells Utilized for the Generation of High-Performance Multiphase Signals Using ROs</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in </a:t>
            </a:r>
            <a:r>
              <a:rPr kumimoji="0" lang="en-US" sz="1067" b="1" i="1" u="none" strike="noStrike" kern="1200" cap="none" spc="0" normalizeH="0" baseline="0" noProof="0" dirty="0">
                <a:ln>
                  <a:noFill/>
                </a:ln>
                <a:solidFill>
                  <a:srgbClr val="002060"/>
                </a:solidFill>
                <a:effectLst/>
                <a:uLnTx/>
                <a:uFillTx/>
                <a:latin typeface="Calibri" panose="020F0502020204030204"/>
                <a:ea typeface="+mn-ea"/>
                <a:cs typeface="+mn-cs"/>
              </a:rPr>
              <a:t>IEEE Transactions on Circuits and Systems II: Express Briefs</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vol. 69, no. 1, pp. 30-34, </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Jan. 2022</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Appeared In top 50 Popular Articles</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(IF 4.4).</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L. M. Dani, K.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Sanvaniya</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S. Dasgupta, S. Chakraborty and A.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Bulusu</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Design and Realization of High-Speed Low-Noise Multi-Loop Skew-Based ROs Optimized for Even/Odd Multi-Phase Signals</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in </a:t>
            </a:r>
            <a:r>
              <a:rPr kumimoji="0" lang="en-US" sz="1067" b="1" i="1" u="none" strike="noStrike" kern="1200" cap="none" spc="0" normalizeH="0" baseline="0" noProof="0" dirty="0">
                <a:ln>
                  <a:noFill/>
                </a:ln>
                <a:solidFill>
                  <a:srgbClr val="002060"/>
                </a:solidFill>
                <a:effectLst/>
                <a:uLnTx/>
                <a:uFillTx/>
                <a:latin typeface="Calibri" panose="020F0502020204030204"/>
                <a:ea typeface="+mn-ea"/>
                <a:cs typeface="+mn-cs"/>
              </a:rPr>
              <a:t>IEEE Transactions on Circuits and Systems II: Express Briefs</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vol. 67, no. 11, pp. 2352-2356, Nov. 2020</a:t>
            </a:r>
            <a:r>
              <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 (IF 4.4).</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Lomash</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Acharya,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Anchit</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Proch</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Sudipto</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Chakraborty, </a:t>
            </a:r>
            <a:r>
              <a:rPr kumimoji="0" lang="en-US" sz="1067" b="0" i="0" u="none" strike="noStrike" kern="1200" cap="none" spc="0" normalizeH="0" baseline="0" noProof="0" dirty="0" err="1">
                <a:ln>
                  <a:noFill/>
                </a:ln>
                <a:solidFill>
                  <a:srgbClr val="002060"/>
                </a:solidFill>
                <a:effectLst/>
                <a:uLnTx/>
                <a:uFillTx/>
                <a:latin typeface="Calibri" panose="020F0502020204030204"/>
                <a:ea typeface="+mn-ea"/>
                <a:cs typeface="+mn-cs"/>
              </a:rPr>
              <a:t>Sudeb</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Dasgupta, and B. Anand,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Variation aware Switching current model for the efficient design of separately driven ring oscillators” </a:t>
            </a:r>
            <a:r>
              <a:rPr kumimoji="0" lang="en-US" sz="1067" b="1" i="1" u="none" strike="noStrike" kern="1200" cap="none" spc="0" normalizeH="0" baseline="0" noProof="0" dirty="0">
                <a:ln>
                  <a:noFill/>
                </a:ln>
                <a:solidFill>
                  <a:srgbClr val="002060"/>
                </a:solidFill>
                <a:effectLst/>
                <a:uLnTx/>
                <a:uFillTx/>
                <a:latin typeface="Calibri" panose="020F0502020204030204"/>
                <a:ea typeface="+mn-ea"/>
                <a:cs typeface="+mn-cs"/>
              </a:rPr>
              <a:t>IEEE Transactions on Circuits and Systems I: Regular Papers</a:t>
            </a:r>
            <a:r>
              <a:rPr kumimoji="0" lang="en-US" sz="1067" b="0" i="0" u="none" strike="noStrike" kern="1200" cap="none" spc="0" normalizeH="0" baseline="0" noProof="0" dirty="0">
                <a:ln>
                  <a:noFill/>
                </a:ln>
                <a:solidFill>
                  <a:srgbClr val="002060"/>
                </a:solidFill>
                <a:effectLst/>
                <a:uLnTx/>
                <a:uFillTx/>
                <a:latin typeface="Calibri" panose="020F0502020204030204"/>
                <a:ea typeface="+mn-ea"/>
                <a:cs typeface="+mn-cs"/>
              </a:rPr>
              <a:t> (To be submitted).</a:t>
            </a:r>
          </a:p>
        </p:txBody>
      </p:sp>
      <p:sp>
        <p:nvSpPr>
          <p:cNvPr id="10" name="TextBox 9">
            <a:extLst>
              <a:ext uri="{FF2B5EF4-FFF2-40B4-BE49-F238E27FC236}">
                <a16:creationId xmlns:a16="http://schemas.microsoft.com/office/drawing/2014/main" id="{5279AE4C-07D4-6A18-E408-3BF53766DEA8}"/>
              </a:ext>
            </a:extLst>
          </p:cNvPr>
          <p:cNvSpPr txBox="1"/>
          <p:nvPr/>
        </p:nvSpPr>
        <p:spPr>
          <a:xfrm>
            <a:off x="132080" y="3106644"/>
            <a:ext cx="11693457" cy="605422"/>
          </a:xfrm>
          <a:prstGeom prst="rect">
            <a:avLst/>
          </a:prstGeom>
          <a:noFill/>
        </p:spPr>
        <p:txBody>
          <a:bodyPr wrap="square">
            <a:spAutoFit/>
          </a:bodyPr>
          <a:lstStyle/>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Anchit</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Proch</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and B. Anand,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A Wide-Range High-Performance Noise Suppressing Skew-Based Multi-Loop VCRO architecture</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 Proposal Accepted in </a:t>
            </a:r>
            <a:r>
              <a:rPr kumimoji="0" lang="en-US" sz="1067" b="1" i="0" u="none" strike="noStrike" kern="1200" cap="none" spc="0" normalizeH="0" baseline="0" noProof="0" dirty="0">
                <a:ln>
                  <a:noFill/>
                </a:ln>
                <a:solidFill>
                  <a:srgbClr val="5B9BD5">
                    <a:lumMod val="75000"/>
                  </a:srgbClr>
                </a:solidFill>
                <a:effectLst/>
                <a:uLnTx/>
                <a:uFillTx/>
                <a:latin typeface="Calibri" panose="020F0502020204030204"/>
                <a:ea typeface="+mn-ea"/>
                <a:cs typeface="+mn-cs"/>
              </a:rPr>
              <a:t>IEEE</a:t>
            </a:r>
            <a:r>
              <a:rPr kumimoji="0" lang="en-US" sz="1067" b="1" i="0" u="none" strike="noStrike" kern="1200" cap="none" spc="0" normalizeH="0" baseline="0" noProof="0" dirty="0">
                <a:ln>
                  <a:noFill/>
                </a:ln>
                <a:solidFill>
                  <a:srgbClr val="A5A5A5">
                    <a:lumMod val="75000"/>
                  </a:srgbClr>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70AD47">
                    <a:lumMod val="75000"/>
                  </a:srgbClr>
                </a:solidFill>
                <a:effectLst/>
                <a:uLnTx/>
                <a:uFillTx/>
                <a:latin typeface="Calibri" panose="020F0502020204030204"/>
                <a:ea typeface="+mn-ea"/>
                <a:cs typeface="+mn-cs"/>
              </a:rPr>
              <a:t>SSCS PICO Design Contest</a:t>
            </a:r>
            <a:r>
              <a:rPr kumimoji="0" lang="en-US" sz="1067" b="0" i="0" u="none" strike="noStrike" kern="1200" cap="none" spc="0" normalizeH="0" baseline="0" noProof="0" dirty="0">
                <a:ln>
                  <a:noFill/>
                </a:ln>
                <a:solidFill>
                  <a:srgbClr val="A5A5A5">
                    <a:lumMod val="75000"/>
                  </a:srgbClr>
                </a:solidFill>
                <a:effectLst/>
                <a:uLnTx/>
                <a:uFillTx/>
                <a:latin typeface="Calibri" panose="020F0502020204030204"/>
                <a:ea typeface="+mn-ea"/>
                <a:cs typeface="+mn-cs"/>
              </a:rPr>
              <a:t>, </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In which the society provides the Test Chip Fabrication facility. Out of 65 submissions from throughout the globe, 18 were accepted. We will submit this work to the "</a:t>
            </a:r>
            <a:r>
              <a:rPr kumimoji="0" lang="en-US" sz="1067" b="1" i="1" u="none" strike="noStrike" kern="1200" cap="none" spc="0" normalizeH="0" baseline="0" noProof="0" dirty="0">
                <a:ln>
                  <a:noFill/>
                </a:ln>
                <a:solidFill>
                  <a:prstClr val="black"/>
                </a:solidFill>
                <a:effectLst/>
                <a:uLnTx/>
                <a:uFillTx/>
                <a:latin typeface="Calibri" panose="020F0502020204030204"/>
                <a:ea typeface="+mn-ea"/>
                <a:cs typeface="+mn-cs"/>
              </a:rPr>
              <a:t>IEEE Journal of Solid-State Circuits</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after measurement (Under process) of a test chip in the 180nm SCL PDK and 130nm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SkyWater</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Technology PDK (Open Source).</a:t>
            </a:r>
          </a:p>
        </p:txBody>
      </p:sp>
      <p:sp>
        <p:nvSpPr>
          <p:cNvPr id="12" name="TextBox 11">
            <a:extLst>
              <a:ext uri="{FF2B5EF4-FFF2-40B4-BE49-F238E27FC236}">
                <a16:creationId xmlns:a16="http://schemas.microsoft.com/office/drawing/2014/main" id="{FDB6F98A-4208-0CAC-CB6B-BFE4D9F367D1}"/>
              </a:ext>
            </a:extLst>
          </p:cNvPr>
          <p:cNvSpPr txBox="1"/>
          <p:nvPr/>
        </p:nvSpPr>
        <p:spPr>
          <a:xfrm>
            <a:off x="169555" y="3852727"/>
            <a:ext cx="11737965" cy="2883353"/>
          </a:xfrm>
          <a:prstGeom prst="rect">
            <a:avLst/>
          </a:prstGeom>
          <a:noFill/>
        </p:spPr>
        <p:txBody>
          <a:bodyPr wrap="square">
            <a:spAutoFit/>
          </a:bodyPr>
          <a:lstStyle/>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S. Srivastava, S. Panwar, M.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Shashidhara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L. Chandra</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and A. Acharya,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Influences of Source/Drain Extension Region on Thermal Behavior of Stacked Nanosheet FET</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1" i="1" u="none" strike="noStrike" kern="1200" cap="none" spc="0" normalizeH="0" baseline="0" noProof="0" dirty="0">
                <a:ln>
                  <a:noFill/>
                </a:ln>
                <a:solidFill>
                  <a:prstClr val="black"/>
                </a:solidFill>
                <a:effectLst/>
                <a:uLnTx/>
                <a:uFillTx/>
                <a:latin typeface="Calibri" panose="020F0502020204030204"/>
                <a:ea typeface="+mn-ea"/>
                <a:cs typeface="+mn-cs"/>
              </a:rPr>
              <a:t>in IEEE Transactions on Electron Devices</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vol. 71, no. 3, pp. 2171-2176, </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March 2024 </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(IF 3.1).</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Lomash</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Chandra Acharya,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Khoirom</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Johnson Singh, Neha Gupta,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Mahipal</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Dargupally</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Arvind Sharma, Abhishek Acharya, Venkatraman Ramakrishnan,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Ajoy</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Mandal,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Sudeb</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Dasgupta,  Anand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Bulusu</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0" i="0" u="none" strike="noStrike" kern="1200" cap="none" spc="0" normalizeH="0" baseline="0" noProof="0" dirty="0">
                <a:ln>
                  <a:noFill/>
                </a:ln>
                <a:solidFill>
                  <a:srgbClr val="0070C0"/>
                </a:solidFill>
                <a:effectLst/>
                <a:uLnTx/>
                <a:uFillTx/>
                <a:latin typeface="Calibri" panose="020F0502020204030204"/>
                <a:ea typeface="+mn-ea"/>
                <a:cs typeface="+mn-cs"/>
              </a:rPr>
              <a:t>Prediction of variation aware FOSC in ring oscillators (ROs) to mitigate the impact of aging on RO-PUF</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Solid-State Electronics</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Volume 210, </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2023</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108790, ISSN 0038-1101.</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(IF 1.96).</a:t>
            </a: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IN" sz="1067" b="0" i="0" u="none" strike="noStrike" kern="1200" cap="none" spc="0" normalizeH="0" baseline="0" noProof="0" dirty="0">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L. C. Acharya, A. K. Sharma, </a:t>
            </a:r>
            <a:r>
              <a:rPr kumimoji="0" lang="en-IN" sz="1200" b="1" i="0" u="none" strike="noStrike" kern="1200" cap="none" spc="0" normalizeH="0" baseline="0" noProof="0" dirty="0">
                <a:ln>
                  <a:noFill/>
                </a:ln>
                <a:solidFill>
                  <a:srgbClr val="FFC000"/>
                </a:solidFill>
                <a:effectLst/>
                <a:uLnTx/>
                <a:uFillTx/>
                <a:latin typeface="Calibri" panose="020F0502020204030204" pitchFamily="34" charset="0"/>
                <a:ea typeface="Lucida Sans" panose="020B0602030504020204" pitchFamily="34" charset="0"/>
                <a:cs typeface="Calibri" panose="020F0502020204030204" pitchFamily="34" charset="0"/>
              </a:rPr>
              <a:t>Neeraj Mishra</a:t>
            </a:r>
            <a:r>
              <a:rPr kumimoji="0" lang="en-IN" sz="1067" b="0" i="0" u="none" strike="noStrike" kern="1200" cap="none" spc="0" normalizeH="0" baseline="0" noProof="0" dirty="0">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 K. J. Singh, M. </a:t>
            </a:r>
            <a:r>
              <a:rPr kumimoji="0" lang="en-IN" sz="1067" b="0" i="0" u="none" strike="noStrike" kern="1200" cap="none" spc="0" normalizeH="0" baseline="0" noProof="0" dirty="0" err="1">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Dargupally</a:t>
            </a:r>
            <a:r>
              <a:rPr kumimoji="0" lang="en-IN" sz="1067" b="0" i="0" u="none" strike="noStrike" kern="1200" cap="none" spc="0" normalizeH="0" baseline="0" noProof="0" dirty="0">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 N. S. </a:t>
            </a:r>
            <a:r>
              <a:rPr kumimoji="0" lang="en-IN" sz="1067" b="0" i="0" u="none" strike="noStrike" kern="1200" cap="none" spc="0" normalizeH="0" baseline="0" noProof="0" dirty="0" err="1">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Shabarish</a:t>
            </a:r>
            <a:r>
              <a:rPr kumimoji="0" lang="en-IN" sz="1067" b="0" i="0" u="none" strike="noStrike" kern="1200" cap="none" spc="0" normalizeH="0" baseline="0" noProof="0" dirty="0">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 A. Mandal, V. Ramakrishnan, S. Dasgupta and A. </a:t>
            </a:r>
            <a:r>
              <a:rPr kumimoji="0" lang="en-IN" sz="1067" b="0" i="0" u="none" strike="noStrike" kern="1200" cap="none" spc="0" normalizeH="0" baseline="0" noProof="0" dirty="0" err="1">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Bulusu</a:t>
            </a:r>
            <a:r>
              <a:rPr kumimoji="0" lang="en-IN" sz="1067" b="0" i="0" u="none" strike="noStrike" kern="1200" cap="none" spc="0" normalizeH="0" baseline="0" noProof="0" dirty="0">
                <a:ln>
                  <a:noFill/>
                </a:ln>
                <a:solidFill>
                  <a:prstClr val="black"/>
                </a:solidFill>
                <a:effectLst/>
                <a:uLnTx/>
                <a:uFillTx/>
                <a:latin typeface="Calibri" panose="020F0502020204030204" pitchFamily="34" charset="0"/>
                <a:ea typeface="Lucida Sans" panose="020B0602030504020204" pitchFamily="34" charset="0"/>
                <a:cs typeface="Calibri" panose="020F0502020204030204" pitchFamily="34" charset="0"/>
              </a:rPr>
              <a:t>, </a:t>
            </a:r>
            <a:r>
              <a:rPr kumimoji="0" lang="en-IN" sz="1067" b="0" i="0" u="none" strike="noStrike" kern="1200" cap="none" spc="0" normalizeH="0" baseline="0" noProof="0" dirty="0">
                <a:ln>
                  <a:noFill/>
                </a:ln>
                <a:solidFill>
                  <a:srgbClr val="000000"/>
                </a:solidFill>
                <a:effectLst/>
                <a:uLnTx/>
                <a:uFillTx/>
                <a:latin typeface="Calibri" panose="020F0502020204030204" pitchFamily="34" charset="0"/>
                <a:ea typeface="Lucida Sans" panose="020B0602030504020204" pitchFamily="34" charset="0"/>
                <a:cs typeface="Calibri" panose="020F0502020204030204" pitchFamily="34" charset="0"/>
              </a:rPr>
              <a:t>"</a:t>
            </a:r>
            <a:r>
              <a:rPr kumimoji="0" lang="en-IN" sz="1067" b="1" i="0" u="none" strike="noStrike" kern="1200" cap="none" spc="0" normalizeH="0" baseline="0" noProof="0" dirty="0">
                <a:ln>
                  <a:noFill/>
                </a:ln>
                <a:solidFill>
                  <a:srgbClr val="0070C0"/>
                </a:solidFill>
                <a:effectLst/>
                <a:uLnTx/>
                <a:uFillTx/>
                <a:latin typeface="Calibri" panose="020F0502020204030204" pitchFamily="34" charset="0"/>
                <a:ea typeface="Lucida Sans" panose="020B0602030504020204" pitchFamily="34" charset="0"/>
                <a:cs typeface="Calibri" panose="020F0502020204030204" pitchFamily="34" charset="0"/>
              </a:rPr>
              <a:t>Aging-Aware Timing Model of CMOS Inverter: Path Level Timing Performance and Its Impact on the Logical Effort</a:t>
            </a:r>
            <a:r>
              <a:rPr kumimoji="0" lang="en-IN" sz="1067" b="0" i="0" u="none" strike="noStrike" kern="1200" cap="none" spc="0" normalizeH="0" baseline="0" noProof="0" dirty="0">
                <a:ln>
                  <a:noFill/>
                </a:ln>
                <a:solidFill>
                  <a:srgbClr val="000000"/>
                </a:solidFill>
                <a:effectLst/>
                <a:uLnTx/>
                <a:uFillTx/>
                <a:latin typeface="Calibri" panose="020F0502020204030204" pitchFamily="34" charset="0"/>
                <a:ea typeface="Lucida Sans" panose="020B0602030504020204" pitchFamily="34" charset="0"/>
                <a:cs typeface="Calibri" panose="020F0502020204030204" pitchFamily="34" charset="0"/>
              </a:rPr>
              <a:t>" in </a:t>
            </a:r>
            <a:r>
              <a:rPr kumimoji="0" lang="en-IN" sz="1067" b="1" i="1" u="none" strike="noStrike" kern="1200" cap="none" spc="0" normalizeH="0" baseline="0" noProof="0" dirty="0">
                <a:ln>
                  <a:noFill/>
                </a:ln>
                <a:solidFill>
                  <a:srgbClr val="000000"/>
                </a:solidFill>
                <a:effectLst/>
                <a:uLnTx/>
                <a:uFillTx/>
                <a:latin typeface="Calibri" panose="020F0502020204030204" pitchFamily="34" charset="0"/>
                <a:ea typeface="Lucida Sans" panose="020B0602030504020204" pitchFamily="34" charset="0"/>
                <a:cs typeface="Calibri" panose="020F0502020204030204" pitchFamily="34" charset="0"/>
              </a:rPr>
              <a:t>IEEE Transactions on Computer-Aided Design of Integrated Circuits and Systems. </a:t>
            </a:r>
            <a:r>
              <a:rPr kumimoji="0" lang="en-IN" sz="1067" b="0" i="0" u="none" strike="noStrike" kern="1200" cap="none" spc="0" normalizeH="0" baseline="0" noProof="0" dirty="0">
                <a:ln>
                  <a:noFill/>
                </a:ln>
                <a:solidFill>
                  <a:srgbClr val="000000"/>
                </a:solidFill>
                <a:effectLst/>
                <a:uLnTx/>
                <a:uFillTx/>
                <a:latin typeface="Calibri" panose="020F0502020204030204" pitchFamily="34" charset="0"/>
                <a:ea typeface="Lucida Sans" panose="020B0602030504020204" pitchFamily="34" charset="0"/>
                <a:cs typeface="Calibri" panose="020F0502020204030204" pitchFamily="34" charset="0"/>
              </a:rPr>
              <a:t>vol. 42, no. 8, pp. 2657-2663</a:t>
            </a:r>
            <a:r>
              <a:rPr kumimoji="0" lang="en-IN" sz="1067" b="1" i="1" u="none" strike="noStrike" kern="1200" cap="none" spc="0" normalizeH="0" baseline="0" noProof="0" dirty="0">
                <a:ln>
                  <a:noFill/>
                </a:ln>
                <a:solidFill>
                  <a:srgbClr val="000000"/>
                </a:solidFill>
                <a:effectLst/>
                <a:uLnTx/>
                <a:uFillTx/>
                <a:latin typeface="Calibri" panose="020F0502020204030204" pitchFamily="34" charset="0"/>
                <a:ea typeface="Lucida Sans" panose="020B0602030504020204" pitchFamily="34" charset="0"/>
                <a:cs typeface="Calibri" panose="020F0502020204030204" pitchFamily="34" charset="0"/>
              </a:rPr>
              <a:t>, Aug. 2023</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(IF 2.9).</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L. M. Dani,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200" b="0" i="0" u="none" strike="noStrike" kern="1200" cap="none" spc="0" normalizeH="0" baseline="0" noProof="0" dirty="0">
                <a:ln>
                  <a:noFill/>
                </a:ln>
                <a:solidFill>
                  <a:srgbClr val="FFC000"/>
                </a:solidFill>
                <a:effectLst/>
                <a:uLnTx/>
                <a:uFillTx/>
                <a:latin typeface="Calibri" panose="020F0502020204030204"/>
                <a:ea typeface="+mn-ea"/>
                <a:cs typeface="+mn-cs"/>
              </a:rPr>
              <a:t> </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and B. Anand, </a:t>
            </a:r>
            <a:r>
              <a:rPr kumimoji="0" lang="en-US" sz="1067" b="0" i="0" u="none" strike="noStrike" kern="1200" cap="none" spc="0" normalizeH="0" baseline="0" noProof="0" dirty="0">
                <a:ln>
                  <a:noFill/>
                </a:ln>
                <a:solidFill>
                  <a:srgbClr val="0070C0"/>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A Variation Aware Jitter Estimation Methodology in ROs Considering Over/Undershoots in NTV Regime</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 in </a:t>
            </a:r>
            <a:r>
              <a:rPr kumimoji="0" lang="en-US" sz="1067" b="1" i="1" u="none" strike="noStrike" kern="1200" cap="none" spc="0" normalizeH="0" baseline="0" noProof="0" dirty="0">
                <a:ln>
                  <a:noFill/>
                </a:ln>
                <a:solidFill>
                  <a:prstClr val="black"/>
                </a:solidFill>
                <a:effectLst/>
                <a:uLnTx/>
                <a:uFillTx/>
                <a:latin typeface="Calibri" panose="020F0502020204030204"/>
                <a:ea typeface="+mn-ea"/>
                <a:cs typeface="+mn-cs"/>
              </a:rPr>
              <a:t>IEEE Transactions on Circuits and Systems II: Express Briefs</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vol. 69, no. 3, pp. 1557-1561, </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March 2022</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(IF 4.4).</a:t>
            </a: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L. M. Dani,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 </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and A.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Bulusu</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An Efficient and Accurate Variation-Aware Design Methodology for Near-Threshold MOS-Varactor-Based VCO Architectures</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 in </a:t>
            </a:r>
            <a:r>
              <a:rPr kumimoji="0" lang="en-US" sz="1067" b="1" i="1" u="none" strike="noStrike" kern="1200" cap="none" spc="0" normalizeH="0" baseline="0" noProof="0" dirty="0">
                <a:ln>
                  <a:noFill/>
                </a:ln>
                <a:solidFill>
                  <a:prstClr val="black"/>
                </a:solidFill>
                <a:effectLst/>
                <a:uLnTx/>
                <a:uFillTx/>
                <a:latin typeface="Calibri" panose="020F0502020204030204"/>
                <a:ea typeface="+mn-ea"/>
                <a:cs typeface="+mn-cs"/>
              </a:rPr>
              <a:t>IEEE Transactions on Computer-Aided Design of Integrated Circuits and Systems</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vol. 40, no. 10, pp. 2117-2127, Oct. 2021. </a:t>
            </a:r>
            <a:r>
              <a:rPr kumimoji="0" lang="en-IN" sz="1067" b="1" i="1" u="none" strike="noStrike" kern="1200" cap="none" spc="0" normalizeH="0" baseline="0" noProof="0" dirty="0">
                <a:ln>
                  <a:noFill/>
                </a:ln>
                <a:solidFill>
                  <a:srgbClr val="000000"/>
                </a:solidFill>
                <a:effectLst/>
                <a:uLnTx/>
                <a:uFillTx/>
                <a:latin typeface="Calibri" panose="020F0502020204030204" pitchFamily="34" charset="0"/>
                <a:ea typeface="Lucida Sans" panose="020B0602030504020204" pitchFamily="34" charset="0"/>
                <a:cs typeface="Calibri" panose="020F0502020204030204" pitchFamily="34" charset="0"/>
              </a:rPr>
              <a:t>.</a:t>
            </a:r>
            <a:r>
              <a:rPr kumimoji="0" lang="en-US" sz="1067"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(IF 2.9).</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L. M. Dani,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 Sharma, and A.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Bulusu</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Variation-Aware Prediction of Circuit Performance in Near-Threshold Regime Using Supply-Independent Transition Threshold Points</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 in </a:t>
            </a:r>
            <a:r>
              <a:rPr kumimoji="0" lang="en-US" sz="1067" b="1" i="1" u="none" strike="noStrike" kern="1200" cap="none" spc="0" normalizeH="0" baseline="0" noProof="0" dirty="0">
                <a:ln>
                  <a:noFill/>
                </a:ln>
                <a:solidFill>
                  <a:prstClr val="black"/>
                </a:solidFill>
                <a:effectLst/>
                <a:uLnTx/>
                <a:uFillTx/>
                <a:latin typeface="Calibri" panose="020F0502020204030204"/>
                <a:ea typeface="+mn-ea"/>
                <a:cs typeface="+mn-cs"/>
              </a:rPr>
              <a:t>IEEE Transactions on Electron Devices</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vol. 66, no. 12, pp. 5065-5071, Dec. 2019. </a:t>
            </a:r>
            <a:r>
              <a:rPr kumimoji="0" lang="en-US" sz="1067" b="1" i="0" u="none" strike="noStrike" kern="1200" cap="none" spc="0" normalizeH="0" baseline="0" noProof="0" dirty="0">
                <a:ln>
                  <a:noFill/>
                </a:ln>
                <a:solidFill>
                  <a:srgbClr val="FF0000"/>
                </a:solidFill>
                <a:effectLst/>
                <a:uLnTx/>
                <a:uFillTx/>
                <a:latin typeface="Calibri" panose="020F0502020204030204"/>
                <a:ea typeface="+mn-ea"/>
                <a:cs typeface="+mn-cs"/>
              </a:rPr>
              <a:t>(IF 3.1).</a:t>
            </a:r>
            <a:endParaRPr kumimoji="0" lang="en-US" sz="1067"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L. Dani,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 </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and B. Anand,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MOS Varactor RO Architectures in Near Threshold Regime Using Forward Body Biasing Techniques</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1" i="1" u="none" strike="noStrike" kern="1200" cap="none" spc="0" normalizeH="0" baseline="0" noProof="0" dirty="0">
                <a:ln>
                  <a:noFill/>
                </a:ln>
                <a:solidFill>
                  <a:prstClr val="black"/>
                </a:solidFill>
                <a:effectLst/>
                <a:uLnTx/>
                <a:uFillTx/>
                <a:latin typeface="Calibri" panose="020F0502020204030204"/>
                <a:ea typeface="+mn-ea"/>
                <a:cs typeface="+mn-cs"/>
              </a:rPr>
              <a:t>2019 32nd International Conference on VLSI Design and 2019 18th International Conference on Embedded Systems (VLSID), Delhi, NCR, India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2019, pp. 41-45.</a:t>
            </a:r>
          </a:p>
          <a:p>
            <a:pPr marL="304792" marR="0" lvl="0" indent="-304792"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L. M. Dani, </a:t>
            </a:r>
            <a:r>
              <a:rPr kumimoji="0" lang="en-US" sz="1200" b="1" i="0" u="none" strike="noStrike" kern="1200" cap="none" spc="0" normalizeH="0" baseline="0" noProof="0" dirty="0">
                <a:ln>
                  <a:noFill/>
                </a:ln>
                <a:solidFill>
                  <a:srgbClr val="FFC000"/>
                </a:solidFill>
                <a:effectLst/>
                <a:uLnTx/>
                <a:uFillTx/>
                <a:latin typeface="Calibri" panose="020F0502020204030204"/>
                <a:ea typeface="+mn-ea"/>
                <a:cs typeface="+mn-cs"/>
              </a:rPr>
              <a:t>Neeraj Mishra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S. K.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Banchhor</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S.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Miryala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 </a:t>
            </a:r>
            <a:r>
              <a:rPr kumimoji="0" lang="en-US" sz="1067" b="0" i="0" u="none" strike="noStrike" kern="1200" cap="none" spc="0" normalizeH="0" baseline="0" noProof="0" dirty="0" err="1">
                <a:ln>
                  <a:noFill/>
                </a:ln>
                <a:solidFill>
                  <a:prstClr val="black"/>
                </a:solidFill>
                <a:effectLst/>
                <a:uLnTx/>
                <a:uFillTx/>
                <a:latin typeface="Calibri" panose="020F0502020204030204"/>
                <a:ea typeface="+mn-ea"/>
                <a:cs typeface="+mn-cs"/>
              </a:rPr>
              <a:t>Doneria</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and B. Anand, "</a:t>
            </a:r>
            <a:r>
              <a:rPr kumimoji="0" lang="en-US" sz="1067" b="1" i="0" u="none" strike="noStrike" kern="1200" cap="none" spc="0" normalizeH="0" baseline="0" noProof="0" dirty="0">
                <a:ln>
                  <a:noFill/>
                </a:ln>
                <a:solidFill>
                  <a:srgbClr val="0070C0"/>
                </a:solidFill>
                <a:effectLst/>
                <a:uLnTx/>
                <a:uFillTx/>
                <a:latin typeface="Calibri" panose="020F0502020204030204"/>
                <a:ea typeface="+mn-ea"/>
                <a:cs typeface="+mn-cs"/>
              </a:rPr>
              <a:t>Design and Characterization of Bulk Driven MOS Varactor based VCO at Near Threshold Regime</a:t>
            </a:r>
            <a:r>
              <a:rPr kumimoji="0" lang="en-US" sz="1067"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67" b="1" i="1" u="none" strike="noStrike" kern="1200" cap="none" spc="0" normalizeH="0" baseline="0" noProof="0" dirty="0">
                <a:ln>
                  <a:noFill/>
                </a:ln>
                <a:solidFill>
                  <a:prstClr val="black"/>
                </a:solidFill>
                <a:effectLst/>
                <a:uLnTx/>
                <a:uFillTx/>
                <a:latin typeface="Calibri" panose="020F0502020204030204"/>
                <a:ea typeface="+mn-ea"/>
                <a:cs typeface="+mn-cs"/>
              </a:rPr>
              <a:t>2018 IEEE SOI-3D-Subthreshold Microelectronics Technology Unified Conference (S3S), Burlingame, CA, USA, 2018</a:t>
            </a:r>
            <a:r>
              <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rPr>
              <a:t>,  pp. 1-2. </a:t>
            </a:r>
          </a:p>
        </p:txBody>
      </p:sp>
      <p:sp>
        <p:nvSpPr>
          <p:cNvPr id="16" name="TextBox 15">
            <a:extLst>
              <a:ext uri="{FF2B5EF4-FFF2-40B4-BE49-F238E27FC236}">
                <a16:creationId xmlns:a16="http://schemas.microsoft.com/office/drawing/2014/main" id="{AD4C4C87-64DB-E897-FFD7-1E7143F330FB}"/>
              </a:ext>
            </a:extLst>
          </p:cNvPr>
          <p:cNvSpPr txBox="1"/>
          <p:nvPr/>
        </p:nvSpPr>
        <p:spPr>
          <a:xfrm>
            <a:off x="2952197" y="628260"/>
            <a:ext cx="6136640" cy="297454"/>
          </a:xfrm>
          <a:prstGeom prst="rect">
            <a:avLst/>
          </a:prstGeom>
          <a:noFill/>
        </p:spPr>
        <p:txBody>
          <a:bodyPr wrap="square">
            <a:spAutoFit/>
          </a:bodyPr>
          <a:lstStyle/>
          <a:p>
            <a:pPr marL="285750" marR="0" lvl="0" indent="-2857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33" b="1" i="0" u="sng" strike="noStrike" kern="1200" cap="none" spc="0" normalizeH="0" baseline="0" noProof="0" dirty="0">
                <a:ln>
                  <a:noFill/>
                </a:ln>
                <a:solidFill>
                  <a:srgbClr val="00B050"/>
                </a:solidFill>
                <a:effectLst/>
                <a:uLnTx/>
                <a:uFillTx/>
                <a:latin typeface="Calibri" panose="020F0502020204030204"/>
                <a:ea typeface="+mn-ea"/>
                <a:cs typeface="+mn-cs"/>
              </a:rPr>
              <a:t>As a First Author</a:t>
            </a:r>
          </a:p>
        </p:txBody>
      </p:sp>
      <p:sp>
        <p:nvSpPr>
          <p:cNvPr id="18" name="TextBox 17">
            <a:extLst>
              <a:ext uri="{FF2B5EF4-FFF2-40B4-BE49-F238E27FC236}">
                <a16:creationId xmlns:a16="http://schemas.microsoft.com/office/drawing/2014/main" id="{17C12FEC-0668-70AE-ACA5-D03014482FA3}"/>
              </a:ext>
            </a:extLst>
          </p:cNvPr>
          <p:cNvSpPr txBox="1"/>
          <p:nvPr/>
        </p:nvSpPr>
        <p:spPr>
          <a:xfrm>
            <a:off x="344464" y="2760370"/>
            <a:ext cx="11352107" cy="297454"/>
          </a:xfrm>
          <a:prstGeom prst="rect">
            <a:avLst/>
          </a:prstGeom>
          <a:noFill/>
        </p:spPr>
        <p:txBody>
          <a:bodyPr wrap="square">
            <a:spAutoFit/>
          </a:bodyPr>
          <a:lstStyle/>
          <a:p>
            <a:pPr marL="285750" marR="0" lvl="0" indent="-2857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33" b="1" i="0" u="sng" strike="noStrike" kern="1200" cap="none" spc="0" normalizeH="0" baseline="0" noProof="0" dirty="0">
                <a:ln>
                  <a:noFill/>
                </a:ln>
                <a:solidFill>
                  <a:srgbClr val="00B050"/>
                </a:solidFill>
                <a:effectLst/>
                <a:uLnTx/>
                <a:uFillTx/>
                <a:latin typeface="Calibri" panose="020F0502020204030204"/>
                <a:ea typeface="+mn-ea"/>
                <a:cs typeface="+mn-cs"/>
              </a:rPr>
              <a:t>Proposal Accepted IEEE Solid State Circuits Society (SSCS)  </a:t>
            </a:r>
            <a:r>
              <a:rPr kumimoji="0" lang="en-US" sz="1333" b="1" i="0" u="sng" strike="noStrike" kern="1200" cap="none" spc="0" normalizeH="0" baseline="0" noProof="0" dirty="0" err="1">
                <a:ln>
                  <a:noFill/>
                </a:ln>
                <a:solidFill>
                  <a:srgbClr val="00B050"/>
                </a:solidFill>
                <a:effectLst/>
                <a:uLnTx/>
                <a:uFillTx/>
                <a:latin typeface="Calibri" panose="020F0502020204030204"/>
                <a:ea typeface="+mn-ea"/>
                <a:cs typeface="+mn-cs"/>
              </a:rPr>
              <a:t>Plateform</a:t>
            </a:r>
            <a:r>
              <a:rPr kumimoji="0" lang="en-US" sz="1333" b="1" i="0" u="sng" strike="noStrike" kern="1200" cap="none" spc="0" normalizeH="0" baseline="0" noProof="0" dirty="0">
                <a:ln>
                  <a:noFill/>
                </a:ln>
                <a:solidFill>
                  <a:srgbClr val="00B050"/>
                </a:solidFill>
                <a:effectLst/>
                <a:uLnTx/>
                <a:uFillTx/>
                <a:latin typeface="Calibri" panose="020F0502020204030204"/>
                <a:ea typeface="+mn-ea"/>
                <a:cs typeface="+mn-cs"/>
              </a:rPr>
              <a:t> for IC design Outreach (PICO)  Design Contest</a:t>
            </a:r>
          </a:p>
        </p:txBody>
      </p:sp>
      <p:sp>
        <p:nvSpPr>
          <p:cNvPr id="23" name="TextBox 22">
            <a:extLst>
              <a:ext uri="{FF2B5EF4-FFF2-40B4-BE49-F238E27FC236}">
                <a16:creationId xmlns:a16="http://schemas.microsoft.com/office/drawing/2014/main" id="{49198384-C669-1A89-928E-E637C3337C23}"/>
              </a:ext>
            </a:extLst>
          </p:cNvPr>
          <p:cNvSpPr txBox="1"/>
          <p:nvPr/>
        </p:nvSpPr>
        <p:spPr>
          <a:xfrm>
            <a:off x="3088640" y="3641754"/>
            <a:ext cx="6136640" cy="297454"/>
          </a:xfrm>
          <a:prstGeom prst="rect">
            <a:avLst/>
          </a:prstGeom>
          <a:noFill/>
        </p:spPr>
        <p:txBody>
          <a:bodyPr wrap="square">
            <a:spAutoFit/>
          </a:bodyPr>
          <a:lstStyle/>
          <a:p>
            <a:pPr marL="285750" marR="0" lvl="0" indent="-28575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333" b="1" i="0" u="sng" strike="noStrike" kern="1200" cap="none" spc="0" normalizeH="0" baseline="0" noProof="0" dirty="0">
                <a:ln>
                  <a:noFill/>
                </a:ln>
                <a:solidFill>
                  <a:srgbClr val="00B050"/>
                </a:solidFill>
                <a:effectLst/>
                <a:uLnTx/>
                <a:uFillTx/>
                <a:latin typeface="Calibri" panose="020F0502020204030204"/>
                <a:ea typeface="+mn-ea"/>
                <a:cs typeface="+mn-cs"/>
              </a:rPr>
              <a:t>As a Co-Author</a:t>
            </a: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E40088A-D1AF-4BDF-AC48-6C4E5866539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6325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5" grpId="0" animBg="1"/>
      <p:bldP spid="24" grpId="0" animBg="1"/>
      <p:bldP spid="5" grpId="0"/>
      <p:bldP spid="10" grpId="0"/>
      <p:bldP spid="12" grpId="0"/>
      <p:bldP spid="16" grpId="0"/>
      <p:bldP spid="18"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890AB4-5CCB-AD5B-5083-A89331C9D11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36216C-5BC3-7C44-80F8-E30864FFC22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EC703BB6-3602-D1EF-559B-BD93DE844239}"/>
              </a:ext>
            </a:extLst>
          </p:cNvPr>
          <p:cNvGrpSpPr/>
          <p:nvPr/>
        </p:nvGrpSpPr>
        <p:grpSpPr>
          <a:xfrm>
            <a:off x="4488872" y="431409"/>
            <a:ext cx="3200401" cy="609095"/>
            <a:chOff x="4488872" y="431409"/>
            <a:chExt cx="3200401" cy="609095"/>
          </a:xfrm>
        </p:grpSpPr>
        <p:sp>
          <p:nvSpPr>
            <p:cNvPr id="5" name="Rectangle: Rounded Corners 4">
              <a:extLst>
                <a:ext uri="{FF2B5EF4-FFF2-40B4-BE49-F238E27FC236}">
                  <a16:creationId xmlns:a16="http://schemas.microsoft.com/office/drawing/2014/main" id="{67B3DF75-76F0-4EF8-C291-3D68A7564AC9}"/>
                </a:ext>
              </a:extLst>
            </p:cNvPr>
            <p:cNvSpPr/>
            <p:nvPr/>
          </p:nvSpPr>
          <p:spPr>
            <a:xfrm>
              <a:off x="4488872" y="443345"/>
              <a:ext cx="3200401" cy="597159"/>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11DD35A1-3838-B465-AFCC-F26B950B7081}"/>
                </a:ext>
              </a:extLst>
            </p:cNvPr>
            <p:cNvSpPr txBox="1"/>
            <p:nvPr/>
          </p:nvSpPr>
          <p:spPr>
            <a:xfrm>
              <a:off x="4538719" y="431409"/>
              <a:ext cx="3114572" cy="5027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sng" strike="noStrike" kern="1200" cap="none" spc="0" normalizeH="0" baseline="0" noProof="0" dirty="0">
                  <a:ln>
                    <a:noFill/>
                  </a:ln>
                  <a:solidFill>
                    <a:srgbClr val="00B050"/>
                  </a:solidFill>
                  <a:effectLst/>
                  <a:uLnTx/>
                  <a:uFillTx/>
                  <a:latin typeface="Calibri" panose="020F0502020204030204"/>
                  <a:ea typeface="+mn-ea"/>
                  <a:cs typeface="+mn-cs"/>
                </a:rPr>
                <a:t>Research Motivation</a:t>
              </a:r>
              <a:endParaRPr kumimoji="0" lang="en-BE" sz="2667" b="1" i="0" u="sng" strike="noStrike" kern="1200" cap="none" spc="0" normalizeH="0" baseline="0" noProof="0" dirty="0" err="1">
                <a:ln>
                  <a:noFill/>
                </a:ln>
                <a:solidFill>
                  <a:srgbClr val="00B050"/>
                </a:solidFill>
                <a:effectLst/>
                <a:uLnTx/>
                <a:uFillTx/>
                <a:latin typeface="Calibri" panose="020F0502020204030204"/>
                <a:ea typeface="+mn-ea"/>
                <a:cs typeface="+mn-cs"/>
              </a:endParaRPr>
            </a:p>
          </p:txBody>
        </p:sp>
      </p:grpSp>
      <p:grpSp>
        <p:nvGrpSpPr>
          <p:cNvPr id="10" name="Group 9">
            <a:extLst>
              <a:ext uri="{FF2B5EF4-FFF2-40B4-BE49-F238E27FC236}">
                <a16:creationId xmlns:a16="http://schemas.microsoft.com/office/drawing/2014/main" id="{2D06163D-7867-8744-8A15-CBA1CA87B32B}"/>
              </a:ext>
            </a:extLst>
          </p:cNvPr>
          <p:cNvGrpSpPr/>
          <p:nvPr/>
        </p:nvGrpSpPr>
        <p:grpSpPr>
          <a:xfrm>
            <a:off x="2522603" y="1593272"/>
            <a:ext cx="7015583" cy="1309040"/>
            <a:chOff x="2522603" y="1593272"/>
            <a:chExt cx="7015583" cy="1309040"/>
          </a:xfrm>
        </p:grpSpPr>
        <p:sp>
          <p:nvSpPr>
            <p:cNvPr id="7" name="Rectangle: Rounded Corners 6">
              <a:extLst>
                <a:ext uri="{FF2B5EF4-FFF2-40B4-BE49-F238E27FC236}">
                  <a16:creationId xmlns:a16="http://schemas.microsoft.com/office/drawing/2014/main" id="{22B13B17-E2DF-91F1-CC73-E2B3E807EC31}"/>
                </a:ext>
              </a:extLst>
            </p:cNvPr>
            <p:cNvSpPr/>
            <p:nvPr/>
          </p:nvSpPr>
          <p:spPr>
            <a:xfrm>
              <a:off x="2881745" y="1593272"/>
              <a:ext cx="6317673" cy="1260764"/>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7108591-2868-87AF-58D6-3C035AB33CE1}"/>
                </a:ext>
              </a:extLst>
            </p:cNvPr>
            <p:cNvSpPr txBox="1"/>
            <p:nvPr/>
          </p:nvSpPr>
          <p:spPr>
            <a:xfrm>
              <a:off x="2522603" y="1701791"/>
              <a:ext cx="7015583" cy="1200521"/>
            </a:xfrm>
            <a:prstGeom prst="rect">
              <a:avLst/>
            </a:prstGeom>
            <a:noFill/>
          </p:spPr>
          <p:txBody>
            <a:bodyPr wrap="square" rtlCol="0">
              <a:spAutoFit/>
            </a:bodyPr>
            <a:lstStyle/>
            <a:p>
              <a:pPr marL="342900" marR="0" lvl="0" indent="-34290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67" b="1" i="0" u="sng" strike="noStrike" kern="1200" cap="none" spc="0" normalizeH="0" baseline="0" noProof="0" dirty="0">
                  <a:ln>
                    <a:noFill/>
                  </a:ln>
                  <a:solidFill>
                    <a:srgbClr val="00B050"/>
                  </a:solidFill>
                  <a:effectLst/>
                  <a:uLnTx/>
                  <a:uFillTx/>
                  <a:latin typeface="Calibri" panose="020F0502020204030204"/>
                  <a:ea typeface="+mn-ea"/>
                  <a:cs typeface="+mn-cs"/>
                </a:rPr>
                <a:t>Key Highlights</a:t>
              </a:r>
            </a:p>
            <a:p>
              <a:pPr marL="228594" marR="0" lvl="0" indent="-228594"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1" i="0" u="none" strike="noStrike" kern="1200" cap="none" spc="0" normalizeH="0" baseline="0" noProof="0" dirty="0">
                  <a:ln>
                    <a:noFill/>
                  </a:ln>
                  <a:solidFill>
                    <a:srgbClr val="002060"/>
                  </a:solidFill>
                  <a:effectLst/>
                  <a:uLnTx/>
                  <a:uFillTx/>
                  <a:latin typeface="Calibri" panose="020F0502020204030204"/>
                  <a:ea typeface="+mn-ea"/>
                  <a:cs typeface="+mn-cs"/>
                </a:rPr>
                <a:t>Requirement of high-speed multi-phase clock generation for achieving high performance systems. </a:t>
              </a:r>
            </a:p>
            <a:p>
              <a:pPr marL="228594" marR="0" lvl="0" indent="-228594"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BE" sz="1600" b="0" i="0" u="none" strike="noStrike" kern="1200" cap="none" spc="0" normalizeH="0" baseline="0" noProof="0" dirty="0" err="1">
                <a:ln>
                  <a:noFill/>
                </a:ln>
                <a:solidFill>
                  <a:prstClr val="black"/>
                </a:solidFill>
                <a:effectLst/>
                <a:uLnTx/>
                <a:uFillTx/>
                <a:latin typeface="Calibri" panose="020F0502020204030204"/>
                <a:ea typeface="+mn-ea"/>
                <a:cs typeface="+mn-cs"/>
              </a:endParaRPr>
            </a:p>
          </p:txBody>
        </p:sp>
      </p:grpSp>
      <p:grpSp>
        <p:nvGrpSpPr>
          <p:cNvPr id="11" name="Group 10">
            <a:extLst>
              <a:ext uri="{FF2B5EF4-FFF2-40B4-BE49-F238E27FC236}">
                <a16:creationId xmlns:a16="http://schemas.microsoft.com/office/drawing/2014/main" id="{91E601EC-BB62-7CE9-DEDB-2D81888E996D}"/>
              </a:ext>
            </a:extLst>
          </p:cNvPr>
          <p:cNvGrpSpPr/>
          <p:nvPr/>
        </p:nvGrpSpPr>
        <p:grpSpPr>
          <a:xfrm>
            <a:off x="812799" y="3449783"/>
            <a:ext cx="10908146" cy="3186544"/>
            <a:chOff x="812799" y="3449783"/>
            <a:chExt cx="10908146" cy="3186544"/>
          </a:xfrm>
        </p:grpSpPr>
        <p:sp>
          <p:nvSpPr>
            <p:cNvPr id="8" name="Rectangle: Rounded Corners 7">
              <a:extLst>
                <a:ext uri="{FF2B5EF4-FFF2-40B4-BE49-F238E27FC236}">
                  <a16:creationId xmlns:a16="http://schemas.microsoft.com/office/drawing/2014/main" id="{2B929AFD-053F-AAA3-B063-93EC96D7EAC9}"/>
                </a:ext>
              </a:extLst>
            </p:cNvPr>
            <p:cNvSpPr/>
            <p:nvPr/>
          </p:nvSpPr>
          <p:spPr>
            <a:xfrm>
              <a:off x="845127" y="3449783"/>
              <a:ext cx="10875818" cy="3186544"/>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1E9C3BA8-BCC3-B930-AA15-F4A287499818}"/>
                </a:ext>
              </a:extLst>
            </p:cNvPr>
            <p:cNvSpPr txBox="1"/>
            <p:nvPr/>
          </p:nvSpPr>
          <p:spPr>
            <a:xfrm>
              <a:off x="812799" y="3500167"/>
              <a:ext cx="10769600" cy="3088089"/>
            </a:xfrm>
            <a:prstGeom prst="rect">
              <a:avLst/>
            </a:prstGeom>
            <a:noFill/>
          </p:spPr>
          <p:txBody>
            <a:bodyPr wrap="square">
              <a:spAutoFit/>
            </a:bodyPr>
            <a:lstStyle/>
            <a:p>
              <a:pPr marL="457200" marR="0" lvl="0" indent="-457200" algn="ctr"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667" b="1" i="0" u="sng" strike="noStrike" kern="1200" cap="none" spc="0" normalizeH="0" baseline="0" noProof="0" dirty="0">
                  <a:ln>
                    <a:noFill/>
                  </a:ln>
                  <a:solidFill>
                    <a:srgbClr val="00B050"/>
                  </a:solidFill>
                  <a:effectLst/>
                  <a:uLnTx/>
                  <a:uFillTx/>
                  <a:latin typeface="Calibri" panose="020F0502020204030204"/>
                  <a:ea typeface="+mn-ea"/>
                  <a:cs typeface="+mn-cs"/>
                </a:rPr>
                <a:t>Key Outcomes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002060"/>
                  </a:solidFill>
                  <a:effectLst/>
                  <a:uLnTx/>
                  <a:uFillTx/>
                  <a:latin typeface="Calibri" panose="020F0502020204030204"/>
                  <a:ea typeface="+mn-ea"/>
                  <a:cs typeface="+mn-cs"/>
                </a:rPr>
                <a:t>Purpose</a:t>
              </a:r>
              <a:r>
                <a:rPr kumimoji="0" lang="en-GB" sz="1800" b="0" i="0" u="none" strike="noStrike" kern="1200" cap="none" spc="0" normalizeH="0" baseline="0" noProof="0" dirty="0">
                  <a:ln>
                    <a:noFill/>
                  </a:ln>
                  <a:solidFill>
                    <a:srgbClr val="002060"/>
                  </a:solidFill>
                  <a:effectLst/>
                  <a:uLnTx/>
                  <a:uFillTx/>
                  <a:latin typeface="Calibri" panose="020F0502020204030204"/>
                  <a:ea typeface="+mn-ea"/>
                  <a:cs typeface="+mn-cs"/>
                </a:rPr>
                <a:t>: Multi-phase clock generators (MPCGs) play a pivotal role in local clock generation within each transceiver lane. They create multi-phase sampling clocks to enhance the sampling rate or generate multi-phase input clocks for phase interpolators (PIs).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1200" cap="none" spc="0" normalizeH="0" baseline="0" noProof="0" dirty="0">
                  <a:ln>
                    <a:noFill/>
                  </a:ln>
                  <a:solidFill>
                    <a:srgbClr val="002060"/>
                  </a:solidFill>
                  <a:effectLst/>
                  <a:uLnTx/>
                  <a:uFillTx/>
                  <a:latin typeface="Calibri" panose="020F0502020204030204"/>
                  <a:ea typeface="+mn-ea"/>
                  <a:cs typeface="+mn-cs"/>
                </a:rPr>
                <a:t>Trade-offs</a:t>
              </a:r>
              <a:r>
                <a:rPr kumimoji="0" lang="en-GB" sz="1800" b="0" i="0" u="none" strike="noStrike" kern="1200" cap="none" spc="0" normalizeH="0" baseline="0" noProof="0" dirty="0">
                  <a:ln>
                    <a:noFill/>
                  </a:ln>
                  <a:solidFill>
                    <a:srgbClr val="002060"/>
                  </a:solidFill>
                  <a:effectLst/>
                  <a:uLnTx/>
                  <a:uFillTx/>
                  <a:latin typeface="Calibri" panose="020F0502020204030204"/>
                  <a:ea typeface="+mn-ea"/>
                  <a:cs typeface="+mn-cs"/>
                </a:rPr>
                <a:t>: Conventional techniques face trade-offs between Phase Noise, power consumption, and phase accuracy.</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457200" marR="0" lvl="1"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Calibri" panose="020F0502020204030204"/>
                  <a:ea typeface="+mn-ea"/>
                  <a:cs typeface="+mn-cs"/>
                </a:rPr>
                <a:t>In summary, the pursuit of high-speed, high-performance systems necessitates innovative clocking solutions that balance accuracy, power efficiency, and linearity in multi-phase clock generation.</a:t>
              </a:r>
              <a:endParaRPr kumimoji="0" lang="en-GB" sz="18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grpSp>
      <p:sp>
        <p:nvSpPr>
          <p:cNvPr id="12" name="Date Placeholder 1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6E99101-B3F5-42E3-AE1D-A8D26C10DA96}"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3" name="Footer Placeholder 1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0766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73E77142-F976-B387-DF46-63BDA13B4C9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10" name="Rectangle 9">
            <a:extLst>
              <a:ext uri="{FF2B5EF4-FFF2-40B4-BE49-F238E27FC236}">
                <a16:creationId xmlns:a16="http://schemas.microsoft.com/office/drawing/2014/main" id="{56728CF9-DFE0-7529-651F-5D054A9E010F}"/>
              </a:ext>
            </a:extLst>
          </p:cNvPr>
          <p:cNvSpPr/>
          <p:nvPr/>
        </p:nvSpPr>
        <p:spPr>
          <a:xfrm>
            <a:off x="541020" y="4888080"/>
            <a:ext cx="10561320" cy="1284120"/>
          </a:xfrm>
          <a:prstGeom prst="rect">
            <a:avLst/>
          </a:prstGeom>
          <a:solidFill>
            <a:schemeClr val="bg1">
              <a:lumMod val="95000"/>
            </a:schemeClr>
          </a:solid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solidFill>
                  <a:srgbClr val="00B050"/>
                </a:solidFill>
              </a:ln>
              <a:solidFill>
                <a:prstClr val="white"/>
              </a:solidFill>
              <a:effectLst/>
              <a:uLnTx/>
              <a:uFillTx/>
              <a:latin typeface="Calibri" panose="020F0502020204030204"/>
              <a:ea typeface="+mn-ea"/>
              <a:cs typeface="+mn-cs"/>
            </a:endParaRPr>
          </a:p>
        </p:txBody>
      </p:sp>
      <p:sp>
        <p:nvSpPr>
          <p:cNvPr id="4" name="object 2">
            <a:extLst>
              <a:ext uri="{FF2B5EF4-FFF2-40B4-BE49-F238E27FC236}">
                <a16:creationId xmlns:a16="http://schemas.microsoft.com/office/drawing/2014/main" id="{ED16B5C4-3B10-08F6-9C3E-999F63D68773}"/>
              </a:ext>
            </a:extLst>
          </p:cNvPr>
          <p:cNvSpPr txBox="1">
            <a:spLocks noGrp="1"/>
          </p:cNvSpPr>
          <p:nvPr>
            <p:ph type="title"/>
          </p:nvPr>
        </p:nvSpPr>
        <p:spPr>
          <a:xfrm>
            <a:off x="133351" y="-21173"/>
            <a:ext cx="7811769" cy="504625"/>
          </a:xfrm>
          <a:prstGeom prst="rect">
            <a:avLst/>
          </a:prstGeom>
        </p:spPr>
        <p:txBody>
          <a:bodyPr vert="horz" wrap="square" lIns="0" tIns="12065" rIns="0" bIns="0" rtlCol="0">
            <a:spAutoFit/>
          </a:bodyPr>
          <a:lstStyle/>
          <a:p>
            <a:pPr marL="13335">
              <a:lnSpc>
                <a:spcPct val="100000"/>
              </a:lnSpc>
              <a:spcBef>
                <a:spcPts val="95"/>
              </a:spcBef>
            </a:pPr>
            <a:r>
              <a:rPr sz="3200" b="1" dirty="0">
                <a:solidFill>
                  <a:srgbClr val="002060"/>
                </a:solidFill>
                <a:latin typeface="+mn-lt"/>
              </a:rPr>
              <a:t>Trend</a:t>
            </a:r>
            <a:r>
              <a:rPr sz="3200" b="1" spc="-40" dirty="0">
                <a:solidFill>
                  <a:srgbClr val="002060"/>
                </a:solidFill>
                <a:latin typeface="+mn-lt"/>
              </a:rPr>
              <a:t> </a:t>
            </a:r>
            <a:r>
              <a:rPr sz="3200" b="1" dirty="0">
                <a:solidFill>
                  <a:srgbClr val="002060"/>
                </a:solidFill>
                <a:latin typeface="+mn-lt"/>
              </a:rPr>
              <a:t>of</a:t>
            </a:r>
            <a:r>
              <a:rPr sz="3200" b="1" spc="-30" dirty="0">
                <a:solidFill>
                  <a:srgbClr val="002060"/>
                </a:solidFill>
                <a:latin typeface="+mn-lt"/>
              </a:rPr>
              <a:t> </a:t>
            </a:r>
            <a:r>
              <a:rPr sz="3200" b="1" spc="-10" dirty="0">
                <a:solidFill>
                  <a:srgbClr val="002060"/>
                </a:solidFill>
                <a:latin typeface="+mn-lt"/>
              </a:rPr>
              <a:t>Ever-</a:t>
            </a:r>
            <a:r>
              <a:rPr sz="3200" b="1" dirty="0">
                <a:solidFill>
                  <a:srgbClr val="002060"/>
                </a:solidFill>
                <a:latin typeface="+mn-lt"/>
              </a:rPr>
              <a:t>Increasing</a:t>
            </a:r>
            <a:r>
              <a:rPr sz="3200" b="1" spc="-35" dirty="0">
                <a:solidFill>
                  <a:srgbClr val="002060"/>
                </a:solidFill>
                <a:latin typeface="+mn-lt"/>
              </a:rPr>
              <a:t> </a:t>
            </a:r>
            <a:r>
              <a:rPr sz="3200" b="1" dirty="0">
                <a:solidFill>
                  <a:srgbClr val="002060"/>
                </a:solidFill>
                <a:latin typeface="+mn-lt"/>
              </a:rPr>
              <a:t>Data</a:t>
            </a:r>
            <a:r>
              <a:rPr sz="3200" b="1" spc="-35" dirty="0">
                <a:solidFill>
                  <a:srgbClr val="002060"/>
                </a:solidFill>
                <a:latin typeface="+mn-lt"/>
              </a:rPr>
              <a:t> </a:t>
            </a:r>
            <a:r>
              <a:rPr sz="3200" b="1" spc="-20" dirty="0">
                <a:solidFill>
                  <a:srgbClr val="002060"/>
                </a:solidFill>
                <a:latin typeface="+mn-lt"/>
              </a:rPr>
              <a:t>Rate</a:t>
            </a:r>
          </a:p>
        </p:txBody>
      </p:sp>
      <p:sp>
        <p:nvSpPr>
          <p:cNvPr id="5" name="object 3">
            <a:extLst>
              <a:ext uri="{FF2B5EF4-FFF2-40B4-BE49-F238E27FC236}">
                <a16:creationId xmlns:a16="http://schemas.microsoft.com/office/drawing/2014/main" id="{A5FE569A-9D99-7708-6F3B-391A4EF17968}"/>
              </a:ext>
            </a:extLst>
          </p:cNvPr>
          <p:cNvSpPr txBox="1"/>
          <p:nvPr/>
        </p:nvSpPr>
        <p:spPr>
          <a:xfrm>
            <a:off x="834644" y="4803140"/>
            <a:ext cx="10168255" cy="1342390"/>
          </a:xfrm>
          <a:prstGeom prst="rect">
            <a:avLst/>
          </a:prstGeom>
        </p:spPr>
        <p:txBody>
          <a:bodyPr vert="horz" wrap="square" lIns="0" tIns="85725" rIns="0" bIns="0" rtlCol="0">
            <a:spAutoFit/>
          </a:bodyPr>
          <a:lstStyle/>
          <a:p>
            <a:pPr marL="482600" indent="-469900">
              <a:lnSpc>
                <a:spcPct val="100000"/>
              </a:lnSpc>
              <a:spcBef>
                <a:spcPts val="675"/>
              </a:spcBef>
              <a:buClr>
                <a:srgbClr val="CC0000"/>
              </a:buClr>
              <a:buSzPct val="79166"/>
              <a:buFont typeface="Wingdings"/>
              <a:buChar char=""/>
              <a:tabLst>
                <a:tab pos="482600" algn="l"/>
              </a:tabLst>
            </a:pPr>
            <a:r>
              <a:rPr sz="2400" dirty="0">
                <a:solidFill>
                  <a:srgbClr val="FFC000"/>
                </a:solidFill>
                <a:latin typeface="Calibri" panose="020F0502020204030204" pitchFamily="34" charset="0"/>
                <a:cs typeface="Calibri" panose="020F0502020204030204" pitchFamily="34" charset="0"/>
              </a:rPr>
              <a:t>PAM4</a:t>
            </a:r>
            <a:r>
              <a:rPr sz="2400" spc="-65" dirty="0">
                <a:solidFill>
                  <a:srgbClr val="FFC000"/>
                </a:solidFill>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based</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transceivers</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drive</a:t>
            </a:r>
            <a:r>
              <a:rPr sz="2400" spc="-6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the</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data</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rate</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beyond</a:t>
            </a:r>
            <a:r>
              <a:rPr sz="2400" spc="-65" dirty="0">
                <a:latin typeface="Calibri" panose="020F0502020204030204" pitchFamily="34" charset="0"/>
                <a:cs typeface="Calibri" panose="020F0502020204030204" pitchFamily="34" charset="0"/>
              </a:rPr>
              <a:t> </a:t>
            </a:r>
            <a:r>
              <a:rPr sz="2400" spc="-10" dirty="0">
                <a:solidFill>
                  <a:srgbClr val="FFC000"/>
                </a:solidFill>
                <a:latin typeface="Calibri" panose="020F0502020204030204" pitchFamily="34" charset="0"/>
                <a:cs typeface="Calibri" panose="020F0502020204030204" pitchFamily="34" charset="0"/>
              </a:rPr>
              <a:t>100GBit/s</a:t>
            </a:r>
            <a:endParaRPr sz="2400" dirty="0">
              <a:latin typeface="Calibri" panose="020F0502020204030204" pitchFamily="34" charset="0"/>
              <a:cs typeface="Calibri" panose="020F0502020204030204" pitchFamily="34" charset="0"/>
            </a:endParaRPr>
          </a:p>
          <a:p>
            <a:pPr marL="482600" indent="-469900">
              <a:lnSpc>
                <a:spcPct val="100000"/>
              </a:lnSpc>
              <a:spcBef>
                <a:spcPts val="575"/>
              </a:spcBef>
              <a:buClr>
                <a:srgbClr val="CC0000"/>
              </a:buClr>
              <a:buSzPct val="79166"/>
              <a:buFont typeface="Wingdings"/>
              <a:buChar char=""/>
              <a:tabLst>
                <a:tab pos="482600" algn="l"/>
              </a:tabLst>
            </a:pPr>
            <a:r>
              <a:rPr sz="2400" dirty="0">
                <a:solidFill>
                  <a:srgbClr val="FFC000"/>
                </a:solidFill>
                <a:latin typeface="Calibri" panose="020F0502020204030204" pitchFamily="34" charset="0"/>
                <a:cs typeface="Calibri" panose="020F0502020204030204" pitchFamily="34" charset="0"/>
              </a:rPr>
              <a:t>7nm</a:t>
            </a:r>
            <a:r>
              <a:rPr sz="2400" spc="-60" dirty="0">
                <a:solidFill>
                  <a:srgbClr val="FFC000"/>
                </a:solidFill>
                <a:latin typeface="Calibri" panose="020F0502020204030204" pitchFamily="34" charset="0"/>
                <a:cs typeface="Calibri" panose="020F0502020204030204" pitchFamily="34" charset="0"/>
              </a:rPr>
              <a:t> </a:t>
            </a:r>
            <a:r>
              <a:rPr sz="2400" dirty="0">
                <a:solidFill>
                  <a:srgbClr val="FFC000"/>
                </a:solidFill>
                <a:latin typeface="Calibri" panose="020F0502020204030204" pitchFamily="34" charset="0"/>
                <a:cs typeface="Calibri" panose="020F0502020204030204" pitchFamily="34" charset="0"/>
              </a:rPr>
              <a:t>CMOS</a:t>
            </a:r>
            <a:r>
              <a:rPr sz="2400" spc="-90" dirty="0">
                <a:solidFill>
                  <a:srgbClr val="FFC000"/>
                </a:solidFill>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technology</a:t>
            </a:r>
            <a:r>
              <a:rPr sz="2400" spc="-4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enables</a:t>
            </a:r>
            <a:r>
              <a:rPr sz="2400" spc="-60" dirty="0">
                <a:latin typeface="Calibri" panose="020F0502020204030204" pitchFamily="34" charset="0"/>
                <a:cs typeface="Calibri" panose="020F0502020204030204" pitchFamily="34" charset="0"/>
              </a:rPr>
              <a:t> </a:t>
            </a:r>
            <a:r>
              <a:rPr sz="2400" spc="-20" dirty="0">
                <a:latin typeface="Calibri" panose="020F0502020204030204" pitchFamily="34" charset="0"/>
                <a:cs typeface="Calibri" panose="020F0502020204030204" pitchFamily="34" charset="0"/>
              </a:rPr>
              <a:t>power-</a:t>
            </a:r>
            <a:r>
              <a:rPr sz="2400" dirty="0">
                <a:latin typeface="Calibri" panose="020F0502020204030204" pitchFamily="34" charset="0"/>
                <a:cs typeface="Calibri" panose="020F0502020204030204" pitchFamily="34" charset="0"/>
              </a:rPr>
              <a:t>efficiency</a:t>
            </a:r>
            <a:r>
              <a:rPr sz="2400" spc="-55" dirty="0">
                <a:latin typeface="Calibri" panose="020F0502020204030204" pitchFamily="34" charset="0"/>
                <a:cs typeface="Calibri" panose="020F0502020204030204" pitchFamily="34" charset="0"/>
              </a:rPr>
              <a:t> </a:t>
            </a:r>
            <a:r>
              <a:rPr sz="2400" spc="-10" dirty="0">
                <a:solidFill>
                  <a:srgbClr val="FFC000"/>
                </a:solidFill>
                <a:latin typeface="Calibri" panose="020F0502020204030204" pitchFamily="34" charset="0"/>
                <a:cs typeface="Calibri" panose="020F0502020204030204" pitchFamily="34" charset="0"/>
              </a:rPr>
              <a:t>&lt;10pJ/conv.</a:t>
            </a:r>
            <a:endParaRPr sz="2400" dirty="0">
              <a:latin typeface="Calibri" panose="020F0502020204030204" pitchFamily="34" charset="0"/>
              <a:cs typeface="Calibri" panose="020F0502020204030204" pitchFamily="34" charset="0"/>
            </a:endParaRPr>
          </a:p>
          <a:p>
            <a:pPr marL="482600" indent="-469900">
              <a:lnSpc>
                <a:spcPct val="100000"/>
              </a:lnSpc>
              <a:spcBef>
                <a:spcPts val="575"/>
              </a:spcBef>
              <a:buClr>
                <a:srgbClr val="CC0000"/>
              </a:buClr>
              <a:buSzPct val="79166"/>
              <a:buFont typeface="Wingdings"/>
              <a:buChar char=""/>
              <a:tabLst>
                <a:tab pos="482600" algn="l"/>
              </a:tabLst>
            </a:pPr>
            <a:r>
              <a:rPr sz="2400" dirty="0">
                <a:latin typeface="Calibri" panose="020F0502020204030204" pitchFamily="34" charset="0"/>
                <a:cs typeface="Calibri" panose="020F0502020204030204" pitchFamily="34" charset="0"/>
              </a:rPr>
              <a:t>Details</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of</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the</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wireline</a:t>
            </a:r>
            <a:r>
              <a:rPr sz="2400" spc="-55"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transceiver</a:t>
            </a:r>
            <a:r>
              <a:rPr sz="2400" spc="-70" dirty="0">
                <a:latin typeface="Calibri" panose="020F0502020204030204" pitchFamily="34" charset="0"/>
                <a:cs typeface="Calibri" panose="020F0502020204030204" pitchFamily="34" charset="0"/>
              </a:rPr>
              <a:t> </a:t>
            </a:r>
            <a:r>
              <a:rPr sz="2400" dirty="0">
                <a:latin typeface="Calibri" panose="020F0502020204030204" pitchFamily="34" charset="0"/>
                <a:cs typeface="Calibri" panose="020F0502020204030204" pitchFamily="34" charset="0"/>
              </a:rPr>
              <a:t>survey</a:t>
            </a:r>
          </a:p>
        </p:txBody>
      </p:sp>
      <p:grpSp>
        <p:nvGrpSpPr>
          <p:cNvPr id="16" name="Group 15">
            <a:extLst>
              <a:ext uri="{FF2B5EF4-FFF2-40B4-BE49-F238E27FC236}">
                <a16:creationId xmlns:a16="http://schemas.microsoft.com/office/drawing/2014/main" id="{0C015582-3730-B74A-4248-EB91A3FEB756}"/>
              </a:ext>
            </a:extLst>
          </p:cNvPr>
          <p:cNvGrpSpPr/>
          <p:nvPr/>
        </p:nvGrpSpPr>
        <p:grpSpPr>
          <a:xfrm>
            <a:off x="547369" y="814954"/>
            <a:ext cx="11251692" cy="3675126"/>
            <a:chOff x="547369" y="814954"/>
            <a:chExt cx="11251692" cy="3675126"/>
          </a:xfrm>
        </p:grpSpPr>
        <p:pic>
          <p:nvPicPr>
            <p:cNvPr id="7" name="object 5">
              <a:extLst>
                <a:ext uri="{FF2B5EF4-FFF2-40B4-BE49-F238E27FC236}">
                  <a16:creationId xmlns:a16="http://schemas.microsoft.com/office/drawing/2014/main" id="{E23BBE1D-AA0F-6A3C-6EA9-0AF4AFA10F75}"/>
                </a:ext>
              </a:extLst>
            </p:cNvPr>
            <p:cNvPicPr/>
            <p:nvPr/>
          </p:nvPicPr>
          <p:blipFill>
            <a:blip r:embed="rId2" cstate="print"/>
            <a:stretch>
              <a:fillRect/>
            </a:stretch>
          </p:blipFill>
          <p:spPr>
            <a:xfrm>
              <a:off x="547369" y="814954"/>
              <a:ext cx="11251692" cy="3675126"/>
            </a:xfrm>
            <a:prstGeom prst="rect">
              <a:avLst/>
            </a:prstGeom>
            <a:ln w="38100">
              <a:solidFill>
                <a:srgbClr val="C00000"/>
              </a:solidFill>
            </a:ln>
          </p:spPr>
        </p:pic>
        <p:sp>
          <p:nvSpPr>
            <p:cNvPr id="8" name="object 6">
              <a:extLst>
                <a:ext uri="{FF2B5EF4-FFF2-40B4-BE49-F238E27FC236}">
                  <a16:creationId xmlns:a16="http://schemas.microsoft.com/office/drawing/2014/main" id="{E9B73A4D-B429-BD6D-EC19-04574D7B2BA1}"/>
                </a:ext>
              </a:extLst>
            </p:cNvPr>
            <p:cNvSpPr/>
            <p:nvPr/>
          </p:nvSpPr>
          <p:spPr>
            <a:xfrm>
              <a:off x="2935635" y="1212954"/>
              <a:ext cx="8243570" cy="1891030"/>
            </a:xfrm>
            <a:custGeom>
              <a:avLst/>
              <a:gdLst/>
              <a:ahLst/>
              <a:cxnLst/>
              <a:rect l="l" t="t" r="r" b="b"/>
              <a:pathLst>
                <a:path w="8243570" h="1891029">
                  <a:moveTo>
                    <a:pt x="1682496" y="216408"/>
                  </a:moveTo>
                  <a:lnTo>
                    <a:pt x="1662684" y="25908"/>
                  </a:lnTo>
                  <a:lnTo>
                    <a:pt x="1522476" y="156210"/>
                  </a:lnTo>
                  <a:lnTo>
                    <a:pt x="1575676" y="176225"/>
                  </a:lnTo>
                  <a:lnTo>
                    <a:pt x="1557528" y="224790"/>
                  </a:lnTo>
                  <a:lnTo>
                    <a:pt x="1538478" y="272796"/>
                  </a:lnTo>
                  <a:lnTo>
                    <a:pt x="1501140" y="363474"/>
                  </a:lnTo>
                  <a:lnTo>
                    <a:pt x="1482090" y="406908"/>
                  </a:lnTo>
                  <a:lnTo>
                    <a:pt x="1463802" y="449580"/>
                  </a:lnTo>
                  <a:lnTo>
                    <a:pt x="1427226" y="530352"/>
                  </a:lnTo>
                  <a:lnTo>
                    <a:pt x="1390650" y="606552"/>
                  </a:lnTo>
                  <a:lnTo>
                    <a:pt x="1371600" y="643128"/>
                  </a:lnTo>
                  <a:lnTo>
                    <a:pt x="1353312" y="678942"/>
                  </a:lnTo>
                  <a:lnTo>
                    <a:pt x="1334262" y="713994"/>
                  </a:lnTo>
                  <a:lnTo>
                    <a:pt x="1295400" y="781812"/>
                  </a:lnTo>
                  <a:lnTo>
                    <a:pt x="1255776" y="847344"/>
                  </a:lnTo>
                  <a:lnTo>
                    <a:pt x="1213866" y="911352"/>
                  </a:lnTo>
                  <a:lnTo>
                    <a:pt x="1170432" y="973836"/>
                  </a:lnTo>
                  <a:lnTo>
                    <a:pt x="1124712" y="1036320"/>
                  </a:lnTo>
                  <a:lnTo>
                    <a:pt x="1076706" y="1098804"/>
                  </a:lnTo>
                  <a:lnTo>
                    <a:pt x="1051560" y="1130046"/>
                  </a:lnTo>
                  <a:lnTo>
                    <a:pt x="998220" y="1194054"/>
                  </a:lnTo>
                  <a:lnTo>
                    <a:pt x="970788" y="1226058"/>
                  </a:lnTo>
                  <a:lnTo>
                    <a:pt x="942594" y="1258062"/>
                  </a:lnTo>
                  <a:lnTo>
                    <a:pt x="915162" y="1288542"/>
                  </a:lnTo>
                  <a:lnTo>
                    <a:pt x="886968" y="1318260"/>
                  </a:lnTo>
                  <a:lnTo>
                    <a:pt x="858774" y="1347216"/>
                  </a:lnTo>
                  <a:lnTo>
                    <a:pt x="803148" y="1401318"/>
                  </a:lnTo>
                  <a:lnTo>
                    <a:pt x="774954" y="1427226"/>
                  </a:lnTo>
                  <a:lnTo>
                    <a:pt x="718566" y="1475232"/>
                  </a:lnTo>
                  <a:lnTo>
                    <a:pt x="661416" y="1520190"/>
                  </a:lnTo>
                  <a:lnTo>
                    <a:pt x="603504" y="1562100"/>
                  </a:lnTo>
                  <a:lnTo>
                    <a:pt x="516636" y="1618488"/>
                  </a:lnTo>
                  <a:lnTo>
                    <a:pt x="456438" y="1652778"/>
                  </a:lnTo>
                  <a:lnTo>
                    <a:pt x="396240" y="1684782"/>
                  </a:lnTo>
                  <a:lnTo>
                    <a:pt x="333756" y="1714500"/>
                  </a:lnTo>
                  <a:lnTo>
                    <a:pt x="270510" y="1741932"/>
                  </a:lnTo>
                  <a:lnTo>
                    <a:pt x="205740" y="1767840"/>
                  </a:lnTo>
                  <a:lnTo>
                    <a:pt x="139446" y="1791462"/>
                  </a:lnTo>
                  <a:lnTo>
                    <a:pt x="70866" y="1814322"/>
                  </a:lnTo>
                  <a:lnTo>
                    <a:pt x="0" y="1835658"/>
                  </a:lnTo>
                  <a:lnTo>
                    <a:pt x="16764" y="1890522"/>
                  </a:lnTo>
                  <a:lnTo>
                    <a:pt x="87630" y="1869186"/>
                  </a:lnTo>
                  <a:lnTo>
                    <a:pt x="156972" y="1845564"/>
                  </a:lnTo>
                  <a:lnTo>
                    <a:pt x="224790" y="1821180"/>
                  </a:lnTo>
                  <a:lnTo>
                    <a:pt x="291846" y="1795272"/>
                  </a:lnTo>
                  <a:lnTo>
                    <a:pt x="356616" y="1767078"/>
                  </a:lnTo>
                  <a:lnTo>
                    <a:pt x="420624" y="1736598"/>
                  </a:lnTo>
                  <a:lnTo>
                    <a:pt x="483108" y="1703070"/>
                  </a:lnTo>
                  <a:lnTo>
                    <a:pt x="544830" y="1668018"/>
                  </a:lnTo>
                  <a:lnTo>
                    <a:pt x="605790" y="1629918"/>
                  </a:lnTo>
                  <a:lnTo>
                    <a:pt x="665988" y="1588008"/>
                  </a:lnTo>
                  <a:lnTo>
                    <a:pt x="754380" y="1519428"/>
                  </a:lnTo>
                  <a:lnTo>
                    <a:pt x="812292" y="1469898"/>
                  </a:lnTo>
                  <a:lnTo>
                    <a:pt x="841248" y="1443228"/>
                  </a:lnTo>
                  <a:lnTo>
                    <a:pt x="870204" y="1415796"/>
                  </a:lnTo>
                  <a:lnTo>
                    <a:pt x="899160" y="1387602"/>
                  </a:lnTo>
                  <a:lnTo>
                    <a:pt x="927354" y="1358646"/>
                  </a:lnTo>
                  <a:lnTo>
                    <a:pt x="956310" y="1328166"/>
                  </a:lnTo>
                  <a:lnTo>
                    <a:pt x="985266" y="1296924"/>
                  </a:lnTo>
                  <a:lnTo>
                    <a:pt x="1041654" y="1231392"/>
                  </a:lnTo>
                  <a:lnTo>
                    <a:pt x="1069086" y="1198626"/>
                  </a:lnTo>
                  <a:lnTo>
                    <a:pt x="1120902" y="1134618"/>
                  </a:lnTo>
                  <a:lnTo>
                    <a:pt x="1170432" y="1071372"/>
                  </a:lnTo>
                  <a:lnTo>
                    <a:pt x="1216914" y="1007364"/>
                  </a:lnTo>
                  <a:lnTo>
                    <a:pt x="1261110" y="943356"/>
                  </a:lnTo>
                  <a:lnTo>
                    <a:pt x="1303782" y="878586"/>
                  </a:lnTo>
                  <a:lnTo>
                    <a:pt x="1344168" y="811530"/>
                  </a:lnTo>
                  <a:lnTo>
                    <a:pt x="1383792" y="742188"/>
                  </a:lnTo>
                  <a:lnTo>
                    <a:pt x="1422654" y="669798"/>
                  </a:lnTo>
                  <a:lnTo>
                    <a:pt x="1479042" y="554736"/>
                  </a:lnTo>
                  <a:lnTo>
                    <a:pt x="1516380" y="472440"/>
                  </a:lnTo>
                  <a:lnTo>
                    <a:pt x="1534668" y="429768"/>
                  </a:lnTo>
                  <a:lnTo>
                    <a:pt x="1553718" y="386334"/>
                  </a:lnTo>
                  <a:lnTo>
                    <a:pt x="1591056" y="294132"/>
                  </a:lnTo>
                  <a:lnTo>
                    <a:pt x="1628940" y="196265"/>
                  </a:lnTo>
                  <a:lnTo>
                    <a:pt x="1639062" y="200075"/>
                  </a:lnTo>
                  <a:lnTo>
                    <a:pt x="1682496" y="216408"/>
                  </a:lnTo>
                  <a:close/>
                </a:path>
                <a:path w="8243570" h="1891029">
                  <a:moveTo>
                    <a:pt x="8243316" y="1094994"/>
                  </a:moveTo>
                  <a:lnTo>
                    <a:pt x="8118348" y="949452"/>
                  </a:lnTo>
                  <a:lnTo>
                    <a:pt x="8096339" y="1001814"/>
                  </a:lnTo>
                  <a:lnTo>
                    <a:pt x="5720334" y="0"/>
                  </a:lnTo>
                  <a:lnTo>
                    <a:pt x="5698236" y="52578"/>
                  </a:lnTo>
                  <a:lnTo>
                    <a:pt x="8074241" y="1054392"/>
                  </a:lnTo>
                  <a:lnTo>
                    <a:pt x="8052054" y="1107186"/>
                  </a:lnTo>
                  <a:lnTo>
                    <a:pt x="8122158" y="1102728"/>
                  </a:lnTo>
                  <a:lnTo>
                    <a:pt x="8243316" y="1094994"/>
                  </a:lnTo>
                  <a:close/>
                </a:path>
              </a:pathLst>
            </a:custGeom>
            <a:solidFill>
              <a:srgbClr val="FF0000"/>
            </a:solidFill>
            <a:ln w="38100">
              <a:solidFill>
                <a:srgbClr val="C00000"/>
              </a:solidFill>
            </a:ln>
          </p:spPr>
          <p:txBody>
            <a:bodyPr wrap="square" lIns="0" tIns="0" rIns="0" bIns="0" rtlCol="0"/>
            <a:lstStyle/>
            <a:p>
              <a:endParaRPr dirty="0"/>
            </a:p>
          </p:txBody>
        </p:sp>
      </p:grpSp>
      <p:sp>
        <p:nvSpPr>
          <p:cNvPr id="11" name="object 9">
            <a:extLst>
              <a:ext uri="{FF2B5EF4-FFF2-40B4-BE49-F238E27FC236}">
                <a16:creationId xmlns:a16="http://schemas.microsoft.com/office/drawing/2014/main" id="{7DE3A792-8D44-945C-8E7B-88D32EE0770B}"/>
              </a:ext>
            </a:extLst>
          </p:cNvPr>
          <p:cNvSpPr txBox="1"/>
          <p:nvPr/>
        </p:nvSpPr>
        <p:spPr>
          <a:xfrm>
            <a:off x="9922510" y="914145"/>
            <a:ext cx="1621155" cy="574040"/>
          </a:xfrm>
          <a:prstGeom prst="rect">
            <a:avLst/>
          </a:prstGeom>
        </p:spPr>
        <p:txBody>
          <a:bodyPr vert="horz" wrap="square" lIns="0" tIns="12700" rIns="0" bIns="0" rtlCol="0">
            <a:spAutoFit/>
          </a:bodyPr>
          <a:lstStyle/>
          <a:p>
            <a:pPr marL="137160" indent="-133350">
              <a:lnSpc>
                <a:spcPct val="100000"/>
              </a:lnSpc>
              <a:spcBef>
                <a:spcPts val="100"/>
              </a:spcBef>
              <a:buClr>
                <a:srgbClr val="0000FF"/>
              </a:buClr>
              <a:buSzPct val="91666"/>
              <a:buChar char="•"/>
              <a:tabLst>
                <a:tab pos="137160" algn="l"/>
              </a:tabLst>
            </a:pPr>
            <a:r>
              <a:rPr sz="1800" dirty="0">
                <a:latin typeface="Verdana"/>
                <a:cs typeface="Verdana"/>
              </a:rPr>
              <a:t>28nm:</a:t>
            </a:r>
            <a:r>
              <a:rPr sz="1800" spc="-55" dirty="0">
                <a:latin typeface="Verdana"/>
                <a:cs typeface="Verdana"/>
              </a:rPr>
              <a:t> </a:t>
            </a:r>
            <a:r>
              <a:rPr sz="1800" spc="-25" dirty="0">
                <a:solidFill>
                  <a:srgbClr val="0000FF"/>
                </a:solidFill>
                <a:latin typeface="Verdana"/>
                <a:cs typeface="Verdana"/>
              </a:rPr>
              <a:t>NRZ</a:t>
            </a:r>
            <a:endParaRPr sz="1800" dirty="0">
              <a:latin typeface="Verdana"/>
              <a:cs typeface="Verdana"/>
            </a:endParaRPr>
          </a:p>
          <a:p>
            <a:pPr marL="137160" indent="-133350">
              <a:lnSpc>
                <a:spcPct val="100000"/>
              </a:lnSpc>
              <a:buClr>
                <a:srgbClr val="FFC000"/>
              </a:buClr>
              <a:buSzPct val="91666"/>
              <a:buChar char="•"/>
              <a:tabLst>
                <a:tab pos="137160" algn="l"/>
              </a:tabLst>
            </a:pPr>
            <a:r>
              <a:rPr sz="1800" dirty="0">
                <a:latin typeface="Verdana"/>
                <a:cs typeface="Verdana"/>
              </a:rPr>
              <a:t>28nm:</a:t>
            </a:r>
            <a:r>
              <a:rPr sz="1800" spc="-60" dirty="0">
                <a:latin typeface="Verdana"/>
                <a:cs typeface="Verdana"/>
              </a:rPr>
              <a:t> </a:t>
            </a:r>
            <a:r>
              <a:rPr sz="1800" spc="-20" dirty="0">
                <a:solidFill>
                  <a:srgbClr val="FFC000"/>
                </a:solidFill>
                <a:latin typeface="Verdana"/>
                <a:cs typeface="Verdana"/>
              </a:rPr>
              <a:t>PAM4</a:t>
            </a:r>
            <a:endParaRPr sz="1800" dirty="0">
              <a:latin typeface="Verdana"/>
              <a:cs typeface="Verdana"/>
            </a:endParaRPr>
          </a:p>
        </p:txBody>
      </p:sp>
      <p:sp>
        <p:nvSpPr>
          <p:cNvPr id="6" name="Date Placeholder 5"/>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570E70A-9836-4801-AF80-6EC46EF5FB32}"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12" name="Footer Placeholder 11"/>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13" name="Slide Number Placeholder 12"/>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5</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Tree>
    <p:extLst>
      <p:ext uri="{BB962C8B-B14F-4D97-AF65-F5344CB8AC3E}">
        <p14:creationId xmlns:p14="http://schemas.microsoft.com/office/powerpoint/2010/main" val="3769355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AB59D1E-F41B-2C31-A190-C299C2BCDC8F}"/>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55" name="Rectangle 54">
            <a:extLst>
              <a:ext uri="{FF2B5EF4-FFF2-40B4-BE49-F238E27FC236}">
                <a16:creationId xmlns:a16="http://schemas.microsoft.com/office/drawing/2014/main" id="{6CAB17D3-EECC-DF88-0FD8-6C721CB51E58}"/>
              </a:ext>
            </a:extLst>
          </p:cNvPr>
          <p:cNvSpPr>
            <a:spLocks noChangeArrowheads="1"/>
          </p:cNvSpPr>
          <p:nvPr/>
        </p:nvSpPr>
        <p:spPr bwMode="auto">
          <a:xfrm>
            <a:off x="121090" y="0"/>
            <a:ext cx="2713550" cy="56169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ctr" fontAlgn="base">
              <a:spcBef>
                <a:spcPct val="0"/>
              </a:spcBef>
              <a:spcAft>
                <a:spcPct val="0"/>
              </a:spcAft>
            </a:pPr>
            <a:r>
              <a:rPr lang="en-GB" sz="3200" b="1" dirty="0">
                <a:solidFill>
                  <a:srgbClr val="002060"/>
                </a:solidFill>
              </a:rPr>
              <a:t>Motivation</a:t>
            </a:r>
            <a:endParaRPr lang="en-US" sz="3200" b="1" dirty="0">
              <a:solidFill>
                <a:srgbClr val="002060"/>
              </a:solidFill>
              <a:cs typeface="Arial" panose="020B0604020202020204" pitchFamily="34" charset="0"/>
            </a:endParaRPr>
          </a:p>
        </p:txBody>
      </p:sp>
      <p:grpSp>
        <p:nvGrpSpPr>
          <p:cNvPr id="57" name="Group 56">
            <a:extLst>
              <a:ext uri="{FF2B5EF4-FFF2-40B4-BE49-F238E27FC236}">
                <a16:creationId xmlns:a16="http://schemas.microsoft.com/office/drawing/2014/main" id="{5327572E-7C05-F865-935D-D7E7F26D0415}"/>
              </a:ext>
            </a:extLst>
          </p:cNvPr>
          <p:cNvGrpSpPr/>
          <p:nvPr/>
        </p:nvGrpSpPr>
        <p:grpSpPr>
          <a:xfrm>
            <a:off x="76199" y="636982"/>
            <a:ext cx="6121401" cy="3605164"/>
            <a:chOff x="76199" y="450369"/>
            <a:chExt cx="6121401" cy="3605164"/>
          </a:xfrm>
        </p:grpSpPr>
        <p:sp>
          <p:nvSpPr>
            <p:cNvPr id="58" name="Rectangle 57">
              <a:extLst>
                <a:ext uri="{FF2B5EF4-FFF2-40B4-BE49-F238E27FC236}">
                  <a16:creationId xmlns:a16="http://schemas.microsoft.com/office/drawing/2014/main" id="{A39C3EB5-4843-4D60-EEE3-328D01BA938A}"/>
                </a:ext>
              </a:extLst>
            </p:cNvPr>
            <p:cNvSpPr/>
            <p:nvPr/>
          </p:nvSpPr>
          <p:spPr>
            <a:xfrm>
              <a:off x="391886" y="2491740"/>
              <a:ext cx="5726974" cy="1231174"/>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pic>
          <p:nvPicPr>
            <p:cNvPr id="59" name="Picture 58">
              <a:extLst>
                <a:ext uri="{FF2B5EF4-FFF2-40B4-BE49-F238E27FC236}">
                  <a16:creationId xmlns:a16="http://schemas.microsoft.com/office/drawing/2014/main" id="{D7583A2B-7831-C3D0-5093-85FF3BBDD619}"/>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Lst>
            </a:blip>
            <a:srcRect l="2724" t="3872" r="1886" b="3010"/>
            <a:stretch/>
          </p:blipFill>
          <p:spPr>
            <a:xfrm>
              <a:off x="321111" y="478760"/>
              <a:ext cx="4955719" cy="1807240"/>
            </a:xfrm>
            <a:prstGeom prst="rect">
              <a:avLst/>
            </a:prstGeom>
          </p:spPr>
        </p:pic>
        <p:sp>
          <p:nvSpPr>
            <p:cNvPr id="60" name="TextBox 59">
              <a:extLst>
                <a:ext uri="{FF2B5EF4-FFF2-40B4-BE49-F238E27FC236}">
                  <a16:creationId xmlns:a16="http://schemas.microsoft.com/office/drawing/2014/main" id="{7DD5C928-4412-029B-589C-160E4C94F590}"/>
                </a:ext>
              </a:extLst>
            </p:cNvPr>
            <p:cNvSpPr txBox="1"/>
            <p:nvPr/>
          </p:nvSpPr>
          <p:spPr>
            <a:xfrm>
              <a:off x="377450" y="2231970"/>
              <a:ext cx="4587096" cy="279307"/>
            </a:xfrm>
            <a:prstGeom prst="rect">
              <a:avLst/>
            </a:prstGeom>
            <a:noFill/>
          </p:spPr>
          <p:txBody>
            <a:bodyPr wrap="square">
              <a:spAutoFit/>
            </a:bodyPr>
            <a:lstStyle/>
            <a:p>
              <a:pPr algn="ctr"/>
              <a:r>
                <a:rPr lang="en-GB" sz="1215" u="sng" dirty="0"/>
                <a:t>Block diagram of a serial link with embedded clocking</a:t>
              </a:r>
              <a:endParaRPr lang="en-IN" sz="1215" u="sng" dirty="0"/>
            </a:p>
          </p:txBody>
        </p:sp>
        <p:sp>
          <p:nvSpPr>
            <p:cNvPr id="61" name="TextBox 60">
              <a:extLst>
                <a:ext uri="{FF2B5EF4-FFF2-40B4-BE49-F238E27FC236}">
                  <a16:creationId xmlns:a16="http://schemas.microsoft.com/office/drawing/2014/main" id="{5FE7318B-FE5F-6A89-45FF-2FD4A7B819BA}"/>
                </a:ext>
              </a:extLst>
            </p:cNvPr>
            <p:cNvSpPr txBox="1"/>
            <p:nvPr/>
          </p:nvSpPr>
          <p:spPr>
            <a:xfrm>
              <a:off x="208134" y="2494991"/>
              <a:ext cx="5969146" cy="1401153"/>
            </a:xfrm>
            <a:prstGeom prst="rect">
              <a:avLst/>
            </a:prstGeom>
            <a:noFill/>
            <a:ln>
              <a:noFill/>
            </a:ln>
          </p:spPr>
          <p:txBody>
            <a:bodyPr wrap="square">
              <a:spAutoFit/>
            </a:bodyPr>
            <a:lstStyle/>
            <a:p>
              <a:pPr marL="128588" indent="-128588" algn="just">
                <a:buFont typeface="Arial" panose="020B0604020202020204" pitchFamily="34" charset="0"/>
                <a:buChar char="•"/>
              </a:pPr>
              <a:r>
                <a:rPr lang="en-GB" sz="1215" dirty="0"/>
                <a:t>Typical serial link architecture with embedded clocking used in data centre networks. </a:t>
              </a:r>
            </a:p>
            <a:p>
              <a:pPr marL="128588" indent="-128588" algn="just">
                <a:buFont typeface="Arial" panose="020B0604020202020204" pitchFamily="34" charset="0"/>
                <a:buChar char="•"/>
              </a:pPr>
              <a:r>
                <a:rPr lang="en-GB" sz="1215" dirty="0"/>
                <a:t>At the transmitter, a parallel data stream is serialized using a high-frequency clock.</a:t>
              </a:r>
            </a:p>
            <a:p>
              <a:pPr marL="128588" indent="-128588" algn="just">
                <a:buFont typeface="Arial" panose="020B0604020202020204" pitchFamily="34" charset="0"/>
                <a:buChar char="•"/>
              </a:pPr>
              <a:r>
                <a:rPr lang="en-GB" sz="1215" dirty="0"/>
                <a:t>A clock generator synthesizes this clock relying on an external crystal reference clock.</a:t>
              </a:r>
            </a:p>
            <a:p>
              <a:pPr marL="128588" indent="-128588" algn="just">
                <a:buFont typeface="Arial" panose="020B0604020202020204" pitchFamily="34" charset="0"/>
                <a:buChar char="•"/>
              </a:pPr>
              <a:r>
                <a:rPr lang="en-GB" sz="1215" dirty="0"/>
                <a:t> The receiver’s CDR retrieve the clock and data from the equalized signal. </a:t>
              </a:r>
            </a:p>
            <a:p>
              <a:pPr marL="128588" indent="-128588" algn="just">
                <a:buFont typeface="Arial" panose="020B0604020202020204" pitchFamily="34" charset="0"/>
                <a:buChar char="•"/>
              </a:pPr>
              <a:r>
                <a:rPr lang="en-GB" sz="1215" dirty="0">
                  <a:solidFill>
                    <a:srgbClr val="FF0000"/>
                  </a:solidFill>
                </a:rPr>
                <a:t>Clock generation at TX and clock and data recovery (CDR) at RX require </a:t>
              </a:r>
              <a:r>
                <a:rPr lang="en-GB" sz="1215" b="1" dirty="0">
                  <a:solidFill>
                    <a:srgbClr val="FF0000"/>
                  </a:solidFill>
                </a:rPr>
                <a:t>35-50%</a:t>
              </a:r>
              <a:r>
                <a:rPr lang="en-GB" sz="1215" dirty="0">
                  <a:solidFill>
                    <a:srgbClr val="FF0000"/>
                  </a:solidFill>
                </a:rPr>
                <a:t> of a link's power.</a:t>
              </a:r>
              <a:endParaRPr lang="en-IN" sz="1215" dirty="0">
                <a:solidFill>
                  <a:srgbClr val="FF0000"/>
                </a:solidFill>
              </a:endParaRPr>
            </a:p>
          </p:txBody>
        </p:sp>
        <p:sp>
          <p:nvSpPr>
            <p:cNvPr id="62" name="Rectangle 61">
              <a:extLst>
                <a:ext uri="{FF2B5EF4-FFF2-40B4-BE49-F238E27FC236}">
                  <a16:creationId xmlns:a16="http://schemas.microsoft.com/office/drawing/2014/main" id="{B1496BAE-4785-1C02-61B3-4163C5F646DD}"/>
                </a:ext>
              </a:extLst>
            </p:cNvPr>
            <p:cNvSpPr/>
            <p:nvPr/>
          </p:nvSpPr>
          <p:spPr>
            <a:xfrm>
              <a:off x="76199" y="450369"/>
              <a:ext cx="6121401" cy="3605164"/>
            </a:xfrm>
            <a:prstGeom prst="rect">
              <a:avLst/>
            </a:prstGeom>
            <a:noFill/>
            <a:ln w="38100" cap="flat" cmpd="sng" algn="ctr">
              <a:solidFill>
                <a:srgbClr val="C00000"/>
              </a:solidFill>
              <a:prstDash val="solid"/>
            </a:ln>
            <a:effectLst/>
          </p:spPr>
          <p:txBody>
            <a:bodyPr rtlCol="0" anchor="ctr"/>
            <a:lstStyle/>
            <a:p>
              <a:pPr marL="0" marR="0" lvl="0" indent="0" algn="ctr" defTabSz="41148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grpSp>
      <p:grpSp>
        <p:nvGrpSpPr>
          <p:cNvPr id="63" name="Group 62">
            <a:extLst>
              <a:ext uri="{FF2B5EF4-FFF2-40B4-BE49-F238E27FC236}">
                <a16:creationId xmlns:a16="http://schemas.microsoft.com/office/drawing/2014/main" id="{49F97C92-5CEC-FFE5-3A46-7627177FC701}"/>
              </a:ext>
            </a:extLst>
          </p:cNvPr>
          <p:cNvGrpSpPr/>
          <p:nvPr/>
        </p:nvGrpSpPr>
        <p:grpSpPr>
          <a:xfrm>
            <a:off x="6256005" y="628515"/>
            <a:ext cx="5858932" cy="3605164"/>
            <a:chOff x="6265335" y="441902"/>
            <a:chExt cx="5858932" cy="3605164"/>
          </a:xfrm>
        </p:grpSpPr>
        <p:sp>
          <p:nvSpPr>
            <p:cNvPr id="64" name="Rectangle 63">
              <a:extLst>
                <a:ext uri="{FF2B5EF4-FFF2-40B4-BE49-F238E27FC236}">
                  <a16:creationId xmlns:a16="http://schemas.microsoft.com/office/drawing/2014/main" id="{F036A655-C222-2B17-4F33-8BB195C3FC5C}"/>
                </a:ext>
              </a:extLst>
            </p:cNvPr>
            <p:cNvSpPr/>
            <p:nvPr/>
          </p:nvSpPr>
          <p:spPr>
            <a:xfrm>
              <a:off x="6360160" y="2483923"/>
              <a:ext cx="5750560" cy="1425603"/>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pic>
          <p:nvPicPr>
            <p:cNvPr id="65" name="Picture 64">
              <a:extLst>
                <a:ext uri="{FF2B5EF4-FFF2-40B4-BE49-F238E27FC236}">
                  <a16:creationId xmlns:a16="http://schemas.microsoft.com/office/drawing/2014/main" id="{6FA2EFBE-C577-E39A-98FC-83AB68C054A3}"/>
                </a:ext>
              </a:extLst>
            </p:cNvPr>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20000" contrast="40000"/>
                      </a14:imgEffect>
                    </a14:imgLayer>
                  </a14:imgProps>
                </a:ext>
              </a:extLst>
            </a:blip>
            <a:srcRect l="2776" t="11452" r="3087" b="1012"/>
            <a:stretch/>
          </p:blipFill>
          <p:spPr>
            <a:xfrm>
              <a:off x="6859225" y="488424"/>
              <a:ext cx="3255843" cy="1746431"/>
            </a:xfrm>
            <a:prstGeom prst="rect">
              <a:avLst/>
            </a:prstGeom>
          </p:spPr>
        </p:pic>
        <p:sp>
          <p:nvSpPr>
            <p:cNvPr id="66" name="TextBox 65">
              <a:extLst>
                <a:ext uri="{FF2B5EF4-FFF2-40B4-BE49-F238E27FC236}">
                  <a16:creationId xmlns:a16="http://schemas.microsoft.com/office/drawing/2014/main" id="{97EBB1F1-2760-0213-F5D2-D28937579478}"/>
                </a:ext>
              </a:extLst>
            </p:cNvPr>
            <p:cNvSpPr txBox="1"/>
            <p:nvPr/>
          </p:nvSpPr>
          <p:spPr>
            <a:xfrm>
              <a:off x="6498177" y="2164884"/>
              <a:ext cx="4023998" cy="279307"/>
            </a:xfrm>
            <a:prstGeom prst="rect">
              <a:avLst/>
            </a:prstGeom>
            <a:noFill/>
          </p:spPr>
          <p:txBody>
            <a:bodyPr wrap="square">
              <a:spAutoFit/>
            </a:bodyPr>
            <a:lstStyle/>
            <a:p>
              <a:pPr algn="ctr"/>
              <a:r>
                <a:rPr lang="en-GB" sz="1215" u="sng" dirty="0"/>
                <a:t>Block diagram of a typical wireless transceiver</a:t>
              </a:r>
              <a:endParaRPr lang="en-IN" sz="1215" u="sng" dirty="0"/>
            </a:p>
          </p:txBody>
        </p:sp>
        <p:sp>
          <p:nvSpPr>
            <p:cNvPr id="67" name="TextBox 66">
              <a:extLst>
                <a:ext uri="{FF2B5EF4-FFF2-40B4-BE49-F238E27FC236}">
                  <a16:creationId xmlns:a16="http://schemas.microsoft.com/office/drawing/2014/main" id="{70168A02-A2A0-386D-0E5A-3823DB9331E3}"/>
                </a:ext>
              </a:extLst>
            </p:cNvPr>
            <p:cNvSpPr txBox="1"/>
            <p:nvPr/>
          </p:nvSpPr>
          <p:spPr>
            <a:xfrm>
              <a:off x="6268720" y="2461804"/>
              <a:ext cx="5709919" cy="1465786"/>
            </a:xfrm>
            <a:prstGeom prst="rect">
              <a:avLst/>
            </a:prstGeom>
            <a:noFill/>
          </p:spPr>
          <p:txBody>
            <a:bodyPr wrap="square">
              <a:spAutoFit/>
            </a:bodyPr>
            <a:lstStyle/>
            <a:p>
              <a:pPr marL="128588" indent="-128588" algn="just">
                <a:buFont typeface="Arial" panose="020B0604020202020204" pitchFamily="34" charset="0"/>
                <a:buChar char="•"/>
              </a:pPr>
              <a:r>
                <a:rPr lang="en-GB" sz="1275" dirty="0"/>
                <a:t>The frequency synthesiser synthesizes the RF carrier and down-conversion signal at the receiver.</a:t>
              </a:r>
            </a:p>
            <a:p>
              <a:pPr marL="128588" indent="-128588" algn="just">
                <a:buFont typeface="Arial" panose="020B0604020202020204" pitchFamily="34" charset="0"/>
                <a:buChar char="•"/>
              </a:pPr>
              <a:r>
                <a:rPr lang="en-GB" sz="1275" dirty="0">
                  <a:solidFill>
                    <a:srgbClr val="FF0000"/>
                  </a:solidFill>
                </a:rPr>
                <a:t>Synthesizers require </a:t>
              </a:r>
              <a:r>
                <a:rPr lang="en-GB" sz="1275" b="1" dirty="0">
                  <a:solidFill>
                    <a:srgbClr val="FF0000"/>
                  </a:solidFill>
                </a:rPr>
                <a:t>50%</a:t>
              </a:r>
              <a:r>
                <a:rPr lang="en-GB" sz="1275" dirty="0"/>
                <a:t> of transceiver power, and the rest is consumed by the CPU; mobile platforms include audio data converters and memory-required clocks.</a:t>
              </a:r>
            </a:p>
            <a:p>
              <a:pPr marL="128588" indent="-128588" algn="just">
                <a:buFont typeface="Arial" panose="020B0604020202020204" pitchFamily="34" charset="0"/>
                <a:buChar char="•"/>
              </a:pPr>
              <a:r>
                <a:rPr lang="en-GB" sz="1275" dirty="0">
                  <a:solidFill>
                    <a:srgbClr val="FF0000"/>
                  </a:solidFill>
                </a:rPr>
                <a:t>Clock and frequency synthesisers play a key role and limiting their performance and power.</a:t>
              </a:r>
            </a:p>
          </p:txBody>
        </p:sp>
        <p:sp>
          <p:nvSpPr>
            <p:cNvPr id="68" name="Rectangle 67">
              <a:extLst>
                <a:ext uri="{FF2B5EF4-FFF2-40B4-BE49-F238E27FC236}">
                  <a16:creationId xmlns:a16="http://schemas.microsoft.com/office/drawing/2014/main" id="{4356E007-BDA6-9AF7-389C-32D7226948D6}"/>
                </a:ext>
              </a:extLst>
            </p:cNvPr>
            <p:cNvSpPr/>
            <p:nvPr/>
          </p:nvSpPr>
          <p:spPr>
            <a:xfrm>
              <a:off x="6265335" y="441902"/>
              <a:ext cx="5858932" cy="3605164"/>
            </a:xfrm>
            <a:prstGeom prst="rect">
              <a:avLst/>
            </a:prstGeom>
            <a:noFill/>
            <a:ln w="38100" cap="flat" cmpd="sng" algn="ctr">
              <a:solidFill>
                <a:srgbClr val="C00000"/>
              </a:solidFill>
              <a:prstDash val="solid"/>
            </a:ln>
            <a:effectLst/>
          </p:spPr>
          <p:txBody>
            <a:bodyPr rtlCol="0" anchor="ctr"/>
            <a:lstStyle/>
            <a:p>
              <a:pPr marL="0" marR="0" lvl="0" indent="0" algn="ctr" defTabSz="41148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grpSp>
      <p:sp>
        <p:nvSpPr>
          <p:cNvPr id="74" name="TextBox 73">
            <a:extLst>
              <a:ext uri="{FF2B5EF4-FFF2-40B4-BE49-F238E27FC236}">
                <a16:creationId xmlns:a16="http://schemas.microsoft.com/office/drawing/2014/main" id="{578072BC-A3DA-F165-0AB3-F1D48E8A7395}"/>
              </a:ext>
            </a:extLst>
          </p:cNvPr>
          <p:cNvSpPr txBox="1"/>
          <p:nvPr/>
        </p:nvSpPr>
        <p:spPr>
          <a:xfrm>
            <a:off x="73401" y="4755362"/>
            <a:ext cx="5176779" cy="1969770"/>
          </a:xfrm>
          <a:prstGeom prst="rect">
            <a:avLst/>
          </a:prstGeom>
          <a:solidFill>
            <a:schemeClr val="bg1">
              <a:lumMod val="95000"/>
            </a:schemeClr>
          </a:solidFill>
          <a:ln w="19050">
            <a:solidFill>
              <a:srgbClr val="C00000"/>
            </a:solidFill>
          </a:ln>
        </p:spPr>
        <p:txBody>
          <a:bodyPr wrap="square">
            <a:spAutoFit/>
          </a:bodyPr>
          <a:lstStyle/>
          <a:p>
            <a:pPr algn="l"/>
            <a:endParaRPr lang="en-BE" sz="1000" b="0" i="0" u="none" strike="noStrike" baseline="0" dirty="0">
              <a:solidFill>
                <a:srgbClr val="00B050"/>
              </a:solidFill>
              <a:latin typeface="Arial" panose="020B0604020202020204" pitchFamily="34" charset="0"/>
            </a:endParaRPr>
          </a:p>
          <a:p>
            <a:endParaRPr lang="en-BE" sz="1000" b="0" i="0" u="none" strike="noStrike" baseline="0" dirty="0">
              <a:solidFill>
                <a:srgbClr val="00B050"/>
              </a:solidFill>
              <a:latin typeface="Arial" panose="020B0604020202020204" pitchFamily="34" charset="0"/>
            </a:endParaRPr>
          </a:p>
          <a:p>
            <a:pPr marL="285750" marR="0" indent="-285750" algn="l">
              <a:buFont typeface="Arial" panose="020B0604020202020204" pitchFamily="34" charset="0"/>
              <a:buChar char="•"/>
            </a:pPr>
            <a:r>
              <a:rPr lang="en-US" sz="1800" b="1" i="0" u="none" strike="noStrike" baseline="0" dirty="0">
                <a:solidFill>
                  <a:srgbClr val="00B050"/>
                </a:solidFill>
              </a:rPr>
              <a:t>Wireline transceivers require many PLLs</a:t>
            </a:r>
            <a:endParaRPr lang="en-US" sz="1800" b="0" i="0" u="none" strike="noStrike" baseline="0" dirty="0">
              <a:solidFill>
                <a:srgbClr val="00B050"/>
              </a:solidFill>
            </a:endParaRPr>
          </a:p>
          <a:p>
            <a:pPr marL="285750" marR="0" indent="-285750" algn="l">
              <a:buFont typeface="Arial" panose="020B0604020202020204" pitchFamily="34" charset="0"/>
              <a:buChar char="•"/>
            </a:pPr>
            <a:r>
              <a:rPr lang="en-US" sz="1800" b="1" i="0" u="none" strike="noStrike" baseline="0" dirty="0">
                <a:solidFill>
                  <a:srgbClr val="FF0000"/>
                </a:solidFill>
              </a:rPr>
              <a:t>LC-PLLs are used for low jitter BUT…</a:t>
            </a:r>
          </a:p>
          <a:p>
            <a:pPr marR="0" algn="l"/>
            <a:r>
              <a:rPr lang="en-US" b="1" dirty="0">
                <a:solidFill>
                  <a:srgbClr val="FF0000"/>
                </a:solidFill>
              </a:rPr>
              <a:t>         1) </a:t>
            </a:r>
            <a:r>
              <a:rPr lang="en-US" sz="1600" b="0" i="0" u="none" strike="noStrike" baseline="0" dirty="0">
                <a:solidFill>
                  <a:srgbClr val="FF0000"/>
                </a:solidFill>
              </a:rPr>
              <a:t>Susceptible to electromagnetic coupling</a:t>
            </a:r>
          </a:p>
          <a:p>
            <a:pPr marR="0" algn="l"/>
            <a:r>
              <a:rPr lang="en-US" sz="1600" b="0" i="0" u="none" strike="noStrike" baseline="0" dirty="0">
                <a:solidFill>
                  <a:srgbClr val="FF0000"/>
                </a:solidFill>
              </a:rPr>
              <a:t>          2) Narrow frequency range</a:t>
            </a:r>
          </a:p>
          <a:p>
            <a:pPr marR="0" algn="l"/>
            <a:r>
              <a:rPr lang="en-US" sz="1600" b="0" i="0" u="none" strike="noStrike" baseline="0" dirty="0">
                <a:solidFill>
                  <a:srgbClr val="FF0000"/>
                </a:solidFill>
              </a:rPr>
              <a:t>          3) </a:t>
            </a:r>
            <a:r>
              <a:rPr lang="en-US" sz="1600" dirty="0">
                <a:solidFill>
                  <a:srgbClr val="FF0000"/>
                </a:solidFill>
              </a:rPr>
              <a:t>`Mostly</a:t>
            </a:r>
            <a:r>
              <a:rPr lang="en-US" sz="1600" b="0" i="0" u="none" strike="noStrike" baseline="0" dirty="0">
                <a:solidFill>
                  <a:srgbClr val="FF0000"/>
                </a:solidFill>
              </a:rPr>
              <a:t> provide two phases</a:t>
            </a:r>
          </a:p>
          <a:p>
            <a:pPr marR="0" algn="l"/>
            <a:endParaRPr lang="en-BE" sz="1600" b="0" i="0" u="none" strike="noStrike" baseline="0" dirty="0">
              <a:solidFill>
                <a:srgbClr val="00B050"/>
              </a:solidFill>
              <a:latin typeface="Arial" panose="020B0604020202020204" pitchFamily="34" charset="0"/>
            </a:endParaRPr>
          </a:p>
        </p:txBody>
      </p:sp>
      <p:pic>
        <p:nvPicPr>
          <p:cNvPr id="50" name="Picture 49">
            <a:extLst>
              <a:ext uri="{FF2B5EF4-FFF2-40B4-BE49-F238E27FC236}">
                <a16:creationId xmlns:a16="http://schemas.microsoft.com/office/drawing/2014/main" id="{88CC06C9-418C-A93E-243C-F4E6C68D5FED}"/>
              </a:ext>
            </a:extLst>
          </p:cNvPr>
          <p:cNvPicPr>
            <a:picLocks noChangeAspect="1"/>
          </p:cNvPicPr>
          <p:nvPr/>
        </p:nvPicPr>
        <p:blipFill>
          <a:blip r:embed="rId7"/>
          <a:stretch>
            <a:fillRect/>
          </a:stretch>
        </p:blipFill>
        <p:spPr>
          <a:xfrm>
            <a:off x="10506269" y="367742"/>
            <a:ext cx="1473703" cy="2160854"/>
          </a:xfrm>
          <a:prstGeom prst="rect">
            <a:avLst/>
          </a:prstGeom>
        </p:spPr>
      </p:pic>
      <p:sp>
        <p:nvSpPr>
          <p:cNvPr id="2" name="Date Placeholder 1"/>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043F16EF-F7B7-454C-A24D-BEC97000A02D}"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Slide Number Placeholder 4"/>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6</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grpSp>
        <p:nvGrpSpPr>
          <p:cNvPr id="75" name="Group 74">
            <a:extLst>
              <a:ext uri="{FF2B5EF4-FFF2-40B4-BE49-F238E27FC236}">
                <a16:creationId xmlns:a16="http://schemas.microsoft.com/office/drawing/2014/main" id="{29F456CC-0B04-02F7-F120-AB9F066E9EDC}"/>
              </a:ext>
            </a:extLst>
          </p:cNvPr>
          <p:cNvGrpSpPr/>
          <p:nvPr/>
        </p:nvGrpSpPr>
        <p:grpSpPr>
          <a:xfrm>
            <a:off x="5600233" y="4325683"/>
            <a:ext cx="6704131" cy="2532317"/>
            <a:chOff x="-91440" y="4325683"/>
            <a:chExt cx="6704131" cy="2532317"/>
          </a:xfrm>
        </p:grpSpPr>
        <p:pic>
          <p:nvPicPr>
            <p:cNvPr id="76" name="Picture 75">
              <a:extLst>
                <a:ext uri="{FF2B5EF4-FFF2-40B4-BE49-F238E27FC236}">
                  <a16:creationId xmlns:a16="http://schemas.microsoft.com/office/drawing/2014/main" id="{E802647D-72C9-167C-5192-FB2AF01CA153}"/>
                </a:ext>
              </a:extLst>
            </p:cNvPr>
            <p:cNvPicPr>
              <a:picLocks noChangeAspect="1"/>
            </p:cNvPicPr>
            <p:nvPr/>
          </p:nvPicPr>
          <p:blipFill>
            <a:blip r:embed="rId8"/>
            <a:stretch>
              <a:fillRect/>
            </a:stretch>
          </p:blipFill>
          <p:spPr>
            <a:xfrm>
              <a:off x="-91440" y="4398379"/>
              <a:ext cx="3313589" cy="2216645"/>
            </a:xfrm>
            <a:prstGeom prst="rect">
              <a:avLst/>
            </a:prstGeom>
          </p:spPr>
        </p:pic>
        <p:pic>
          <p:nvPicPr>
            <p:cNvPr id="77" name="Picture 76">
              <a:extLst>
                <a:ext uri="{FF2B5EF4-FFF2-40B4-BE49-F238E27FC236}">
                  <a16:creationId xmlns:a16="http://schemas.microsoft.com/office/drawing/2014/main" id="{DF198432-E7A7-0795-BFF1-796E7F87D0D4}"/>
                </a:ext>
              </a:extLst>
            </p:cNvPr>
            <p:cNvPicPr>
              <a:picLocks noChangeAspect="1"/>
            </p:cNvPicPr>
            <p:nvPr/>
          </p:nvPicPr>
          <p:blipFill>
            <a:blip r:embed="rId9"/>
            <a:stretch>
              <a:fillRect/>
            </a:stretch>
          </p:blipFill>
          <p:spPr>
            <a:xfrm>
              <a:off x="3010952" y="4396168"/>
              <a:ext cx="3601739" cy="2386810"/>
            </a:xfrm>
            <a:prstGeom prst="rect">
              <a:avLst/>
            </a:prstGeom>
          </p:spPr>
        </p:pic>
        <p:sp>
          <p:nvSpPr>
            <p:cNvPr id="78" name="Rectangle 77">
              <a:extLst>
                <a:ext uri="{FF2B5EF4-FFF2-40B4-BE49-F238E27FC236}">
                  <a16:creationId xmlns:a16="http://schemas.microsoft.com/office/drawing/2014/main" id="{5C251F94-A444-6445-F549-D25C359C9C37}"/>
                </a:ext>
              </a:extLst>
            </p:cNvPr>
            <p:cNvSpPr/>
            <p:nvPr/>
          </p:nvSpPr>
          <p:spPr>
            <a:xfrm>
              <a:off x="0" y="4325683"/>
              <a:ext cx="6466114" cy="2532317"/>
            </a:xfrm>
            <a:prstGeom prst="rect">
              <a:avLst/>
            </a:prstGeom>
            <a:noFill/>
            <a:ln w="38100" cap="flat" cmpd="sng" algn="ctr">
              <a:solidFill>
                <a:srgbClr val="C00000"/>
              </a:solidFill>
              <a:prstDash val="solid"/>
            </a:ln>
            <a:effectLst/>
          </p:spPr>
          <p:txBody>
            <a:bodyPr rtlCol="0" anchor="ctr"/>
            <a:lstStyle/>
            <a:p>
              <a:pPr marL="0" marR="0" lvl="0" indent="0" algn="ctr" defTabSz="41148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grpSp>
    </p:spTree>
    <p:extLst>
      <p:ext uri="{BB962C8B-B14F-4D97-AF65-F5344CB8AC3E}">
        <p14:creationId xmlns:p14="http://schemas.microsoft.com/office/powerpoint/2010/main" val="246080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Problem Context and </a:t>
            </a:r>
            <a:r>
              <a:rPr lang="en-US" b="1" dirty="0" smtClean="0">
                <a:latin typeface="Calibri" panose="020F0502020204030204" pitchFamily="34" charset="0"/>
                <a:ea typeface="Calibri" panose="020F0502020204030204" pitchFamily="34" charset="0"/>
                <a:cs typeface="Times New Roman" panose="02020603050405020304" pitchFamily="18" charset="0"/>
              </a:rPr>
              <a:t>Motivation</a:t>
            </a:r>
            <a:endParaRPr lang="en-US" dirty="0"/>
          </a:p>
        </p:txBody>
      </p:sp>
      <p:pic>
        <p:nvPicPr>
          <p:cNvPr id="7" name="Picture 6"/>
          <p:cNvPicPr>
            <a:picLocks noChangeAspect="1"/>
          </p:cNvPicPr>
          <p:nvPr/>
        </p:nvPicPr>
        <p:blipFill>
          <a:blip r:embed="rId2"/>
          <a:stretch>
            <a:fillRect/>
          </a:stretch>
        </p:blipFill>
        <p:spPr>
          <a:xfrm>
            <a:off x="1045697" y="1148863"/>
            <a:ext cx="4729317" cy="2546252"/>
          </a:xfrm>
          <a:prstGeom prst="rect">
            <a:avLst/>
          </a:prstGeom>
        </p:spPr>
      </p:pic>
      <p:sp>
        <p:nvSpPr>
          <p:cNvPr id="3" name="Text Placeholder 2"/>
          <p:cNvSpPr>
            <a:spLocks noGrp="1"/>
          </p:cNvSpPr>
          <p:nvPr>
            <p:ph type="body" idx="1"/>
          </p:nvPr>
        </p:nvSpPr>
        <p:spPr>
          <a:xfrm>
            <a:off x="6250745" y="1276961"/>
            <a:ext cx="5350003" cy="4673328"/>
          </a:xfrm>
        </p:spPr>
        <p:txBody>
          <a:bodyPr>
            <a:normAutofit fontScale="62500" lnSpcReduction="20000"/>
          </a:bodyPr>
          <a:lstStyle/>
          <a:p>
            <a:pPr marL="0" indent="0" algn="just">
              <a:buNone/>
            </a:pPr>
            <a:endPar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algn="just">
              <a:buFont typeface="Wingdings" panose="05000000000000000000" pitchFamily="2" charset="2"/>
              <a:buChar char="q"/>
            </a:pP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Multi-phase clocks are critical for ADC/DAC-based wireline transceivers</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t>
            </a:r>
          </a:p>
          <a:p>
            <a:pPr algn="just">
              <a:buFont typeface="Wingdings" panose="05000000000000000000" pitchFamily="2" charset="2"/>
              <a:buChar char="q"/>
            </a:pPr>
            <a:endPar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algn="just">
              <a:buFont typeface="Wingdings" panose="05000000000000000000" pitchFamily="2" charset="2"/>
              <a:buChar char="q"/>
            </a:pP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As data rates rise, the need for accurate clock phases and low jitter becomes paramount</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a:t>
            </a:r>
          </a:p>
          <a:p>
            <a:pPr algn="just">
              <a:buFont typeface="Wingdings" panose="05000000000000000000" pitchFamily="2" charset="2"/>
              <a:buChar char="q"/>
            </a:pPr>
            <a:endPar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algn="just">
              <a:buFont typeface="Wingdings" panose="05000000000000000000" pitchFamily="2" charset="2"/>
              <a:buChar char="q"/>
            </a:pP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The </a:t>
            </a: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growing data rate increases the challenge due to the finiteness of transistor speed (</a:t>
            </a:r>
            <a:r>
              <a:rPr lang="en-US" sz="2900" i="1" dirty="0" err="1">
                <a:solidFill>
                  <a:srgbClr val="00B050"/>
                </a:solidFill>
                <a:latin typeface="Times New Roman" panose="02020603050405020304" pitchFamily="18" charset="0"/>
                <a:ea typeface="Calibri" panose="020F0502020204030204" pitchFamily="34" charset="0"/>
                <a:cs typeface="Times New Roman" panose="02020603050405020304" pitchFamily="18" charset="0"/>
              </a:rPr>
              <a:t>f</a:t>
            </a:r>
            <a:r>
              <a:rPr lang="en-US" sz="2900" i="1" baseline="-25000" dirty="0" err="1">
                <a:solidFill>
                  <a:srgbClr val="00B050"/>
                </a:solidFill>
                <a:latin typeface="Times New Roman" panose="02020603050405020304" pitchFamily="18" charset="0"/>
                <a:ea typeface="Calibri" panose="020F0502020204030204" pitchFamily="34" charset="0"/>
                <a:cs typeface="Times New Roman" panose="02020603050405020304" pitchFamily="18" charset="0"/>
              </a:rPr>
              <a:t>tr</a:t>
            </a: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 and clock circuit jitter needs </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to </a:t>
            </a:r>
            <a:r>
              <a:rPr lang="en-US" sz="29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be </a:t>
            </a:r>
            <a:r>
              <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rPr>
              <a:t>minimized</a:t>
            </a:r>
          </a:p>
          <a:p>
            <a:pPr algn="just">
              <a:buFont typeface="Wingdings" panose="05000000000000000000" pitchFamily="2" charset="2"/>
              <a:buChar char="q"/>
            </a:pPr>
            <a:endParaRPr lang="en-US" sz="2900" dirty="0" smtClean="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lvl="0" algn="just">
              <a:buFont typeface="Wingdings" panose="05000000000000000000" pitchFamily="2" charset="2"/>
              <a:buChar char="q"/>
            </a:pPr>
            <a:r>
              <a:rPr lang="en-US" sz="2900" dirty="0">
                <a:solidFill>
                  <a:srgbClr val="00B050"/>
                </a:solidFill>
                <a:latin typeface="Times New Roman" panose="02020603050405020304" pitchFamily="18" charset="0"/>
                <a:cs typeface="Times New Roman" panose="02020603050405020304" pitchFamily="18" charset="0"/>
              </a:rPr>
              <a:t>ADC/DAC data rate evolution over past 20 years (rising trend</a:t>
            </a:r>
            <a:r>
              <a:rPr lang="en-US" sz="2900" dirty="0" smtClean="0">
                <a:solidFill>
                  <a:srgbClr val="00B050"/>
                </a:solidFill>
                <a:latin typeface="Times New Roman" panose="02020603050405020304" pitchFamily="18" charset="0"/>
                <a:cs typeface="Times New Roman" panose="02020603050405020304" pitchFamily="18" charset="0"/>
              </a:rPr>
              <a:t>).</a:t>
            </a:r>
          </a:p>
          <a:p>
            <a:pPr lvl="0" algn="just">
              <a:buFont typeface="Wingdings" panose="05000000000000000000" pitchFamily="2" charset="2"/>
              <a:buChar char="q"/>
            </a:pPr>
            <a:endParaRPr lang="en-US" sz="2900" dirty="0">
              <a:solidFill>
                <a:srgbClr val="00B050"/>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q"/>
            </a:pPr>
            <a:r>
              <a:rPr lang="en-US" sz="2900" dirty="0" smtClean="0">
                <a:solidFill>
                  <a:srgbClr val="00B050"/>
                </a:solidFill>
                <a:latin typeface="Times New Roman" panose="02020603050405020304" pitchFamily="18" charset="0"/>
                <a:cs typeface="Times New Roman" panose="02020603050405020304" pitchFamily="18" charset="0"/>
              </a:rPr>
              <a:t>Jitter </a:t>
            </a:r>
            <a:r>
              <a:rPr lang="en-US" sz="2900" dirty="0">
                <a:solidFill>
                  <a:srgbClr val="00B050"/>
                </a:solidFill>
                <a:latin typeface="Times New Roman" panose="02020603050405020304" pitchFamily="18" charset="0"/>
                <a:cs typeface="Times New Roman" panose="02020603050405020304" pitchFamily="18" charset="0"/>
              </a:rPr>
              <a:t>vs. data rate—shows technological constraints with respect to allowable jitter at high data rates.</a:t>
            </a:r>
          </a:p>
          <a:p>
            <a:pPr marL="0" indent="0">
              <a:buNone/>
            </a:pPr>
            <a:r>
              <a:rPr lang="en-US" dirty="0" smtClean="0">
                <a:latin typeface="Calibri" panose="020F0502020204030204" pitchFamily="34" charset="0"/>
                <a:ea typeface="Calibri" panose="020F0502020204030204" pitchFamily="34" charset="0"/>
                <a:cs typeface="Times New Roman" panose="02020603050405020304" pitchFamily="18" charset="0"/>
              </a:rPr>
              <a:t> </a:t>
            </a:r>
            <a:endParaRPr lang="en-US" dirty="0"/>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1D53C06-7ACE-447F-B759-96F682E4FB1D}"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7</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pic>
        <p:nvPicPr>
          <p:cNvPr id="8" name="Picture 7"/>
          <p:cNvPicPr>
            <a:picLocks noChangeAspect="1"/>
          </p:cNvPicPr>
          <p:nvPr/>
        </p:nvPicPr>
        <p:blipFill>
          <a:blip r:embed="rId3"/>
          <a:stretch>
            <a:fillRect/>
          </a:stretch>
        </p:blipFill>
        <p:spPr>
          <a:xfrm>
            <a:off x="929190" y="4131212"/>
            <a:ext cx="4992642" cy="1805428"/>
          </a:xfrm>
          <a:prstGeom prst="rect">
            <a:avLst/>
          </a:prstGeom>
        </p:spPr>
      </p:pic>
      <p:sp>
        <p:nvSpPr>
          <p:cNvPr id="9" name="Rectangle 8"/>
          <p:cNvSpPr/>
          <p:nvPr/>
        </p:nvSpPr>
        <p:spPr>
          <a:xfrm>
            <a:off x="858520" y="1143000"/>
            <a:ext cx="5156200" cy="49795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6207760" y="1259841"/>
            <a:ext cx="5613400" cy="44297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340465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9CC476B1-3C07-4997-8A46-C39B0320442C}"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8</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a:extLst>
              <a:ext uri="{FF2B5EF4-FFF2-40B4-BE49-F238E27FC236}">
                <a16:creationId xmlns:a16="http://schemas.microsoft.com/office/drawing/2014/main" id="{D249D58B-22E5-EC51-04BE-783932C826C2}"/>
              </a:ext>
            </a:extLst>
          </p:cNvPr>
          <p:cNvSpPr/>
          <p:nvPr/>
        </p:nvSpPr>
        <p:spPr>
          <a:xfrm>
            <a:off x="4096101" y="4204855"/>
            <a:ext cx="4169059"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8" name="Rectangle 7">
            <a:extLst>
              <a:ext uri="{FF2B5EF4-FFF2-40B4-BE49-F238E27FC236}">
                <a16:creationId xmlns:a16="http://schemas.microsoft.com/office/drawing/2014/main" id="{8BE3BD82-8F90-C816-65DA-51CDA0F82D83}"/>
              </a:ext>
            </a:extLst>
          </p:cNvPr>
          <p:cNvSpPr/>
          <p:nvPr/>
        </p:nvSpPr>
        <p:spPr>
          <a:xfrm>
            <a:off x="344401" y="4216915"/>
            <a:ext cx="3454069"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9" name="Rectangle 8">
            <a:extLst>
              <a:ext uri="{FF2B5EF4-FFF2-40B4-BE49-F238E27FC236}">
                <a16:creationId xmlns:a16="http://schemas.microsoft.com/office/drawing/2014/main" id="{A47056A3-995D-64D5-6C49-A0C7489357CC}"/>
              </a:ext>
            </a:extLst>
          </p:cNvPr>
          <p:cNvSpPr/>
          <p:nvPr/>
        </p:nvSpPr>
        <p:spPr>
          <a:xfrm>
            <a:off x="4500172" y="1651563"/>
            <a:ext cx="2714582" cy="1585407"/>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10" name="Rectangle 9">
            <a:extLst>
              <a:ext uri="{FF2B5EF4-FFF2-40B4-BE49-F238E27FC236}">
                <a16:creationId xmlns:a16="http://schemas.microsoft.com/office/drawing/2014/main" id="{B39ED4B3-506D-FEAE-41AD-AAE51D4404F4}"/>
              </a:ext>
            </a:extLst>
          </p:cNvPr>
          <p:cNvSpPr/>
          <p:nvPr/>
        </p:nvSpPr>
        <p:spPr>
          <a:xfrm>
            <a:off x="480297" y="1346390"/>
            <a:ext cx="2882552" cy="1777360"/>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grpSp>
        <p:nvGrpSpPr>
          <p:cNvPr id="12" name="Group 11">
            <a:extLst>
              <a:ext uri="{FF2B5EF4-FFF2-40B4-BE49-F238E27FC236}">
                <a16:creationId xmlns:a16="http://schemas.microsoft.com/office/drawing/2014/main" id="{D6A0728D-FD15-281B-82CA-9125DA02FC81}"/>
              </a:ext>
            </a:extLst>
          </p:cNvPr>
          <p:cNvGrpSpPr/>
          <p:nvPr/>
        </p:nvGrpSpPr>
        <p:grpSpPr>
          <a:xfrm>
            <a:off x="552908" y="1392087"/>
            <a:ext cx="3981202" cy="1577340"/>
            <a:chOff x="4182505" y="4656536"/>
            <a:chExt cx="5464266" cy="2103120"/>
          </a:xfrm>
        </p:grpSpPr>
        <p:sp>
          <p:nvSpPr>
            <p:cNvPr id="13" name="Rounded Rectangle 165">
              <a:extLst>
                <a:ext uri="{FF2B5EF4-FFF2-40B4-BE49-F238E27FC236}">
                  <a16:creationId xmlns:a16="http://schemas.microsoft.com/office/drawing/2014/main" id="{91C1B0A5-361B-7DF8-73A5-492D6E18345D}"/>
                </a:ext>
              </a:extLst>
            </p:cNvPr>
            <p:cNvSpPr/>
            <p:nvPr/>
          </p:nvSpPr>
          <p:spPr>
            <a:xfrm>
              <a:off x="4182505" y="5161033"/>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4" name="Rectangle 13">
              <a:extLst>
                <a:ext uri="{FF2B5EF4-FFF2-40B4-BE49-F238E27FC236}">
                  <a16:creationId xmlns:a16="http://schemas.microsoft.com/office/drawing/2014/main" id="{94953F01-C852-FC1F-CF38-8DBDA185FA5D}"/>
                </a:ext>
              </a:extLst>
            </p:cNvPr>
            <p:cNvSpPr/>
            <p:nvPr/>
          </p:nvSpPr>
          <p:spPr>
            <a:xfrm>
              <a:off x="4290985" y="5407951"/>
              <a:ext cx="944437"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15" name="Straight Arrow Connector 14">
              <a:extLst>
                <a:ext uri="{FF2B5EF4-FFF2-40B4-BE49-F238E27FC236}">
                  <a16:creationId xmlns:a16="http://schemas.microsoft.com/office/drawing/2014/main" id="{B8C2A5EC-681A-3CBB-37ED-3E2F451DF343}"/>
                </a:ext>
              </a:extLst>
            </p:cNvPr>
            <p:cNvCxnSpPr/>
            <p:nvPr/>
          </p:nvCxnSpPr>
          <p:spPr>
            <a:xfrm flipH="1">
              <a:off x="5318344" y="5623808"/>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51792FFC-50EF-6FD8-F04C-17B5C5BE6511}"/>
                </a:ext>
              </a:extLst>
            </p:cNvPr>
            <p:cNvCxnSpPr/>
            <p:nvPr/>
          </p:nvCxnSpPr>
          <p:spPr>
            <a:xfrm flipV="1">
              <a:off x="5297691" y="5860695"/>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17" name="Group 16">
              <a:extLst>
                <a:ext uri="{FF2B5EF4-FFF2-40B4-BE49-F238E27FC236}">
                  <a16:creationId xmlns:a16="http://schemas.microsoft.com/office/drawing/2014/main" id="{CE3EEB46-705F-C514-80CF-F16134A78A0E}"/>
                </a:ext>
              </a:extLst>
            </p:cNvPr>
            <p:cNvGrpSpPr>
              <a:grpSpLocks noChangeAspect="1"/>
            </p:cNvGrpSpPr>
            <p:nvPr/>
          </p:nvGrpSpPr>
          <p:grpSpPr>
            <a:xfrm>
              <a:off x="5563768" y="4656536"/>
              <a:ext cx="3154730" cy="2103120"/>
              <a:chOff x="5578236" y="4782645"/>
              <a:chExt cx="2946033" cy="1963989"/>
            </a:xfrm>
          </p:grpSpPr>
          <p:sp>
            <p:nvSpPr>
              <p:cNvPr id="20" name="Rounded Rectangle 108">
                <a:extLst>
                  <a:ext uri="{FF2B5EF4-FFF2-40B4-BE49-F238E27FC236}">
                    <a16:creationId xmlns:a16="http://schemas.microsoft.com/office/drawing/2014/main" id="{0BFD3C26-1128-1108-9536-E8472747BA00}"/>
                  </a:ext>
                </a:extLst>
              </p:cNvPr>
              <p:cNvSpPr/>
              <p:nvPr/>
            </p:nvSpPr>
            <p:spPr>
              <a:xfrm>
                <a:off x="5578236" y="4782645"/>
                <a:ext cx="2216326" cy="1963989"/>
              </a:xfrm>
              <a:prstGeom prst="roundRect">
                <a:avLst/>
              </a:prstGeom>
              <a:solidFill>
                <a:schemeClr val="accent5">
                  <a:lumMod val="20000"/>
                  <a:lumOff val="80000"/>
                </a:schemeClr>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1" name="Group 20">
                <a:extLst>
                  <a:ext uri="{FF2B5EF4-FFF2-40B4-BE49-F238E27FC236}">
                    <a16:creationId xmlns:a16="http://schemas.microsoft.com/office/drawing/2014/main" id="{9C5D8129-EB0B-0636-62FD-FA9117E05C41}"/>
                  </a:ext>
                </a:extLst>
              </p:cNvPr>
              <p:cNvGrpSpPr>
                <a:grpSpLocks noChangeAspect="1"/>
              </p:cNvGrpSpPr>
              <p:nvPr/>
            </p:nvGrpSpPr>
            <p:grpSpPr>
              <a:xfrm>
                <a:off x="5796206" y="4842592"/>
                <a:ext cx="2301092" cy="1787064"/>
                <a:chOff x="1729851" y="3755445"/>
                <a:chExt cx="1538664" cy="1194952"/>
              </a:xfrm>
            </p:grpSpPr>
            <p:sp>
              <p:nvSpPr>
                <p:cNvPr id="31" name="Oval 30">
                  <a:extLst>
                    <a:ext uri="{FF2B5EF4-FFF2-40B4-BE49-F238E27FC236}">
                      <a16:creationId xmlns:a16="http://schemas.microsoft.com/office/drawing/2014/main" id="{C2A46325-0667-607C-A095-4ACFF361C73B}"/>
                    </a:ext>
                  </a:extLst>
                </p:cNvPr>
                <p:cNvSpPr/>
                <p:nvPr/>
              </p:nvSpPr>
              <p:spPr>
                <a:xfrm>
                  <a:off x="1844235" y="3876947"/>
                  <a:ext cx="994689" cy="951948"/>
                </a:xfrm>
                <a:prstGeom prst="ellipse">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solidFill>
                      <a:schemeClr val="tx1"/>
                    </a:solidFill>
                  </a:endParaRPr>
                </a:p>
                <a:p>
                  <a:pPr algn="ctr"/>
                  <a:r>
                    <a:rPr lang="en-US" sz="1215" b="1">
                      <a:solidFill>
                        <a:schemeClr val="tx1"/>
                      </a:solidFill>
                    </a:rPr>
                    <a:t>Ring</a:t>
                  </a:r>
                </a:p>
                <a:p>
                  <a:pPr algn="ctr"/>
                  <a:r>
                    <a:rPr lang="en-US" sz="1215" b="1">
                      <a:solidFill>
                        <a:schemeClr val="tx1"/>
                      </a:solidFill>
                    </a:rPr>
                    <a:t>Oscillator</a:t>
                  </a:r>
                  <a:r>
                    <a:rPr lang="en-US" sz="1215" b="1"/>
                    <a:t> </a:t>
                  </a:r>
                </a:p>
                <a:p>
                  <a:pPr algn="ctr"/>
                  <a:endParaRPr lang="en-US" sz="1215"/>
                </a:p>
              </p:txBody>
            </p:sp>
            <p:grpSp>
              <p:nvGrpSpPr>
                <p:cNvPr id="32" name="Group 31">
                  <a:extLst>
                    <a:ext uri="{FF2B5EF4-FFF2-40B4-BE49-F238E27FC236}">
                      <a16:creationId xmlns:a16="http://schemas.microsoft.com/office/drawing/2014/main" id="{557DF5EC-D0B2-5A62-FA20-90894226D3A5}"/>
                    </a:ext>
                  </a:extLst>
                </p:cNvPr>
                <p:cNvGrpSpPr/>
                <p:nvPr/>
              </p:nvGrpSpPr>
              <p:grpSpPr>
                <a:xfrm>
                  <a:off x="2240164" y="3755445"/>
                  <a:ext cx="235344" cy="271275"/>
                  <a:chOff x="2671336" y="3081494"/>
                  <a:chExt cx="235344" cy="274320"/>
                </a:xfrm>
              </p:grpSpPr>
              <p:sp>
                <p:nvSpPr>
                  <p:cNvPr id="50" name="Isosceles Triangle 49">
                    <a:extLst>
                      <a:ext uri="{FF2B5EF4-FFF2-40B4-BE49-F238E27FC236}">
                        <a16:creationId xmlns:a16="http://schemas.microsoft.com/office/drawing/2014/main" id="{CADE061B-A509-6B1C-0A8A-F5E55ED3E0B1}"/>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1" name="Oval 50">
                    <a:extLst>
                      <a:ext uri="{FF2B5EF4-FFF2-40B4-BE49-F238E27FC236}">
                        <a16:creationId xmlns:a16="http://schemas.microsoft.com/office/drawing/2014/main" id="{58A73455-A1C7-2C36-D9B7-613A81FA445A}"/>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sp>
              <p:nvSpPr>
                <p:cNvPr id="33" name="Isosceles Triangle 32">
                  <a:extLst>
                    <a:ext uri="{FF2B5EF4-FFF2-40B4-BE49-F238E27FC236}">
                      <a16:creationId xmlns:a16="http://schemas.microsoft.com/office/drawing/2014/main" id="{24A71B96-ADBD-443D-2DD7-87847784E0CE}"/>
                    </a:ext>
                  </a:extLst>
                </p:cNvPr>
                <p:cNvSpPr/>
                <p:nvPr/>
              </p:nvSpPr>
              <p:spPr>
                <a:xfrm rot="16200000">
                  <a:off x="2212262" y="4710006"/>
                  <a:ext cx="274320" cy="206462"/>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4" name="Arc 59">
                  <a:extLst>
                    <a:ext uri="{FF2B5EF4-FFF2-40B4-BE49-F238E27FC236}">
                      <a16:creationId xmlns:a16="http://schemas.microsoft.com/office/drawing/2014/main" id="{D14C64AF-9A76-DA7B-3CCD-24BD53A1D44B}"/>
                    </a:ext>
                  </a:extLst>
                </p:cNvPr>
                <p:cNvSpPr/>
                <p:nvPr/>
              </p:nvSpPr>
              <p:spPr>
                <a:xfrm rot="20604334">
                  <a:off x="2530380" y="3857607"/>
                  <a:ext cx="228998" cy="349205"/>
                </a:xfrm>
                <a:custGeom>
                  <a:avLst/>
                  <a:gdLst>
                    <a:gd name="connsiteX0" fmla="*/ 125773 w 251546"/>
                    <a:gd name="connsiteY0" fmla="*/ 0 h 350036"/>
                    <a:gd name="connsiteX1" fmla="*/ 251546 w 251546"/>
                    <a:gd name="connsiteY1" fmla="*/ 175018 h 350036"/>
                    <a:gd name="connsiteX2" fmla="*/ 125773 w 251546"/>
                    <a:gd name="connsiteY2" fmla="*/ 175018 h 350036"/>
                    <a:gd name="connsiteX3" fmla="*/ 125773 w 251546"/>
                    <a:gd name="connsiteY3" fmla="*/ 0 h 350036"/>
                    <a:gd name="connsiteX0" fmla="*/ 125773 w 251546"/>
                    <a:gd name="connsiteY0" fmla="*/ 0 h 350036"/>
                    <a:gd name="connsiteX1" fmla="*/ 251546 w 251546"/>
                    <a:gd name="connsiteY1" fmla="*/ 175018 h 350036"/>
                    <a:gd name="connsiteX0" fmla="*/ 7001 w 132774"/>
                    <a:gd name="connsiteY0" fmla="*/ 0 h 175018"/>
                    <a:gd name="connsiteX1" fmla="*/ 132774 w 132774"/>
                    <a:gd name="connsiteY1" fmla="*/ 175018 h 175018"/>
                    <a:gd name="connsiteX2" fmla="*/ 7001 w 132774"/>
                    <a:gd name="connsiteY2" fmla="*/ 175018 h 175018"/>
                    <a:gd name="connsiteX3" fmla="*/ 7001 w 132774"/>
                    <a:gd name="connsiteY3" fmla="*/ 0 h 175018"/>
                    <a:gd name="connsiteX0" fmla="*/ 0 w 132774"/>
                    <a:gd name="connsiteY0" fmla="*/ 1420 h 175018"/>
                    <a:gd name="connsiteX1" fmla="*/ 132774 w 132774"/>
                    <a:gd name="connsiteY1" fmla="*/ 175018 h 175018"/>
                    <a:gd name="connsiteX0" fmla="*/ 7001 w 132774"/>
                    <a:gd name="connsiteY0" fmla="*/ 0 h 181579"/>
                    <a:gd name="connsiteX1" fmla="*/ 132774 w 132774"/>
                    <a:gd name="connsiteY1" fmla="*/ 175018 h 181579"/>
                    <a:gd name="connsiteX2" fmla="*/ 7001 w 132774"/>
                    <a:gd name="connsiteY2" fmla="*/ 175018 h 181579"/>
                    <a:gd name="connsiteX3" fmla="*/ 7001 w 132774"/>
                    <a:gd name="connsiteY3" fmla="*/ 0 h 181579"/>
                    <a:gd name="connsiteX0" fmla="*/ 0 w 132774"/>
                    <a:gd name="connsiteY0" fmla="*/ 1420 h 181579"/>
                    <a:gd name="connsiteX1" fmla="*/ 124387 w 132774"/>
                    <a:gd name="connsiteY1" fmla="*/ 181579 h 181579"/>
                    <a:gd name="connsiteX0" fmla="*/ 11736 w 137509"/>
                    <a:gd name="connsiteY0" fmla="*/ 21917 h 203496"/>
                    <a:gd name="connsiteX1" fmla="*/ 137509 w 137509"/>
                    <a:gd name="connsiteY1" fmla="*/ 196935 h 203496"/>
                    <a:gd name="connsiteX2" fmla="*/ 11736 w 137509"/>
                    <a:gd name="connsiteY2" fmla="*/ 196935 h 203496"/>
                    <a:gd name="connsiteX3" fmla="*/ 11736 w 137509"/>
                    <a:gd name="connsiteY3" fmla="*/ 21917 h 203496"/>
                    <a:gd name="connsiteX0" fmla="*/ 0 w 137509"/>
                    <a:gd name="connsiteY0" fmla="*/ 0 h 203496"/>
                    <a:gd name="connsiteX1" fmla="*/ 129122 w 137509"/>
                    <a:gd name="connsiteY1" fmla="*/ 203496 h 203496"/>
                    <a:gd name="connsiteX0" fmla="*/ 11736 w 138897"/>
                    <a:gd name="connsiteY0" fmla="*/ 21917 h 196935"/>
                    <a:gd name="connsiteX1" fmla="*/ 137509 w 138897"/>
                    <a:gd name="connsiteY1" fmla="*/ 196935 h 196935"/>
                    <a:gd name="connsiteX2" fmla="*/ 11736 w 138897"/>
                    <a:gd name="connsiteY2" fmla="*/ 196935 h 196935"/>
                    <a:gd name="connsiteX3" fmla="*/ 11736 w 138897"/>
                    <a:gd name="connsiteY3" fmla="*/ 21917 h 196935"/>
                    <a:gd name="connsiteX0" fmla="*/ 0 w 138897"/>
                    <a:gd name="connsiteY0" fmla="*/ 0 h 196935"/>
                    <a:gd name="connsiteX1" fmla="*/ 138897 w 138897"/>
                    <a:gd name="connsiteY1" fmla="*/ 191793 h 196935"/>
                    <a:gd name="connsiteX0" fmla="*/ 23305 w 150466"/>
                    <a:gd name="connsiteY0" fmla="*/ 21917 h 196935"/>
                    <a:gd name="connsiteX1" fmla="*/ 149078 w 150466"/>
                    <a:gd name="connsiteY1" fmla="*/ 196935 h 196935"/>
                    <a:gd name="connsiteX2" fmla="*/ 0 w 150466"/>
                    <a:gd name="connsiteY2" fmla="*/ 175082 h 196935"/>
                    <a:gd name="connsiteX3" fmla="*/ 23305 w 150466"/>
                    <a:gd name="connsiteY3" fmla="*/ 21917 h 196935"/>
                    <a:gd name="connsiteX0" fmla="*/ 11569 w 150466"/>
                    <a:gd name="connsiteY0" fmla="*/ 0 h 196935"/>
                    <a:gd name="connsiteX1" fmla="*/ 150466 w 150466"/>
                    <a:gd name="connsiteY1" fmla="*/ 191793 h 196935"/>
                    <a:gd name="connsiteX0" fmla="*/ 37481 w 164642"/>
                    <a:gd name="connsiteY0" fmla="*/ 21917 h 196935"/>
                    <a:gd name="connsiteX1" fmla="*/ 163254 w 164642"/>
                    <a:gd name="connsiteY1" fmla="*/ 196935 h 196935"/>
                    <a:gd name="connsiteX2" fmla="*/ 0 w 164642"/>
                    <a:gd name="connsiteY2" fmla="*/ 155948 h 196935"/>
                    <a:gd name="connsiteX3" fmla="*/ 37481 w 164642"/>
                    <a:gd name="connsiteY3" fmla="*/ 21917 h 196935"/>
                    <a:gd name="connsiteX0" fmla="*/ 25745 w 164642"/>
                    <a:gd name="connsiteY0" fmla="*/ 0 h 196935"/>
                    <a:gd name="connsiteX1" fmla="*/ 164642 w 164642"/>
                    <a:gd name="connsiteY1" fmla="*/ 191793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180814 w 180814"/>
                    <a:gd name="connsiteY1"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80814 w 180814"/>
                    <a:gd name="connsiteY2"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41229 w 180814"/>
                    <a:gd name="connsiteY2" fmla="*/ 90107 h 196935"/>
                    <a:gd name="connsiteX3" fmla="*/ 180814 w 180814"/>
                    <a:gd name="connsiteY3" fmla="*/ 179219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41229 w 186738"/>
                    <a:gd name="connsiteY2" fmla="*/ 90107 h 196935"/>
                    <a:gd name="connsiteX3" fmla="*/ 186738 w 186738"/>
                    <a:gd name="connsiteY3" fmla="*/ 176015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33023 w 186738"/>
                    <a:gd name="connsiteY2" fmla="*/ 92631 h 196935"/>
                    <a:gd name="connsiteX3" fmla="*/ 186738 w 186738"/>
                    <a:gd name="connsiteY3" fmla="*/ 176015 h 196935"/>
                    <a:gd name="connsiteX0" fmla="*/ 37481 w 330659"/>
                    <a:gd name="connsiteY0" fmla="*/ 21917 h 427415"/>
                    <a:gd name="connsiteX1" fmla="*/ 163254 w 330659"/>
                    <a:gd name="connsiteY1" fmla="*/ 196935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67347 w 330659"/>
                    <a:gd name="connsiteY1" fmla="*/ 308309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0 w 330659"/>
                    <a:gd name="connsiteY1" fmla="*/ 155948 h 427415"/>
                    <a:gd name="connsiteX2" fmla="*/ 37481 w 330659"/>
                    <a:gd name="connsiteY2"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5" fmla="*/ 262569 w 362746"/>
                    <a:gd name="connsiteY5" fmla="*/ 258039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352628 w 352628"/>
                    <a:gd name="connsiteY3"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8544 w 352628"/>
                    <a:gd name="connsiteY3" fmla="*/ 262797 h 576872"/>
                    <a:gd name="connsiteX4" fmla="*/ 352628 w 352628"/>
                    <a:gd name="connsiteY4"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4517 w 352628"/>
                    <a:gd name="connsiteY3" fmla="*/ 267554 h 576872"/>
                    <a:gd name="connsiteX4" fmla="*/ 352628 w 352628"/>
                    <a:gd name="connsiteY4" fmla="*/ 576872 h 576872"/>
                    <a:gd name="connsiteX0" fmla="*/ 37481 w 371796"/>
                    <a:gd name="connsiteY0" fmla="*/ 21917 h 577111"/>
                    <a:gd name="connsiteX1" fmla="*/ 0 w 371796"/>
                    <a:gd name="connsiteY1" fmla="*/ 155948 h 577111"/>
                    <a:gd name="connsiteX2" fmla="*/ 37481 w 371796"/>
                    <a:gd name="connsiteY2" fmla="*/ 21917 h 577111"/>
                    <a:gd name="connsiteX0" fmla="*/ 25745 w 371796"/>
                    <a:gd name="connsiteY0" fmla="*/ 0 h 577111"/>
                    <a:gd name="connsiteX1" fmla="*/ 50098 w 371796"/>
                    <a:gd name="connsiteY1" fmla="*/ 20709 h 577111"/>
                    <a:gd name="connsiteX2" fmla="*/ 133023 w 371796"/>
                    <a:gd name="connsiteY2" fmla="*/ 92631 h 577111"/>
                    <a:gd name="connsiteX3" fmla="*/ 254517 w 371796"/>
                    <a:gd name="connsiteY3" fmla="*/ 267554 h 577111"/>
                    <a:gd name="connsiteX4" fmla="*/ 371797 w 371796"/>
                    <a:gd name="connsiteY4" fmla="*/ 577111 h 577111"/>
                    <a:gd name="connsiteX0" fmla="*/ 37481 w 371797"/>
                    <a:gd name="connsiteY0" fmla="*/ 21917 h 577111"/>
                    <a:gd name="connsiteX1" fmla="*/ 0 w 371797"/>
                    <a:gd name="connsiteY1" fmla="*/ 155948 h 577111"/>
                    <a:gd name="connsiteX2" fmla="*/ 37481 w 371797"/>
                    <a:gd name="connsiteY2" fmla="*/ 21917 h 577111"/>
                    <a:gd name="connsiteX0" fmla="*/ 25745 w 371797"/>
                    <a:gd name="connsiteY0" fmla="*/ 0 h 577111"/>
                    <a:gd name="connsiteX1" fmla="*/ 50098 w 371797"/>
                    <a:gd name="connsiteY1" fmla="*/ 20709 h 577111"/>
                    <a:gd name="connsiteX2" fmla="*/ 133023 w 371797"/>
                    <a:gd name="connsiteY2" fmla="*/ 92631 h 577111"/>
                    <a:gd name="connsiteX3" fmla="*/ 254517 w 371797"/>
                    <a:gd name="connsiteY3" fmla="*/ 267554 h 577111"/>
                    <a:gd name="connsiteX4" fmla="*/ 286134 w 371797"/>
                    <a:gd name="connsiteY4" fmla="*/ 323640 h 577111"/>
                    <a:gd name="connsiteX5" fmla="*/ 371797 w 371797"/>
                    <a:gd name="connsiteY5" fmla="*/ 577111 h 577111"/>
                    <a:gd name="connsiteX0" fmla="*/ 45075 w 379391"/>
                    <a:gd name="connsiteY0" fmla="*/ 51180 h 606374"/>
                    <a:gd name="connsiteX1" fmla="*/ 7594 w 379391"/>
                    <a:gd name="connsiteY1" fmla="*/ 185211 h 606374"/>
                    <a:gd name="connsiteX2" fmla="*/ 45075 w 379391"/>
                    <a:gd name="connsiteY2" fmla="*/ 51180 h 606374"/>
                    <a:gd name="connsiteX0" fmla="*/ 0 w 379391"/>
                    <a:gd name="connsiteY0" fmla="*/ 0 h 606374"/>
                    <a:gd name="connsiteX1" fmla="*/ 57692 w 379391"/>
                    <a:gd name="connsiteY1" fmla="*/ 49972 h 606374"/>
                    <a:gd name="connsiteX2" fmla="*/ 140617 w 379391"/>
                    <a:gd name="connsiteY2" fmla="*/ 121894 h 606374"/>
                    <a:gd name="connsiteX3" fmla="*/ 262111 w 379391"/>
                    <a:gd name="connsiteY3" fmla="*/ 296817 h 606374"/>
                    <a:gd name="connsiteX4" fmla="*/ 293728 w 379391"/>
                    <a:gd name="connsiteY4" fmla="*/ 352903 h 606374"/>
                    <a:gd name="connsiteX5" fmla="*/ 379391 w 379391"/>
                    <a:gd name="connsiteY5" fmla="*/ 606374 h 606374"/>
                    <a:gd name="connsiteX0" fmla="*/ 45075 w 378690"/>
                    <a:gd name="connsiteY0" fmla="*/ 51180 h 639619"/>
                    <a:gd name="connsiteX1" fmla="*/ 7594 w 378690"/>
                    <a:gd name="connsiteY1" fmla="*/ 185211 h 639619"/>
                    <a:gd name="connsiteX2" fmla="*/ 45075 w 378690"/>
                    <a:gd name="connsiteY2" fmla="*/ 51180 h 639619"/>
                    <a:gd name="connsiteX0" fmla="*/ 0 w 378690"/>
                    <a:gd name="connsiteY0" fmla="*/ 0 h 639619"/>
                    <a:gd name="connsiteX1" fmla="*/ 57692 w 378690"/>
                    <a:gd name="connsiteY1" fmla="*/ 49972 h 639619"/>
                    <a:gd name="connsiteX2" fmla="*/ 140617 w 378690"/>
                    <a:gd name="connsiteY2" fmla="*/ 121894 h 639619"/>
                    <a:gd name="connsiteX3" fmla="*/ 262111 w 378690"/>
                    <a:gd name="connsiteY3" fmla="*/ 296817 h 639619"/>
                    <a:gd name="connsiteX4" fmla="*/ 293728 w 378690"/>
                    <a:gd name="connsiteY4" fmla="*/ 352903 h 639619"/>
                    <a:gd name="connsiteX5" fmla="*/ 378690 w 378690"/>
                    <a:gd name="connsiteY5" fmla="*/ 639619 h 63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690" h="639619" stroke="0" extrusionOk="0">
                      <a:moveTo>
                        <a:pt x="45075" y="51180"/>
                      </a:moveTo>
                      <a:lnTo>
                        <a:pt x="7594" y="185211"/>
                      </a:lnTo>
                      <a:cubicBezTo>
                        <a:pt x="7594" y="126872"/>
                        <a:pt x="45075" y="109519"/>
                        <a:pt x="45075" y="51180"/>
                      </a:cubicBezTo>
                      <a:close/>
                    </a:path>
                    <a:path w="378690" h="639619" fill="none">
                      <a:moveTo>
                        <a:pt x="0" y="0"/>
                      </a:moveTo>
                      <a:cubicBezTo>
                        <a:pt x="8809" y="2797"/>
                        <a:pt x="46681" y="46476"/>
                        <a:pt x="57692" y="49972"/>
                      </a:cubicBezTo>
                      <a:cubicBezTo>
                        <a:pt x="78914" y="63922"/>
                        <a:pt x="118831" y="95476"/>
                        <a:pt x="140617" y="121894"/>
                      </a:cubicBezTo>
                      <a:cubicBezTo>
                        <a:pt x="169899" y="165512"/>
                        <a:pt x="225510" y="216110"/>
                        <a:pt x="262111" y="296817"/>
                      </a:cubicBezTo>
                      <a:cubicBezTo>
                        <a:pt x="285276" y="335556"/>
                        <a:pt x="274181" y="301310"/>
                        <a:pt x="293728" y="352903"/>
                      </a:cubicBezTo>
                      <a:cubicBezTo>
                        <a:pt x="313275" y="404496"/>
                        <a:pt x="362059" y="597611"/>
                        <a:pt x="378690" y="639619"/>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35" name="Group 34">
                  <a:extLst>
                    <a:ext uri="{FF2B5EF4-FFF2-40B4-BE49-F238E27FC236}">
                      <a16:creationId xmlns:a16="http://schemas.microsoft.com/office/drawing/2014/main" id="{477F0E85-4285-749A-3898-B4F455CC14E3}"/>
                    </a:ext>
                  </a:extLst>
                </p:cNvPr>
                <p:cNvGrpSpPr/>
                <p:nvPr/>
              </p:nvGrpSpPr>
              <p:grpSpPr>
                <a:xfrm rot="5690535">
                  <a:off x="2696103" y="4200375"/>
                  <a:ext cx="264600" cy="274320"/>
                  <a:chOff x="2629879" y="3095672"/>
                  <a:chExt cx="240577" cy="274320"/>
                </a:xfrm>
              </p:grpSpPr>
              <p:sp>
                <p:nvSpPr>
                  <p:cNvPr id="48" name="Isosceles Triangle 47">
                    <a:extLst>
                      <a:ext uri="{FF2B5EF4-FFF2-40B4-BE49-F238E27FC236}">
                        <a16:creationId xmlns:a16="http://schemas.microsoft.com/office/drawing/2014/main" id="{EF63F746-7165-FBA1-475E-AC98FD376EFC}"/>
                      </a:ext>
                    </a:extLst>
                  </p:cNvPr>
                  <p:cNvSpPr/>
                  <p:nvPr/>
                </p:nvSpPr>
                <p:spPr>
                  <a:xfrm rot="5109465">
                    <a:off x="2586578" y="3138973"/>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9" name="Oval 48">
                    <a:extLst>
                      <a:ext uri="{FF2B5EF4-FFF2-40B4-BE49-F238E27FC236}">
                        <a16:creationId xmlns:a16="http://schemas.microsoft.com/office/drawing/2014/main" id="{7C71723C-64A0-F469-11BE-43AF9E6F20F2}"/>
                      </a:ext>
                    </a:extLst>
                  </p:cNvPr>
                  <p:cNvSpPr/>
                  <p:nvPr/>
                </p:nvSpPr>
                <p:spPr>
                  <a:xfrm>
                    <a:off x="2824736" y="3204111"/>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grpSp>
              <p:nvGrpSpPr>
                <p:cNvPr id="36" name="Group 35">
                  <a:extLst>
                    <a:ext uri="{FF2B5EF4-FFF2-40B4-BE49-F238E27FC236}">
                      <a16:creationId xmlns:a16="http://schemas.microsoft.com/office/drawing/2014/main" id="{0B33F04E-75CB-2606-14BA-79AAAB7DD0A2}"/>
                    </a:ext>
                  </a:extLst>
                </p:cNvPr>
                <p:cNvGrpSpPr/>
                <p:nvPr/>
              </p:nvGrpSpPr>
              <p:grpSpPr>
                <a:xfrm rot="15736595">
                  <a:off x="1737589" y="4216586"/>
                  <a:ext cx="258844" cy="274320"/>
                  <a:chOff x="2671336" y="3081494"/>
                  <a:chExt cx="235344" cy="274320"/>
                </a:xfrm>
              </p:grpSpPr>
              <p:sp>
                <p:nvSpPr>
                  <p:cNvPr id="46" name="Isosceles Triangle 45">
                    <a:extLst>
                      <a:ext uri="{FF2B5EF4-FFF2-40B4-BE49-F238E27FC236}">
                        <a16:creationId xmlns:a16="http://schemas.microsoft.com/office/drawing/2014/main" id="{9F1AD671-9742-ADCE-2273-178FA8CFE8F3}"/>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7" name="Oval 46">
                    <a:extLst>
                      <a:ext uri="{FF2B5EF4-FFF2-40B4-BE49-F238E27FC236}">
                        <a16:creationId xmlns:a16="http://schemas.microsoft.com/office/drawing/2014/main" id="{EA58D7B2-AD48-3DEA-A441-F03530D7E8C3}"/>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cxnSp>
              <p:nvCxnSpPr>
                <p:cNvPr id="37" name="Straight Arrow Connector 36">
                  <a:extLst>
                    <a:ext uri="{FF2B5EF4-FFF2-40B4-BE49-F238E27FC236}">
                      <a16:creationId xmlns:a16="http://schemas.microsoft.com/office/drawing/2014/main" id="{81092F3A-DA81-1635-2573-CDB7A00953DF}"/>
                    </a:ext>
                  </a:extLst>
                </p:cNvPr>
                <p:cNvCxnSpPr/>
                <p:nvPr/>
              </p:nvCxnSpPr>
              <p:spPr>
                <a:xfrm flipH="1">
                  <a:off x="3067992" y="3986489"/>
                  <a:ext cx="200523"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87F0215A-C3BE-7FAA-129A-671B2D1FF548}"/>
                    </a:ext>
                  </a:extLst>
                </p:cNvPr>
                <p:cNvCxnSpPr/>
                <p:nvPr/>
              </p:nvCxnSpPr>
              <p:spPr>
                <a:xfrm flipH="1">
                  <a:off x="2698883" y="3913822"/>
                  <a:ext cx="115256" cy="94002"/>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9A3E0D02-8393-E063-BDA7-CE4C8EA90BA2}"/>
                    </a:ext>
                  </a:extLst>
                </p:cNvPr>
                <p:cNvCxnSpPr/>
                <p:nvPr/>
              </p:nvCxnSpPr>
              <p:spPr>
                <a:xfrm flipH="1" flipV="1">
                  <a:off x="2761760" y="4619084"/>
                  <a:ext cx="138254" cy="7945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3AD9C40-2814-6B6E-EABB-92FE668FC7BE}"/>
                    </a:ext>
                  </a:extLst>
                </p:cNvPr>
                <p:cNvCxnSpPr/>
                <p:nvPr/>
              </p:nvCxnSpPr>
              <p:spPr>
                <a:xfrm flipV="1">
                  <a:off x="1870531" y="4693584"/>
                  <a:ext cx="128192" cy="13531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5A0727D9-0835-CE03-56EB-189271631E4A}"/>
                    </a:ext>
                  </a:extLst>
                </p:cNvPr>
                <p:cNvCxnSpPr/>
                <p:nvPr/>
              </p:nvCxnSpPr>
              <p:spPr>
                <a:xfrm>
                  <a:off x="1816746" y="3895299"/>
                  <a:ext cx="181637" cy="11681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42" name="Oval 41">
                  <a:extLst>
                    <a:ext uri="{FF2B5EF4-FFF2-40B4-BE49-F238E27FC236}">
                      <a16:creationId xmlns:a16="http://schemas.microsoft.com/office/drawing/2014/main" id="{6E5B9212-4CF4-9684-56F5-8E3954B9C8EC}"/>
                    </a:ext>
                  </a:extLst>
                </p:cNvPr>
                <p:cNvSpPr/>
                <p:nvPr/>
              </p:nvSpPr>
              <p:spPr>
                <a:xfrm>
                  <a:off x="2665155" y="3986489"/>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3" name="Oval 42">
                  <a:extLst>
                    <a:ext uri="{FF2B5EF4-FFF2-40B4-BE49-F238E27FC236}">
                      <a16:creationId xmlns:a16="http://schemas.microsoft.com/office/drawing/2014/main" id="{B4808A9C-9289-93F0-53DE-94A5DB11D691}"/>
                    </a:ext>
                  </a:extLst>
                </p:cNvPr>
                <p:cNvSpPr/>
                <p:nvPr/>
              </p:nvSpPr>
              <p:spPr>
                <a:xfrm>
                  <a:off x="2725653" y="4590837"/>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4" name="Oval 43">
                  <a:extLst>
                    <a:ext uri="{FF2B5EF4-FFF2-40B4-BE49-F238E27FC236}">
                      <a16:creationId xmlns:a16="http://schemas.microsoft.com/office/drawing/2014/main" id="{1F142A6B-BA1E-9C9F-394D-C0E0B56B9B9A}"/>
                    </a:ext>
                  </a:extLst>
                </p:cNvPr>
                <p:cNvSpPr/>
                <p:nvPr/>
              </p:nvSpPr>
              <p:spPr>
                <a:xfrm>
                  <a:off x="1970350" y="4675476"/>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5" name="Oval 44">
                  <a:extLst>
                    <a:ext uri="{FF2B5EF4-FFF2-40B4-BE49-F238E27FC236}">
                      <a16:creationId xmlns:a16="http://schemas.microsoft.com/office/drawing/2014/main" id="{B508288F-BCD3-5202-E522-0783A6A58930}"/>
                    </a:ext>
                  </a:extLst>
                </p:cNvPr>
                <p:cNvSpPr/>
                <p:nvPr/>
              </p:nvSpPr>
              <p:spPr>
                <a:xfrm>
                  <a:off x="1975523" y="3993110"/>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sp>
            <p:nvSpPr>
              <p:cNvPr id="22" name="Oval 21">
                <a:extLst>
                  <a:ext uri="{FF2B5EF4-FFF2-40B4-BE49-F238E27FC236}">
                    <a16:creationId xmlns:a16="http://schemas.microsoft.com/office/drawing/2014/main" id="{0CD0FEED-41B7-5848-CF9B-D8FB7FFA09D3}"/>
                  </a:ext>
                </a:extLst>
              </p:cNvPr>
              <p:cNvSpPr/>
              <p:nvPr/>
            </p:nvSpPr>
            <p:spPr>
              <a:xfrm rot="15736595">
                <a:off x="6498771" y="6398007"/>
                <a:ext cx="75203" cy="68375"/>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cxnSp>
            <p:nvCxnSpPr>
              <p:cNvPr id="23" name="Straight Arrow Connector 22">
                <a:extLst>
                  <a:ext uri="{FF2B5EF4-FFF2-40B4-BE49-F238E27FC236}">
                    <a16:creationId xmlns:a16="http://schemas.microsoft.com/office/drawing/2014/main" id="{15AEC058-6C79-C8C9-67B9-DA745A3481D8}"/>
                  </a:ext>
                </a:extLst>
              </p:cNvPr>
              <p:cNvCxnSpPr/>
              <p:nvPr/>
            </p:nvCxnSpPr>
            <p:spPr>
              <a:xfrm flipH="1">
                <a:off x="7797411" y="5432221"/>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284C8B30-2B6F-3ABD-5127-8EC19F894582}"/>
                  </a:ext>
                </a:extLst>
              </p:cNvPr>
              <p:cNvCxnSpPr/>
              <p:nvPr/>
            </p:nvCxnSpPr>
            <p:spPr>
              <a:xfrm flipH="1">
                <a:off x="7794556" y="5644756"/>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DED05F6B-543B-F9C7-F706-E1033FA4BE39}"/>
                  </a:ext>
                </a:extLst>
              </p:cNvPr>
              <p:cNvCxnSpPr/>
              <p:nvPr/>
            </p:nvCxnSpPr>
            <p:spPr>
              <a:xfrm flipH="1">
                <a:off x="7794560" y="6164229"/>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1237351E-64CA-24D3-969B-FB9BFB023CC8}"/>
                  </a:ext>
                </a:extLst>
              </p:cNvPr>
              <p:cNvCxnSpPr/>
              <p:nvPr/>
            </p:nvCxnSpPr>
            <p:spPr>
              <a:xfrm>
                <a:off x="7942479" y="5700477"/>
                <a:ext cx="0" cy="418523"/>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7214E63E-76EE-5E68-1424-539AC4DB6A64}"/>
                      </a:ext>
                    </a:extLst>
                  </p:cNvPr>
                  <p:cNvSpPr/>
                  <p:nvPr/>
                </p:nvSpPr>
                <p:spPr>
                  <a:xfrm>
                    <a:off x="8079253" y="5033170"/>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21" name="Rectangle 20">
                    <a:extLst>
                      <a:ext uri="{FF2B5EF4-FFF2-40B4-BE49-F238E27FC236}">
                        <a16:creationId xmlns:a16="http://schemas.microsoft.com/office/drawing/2014/main" id="{7214E63E-76EE-5E68-1424-539AC4DB6A64}"/>
                      </a:ext>
                    </a:extLst>
                  </p:cNvPr>
                  <p:cNvSpPr>
                    <a:spLocks noRot="1" noChangeAspect="1" noMove="1" noResize="1" noEditPoints="1" noAdjustHandles="1" noChangeArrowheads="1" noChangeShapeType="1" noTextEdit="1"/>
                  </p:cNvSpPr>
                  <p:nvPr/>
                </p:nvSpPr>
                <p:spPr>
                  <a:xfrm>
                    <a:off x="8079253" y="5033170"/>
                    <a:ext cx="429822" cy="28741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967C1893-9A2F-DB39-73F0-C92A6F52F123}"/>
                      </a:ext>
                    </a:extLst>
                  </p:cNvPr>
                  <p:cNvSpPr/>
                  <p:nvPr/>
                </p:nvSpPr>
                <p:spPr>
                  <a:xfrm>
                    <a:off x="8094447" y="5289198"/>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22" name="Rectangle 21">
                    <a:extLst>
                      <a:ext uri="{FF2B5EF4-FFF2-40B4-BE49-F238E27FC236}">
                        <a16:creationId xmlns:a16="http://schemas.microsoft.com/office/drawing/2014/main" id="{967C1893-9A2F-DB39-73F0-C92A6F52F123}"/>
                      </a:ext>
                    </a:extLst>
                  </p:cNvPr>
                  <p:cNvSpPr>
                    <a:spLocks noRot="1" noChangeAspect="1" noMove="1" noResize="1" noEditPoints="1" noAdjustHandles="1" noChangeArrowheads="1" noChangeShapeType="1" noTextEdit="1"/>
                  </p:cNvSpPr>
                  <p:nvPr/>
                </p:nvSpPr>
                <p:spPr>
                  <a:xfrm>
                    <a:off x="8094447" y="5289198"/>
                    <a:ext cx="429822" cy="28741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3E7FDE08-9B4E-7F49-21F6-FB0C64CD9FB1}"/>
                      </a:ext>
                    </a:extLst>
                  </p:cNvPr>
                  <p:cNvSpPr/>
                  <p:nvPr/>
                </p:nvSpPr>
                <p:spPr>
                  <a:xfrm>
                    <a:off x="8089173" y="5523004"/>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23" name="Rectangle 22">
                    <a:extLst>
                      <a:ext uri="{FF2B5EF4-FFF2-40B4-BE49-F238E27FC236}">
                        <a16:creationId xmlns:a16="http://schemas.microsoft.com/office/drawing/2014/main" id="{3E7FDE08-9B4E-7F49-21F6-FB0C64CD9FB1}"/>
                      </a:ext>
                    </a:extLst>
                  </p:cNvPr>
                  <p:cNvSpPr>
                    <a:spLocks noRot="1" noChangeAspect="1" noMove="1" noResize="1" noEditPoints="1" noAdjustHandles="1" noChangeArrowheads="1" noChangeShapeType="1" noTextEdit="1"/>
                  </p:cNvSpPr>
                  <p:nvPr/>
                </p:nvSpPr>
                <p:spPr>
                  <a:xfrm>
                    <a:off x="8089173" y="5523004"/>
                    <a:ext cx="429822" cy="2874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F294D3F6-91AE-4009-D12C-2CE69E5C0679}"/>
                      </a:ext>
                    </a:extLst>
                  </p:cNvPr>
                  <p:cNvSpPr/>
                  <p:nvPr/>
                </p:nvSpPr>
                <p:spPr>
                  <a:xfrm>
                    <a:off x="8042907" y="6011095"/>
                    <a:ext cx="444205"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24" name="Rectangle 23">
                    <a:extLst>
                      <a:ext uri="{FF2B5EF4-FFF2-40B4-BE49-F238E27FC236}">
                        <a16:creationId xmlns:a16="http://schemas.microsoft.com/office/drawing/2014/main" id="{F294D3F6-91AE-4009-D12C-2CE69E5C0679}"/>
                      </a:ext>
                    </a:extLst>
                  </p:cNvPr>
                  <p:cNvSpPr>
                    <a:spLocks noRot="1" noChangeAspect="1" noMove="1" noResize="1" noEditPoints="1" noAdjustHandles="1" noChangeArrowheads="1" noChangeShapeType="1" noTextEdit="1"/>
                  </p:cNvSpPr>
                  <p:nvPr/>
                </p:nvSpPr>
                <p:spPr>
                  <a:xfrm>
                    <a:off x="8042907" y="6011095"/>
                    <a:ext cx="444205" cy="287415"/>
                  </a:xfrm>
                  <a:prstGeom prst="rect">
                    <a:avLst/>
                  </a:prstGeom>
                  <a:blipFill>
                    <a:blip r:embed="rId6"/>
                    <a:stretch>
                      <a:fillRect/>
                    </a:stretch>
                  </a:blipFill>
                </p:spPr>
                <p:txBody>
                  <a:bodyPr/>
                  <a:lstStyle/>
                  <a:p>
                    <a:r>
                      <a:rPr lang="en-US">
                        <a:noFill/>
                      </a:rPr>
                      <a:t> </a:t>
                    </a:r>
                  </a:p>
                </p:txBody>
              </p:sp>
            </mc:Fallback>
          </mc:AlternateContent>
        </p:grpSp>
        <p:sp>
          <p:nvSpPr>
            <p:cNvPr id="18" name="Right Brace 278">
              <a:extLst>
                <a:ext uri="{FF2B5EF4-FFF2-40B4-BE49-F238E27FC236}">
                  <a16:creationId xmlns:a16="http://schemas.microsoft.com/office/drawing/2014/main" id="{3B144041-8367-9860-411C-9B5FA81F8376}"/>
                </a:ext>
              </a:extLst>
            </p:cNvPr>
            <p:cNvSpPr/>
            <p:nvPr/>
          </p:nvSpPr>
          <p:spPr>
            <a:xfrm>
              <a:off x="8495006" y="5075892"/>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9" name="Rectangle 18">
              <a:extLst>
                <a:ext uri="{FF2B5EF4-FFF2-40B4-BE49-F238E27FC236}">
                  <a16:creationId xmlns:a16="http://schemas.microsoft.com/office/drawing/2014/main" id="{21C2401C-4DA3-CADD-40C3-404AB69EF735}"/>
                </a:ext>
              </a:extLst>
            </p:cNvPr>
            <p:cNvSpPr/>
            <p:nvPr/>
          </p:nvSpPr>
          <p:spPr>
            <a:xfrm>
              <a:off x="8684865" y="5246541"/>
              <a:ext cx="961906" cy="677108"/>
            </a:xfrm>
            <a:prstGeom prst="rect">
              <a:avLst/>
            </a:prstGeom>
          </p:spPr>
          <p:txBody>
            <a:bodyPr wrap="none">
              <a:spAutoFit/>
            </a:bodyPr>
            <a:lstStyle/>
            <a:p>
              <a:pPr algn="ctr"/>
              <a:r>
                <a:rPr lang="en-US" sz="900" b="1">
                  <a:solidFill>
                    <a:srgbClr val="000099"/>
                  </a:solidFill>
                </a:rPr>
                <a:t>Multi </a:t>
              </a:r>
            </a:p>
            <a:p>
              <a:pPr algn="ctr"/>
              <a:r>
                <a:rPr lang="en-US" sz="900" b="1">
                  <a:solidFill>
                    <a:srgbClr val="000099"/>
                  </a:solidFill>
                </a:rPr>
                <a:t>Phase </a:t>
              </a:r>
            </a:p>
            <a:p>
              <a:pPr algn="ctr"/>
              <a:r>
                <a:rPr lang="en-US" sz="900" b="1">
                  <a:solidFill>
                    <a:srgbClr val="000099"/>
                  </a:solidFill>
                </a:rPr>
                <a:t>LO/Clock</a:t>
              </a:r>
            </a:p>
          </p:txBody>
        </p:sp>
      </p:grpSp>
      <p:sp>
        <p:nvSpPr>
          <p:cNvPr id="52" name="Rectangle 51">
            <a:extLst>
              <a:ext uri="{FF2B5EF4-FFF2-40B4-BE49-F238E27FC236}">
                <a16:creationId xmlns:a16="http://schemas.microsoft.com/office/drawing/2014/main" id="{E8A6FB8A-A47E-AA09-05EC-2622939BBF4E}"/>
              </a:ext>
            </a:extLst>
          </p:cNvPr>
          <p:cNvSpPr/>
          <p:nvPr/>
        </p:nvSpPr>
        <p:spPr>
          <a:xfrm>
            <a:off x="302220" y="3227901"/>
            <a:ext cx="3150593" cy="461665"/>
          </a:xfrm>
          <a:prstGeom prst="rect">
            <a:avLst/>
          </a:prstGeom>
        </p:spPr>
        <p:txBody>
          <a:bodyPr wrap="square">
            <a:spAutoFit/>
          </a:bodyPr>
          <a:lstStyle/>
          <a:p>
            <a:pPr algn="ctr"/>
            <a:r>
              <a:rPr lang="en-US" sz="1200" b="1" dirty="0">
                <a:solidFill>
                  <a:srgbClr val="002060"/>
                </a:solidFill>
              </a:rPr>
              <a:t>(a) </a:t>
            </a:r>
            <a:r>
              <a:rPr lang="en-US" sz="1200" u="sng" dirty="0">
                <a:solidFill>
                  <a:srgbClr val="002060"/>
                </a:solidFill>
              </a:rPr>
              <a:t>Multiphase LO/clock generation methods using Ring with inverters</a:t>
            </a:r>
            <a:endParaRPr lang="en-IN" sz="1200" u="sng" dirty="0">
              <a:solidFill>
                <a:srgbClr val="002060"/>
              </a:solidFill>
            </a:endParaRPr>
          </a:p>
        </p:txBody>
      </p:sp>
      <p:grpSp>
        <p:nvGrpSpPr>
          <p:cNvPr id="53" name="Group 52">
            <a:extLst>
              <a:ext uri="{FF2B5EF4-FFF2-40B4-BE49-F238E27FC236}">
                <a16:creationId xmlns:a16="http://schemas.microsoft.com/office/drawing/2014/main" id="{3C5147B0-3D04-89C8-8DB8-F719A1DAB61A}"/>
              </a:ext>
            </a:extLst>
          </p:cNvPr>
          <p:cNvGrpSpPr/>
          <p:nvPr/>
        </p:nvGrpSpPr>
        <p:grpSpPr>
          <a:xfrm>
            <a:off x="4575148" y="1666239"/>
            <a:ext cx="3786532" cy="1441647"/>
            <a:chOff x="637466" y="1585609"/>
            <a:chExt cx="5500551" cy="2262491"/>
          </a:xfrm>
        </p:grpSpPr>
        <p:sp>
          <p:nvSpPr>
            <p:cNvPr id="54" name="Rounded Rectangle 268">
              <a:extLst>
                <a:ext uri="{FF2B5EF4-FFF2-40B4-BE49-F238E27FC236}">
                  <a16:creationId xmlns:a16="http://schemas.microsoft.com/office/drawing/2014/main" id="{1174C3DF-8057-A11F-2691-00FA8A8FF3A5}"/>
                </a:ext>
              </a:extLst>
            </p:cNvPr>
            <p:cNvSpPr/>
            <p:nvPr/>
          </p:nvSpPr>
          <p:spPr>
            <a:xfrm>
              <a:off x="2043924" y="1585609"/>
              <a:ext cx="2374078" cy="2262491"/>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5" name="Rounded Rectangle 254">
              <a:extLst>
                <a:ext uri="{FF2B5EF4-FFF2-40B4-BE49-F238E27FC236}">
                  <a16:creationId xmlns:a16="http://schemas.microsoft.com/office/drawing/2014/main" id="{CB00394F-200A-3798-0DCD-E40D7C104EDB}"/>
                </a:ext>
              </a:extLst>
            </p:cNvPr>
            <p:cNvSpPr/>
            <p:nvPr/>
          </p:nvSpPr>
          <p:spPr>
            <a:xfrm>
              <a:off x="637466" y="2107578"/>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6" name="Rectangle 55">
              <a:extLst>
                <a:ext uri="{FF2B5EF4-FFF2-40B4-BE49-F238E27FC236}">
                  <a16:creationId xmlns:a16="http://schemas.microsoft.com/office/drawing/2014/main" id="{7B215F80-5999-3F39-D80F-D4FE114CBE16}"/>
                </a:ext>
              </a:extLst>
            </p:cNvPr>
            <p:cNvSpPr/>
            <p:nvPr/>
          </p:nvSpPr>
          <p:spPr>
            <a:xfrm>
              <a:off x="745946" y="2383680"/>
              <a:ext cx="944437" cy="710907"/>
            </a:xfrm>
            <a:prstGeom prst="rect">
              <a:avLst/>
            </a:prstGeom>
          </p:spPr>
          <p:txBody>
            <a:bodyPr wrap="square">
              <a:spAutoFit/>
            </a:bodyPr>
            <a:lstStyle/>
            <a:p>
              <a:pPr algn="ctr"/>
              <a:r>
                <a:rPr lang="en-US" sz="900" b="1" dirty="0">
                  <a:latin typeface="Arial" panose="020B0604020202020204" pitchFamily="34" charset="0"/>
                  <a:cs typeface="Arial" panose="020B0604020202020204" pitchFamily="34" charset="0"/>
                </a:rPr>
                <a:t>Phase-</a:t>
              </a:r>
            </a:p>
            <a:p>
              <a:pPr algn="ctr"/>
              <a:r>
                <a:rPr lang="en-US" sz="900" b="1" dirty="0">
                  <a:latin typeface="Arial" panose="020B0604020202020204" pitchFamily="34" charset="0"/>
                  <a:cs typeface="Arial" panose="020B0604020202020204" pitchFamily="34" charset="0"/>
                </a:rPr>
                <a:t>Locked </a:t>
              </a:r>
            </a:p>
            <a:p>
              <a:pPr algn="ctr"/>
              <a:r>
                <a:rPr lang="en-US" sz="900" b="1" dirty="0">
                  <a:latin typeface="Arial" panose="020B0604020202020204" pitchFamily="34" charset="0"/>
                  <a:cs typeface="Arial" panose="020B0604020202020204" pitchFamily="34" charset="0"/>
                </a:rPr>
                <a:t>Loop</a:t>
              </a:r>
            </a:p>
          </p:txBody>
        </p:sp>
        <p:grpSp>
          <p:nvGrpSpPr>
            <p:cNvPr id="57" name="Group 56">
              <a:extLst>
                <a:ext uri="{FF2B5EF4-FFF2-40B4-BE49-F238E27FC236}">
                  <a16:creationId xmlns:a16="http://schemas.microsoft.com/office/drawing/2014/main" id="{2475F882-8FA1-7AF8-C900-2128E6EBCCE8}"/>
                </a:ext>
              </a:extLst>
            </p:cNvPr>
            <p:cNvGrpSpPr>
              <a:grpSpLocks noChangeAspect="1"/>
            </p:cNvGrpSpPr>
            <p:nvPr/>
          </p:nvGrpSpPr>
          <p:grpSpPr>
            <a:xfrm>
              <a:off x="1740491" y="1702085"/>
              <a:ext cx="2543499" cy="2103120"/>
              <a:chOff x="1961702" y="1886899"/>
              <a:chExt cx="2230380" cy="1844214"/>
            </a:xfrm>
          </p:grpSpPr>
          <p:sp>
            <p:nvSpPr>
              <p:cNvPr id="74" name="Oval 73">
                <a:extLst>
                  <a:ext uri="{FF2B5EF4-FFF2-40B4-BE49-F238E27FC236}">
                    <a16:creationId xmlns:a16="http://schemas.microsoft.com/office/drawing/2014/main" id="{69849780-6C17-9BDC-3E9F-C70F9A5D269C}"/>
                  </a:ext>
                </a:extLst>
              </p:cNvPr>
              <p:cNvSpPr/>
              <p:nvPr/>
            </p:nvSpPr>
            <p:spPr>
              <a:xfrm>
                <a:off x="2433006" y="1986602"/>
                <a:ext cx="1604149" cy="1604147"/>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75" name="Oval 74">
                <a:extLst>
                  <a:ext uri="{FF2B5EF4-FFF2-40B4-BE49-F238E27FC236}">
                    <a16:creationId xmlns:a16="http://schemas.microsoft.com/office/drawing/2014/main" id="{DBBFDD38-1B2B-4CA1-EBAA-95D64C163AB3}"/>
                  </a:ext>
                </a:extLst>
              </p:cNvPr>
              <p:cNvSpPr/>
              <p:nvPr/>
            </p:nvSpPr>
            <p:spPr>
              <a:xfrm>
                <a:off x="2541383" y="2103840"/>
                <a:ext cx="1385401" cy="1385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76" name="Group 75">
                <a:extLst>
                  <a:ext uri="{FF2B5EF4-FFF2-40B4-BE49-F238E27FC236}">
                    <a16:creationId xmlns:a16="http://schemas.microsoft.com/office/drawing/2014/main" id="{44D9DA7E-C661-455F-D1D6-651E57E3524B}"/>
                  </a:ext>
                </a:extLst>
              </p:cNvPr>
              <p:cNvGrpSpPr>
                <a:grpSpLocks noChangeAspect="1"/>
              </p:cNvGrpSpPr>
              <p:nvPr/>
            </p:nvGrpSpPr>
            <p:grpSpPr>
              <a:xfrm>
                <a:off x="2996876" y="1886899"/>
                <a:ext cx="437495" cy="400269"/>
                <a:chOff x="2169506" y="4772026"/>
                <a:chExt cx="1145194" cy="1047750"/>
              </a:xfrm>
            </p:grpSpPr>
            <p:sp>
              <p:nvSpPr>
                <p:cNvPr id="270" name="Oval 269">
                  <a:extLst>
                    <a:ext uri="{FF2B5EF4-FFF2-40B4-BE49-F238E27FC236}">
                      <a16:creationId xmlns:a16="http://schemas.microsoft.com/office/drawing/2014/main" id="{2A66DA3E-A9DE-56DB-7ED7-061355B4B66A}"/>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71" name="Group 270">
                  <a:extLst>
                    <a:ext uri="{FF2B5EF4-FFF2-40B4-BE49-F238E27FC236}">
                      <a16:creationId xmlns:a16="http://schemas.microsoft.com/office/drawing/2014/main" id="{A12A7D9B-B0A5-D141-7BC3-96385905894C}"/>
                    </a:ext>
                  </a:extLst>
                </p:cNvPr>
                <p:cNvGrpSpPr/>
                <p:nvPr/>
              </p:nvGrpSpPr>
              <p:grpSpPr>
                <a:xfrm>
                  <a:off x="2243356" y="4913274"/>
                  <a:ext cx="933517" cy="730856"/>
                  <a:chOff x="1027600" y="4784489"/>
                  <a:chExt cx="933517" cy="730856"/>
                </a:xfrm>
              </p:grpSpPr>
              <p:grpSp>
                <p:nvGrpSpPr>
                  <p:cNvPr id="272" name="Group 271">
                    <a:extLst>
                      <a:ext uri="{FF2B5EF4-FFF2-40B4-BE49-F238E27FC236}">
                        <a16:creationId xmlns:a16="http://schemas.microsoft.com/office/drawing/2014/main" id="{840066DE-B89A-A2A2-D876-2F92FCD1C43B}"/>
                      </a:ext>
                    </a:extLst>
                  </p:cNvPr>
                  <p:cNvGrpSpPr/>
                  <p:nvPr/>
                </p:nvGrpSpPr>
                <p:grpSpPr>
                  <a:xfrm>
                    <a:off x="1027600" y="4965926"/>
                    <a:ext cx="362347" cy="380159"/>
                    <a:chOff x="1711577" y="4926883"/>
                    <a:chExt cx="274320" cy="274320"/>
                  </a:xfrm>
                </p:grpSpPr>
                <p:sp>
                  <p:nvSpPr>
                    <p:cNvPr id="323" name="Flowchart: Connector 322">
                      <a:extLst>
                        <a:ext uri="{FF2B5EF4-FFF2-40B4-BE49-F238E27FC236}">
                          <a16:creationId xmlns:a16="http://schemas.microsoft.com/office/drawing/2014/main" id="{32294CFF-8D95-391B-3E50-C057A971790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24" name="Freeform 55">
                      <a:extLst>
                        <a:ext uri="{FF2B5EF4-FFF2-40B4-BE49-F238E27FC236}">
                          <a16:creationId xmlns:a16="http://schemas.microsoft.com/office/drawing/2014/main" id="{185DB6A6-3F39-A8C7-D707-29DF01E6997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73" name="Straight Connector 272">
                    <a:extLst>
                      <a:ext uri="{FF2B5EF4-FFF2-40B4-BE49-F238E27FC236}">
                        <a16:creationId xmlns:a16="http://schemas.microsoft.com/office/drawing/2014/main" id="{4DB71327-259F-92E7-9642-B86B6CE0596C}"/>
                      </a:ext>
                    </a:extLst>
                  </p:cNvPr>
                  <p:cNvCxnSpPr>
                    <a:stCxn id="323"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A0A1A4-42EE-3668-3325-E19B2F006974}"/>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D171824-F8F6-6208-6E70-4D1073683AF3}"/>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3B60A730-AB75-626D-D575-6556ECE42103}"/>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9FCEA77A-BD9F-EFF0-6277-226E89D9E270}"/>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09DD6D22-090E-E16C-A4AE-325357B67B49}"/>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79" name="Group 278">
                    <a:extLst>
                      <a:ext uri="{FF2B5EF4-FFF2-40B4-BE49-F238E27FC236}">
                        <a16:creationId xmlns:a16="http://schemas.microsoft.com/office/drawing/2014/main" id="{691F114F-F780-DE57-7572-E2B79824E489}"/>
                      </a:ext>
                    </a:extLst>
                  </p:cNvPr>
                  <p:cNvGrpSpPr/>
                  <p:nvPr/>
                </p:nvGrpSpPr>
                <p:grpSpPr>
                  <a:xfrm>
                    <a:off x="1565526" y="4885688"/>
                    <a:ext cx="395591" cy="540633"/>
                    <a:chOff x="1715961" y="4885759"/>
                    <a:chExt cx="395591" cy="540633"/>
                  </a:xfrm>
                </p:grpSpPr>
                <p:grpSp>
                  <p:nvGrpSpPr>
                    <p:cNvPr id="282" name="Group 281">
                      <a:extLst>
                        <a:ext uri="{FF2B5EF4-FFF2-40B4-BE49-F238E27FC236}">
                          <a16:creationId xmlns:a16="http://schemas.microsoft.com/office/drawing/2014/main" id="{0024A1BB-4092-8705-F617-1AD74967E709}"/>
                        </a:ext>
                      </a:extLst>
                    </p:cNvPr>
                    <p:cNvGrpSpPr/>
                    <p:nvPr/>
                  </p:nvGrpSpPr>
                  <p:grpSpPr>
                    <a:xfrm>
                      <a:off x="1715961" y="4885759"/>
                      <a:ext cx="317479" cy="205665"/>
                      <a:chOff x="1548734" y="4857791"/>
                      <a:chExt cx="240352" cy="148406"/>
                    </a:xfrm>
                  </p:grpSpPr>
                  <p:cxnSp>
                    <p:nvCxnSpPr>
                      <p:cNvPr id="312" name="Straight Connector 311">
                        <a:extLst>
                          <a:ext uri="{FF2B5EF4-FFF2-40B4-BE49-F238E27FC236}">
                            <a16:creationId xmlns:a16="http://schemas.microsoft.com/office/drawing/2014/main" id="{D3D8DC29-90D9-530D-1EC2-C2760C50EC1A}"/>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82A14340-D3AE-8198-E4F9-E22A279059C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38860E65-2D85-224C-2083-E9C1C71A842B}"/>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4E0BB051-D361-0777-C9BD-5028858C72E2}"/>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892AD711-3770-61F7-96CC-B0F53975F3CB}"/>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4282FEC3-2B96-B088-70E1-5C58E029C2D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7D64D889-152F-648F-BA66-25BA4CBE6A42}"/>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4B53D0FC-3725-979B-69FE-CF0D50177AA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F5544FBC-B803-0D86-216B-1BBB77EC8A5C}"/>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A62E1B91-0E51-A3EB-8D5D-0F1D97314330}"/>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4773F352-14AD-48AE-9AC9-86DAA64CDB04}"/>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83" name="Group 282">
                      <a:extLst>
                        <a:ext uri="{FF2B5EF4-FFF2-40B4-BE49-F238E27FC236}">
                          <a16:creationId xmlns:a16="http://schemas.microsoft.com/office/drawing/2014/main" id="{266C7B9A-AD42-2396-8A7E-A27B5CC7A938}"/>
                        </a:ext>
                      </a:extLst>
                    </p:cNvPr>
                    <p:cNvGrpSpPr/>
                    <p:nvPr/>
                  </p:nvGrpSpPr>
                  <p:grpSpPr>
                    <a:xfrm rot="10800000" flipH="1">
                      <a:off x="1715961" y="5219603"/>
                      <a:ext cx="317479" cy="206789"/>
                      <a:chOff x="1548734" y="4857791"/>
                      <a:chExt cx="240352" cy="149217"/>
                    </a:xfrm>
                  </p:grpSpPr>
                  <p:cxnSp>
                    <p:nvCxnSpPr>
                      <p:cNvPr id="301" name="Straight Connector 300">
                        <a:extLst>
                          <a:ext uri="{FF2B5EF4-FFF2-40B4-BE49-F238E27FC236}">
                            <a16:creationId xmlns:a16="http://schemas.microsoft.com/office/drawing/2014/main" id="{C2C4575F-ADE3-AA99-CBB1-9A4889AEAB21}"/>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C9C307C-3D1A-1B84-0C2F-938E89F5F3D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6A02A858-D3D3-456E-FBE8-2D966B7583F7}"/>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497F9313-BC59-67A3-E670-27C2009A8563}"/>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96828AAA-DA77-C796-307E-9E6866DD6BD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D4E9D423-000B-9712-3167-8C29972AA0A4}"/>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B2F32D23-E066-EC6A-0BFB-EB5796759E60}"/>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40CD123F-AA26-6550-CF7A-87A81C58FF8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E3085AB7-2BB6-034D-67C0-ED97BD6004E3}"/>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7EDAAA49-C74B-D012-7644-0193D80C6FF5}"/>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CE2AA2AB-6B6B-6D97-5FA2-3981ABA72C35}"/>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84" name="Straight Connector 283">
                      <a:extLst>
                        <a:ext uri="{FF2B5EF4-FFF2-40B4-BE49-F238E27FC236}">
                          <a16:creationId xmlns:a16="http://schemas.microsoft.com/office/drawing/2014/main" id="{0FF138CB-6D2A-D2B1-9C60-EF2E3813EAFA}"/>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85" name="Group 284">
                      <a:extLst>
                        <a:ext uri="{FF2B5EF4-FFF2-40B4-BE49-F238E27FC236}">
                          <a16:creationId xmlns:a16="http://schemas.microsoft.com/office/drawing/2014/main" id="{34F97395-E4F5-5537-8800-A6DE06EF9278}"/>
                        </a:ext>
                      </a:extLst>
                    </p:cNvPr>
                    <p:cNvGrpSpPr/>
                    <p:nvPr/>
                  </p:nvGrpSpPr>
                  <p:grpSpPr>
                    <a:xfrm rot="5400000">
                      <a:off x="1879744" y="5102207"/>
                      <a:ext cx="335430" cy="128187"/>
                      <a:chOff x="7040920" y="3499872"/>
                      <a:chExt cx="973348" cy="287902"/>
                    </a:xfrm>
                  </p:grpSpPr>
                  <p:sp>
                    <p:nvSpPr>
                      <p:cNvPr id="288" name="Arc 287">
                        <a:extLst>
                          <a:ext uri="{FF2B5EF4-FFF2-40B4-BE49-F238E27FC236}">
                            <a16:creationId xmlns:a16="http://schemas.microsoft.com/office/drawing/2014/main" id="{7075F73A-0AFD-C03D-2F06-851055C9D466}"/>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89" name="Group 288">
                        <a:extLst>
                          <a:ext uri="{FF2B5EF4-FFF2-40B4-BE49-F238E27FC236}">
                            <a16:creationId xmlns:a16="http://schemas.microsoft.com/office/drawing/2014/main" id="{97E98F71-F8C8-6228-D062-028A3640BB9B}"/>
                          </a:ext>
                        </a:extLst>
                      </p:cNvPr>
                      <p:cNvGrpSpPr/>
                      <p:nvPr/>
                    </p:nvGrpSpPr>
                    <p:grpSpPr>
                      <a:xfrm>
                        <a:off x="7208043" y="3499872"/>
                        <a:ext cx="806225" cy="286012"/>
                        <a:chOff x="7208043" y="3499872"/>
                        <a:chExt cx="806225" cy="286012"/>
                      </a:xfrm>
                    </p:grpSpPr>
                    <p:sp>
                      <p:nvSpPr>
                        <p:cNvPr id="290" name="Arc 289">
                          <a:extLst>
                            <a:ext uri="{FF2B5EF4-FFF2-40B4-BE49-F238E27FC236}">
                              <a16:creationId xmlns:a16="http://schemas.microsoft.com/office/drawing/2014/main" id="{6F4EA0E9-68F9-7AFA-7D89-BC8D9339A5A8}"/>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1" name="Arc 290">
                          <a:extLst>
                            <a:ext uri="{FF2B5EF4-FFF2-40B4-BE49-F238E27FC236}">
                              <a16:creationId xmlns:a16="http://schemas.microsoft.com/office/drawing/2014/main" id="{CCFA3387-639E-87E9-132C-964AA0061FAC}"/>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2" name="Arc 291">
                          <a:extLst>
                            <a:ext uri="{FF2B5EF4-FFF2-40B4-BE49-F238E27FC236}">
                              <a16:creationId xmlns:a16="http://schemas.microsoft.com/office/drawing/2014/main" id="{E5F991FC-0BE4-E6EB-B7CE-D7A506EF72F0}"/>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3" name="Arc 292">
                          <a:extLst>
                            <a:ext uri="{FF2B5EF4-FFF2-40B4-BE49-F238E27FC236}">
                              <a16:creationId xmlns:a16="http://schemas.microsoft.com/office/drawing/2014/main" id="{9712E1F7-EADE-AB63-B495-1DBEB9BC5DB9}"/>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4" name="Arc 293">
                          <a:extLst>
                            <a:ext uri="{FF2B5EF4-FFF2-40B4-BE49-F238E27FC236}">
                              <a16:creationId xmlns:a16="http://schemas.microsoft.com/office/drawing/2014/main" id="{E6FAD8AE-8945-D080-127F-12594026BCF4}"/>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5" name="Arc 294">
                          <a:extLst>
                            <a:ext uri="{FF2B5EF4-FFF2-40B4-BE49-F238E27FC236}">
                              <a16:creationId xmlns:a16="http://schemas.microsoft.com/office/drawing/2014/main" id="{77C438ED-799A-4A53-6811-368DC953B885}"/>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6" name="Arc 295">
                          <a:extLst>
                            <a:ext uri="{FF2B5EF4-FFF2-40B4-BE49-F238E27FC236}">
                              <a16:creationId xmlns:a16="http://schemas.microsoft.com/office/drawing/2014/main" id="{C1E470B1-16F0-4A3B-FEC5-53C98EBA3E68}"/>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7" name="Arc 296">
                          <a:extLst>
                            <a:ext uri="{FF2B5EF4-FFF2-40B4-BE49-F238E27FC236}">
                              <a16:creationId xmlns:a16="http://schemas.microsoft.com/office/drawing/2014/main" id="{13511A73-2810-AFDA-2699-B8A55B68DF2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8" name="Arc 297">
                          <a:extLst>
                            <a:ext uri="{FF2B5EF4-FFF2-40B4-BE49-F238E27FC236}">
                              <a16:creationId xmlns:a16="http://schemas.microsoft.com/office/drawing/2014/main" id="{C3F4D163-47FC-1E7D-EB1F-B518196746CB}"/>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9" name="Arc 298">
                          <a:extLst>
                            <a:ext uri="{FF2B5EF4-FFF2-40B4-BE49-F238E27FC236}">
                              <a16:creationId xmlns:a16="http://schemas.microsoft.com/office/drawing/2014/main" id="{663606E7-C907-6F40-3C03-1F26A9724488}"/>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00" name="Arc 299">
                          <a:extLst>
                            <a:ext uri="{FF2B5EF4-FFF2-40B4-BE49-F238E27FC236}">
                              <a16:creationId xmlns:a16="http://schemas.microsoft.com/office/drawing/2014/main" id="{C0DA6795-F709-1A44-5D29-94C9CF42B8E6}"/>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86" name="Straight Connector 285">
                      <a:extLst>
                        <a:ext uri="{FF2B5EF4-FFF2-40B4-BE49-F238E27FC236}">
                          <a16:creationId xmlns:a16="http://schemas.microsoft.com/office/drawing/2014/main" id="{CEA2DDD6-3B63-AB4A-9864-2EF213378D6D}"/>
                        </a:ext>
                      </a:extLst>
                    </p:cNvPr>
                    <p:cNvCxnSpPr>
                      <a:stCxn id="288"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C144B782-011E-0AEF-D33E-51D3D5BDC217}"/>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80" name="Straight Connector 279">
                    <a:extLst>
                      <a:ext uri="{FF2B5EF4-FFF2-40B4-BE49-F238E27FC236}">
                        <a16:creationId xmlns:a16="http://schemas.microsoft.com/office/drawing/2014/main" id="{2CC68C4C-530A-ECDB-24FE-F070C128A079}"/>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5D69103-E66D-303C-D2CB-83D7B8A1DAE7}"/>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28E5431F-ABBC-00FE-523C-BB66CF8C4E51}"/>
                  </a:ext>
                </a:extLst>
              </p:cNvPr>
              <p:cNvGrpSpPr>
                <a:grpSpLocks noChangeAspect="1"/>
              </p:cNvGrpSpPr>
              <p:nvPr/>
            </p:nvGrpSpPr>
            <p:grpSpPr>
              <a:xfrm>
                <a:off x="3754587" y="2562269"/>
                <a:ext cx="437495" cy="400269"/>
                <a:chOff x="2169506" y="4772026"/>
                <a:chExt cx="1145194" cy="1047750"/>
              </a:xfrm>
            </p:grpSpPr>
            <p:sp>
              <p:nvSpPr>
                <p:cNvPr id="215" name="Oval 214">
                  <a:extLst>
                    <a:ext uri="{FF2B5EF4-FFF2-40B4-BE49-F238E27FC236}">
                      <a16:creationId xmlns:a16="http://schemas.microsoft.com/office/drawing/2014/main" id="{269B3239-9D41-E4EE-1DD5-895665BAA8F2}"/>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16" name="Group 215">
                  <a:extLst>
                    <a:ext uri="{FF2B5EF4-FFF2-40B4-BE49-F238E27FC236}">
                      <a16:creationId xmlns:a16="http://schemas.microsoft.com/office/drawing/2014/main" id="{3994BF8C-1F14-8133-9881-EBD37069885C}"/>
                    </a:ext>
                  </a:extLst>
                </p:cNvPr>
                <p:cNvGrpSpPr/>
                <p:nvPr/>
              </p:nvGrpSpPr>
              <p:grpSpPr>
                <a:xfrm>
                  <a:off x="2243356" y="4913274"/>
                  <a:ext cx="933517" cy="730856"/>
                  <a:chOff x="1027600" y="4784489"/>
                  <a:chExt cx="933517" cy="730856"/>
                </a:xfrm>
              </p:grpSpPr>
              <p:grpSp>
                <p:nvGrpSpPr>
                  <p:cNvPr id="217" name="Group 216">
                    <a:extLst>
                      <a:ext uri="{FF2B5EF4-FFF2-40B4-BE49-F238E27FC236}">
                        <a16:creationId xmlns:a16="http://schemas.microsoft.com/office/drawing/2014/main" id="{75BFD0D8-F6DC-0D66-AC92-570B3C2D5DDC}"/>
                      </a:ext>
                    </a:extLst>
                  </p:cNvPr>
                  <p:cNvGrpSpPr/>
                  <p:nvPr/>
                </p:nvGrpSpPr>
                <p:grpSpPr>
                  <a:xfrm>
                    <a:off x="1027600" y="4965926"/>
                    <a:ext cx="362347" cy="380159"/>
                    <a:chOff x="1711577" y="4926883"/>
                    <a:chExt cx="274320" cy="274320"/>
                  </a:xfrm>
                </p:grpSpPr>
                <p:sp>
                  <p:nvSpPr>
                    <p:cNvPr id="268" name="Flowchart: Connector 267">
                      <a:extLst>
                        <a:ext uri="{FF2B5EF4-FFF2-40B4-BE49-F238E27FC236}">
                          <a16:creationId xmlns:a16="http://schemas.microsoft.com/office/drawing/2014/main" id="{F8E009AD-47C5-169F-6DE3-57240CBC8C47}"/>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69" name="Freeform 113">
                      <a:extLst>
                        <a:ext uri="{FF2B5EF4-FFF2-40B4-BE49-F238E27FC236}">
                          <a16:creationId xmlns:a16="http://schemas.microsoft.com/office/drawing/2014/main" id="{FBDC0F7F-044D-A76E-AAE5-3869FFCE1F0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18" name="Straight Connector 217">
                    <a:extLst>
                      <a:ext uri="{FF2B5EF4-FFF2-40B4-BE49-F238E27FC236}">
                        <a16:creationId xmlns:a16="http://schemas.microsoft.com/office/drawing/2014/main" id="{B108F3C0-3268-F431-C428-00323C5CE13F}"/>
                      </a:ext>
                    </a:extLst>
                  </p:cNvPr>
                  <p:cNvCxnSpPr>
                    <a:stCxn id="268"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6127FD11-560F-B560-B80B-160CF0FEC752}"/>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44BA484F-A376-8A28-ACA7-39BE3CB517B2}"/>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EAFD9039-6693-9E22-F68D-1DA2AA51BCF2}"/>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13681D0A-DEA5-2AA0-1BDF-77994456C9B1}"/>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F4B09808-8535-1F7C-7949-FB31F1FC9B60}"/>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24" name="Group 223">
                    <a:extLst>
                      <a:ext uri="{FF2B5EF4-FFF2-40B4-BE49-F238E27FC236}">
                        <a16:creationId xmlns:a16="http://schemas.microsoft.com/office/drawing/2014/main" id="{EC54FCDD-20F5-1365-BB38-C9B6EBD44551}"/>
                      </a:ext>
                    </a:extLst>
                  </p:cNvPr>
                  <p:cNvGrpSpPr/>
                  <p:nvPr/>
                </p:nvGrpSpPr>
                <p:grpSpPr>
                  <a:xfrm>
                    <a:off x="1565526" y="4885688"/>
                    <a:ext cx="395591" cy="540633"/>
                    <a:chOff x="1715961" y="4885759"/>
                    <a:chExt cx="395591" cy="540633"/>
                  </a:xfrm>
                </p:grpSpPr>
                <p:grpSp>
                  <p:nvGrpSpPr>
                    <p:cNvPr id="227" name="Group 226">
                      <a:extLst>
                        <a:ext uri="{FF2B5EF4-FFF2-40B4-BE49-F238E27FC236}">
                          <a16:creationId xmlns:a16="http://schemas.microsoft.com/office/drawing/2014/main" id="{71403BF4-0247-E00D-C04E-4767DE58B06B}"/>
                        </a:ext>
                      </a:extLst>
                    </p:cNvPr>
                    <p:cNvGrpSpPr/>
                    <p:nvPr/>
                  </p:nvGrpSpPr>
                  <p:grpSpPr>
                    <a:xfrm>
                      <a:off x="1715961" y="4885759"/>
                      <a:ext cx="317479" cy="205665"/>
                      <a:chOff x="1548734" y="4857791"/>
                      <a:chExt cx="240352" cy="148406"/>
                    </a:xfrm>
                  </p:grpSpPr>
                  <p:cxnSp>
                    <p:nvCxnSpPr>
                      <p:cNvPr id="257" name="Straight Connector 256">
                        <a:extLst>
                          <a:ext uri="{FF2B5EF4-FFF2-40B4-BE49-F238E27FC236}">
                            <a16:creationId xmlns:a16="http://schemas.microsoft.com/office/drawing/2014/main" id="{3F46154B-5597-2E05-7E81-2662013A797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DA1290D-C428-570B-C471-3F986542CE17}"/>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0530ED5C-BEE7-40F2-B434-CC7EF388A08A}"/>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4670358B-0D74-A39D-082F-01E0E4B2BB56}"/>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8F7A151-E342-3EC5-1B42-75FF84E499D6}"/>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97AD7D9F-C903-D6C9-1C90-183938479857}"/>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E72E4081-0FA3-0797-995E-3E92E3A9CCB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0898CADA-D5FF-268B-8B86-029196122C48}"/>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2D379BD6-B6BB-E57A-34D4-E733EC0031D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4BE346FD-F679-D038-9FAE-09293200AE41}"/>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FC8A6E78-6BD4-0925-1503-F828C1EF3C6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28" name="Group 227">
                      <a:extLst>
                        <a:ext uri="{FF2B5EF4-FFF2-40B4-BE49-F238E27FC236}">
                          <a16:creationId xmlns:a16="http://schemas.microsoft.com/office/drawing/2014/main" id="{418DF829-A87C-3A3C-62DB-05E9F437B99F}"/>
                        </a:ext>
                      </a:extLst>
                    </p:cNvPr>
                    <p:cNvGrpSpPr/>
                    <p:nvPr/>
                  </p:nvGrpSpPr>
                  <p:grpSpPr>
                    <a:xfrm rot="10800000" flipH="1">
                      <a:off x="1715961" y="5219603"/>
                      <a:ext cx="317479" cy="206789"/>
                      <a:chOff x="1548734" y="4857791"/>
                      <a:chExt cx="240352" cy="149217"/>
                    </a:xfrm>
                  </p:grpSpPr>
                  <p:cxnSp>
                    <p:nvCxnSpPr>
                      <p:cNvPr id="246" name="Straight Connector 245">
                        <a:extLst>
                          <a:ext uri="{FF2B5EF4-FFF2-40B4-BE49-F238E27FC236}">
                            <a16:creationId xmlns:a16="http://schemas.microsoft.com/office/drawing/2014/main" id="{9CB158A7-AF12-FAC0-B6F2-3EB853D47F6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74CA94CA-9C94-FB48-AE6F-7F99DB30151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290791A1-98BF-2024-1914-659B8B8EBF91}"/>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87B0E63-78EE-5954-F20F-3E3E65A7E9F8}"/>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86199977-5B63-558A-3B6A-A6ED483DBB1A}"/>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070F5246-091D-59FD-3722-CC55FAF8745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D8A63FA1-B431-884D-E0CB-694F17239A2D}"/>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80E2E81A-D264-D639-EEE1-B866729E0243}"/>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412B10A0-58EC-76FD-F523-91AF3D8413A5}"/>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CBBDAF7-82A4-4432-8C73-41DBF48F2D3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5D559B7C-4068-0D3A-626F-84FA628E10F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9" name="Straight Connector 228">
                      <a:extLst>
                        <a:ext uri="{FF2B5EF4-FFF2-40B4-BE49-F238E27FC236}">
                          <a16:creationId xmlns:a16="http://schemas.microsoft.com/office/drawing/2014/main" id="{B3C06F57-0B4B-F9F8-A294-C6C0671CC9C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38C4FA6E-4ED4-08D4-F725-C55E7BFA2B69}"/>
                        </a:ext>
                      </a:extLst>
                    </p:cNvPr>
                    <p:cNvGrpSpPr/>
                    <p:nvPr/>
                  </p:nvGrpSpPr>
                  <p:grpSpPr>
                    <a:xfrm rot="5400000">
                      <a:off x="1879744" y="5102207"/>
                      <a:ext cx="335430" cy="128187"/>
                      <a:chOff x="7040920" y="3499872"/>
                      <a:chExt cx="973348" cy="287902"/>
                    </a:xfrm>
                  </p:grpSpPr>
                  <p:sp>
                    <p:nvSpPr>
                      <p:cNvPr id="233" name="Arc 232">
                        <a:extLst>
                          <a:ext uri="{FF2B5EF4-FFF2-40B4-BE49-F238E27FC236}">
                            <a16:creationId xmlns:a16="http://schemas.microsoft.com/office/drawing/2014/main" id="{6A8C3F6B-EF12-4D56-82C6-422FC712B5F8}"/>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34" name="Group 233">
                        <a:extLst>
                          <a:ext uri="{FF2B5EF4-FFF2-40B4-BE49-F238E27FC236}">
                            <a16:creationId xmlns:a16="http://schemas.microsoft.com/office/drawing/2014/main" id="{EF0AF6EB-A066-303B-70BC-4E850867D00D}"/>
                          </a:ext>
                        </a:extLst>
                      </p:cNvPr>
                      <p:cNvGrpSpPr/>
                      <p:nvPr/>
                    </p:nvGrpSpPr>
                    <p:grpSpPr>
                      <a:xfrm>
                        <a:off x="7208043" y="3499872"/>
                        <a:ext cx="806225" cy="286012"/>
                        <a:chOff x="7208043" y="3499872"/>
                        <a:chExt cx="806225" cy="286012"/>
                      </a:xfrm>
                    </p:grpSpPr>
                    <p:sp>
                      <p:nvSpPr>
                        <p:cNvPr id="235" name="Arc 234">
                          <a:extLst>
                            <a:ext uri="{FF2B5EF4-FFF2-40B4-BE49-F238E27FC236}">
                              <a16:creationId xmlns:a16="http://schemas.microsoft.com/office/drawing/2014/main" id="{22E3AFB0-06D3-5B51-ED89-8FCE92FD680D}"/>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6" name="Arc 235">
                          <a:extLst>
                            <a:ext uri="{FF2B5EF4-FFF2-40B4-BE49-F238E27FC236}">
                              <a16:creationId xmlns:a16="http://schemas.microsoft.com/office/drawing/2014/main" id="{7582B550-0427-D352-AA57-36D29E511826}"/>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7" name="Arc 236">
                          <a:extLst>
                            <a:ext uri="{FF2B5EF4-FFF2-40B4-BE49-F238E27FC236}">
                              <a16:creationId xmlns:a16="http://schemas.microsoft.com/office/drawing/2014/main" id="{C8388CEB-C1B9-DB52-83B6-7C19EE4B25EC}"/>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8" name="Arc 237">
                          <a:extLst>
                            <a:ext uri="{FF2B5EF4-FFF2-40B4-BE49-F238E27FC236}">
                              <a16:creationId xmlns:a16="http://schemas.microsoft.com/office/drawing/2014/main" id="{A3872719-A045-2383-2784-DC8544A2389A}"/>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9" name="Arc 238">
                          <a:extLst>
                            <a:ext uri="{FF2B5EF4-FFF2-40B4-BE49-F238E27FC236}">
                              <a16:creationId xmlns:a16="http://schemas.microsoft.com/office/drawing/2014/main" id="{3EE109CA-6664-696A-697B-E85FE000D668}"/>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0" name="Arc 239">
                          <a:extLst>
                            <a:ext uri="{FF2B5EF4-FFF2-40B4-BE49-F238E27FC236}">
                              <a16:creationId xmlns:a16="http://schemas.microsoft.com/office/drawing/2014/main" id="{BB401CBF-75B6-D509-F037-A6CD4FA17576}"/>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1" name="Arc 240">
                          <a:extLst>
                            <a:ext uri="{FF2B5EF4-FFF2-40B4-BE49-F238E27FC236}">
                              <a16:creationId xmlns:a16="http://schemas.microsoft.com/office/drawing/2014/main" id="{921CED9F-CF71-B156-D6DF-48B6BBA78F74}"/>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2" name="Arc 241">
                          <a:extLst>
                            <a:ext uri="{FF2B5EF4-FFF2-40B4-BE49-F238E27FC236}">
                              <a16:creationId xmlns:a16="http://schemas.microsoft.com/office/drawing/2014/main" id="{3E5771BF-C893-B094-DC49-FCB7CF988E5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3" name="Arc 242">
                          <a:extLst>
                            <a:ext uri="{FF2B5EF4-FFF2-40B4-BE49-F238E27FC236}">
                              <a16:creationId xmlns:a16="http://schemas.microsoft.com/office/drawing/2014/main" id="{CF3D780C-29FA-8B8D-67C3-49F7F373B6C2}"/>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4" name="Arc 243">
                          <a:extLst>
                            <a:ext uri="{FF2B5EF4-FFF2-40B4-BE49-F238E27FC236}">
                              <a16:creationId xmlns:a16="http://schemas.microsoft.com/office/drawing/2014/main" id="{22A4026A-55CF-6592-F721-0E95F3ED7E5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5" name="Arc 244">
                          <a:extLst>
                            <a:ext uri="{FF2B5EF4-FFF2-40B4-BE49-F238E27FC236}">
                              <a16:creationId xmlns:a16="http://schemas.microsoft.com/office/drawing/2014/main" id="{B96907F8-A966-D581-9D22-D1D8446677AF}"/>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31" name="Straight Connector 230">
                      <a:extLst>
                        <a:ext uri="{FF2B5EF4-FFF2-40B4-BE49-F238E27FC236}">
                          <a16:creationId xmlns:a16="http://schemas.microsoft.com/office/drawing/2014/main" id="{21DDF84E-45A0-DF83-A6FC-D18372F1CD1F}"/>
                        </a:ext>
                      </a:extLst>
                    </p:cNvPr>
                    <p:cNvCxnSpPr>
                      <a:stCxn id="233"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D787861F-A1FE-4356-D48B-A8732ACC3C84}"/>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5" name="Straight Connector 224">
                    <a:extLst>
                      <a:ext uri="{FF2B5EF4-FFF2-40B4-BE49-F238E27FC236}">
                        <a16:creationId xmlns:a16="http://schemas.microsoft.com/office/drawing/2014/main" id="{9A71CB55-E367-9B0B-874B-8676139AF47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E972CBCB-D842-526D-6670-4D7C0925489B}"/>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8" name="Group 77">
                <a:extLst>
                  <a:ext uri="{FF2B5EF4-FFF2-40B4-BE49-F238E27FC236}">
                    <a16:creationId xmlns:a16="http://schemas.microsoft.com/office/drawing/2014/main" id="{ADE111C5-D805-91AD-F4EF-692E1FEAC395}"/>
                  </a:ext>
                </a:extLst>
              </p:cNvPr>
              <p:cNvGrpSpPr>
                <a:grpSpLocks noChangeAspect="1"/>
              </p:cNvGrpSpPr>
              <p:nvPr/>
            </p:nvGrpSpPr>
            <p:grpSpPr>
              <a:xfrm>
                <a:off x="2996876" y="3330844"/>
                <a:ext cx="437495" cy="400269"/>
                <a:chOff x="2169506" y="4772026"/>
                <a:chExt cx="1145194" cy="1047750"/>
              </a:xfrm>
            </p:grpSpPr>
            <p:sp>
              <p:nvSpPr>
                <p:cNvPr id="160" name="Oval 159">
                  <a:extLst>
                    <a:ext uri="{FF2B5EF4-FFF2-40B4-BE49-F238E27FC236}">
                      <a16:creationId xmlns:a16="http://schemas.microsoft.com/office/drawing/2014/main" id="{AB5EB4A0-57B3-5962-5371-9F4DFD9CC93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61" name="Group 160">
                  <a:extLst>
                    <a:ext uri="{FF2B5EF4-FFF2-40B4-BE49-F238E27FC236}">
                      <a16:creationId xmlns:a16="http://schemas.microsoft.com/office/drawing/2014/main" id="{DEC3242B-5A79-5441-1C6D-A8E265269A0B}"/>
                    </a:ext>
                  </a:extLst>
                </p:cNvPr>
                <p:cNvGrpSpPr/>
                <p:nvPr/>
              </p:nvGrpSpPr>
              <p:grpSpPr>
                <a:xfrm>
                  <a:off x="2243356" y="4913274"/>
                  <a:ext cx="933517" cy="730856"/>
                  <a:chOff x="1027600" y="4784489"/>
                  <a:chExt cx="933517" cy="730856"/>
                </a:xfrm>
              </p:grpSpPr>
              <p:grpSp>
                <p:nvGrpSpPr>
                  <p:cNvPr id="162" name="Group 161">
                    <a:extLst>
                      <a:ext uri="{FF2B5EF4-FFF2-40B4-BE49-F238E27FC236}">
                        <a16:creationId xmlns:a16="http://schemas.microsoft.com/office/drawing/2014/main" id="{52B51FF8-C07A-AA25-1CAE-983255739B51}"/>
                      </a:ext>
                    </a:extLst>
                  </p:cNvPr>
                  <p:cNvGrpSpPr/>
                  <p:nvPr/>
                </p:nvGrpSpPr>
                <p:grpSpPr>
                  <a:xfrm>
                    <a:off x="1027600" y="4965926"/>
                    <a:ext cx="362347" cy="380159"/>
                    <a:chOff x="1711577" y="4926883"/>
                    <a:chExt cx="274320" cy="274320"/>
                  </a:xfrm>
                </p:grpSpPr>
                <p:sp>
                  <p:nvSpPr>
                    <p:cNvPr id="213" name="Flowchart: Connector 212">
                      <a:extLst>
                        <a:ext uri="{FF2B5EF4-FFF2-40B4-BE49-F238E27FC236}">
                          <a16:creationId xmlns:a16="http://schemas.microsoft.com/office/drawing/2014/main" id="{AA09F12A-5CB2-69AD-CCA9-5E3CDE0EA166}"/>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14" name="Freeform 169">
                      <a:extLst>
                        <a:ext uri="{FF2B5EF4-FFF2-40B4-BE49-F238E27FC236}">
                          <a16:creationId xmlns:a16="http://schemas.microsoft.com/office/drawing/2014/main" id="{43674D57-4105-3B9F-0B7A-DC4D96D6EDED}"/>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63" name="Straight Connector 162">
                    <a:extLst>
                      <a:ext uri="{FF2B5EF4-FFF2-40B4-BE49-F238E27FC236}">
                        <a16:creationId xmlns:a16="http://schemas.microsoft.com/office/drawing/2014/main" id="{B71C8713-972B-AF72-8D2B-8AF4DE81746D}"/>
                      </a:ext>
                    </a:extLst>
                  </p:cNvPr>
                  <p:cNvCxnSpPr>
                    <a:stCxn id="213"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86BF155D-460B-E4CE-67A1-FCA8837B9A8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48F8CB3C-A030-E81F-2EB4-ACDD6C75FF2C}"/>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F3BD7C32-798F-4D1A-C45E-5CD4B0FF1066}"/>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B26FD73-F0D1-21E1-A230-05D2AD88A3ED}"/>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459054D4-9372-6C57-7C5A-841575F8B482}"/>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69" name="Group 168">
                    <a:extLst>
                      <a:ext uri="{FF2B5EF4-FFF2-40B4-BE49-F238E27FC236}">
                        <a16:creationId xmlns:a16="http://schemas.microsoft.com/office/drawing/2014/main" id="{DC3A6DCE-41EF-D503-0A3E-74A460CF11C9}"/>
                      </a:ext>
                    </a:extLst>
                  </p:cNvPr>
                  <p:cNvGrpSpPr/>
                  <p:nvPr/>
                </p:nvGrpSpPr>
                <p:grpSpPr>
                  <a:xfrm>
                    <a:off x="1565526" y="4885688"/>
                    <a:ext cx="395591" cy="540633"/>
                    <a:chOff x="1715961" y="4885759"/>
                    <a:chExt cx="395591" cy="540633"/>
                  </a:xfrm>
                </p:grpSpPr>
                <p:grpSp>
                  <p:nvGrpSpPr>
                    <p:cNvPr id="172" name="Group 171">
                      <a:extLst>
                        <a:ext uri="{FF2B5EF4-FFF2-40B4-BE49-F238E27FC236}">
                          <a16:creationId xmlns:a16="http://schemas.microsoft.com/office/drawing/2014/main" id="{FF00E8E2-F41E-1ECB-8869-7AC7B16C96EE}"/>
                        </a:ext>
                      </a:extLst>
                    </p:cNvPr>
                    <p:cNvGrpSpPr/>
                    <p:nvPr/>
                  </p:nvGrpSpPr>
                  <p:grpSpPr>
                    <a:xfrm>
                      <a:off x="1715961" y="4885759"/>
                      <a:ext cx="317479" cy="205665"/>
                      <a:chOff x="1548734" y="4857791"/>
                      <a:chExt cx="240352" cy="148406"/>
                    </a:xfrm>
                  </p:grpSpPr>
                  <p:cxnSp>
                    <p:nvCxnSpPr>
                      <p:cNvPr id="202" name="Straight Connector 201">
                        <a:extLst>
                          <a:ext uri="{FF2B5EF4-FFF2-40B4-BE49-F238E27FC236}">
                            <a16:creationId xmlns:a16="http://schemas.microsoft.com/office/drawing/2014/main" id="{1CF639E4-02A0-8AE5-A6AD-0499721EEDA2}"/>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662511C-649B-F901-FA82-6C97334D683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2B6BBF55-4B8F-EF8C-41F0-2E2EA989FE2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52868353-7643-8BDA-25C5-B6F1B34DF9C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C2BA58-E840-7518-CC97-9022BAE5A51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98FF3DBE-BB92-EB3B-8B87-69638215E38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FF08DD70-7F44-DC27-119A-4FDE741475D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53862097-935B-C9D7-01E7-D09EC29D9D2E}"/>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33CC54DB-9DE3-7370-BAC7-7A9C4A54088F}"/>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A2932CCB-48E9-BF02-1F54-B0FBF8D4DC87}"/>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C93F0903-D79B-DE66-20B9-A050A4EBEF56}"/>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73" name="Group 172">
                      <a:extLst>
                        <a:ext uri="{FF2B5EF4-FFF2-40B4-BE49-F238E27FC236}">
                          <a16:creationId xmlns:a16="http://schemas.microsoft.com/office/drawing/2014/main" id="{5E5B57B0-654D-84D4-AF07-A3175C5D66C7}"/>
                        </a:ext>
                      </a:extLst>
                    </p:cNvPr>
                    <p:cNvGrpSpPr/>
                    <p:nvPr/>
                  </p:nvGrpSpPr>
                  <p:grpSpPr>
                    <a:xfrm rot="10800000" flipH="1">
                      <a:off x="1715961" y="5219603"/>
                      <a:ext cx="317479" cy="206789"/>
                      <a:chOff x="1548734" y="4857791"/>
                      <a:chExt cx="240352" cy="149217"/>
                    </a:xfrm>
                  </p:grpSpPr>
                  <p:cxnSp>
                    <p:nvCxnSpPr>
                      <p:cNvPr id="191" name="Straight Connector 190">
                        <a:extLst>
                          <a:ext uri="{FF2B5EF4-FFF2-40B4-BE49-F238E27FC236}">
                            <a16:creationId xmlns:a16="http://schemas.microsoft.com/office/drawing/2014/main" id="{6B11A2C1-38E0-9D4B-A260-1EAF25B76624}"/>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863DE09-4BC6-3E0D-EC4A-E6A94F70C4C0}"/>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284840D6-E541-81D1-626D-20FB00FC7B9D}"/>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E93403E3-FD9F-4B4F-9CA5-833C0861F9D9}"/>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BA2A7490-D488-C831-5341-C6AB7924CDCD}"/>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CD76A5F-C10E-9E3C-BF98-476EF3772FE5}"/>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59522BDE-BF5C-580F-4ABC-056AE83ED669}"/>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F907C691-E08E-5874-5B53-9AEBCDE1D91C}"/>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0C991ADB-A1C3-5EA2-2F2D-440D64A82747}"/>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B044B03-4466-A297-FF94-A7C3866D6A63}"/>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91186F48-E78F-EAB1-FA92-1A9C2155217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74" name="Straight Connector 173">
                      <a:extLst>
                        <a:ext uri="{FF2B5EF4-FFF2-40B4-BE49-F238E27FC236}">
                          <a16:creationId xmlns:a16="http://schemas.microsoft.com/office/drawing/2014/main" id="{28842958-3FCC-1A22-28AC-C854159A8133}"/>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84CF9B30-AF90-FAD1-6433-CAFAB3A5D8FC}"/>
                        </a:ext>
                      </a:extLst>
                    </p:cNvPr>
                    <p:cNvGrpSpPr/>
                    <p:nvPr/>
                  </p:nvGrpSpPr>
                  <p:grpSpPr>
                    <a:xfrm rot="5400000">
                      <a:off x="1879744" y="5102207"/>
                      <a:ext cx="335430" cy="128187"/>
                      <a:chOff x="7040920" y="3499872"/>
                      <a:chExt cx="973348" cy="287902"/>
                    </a:xfrm>
                  </p:grpSpPr>
                  <p:sp>
                    <p:nvSpPr>
                      <p:cNvPr id="178" name="Arc 177">
                        <a:extLst>
                          <a:ext uri="{FF2B5EF4-FFF2-40B4-BE49-F238E27FC236}">
                            <a16:creationId xmlns:a16="http://schemas.microsoft.com/office/drawing/2014/main" id="{18658DBA-D0B3-39C8-C577-4B1CB20F46A4}"/>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79" name="Group 178">
                        <a:extLst>
                          <a:ext uri="{FF2B5EF4-FFF2-40B4-BE49-F238E27FC236}">
                            <a16:creationId xmlns:a16="http://schemas.microsoft.com/office/drawing/2014/main" id="{29F5ABB8-47BB-00DB-626B-53D47F0AF4C3}"/>
                          </a:ext>
                        </a:extLst>
                      </p:cNvPr>
                      <p:cNvGrpSpPr/>
                      <p:nvPr/>
                    </p:nvGrpSpPr>
                    <p:grpSpPr>
                      <a:xfrm>
                        <a:off x="7208043" y="3499872"/>
                        <a:ext cx="806225" cy="286012"/>
                        <a:chOff x="7208043" y="3499872"/>
                        <a:chExt cx="806225" cy="286012"/>
                      </a:xfrm>
                    </p:grpSpPr>
                    <p:sp>
                      <p:nvSpPr>
                        <p:cNvPr id="180" name="Arc 179">
                          <a:extLst>
                            <a:ext uri="{FF2B5EF4-FFF2-40B4-BE49-F238E27FC236}">
                              <a16:creationId xmlns:a16="http://schemas.microsoft.com/office/drawing/2014/main" id="{70BF3BB9-7832-7B03-50A0-A7712CA64846}"/>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1" name="Arc 180">
                          <a:extLst>
                            <a:ext uri="{FF2B5EF4-FFF2-40B4-BE49-F238E27FC236}">
                              <a16:creationId xmlns:a16="http://schemas.microsoft.com/office/drawing/2014/main" id="{9019182F-3286-65F0-6FE2-2A1E51BBFABA}"/>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2" name="Arc 181">
                          <a:extLst>
                            <a:ext uri="{FF2B5EF4-FFF2-40B4-BE49-F238E27FC236}">
                              <a16:creationId xmlns:a16="http://schemas.microsoft.com/office/drawing/2014/main" id="{5C5FB2D2-19AC-70D3-A7DC-61DF49448B28}"/>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3" name="Arc 182">
                          <a:extLst>
                            <a:ext uri="{FF2B5EF4-FFF2-40B4-BE49-F238E27FC236}">
                              <a16:creationId xmlns:a16="http://schemas.microsoft.com/office/drawing/2014/main" id="{ED57CB6E-CA22-7A2F-EDD0-50FF4473B30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4" name="Arc 183">
                          <a:extLst>
                            <a:ext uri="{FF2B5EF4-FFF2-40B4-BE49-F238E27FC236}">
                              <a16:creationId xmlns:a16="http://schemas.microsoft.com/office/drawing/2014/main" id="{E85B5BDB-1302-0AA2-0377-B65C7C7E2343}"/>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5" name="Arc 184">
                          <a:extLst>
                            <a:ext uri="{FF2B5EF4-FFF2-40B4-BE49-F238E27FC236}">
                              <a16:creationId xmlns:a16="http://schemas.microsoft.com/office/drawing/2014/main" id="{C0C169EC-33D4-30C0-064F-5A64760086D2}"/>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6" name="Arc 185">
                          <a:extLst>
                            <a:ext uri="{FF2B5EF4-FFF2-40B4-BE49-F238E27FC236}">
                              <a16:creationId xmlns:a16="http://schemas.microsoft.com/office/drawing/2014/main" id="{2FE92288-7990-42CA-B723-8205E7AD025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7" name="Arc 186">
                          <a:extLst>
                            <a:ext uri="{FF2B5EF4-FFF2-40B4-BE49-F238E27FC236}">
                              <a16:creationId xmlns:a16="http://schemas.microsoft.com/office/drawing/2014/main" id="{4F5C6A4A-FEB9-8A06-3BF9-5431EDE39C4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8" name="Arc 187">
                          <a:extLst>
                            <a:ext uri="{FF2B5EF4-FFF2-40B4-BE49-F238E27FC236}">
                              <a16:creationId xmlns:a16="http://schemas.microsoft.com/office/drawing/2014/main" id="{512A98DE-4D09-E1C5-84F9-6A7704CC09E3}"/>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9" name="Arc 188">
                          <a:extLst>
                            <a:ext uri="{FF2B5EF4-FFF2-40B4-BE49-F238E27FC236}">
                              <a16:creationId xmlns:a16="http://schemas.microsoft.com/office/drawing/2014/main" id="{F91C6F12-73FE-DD33-B03E-1C4EF593D58E}"/>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90" name="Arc 189">
                          <a:extLst>
                            <a:ext uri="{FF2B5EF4-FFF2-40B4-BE49-F238E27FC236}">
                              <a16:creationId xmlns:a16="http://schemas.microsoft.com/office/drawing/2014/main" id="{606E155A-7FE1-9679-B95B-4866D1D365EA}"/>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76" name="Straight Connector 175">
                      <a:extLst>
                        <a:ext uri="{FF2B5EF4-FFF2-40B4-BE49-F238E27FC236}">
                          <a16:creationId xmlns:a16="http://schemas.microsoft.com/office/drawing/2014/main" id="{878BD99F-08FD-9A42-3F12-ACBCB2AE6F9D}"/>
                        </a:ext>
                      </a:extLst>
                    </p:cNvPr>
                    <p:cNvCxnSpPr>
                      <a:stCxn id="178"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EDFE28D2-AA47-0242-4C18-66E28C83095E}"/>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70" name="Straight Connector 169">
                    <a:extLst>
                      <a:ext uri="{FF2B5EF4-FFF2-40B4-BE49-F238E27FC236}">
                        <a16:creationId xmlns:a16="http://schemas.microsoft.com/office/drawing/2014/main" id="{2482CB6A-E035-70B2-CB93-252E9AE32B3C}"/>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2289FD33-4780-B67C-F1BB-FCAE26801384}"/>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9" name="Group 78">
                <a:extLst>
                  <a:ext uri="{FF2B5EF4-FFF2-40B4-BE49-F238E27FC236}">
                    <a16:creationId xmlns:a16="http://schemas.microsoft.com/office/drawing/2014/main" id="{D001B4C4-03DC-C08A-43E9-E3FEE73F9EF2}"/>
                  </a:ext>
                </a:extLst>
              </p:cNvPr>
              <p:cNvGrpSpPr>
                <a:grpSpLocks noChangeAspect="1"/>
              </p:cNvGrpSpPr>
              <p:nvPr/>
            </p:nvGrpSpPr>
            <p:grpSpPr>
              <a:xfrm>
                <a:off x="2271842" y="2647278"/>
                <a:ext cx="437495" cy="400269"/>
                <a:chOff x="2169506" y="4772026"/>
                <a:chExt cx="1145194" cy="1047750"/>
              </a:xfrm>
            </p:grpSpPr>
            <p:sp>
              <p:nvSpPr>
                <p:cNvPr id="105" name="Oval 104">
                  <a:extLst>
                    <a:ext uri="{FF2B5EF4-FFF2-40B4-BE49-F238E27FC236}">
                      <a16:creationId xmlns:a16="http://schemas.microsoft.com/office/drawing/2014/main" id="{54ED09FD-FE60-1D04-DFB8-2CAEA09EEAD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06" name="Group 105">
                  <a:extLst>
                    <a:ext uri="{FF2B5EF4-FFF2-40B4-BE49-F238E27FC236}">
                      <a16:creationId xmlns:a16="http://schemas.microsoft.com/office/drawing/2014/main" id="{505F4FBF-627D-7122-3326-2FE4A74EF39C}"/>
                    </a:ext>
                  </a:extLst>
                </p:cNvPr>
                <p:cNvGrpSpPr/>
                <p:nvPr/>
              </p:nvGrpSpPr>
              <p:grpSpPr>
                <a:xfrm>
                  <a:off x="2243356" y="4913274"/>
                  <a:ext cx="933517" cy="730856"/>
                  <a:chOff x="1027600" y="4784489"/>
                  <a:chExt cx="933517" cy="730856"/>
                </a:xfrm>
              </p:grpSpPr>
              <p:grpSp>
                <p:nvGrpSpPr>
                  <p:cNvPr id="107" name="Group 106">
                    <a:extLst>
                      <a:ext uri="{FF2B5EF4-FFF2-40B4-BE49-F238E27FC236}">
                        <a16:creationId xmlns:a16="http://schemas.microsoft.com/office/drawing/2014/main" id="{9763DB22-95C6-ABE6-440F-962D34A5B3A8}"/>
                      </a:ext>
                    </a:extLst>
                  </p:cNvPr>
                  <p:cNvGrpSpPr/>
                  <p:nvPr/>
                </p:nvGrpSpPr>
                <p:grpSpPr>
                  <a:xfrm>
                    <a:off x="1027600" y="4965926"/>
                    <a:ext cx="362347" cy="380159"/>
                    <a:chOff x="1711577" y="4926883"/>
                    <a:chExt cx="274320" cy="274320"/>
                  </a:xfrm>
                </p:grpSpPr>
                <p:sp>
                  <p:nvSpPr>
                    <p:cNvPr id="158" name="Flowchart: Connector 157">
                      <a:extLst>
                        <a:ext uri="{FF2B5EF4-FFF2-40B4-BE49-F238E27FC236}">
                          <a16:creationId xmlns:a16="http://schemas.microsoft.com/office/drawing/2014/main" id="{518A67EA-5E4F-7CFF-2634-3442DA71EB4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59" name="Freeform 225">
                      <a:extLst>
                        <a:ext uri="{FF2B5EF4-FFF2-40B4-BE49-F238E27FC236}">
                          <a16:creationId xmlns:a16="http://schemas.microsoft.com/office/drawing/2014/main" id="{5C04487B-AC37-88B7-21E0-E0EBCDED9211}"/>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08" name="Straight Connector 107">
                    <a:extLst>
                      <a:ext uri="{FF2B5EF4-FFF2-40B4-BE49-F238E27FC236}">
                        <a16:creationId xmlns:a16="http://schemas.microsoft.com/office/drawing/2014/main" id="{6387650C-A739-98BF-08CD-A27A0324AE40}"/>
                      </a:ext>
                    </a:extLst>
                  </p:cNvPr>
                  <p:cNvCxnSpPr>
                    <a:stCxn id="158"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6FE25FA-0762-BC2D-A0A5-4F994088CE9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E92C527-9FD8-3C9F-859F-60BE7B52509D}"/>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643905E6-050B-32C7-FDEB-1F9FC99B8487}"/>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76842C1-20D5-2F64-DDB0-037EB6FE58C4}"/>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ECBE26E-F105-8C9E-3330-1E3F637AF388}"/>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14" name="Group 113">
                    <a:extLst>
                      <a:ext uri="{FF2B5EF4-FFF2-40B4-BE49-F238E27FC236}">
                        <a16:creationId xmlns:a16="http://schemas.microsoft.com/office/drawing/2014/main" id="{0010F934-A014-6ACF-34FC-451DFC20347E}"/>
                      </a:ext>
                    </a:extLst>
                  </p:cNvPr>
                  <p:cNvGrpSpPr/>
                  <p:nvPr/>
                </p:nvGrpSpPr>
                <p:grpSpPr>
                  <a:xfrm>
                    <a:off x="1565526" y="4885688"/>
                    <a:ext cx="395591" cy="540633"/>
                    <a:chOff x="1715961" y="4885759"/>
                    <a:chExt cx="395591" cy="540633"/>
                  </a:xfrm>
                </p:grpSpPr>
                <p:grpSp>
                  <p:nvGrpSpPr>
                    <p:cNvPr id="117" name="Group 116">
                      <a:extLst>
                        <a:ext uri="{FF2B5EF4-FFF2-40B4-BE49-F238E27FC236}">
                          <a16:creationId xmlns:a16="http://schemas.microsoft.com/office/drawing/2014/main" id="{D250E48E-33A1-77D7-155B-51A6701624A2}"/>
                        </a:ext>
                      </a:extLst>
                    </p:cNvPr>
                    <p:cNvGrpSpPr/>
                    <p:nvPr/>
                  </p:nvGrpSpPr>
                  <p:grpSpPr>
                    <a:xfrm>
                      <a:off x="1715961" y="4885759"/>
                      <a:ext cx="317479" cy="205665"/>
                      <a:chOff x="1548734" y="4857791"/>
                      <a:chExt cx="240352" cy="148406"/>
                    </a:xfrm>
                  </p:grpSpPr>
                  <p:cxnSp>
                    <p:nvCxnSpPr>
                      <p:cNvPr id="147" name="Straight Connector 146">
                        <a:extLst>
                          <a:ext uri="{FF2B5EF4-FFF2-40B4-BE49-F238E27FC236}">
                            <a16:creationId xmlns:a16="http://schemas.microsoft.com/office/drawing/2014/main" id="{9B8ED030-229F-89DB-734E-2C28DB5ED38B}"/>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1CB0ADD-703C-FAE2-C5F5-99E0C906E928}"/>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BE3B2A36-D58C-F5B9-7851-1C0E3A96290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5AC13DDE-23E1-EF88-0706-B566E543DD5E}"/>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9E001F5E-0ADA-DA11-67D2-3EFB9DBCAA5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8E194D1D-98F0-FDC7-7426-FC3670765339}"/>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643C0025-5101-820C-0334-8A6B77E2B0D6}"/>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CCFB93F8-2C95-88B4-412A-1A81A1D29C16}"/>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06CC611B-3282-CEDB-E9E6-75E7F7350BE1}"/>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A9D0FD7-AAB8-C9E0-8134-5708DA8AAE32}"/>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272599AE-76AF-AD8D-2FDD-B8958226B94E}"/>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a16="http://schemas.microsoft.com/office/drawing/2014/main" id="{8872F0A4-0058-DB14-0A57-22325D8BE8CA}"/>
                        </a:ext>
                      </a:extLst>
                    </p:cNvPr>
                    <p:cNvGrpSpPr/>
                    <p:nvPr/>
                  </p:nvGrpSpPr>
                  <p:grpSpPr>
                    <a:xfrm rot="10800000" flipH="1">
                      <a:off x="1715961" y="5219603"/>
                      <a:ext cx="317479" cy="206789"/>
                      <a:chOff x="1548734" y="4857791"/>
                      <a:chExt cx="240352" cy="149217"/>
                    </a:xfrm>
                  </p:grpSpPr>
                  <p:cxnSp>
                    <p:nvCxnSpPr>
                      <p:cNvPr id="136" name="Straight Connector 135">
                        <a:extLst>
                          <a:ext uri="{FF2B5EF4-FFF2-40B4-BE49-F238E27FC236}">
                            <a16:creationId xmlns:a16="http://schemas.microsoft.com/office/drawing/2014/main" id="{832120B7-A348-575A-AABF-41C201978A9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C9AC870-F785-775F-A456-0A365C237D9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3E42442-88B7-F882-6BFC-CB410E5F9A8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2D223A2-1EC8-1A9D-227B-932EFDE4545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7F3D2C61-6F0A-C285-6792-98480BC8EC5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63A56C1-A072-C9DD-AAE3-6527DA323EE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6DA83760-ECCE-FD19-5716-2A60F9C5D5CE}"/>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E937AD1-421B-582A-1146-03F5571F91AF}"/>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C955CCCA-A51C-FE6A-2563-C925ABD6B34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FD71D49A-5EE5-A90D-25E7-ED104B3CB6F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7C4DE4B9-1C4C-E550-783D-FA2DDFFA9B20}"/>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9" name="Straight Connector 118">
                      <a:extLst>
                        <a:ext uri="{FF2B5EF4-FFF2-40B4-BE49-F238E27FC236}">
                          <a16:creationId xmlns:a16="http://schemas.microsoft.com/office/drawing/2014/main" id="{4829660A-624C-DB0C-4EAF-68B1ACE17B3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3DB54234-5BC7-30D3-616D-CEFE47264AB7}"/>
                        </a:ext>
                      </a:extLst>
                    </p:cNvPr>
                    <p:cNvGrpSpPr/>
                    <p:nvPr/>
                  </p:nvGrpSpPr>
                  <p:grpSpPr>
                    <a:xfrm rot="5400000">
                      <a:off x="1879744" y="5102207"/>
                      <a:ext cx="335430" cy="128187"/>
                      <a:chOff x="7040920" y="3499872"/>
                      <a:chExt cx="973348" cy="287902"/>
                    </a:xfrm>
                  </p:grpSpPr>
                  <p:sp>
                    <p:nvSpPr>
                      <p:cNvPr id="123" name="Arc 122">
                        <a:extLst>
                          <a:ext uri="{FF2B5EF4-FFF2-40B4-BE49-F238E27FC236}">
                            <a16:creationId xmlns:a16="http://schemas.microsoft.com/office/drawing/2014/main" id="{4CBC57C7-2774-244A-2014-33B1E8E75B1B}"/>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24" name="Group 123">
                        <a:extLst>
                          <a:ext uri="{FF2B5EF4-FFF2-40B4-BE49-F238E27FC236}">
                            <a16:creationId xmlns:a16="http://schemas.microsoft.com/office/drawing/2014/main" id="{A98B5533-B5B7-F912-456C-CD8E495A84B9}"/>
                          </a:ext>
                        </a:extLst>
                      </p:cNvPr>
                      <p:cNvGrpSpPr/>
                      <p:nvPr/>
                    </p:nvGrpSpPr>
                    <p:grpSpPr>
                      <a:xfrm>
                        <a:off x="7208043" y="3499872"/>
                        <a:ext cx="806225" cy="286012"/>
                        <a:chOff x="7208043" y="3499872"/>
                        <a:chExt cx="806225" cy="286012"/>
                      </a:xfrm>
                    </p:grpSpPr>
                    <p:sp>
                      <p:nvSpPr>
                        <p:cNvPr id="125" name="Arc 124">
                          <a:extLst>
                            <a:ext uri="{FF2B5EF4-FFF2-40B4-BE49-F238E27FC236}">
                              <a16:creationId xmlns:a16="http://schemas.microsoft.com/office/drawing/2014/main" id="{DD66DE00-96A8-82A5-7F88-33707D717DC7}"/>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6" name="Arc 125">
                          <a:extLst>
                            <a:ext uri="{FF2B5EF4-FFF2-40B4-BE49-F238E27FC236}">
                              <a16:creationId xmlns:a16="http://schemas.microsoft.com/office/drawing/2014/main" id="{D53F0EB8-DB95-9D5A-AD6F-7F7E7DE17014}"/>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7" name="Arc 126">
                          <a:extLst>
                            <a:ext uri="{FF2B5EF4-FFF2-40B4-BE49-F238E27FC236}">
                              <a16:creationId xmlns:a16="http://schemas.microsoft.com/office/drawing/2014/main" id="{3CF469A1-5CD5-183E-0723-FDB8E9C52FD2}"/>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8" name="Arc 127">
                          <a:extLst>
                            <a:ext uri="{FF2B5EF4-FFF2-40B4-BE49-F238E27FC236}">
                              <a16:creationId xmlns:a16="http://schemas.microsoft.com/office/drawing/2014/main" id="{D723AC99-78DC-096C-B0DC-0E10F99E31B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9" name="Arc 128">
                          <a:extLst>
                            <a:ext uri="{FF2B5EF4-FFF2-40B4-BE49-F238E27FC236}">
                              <a16:creationId xmlns:a16="http://schemas.microsoft.com/office/drawing/2014/main" id="{03E5DB24-70DC-F858-267A-5165A1C2BDBB}"/>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0" name="Arc 129">
                          <a:extLst>
                            <a:ext uri="{FF2B5EF4-FFF2-40B4-BE49-F238E27FC236}">
                              <a16:creationId xmlns:a16="http://schemas.microsoft.com/office/drawing/2014/main" id="{E5D11427-F8F8-7B2A-B7CF-6C708C776D23}"/>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1" name="Arc 130">
                          <a:extLst>
                            <a:ext uri="{FF2B5EF4-FFF2-40B4-BE49-F238E27FC236}">
                              <a16:creationId xmlns:a16="http://schemas.microsoft.com/office/drawing/2014/main" id="{F5EC3A27-3F27-E6F9-AFA7-2D5FB113C7F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2" name="Arc 131">
                          <a:extLst>
                            <a:ext uri="{FF2B5EF4-FFF2-40B4-BE49-F238E27FC236}">
                              <a16:creationId xmlns:a16="http://schemas.microsoft.com/office/drawing/2014/main" id="{47EB196E-E02C-2AE0-EF53-EC782C05460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3" name="Arc 132">
                          <a:extLst>
                            <a:ext uri="{FF2B5EF4-FFF2-40B4-BE49-F238E27FC236}">
                              <a16:creationId xmlns:a16="http://schemas.microsoft.com/office/drawing/2014/main" id="{8F24D27B-4E59-8352-EA48-FC41F43D1B31}"/>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4" name="Arc 133">
                          <a:extLst>
                            <a:ext uri="{FF2B5EF4-FFF2-40B4-BE49-F238E27FC236}">
                              <a16:creationId xmlns:a16="http://schemas.microsoft.com/office/drawing/2014/main" id="{B88F5F24-60A9-560B-FA53-8458BB8909E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5" name="Arc 134">
                          <a:extLst>
                            <a:ext uri="{FF2B5EF4-FFF2-40B4-BE49-F238E27FC236}">
                              <a16:creationId xmlns:a16="http://schemas.microsoft.com/office/drawing/2014/main" id="{CD8440EB-BBD3-7A00-D66F-0707F1050094}"/>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21" name="Straight Connector 120">
                      <a:extLst>
                        <a:ext uri="{FF2B5EF4-FFF2-40B4-BE49-F238E27FC236}">
                          <a16:creationId xmlns:a16="http://schemas.microsoft.com/office/drawing/2014/main" id="{66E3247F-5737-1B4A-7D12-24A10AC73C06}"/>
                        </a:ext>
                      </a:extLst>
                    </p:cNvPr>
                    <p:cNvCxnSpPr>
                      <a:stCxn id="123"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B1A726F2-9BAC-6EF7-550B-87913B17EFFD}"/>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5" name="Straight Connector 114">
                    <a:extLst>
                      <a:ext uri="{FF2B5EF4-FFF2-40B4-BE49-F238E27FC236}">
                        <a16:creationId xmlns:a16="http://schemas.microsoft.com/office/drawing/2014/main" id="{213F6401-CF24-FB89-B670-087B1E1F38A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9D6C5523-8600-404B-5BC0-EF1770461CDC}"/>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80" name="Arc 229">
                <a:extLst>
                  <a:ext uri="{FF2B5EF4-FFF2-40B4-BE49-F238E27FC236}">
                    <a16:creationId xmlns:a16="http://schemas.microsoft.com/office/drawing/2014/main" id="{B4434BDA-FE5A-7B26-FD48-1F3BD03A414D}"/>
                  </a:ext>
                </a:extLst>
              </p:cNvPr>
              <p:cNvSpPr/>
              <p:nvPr/>
            </p:nvSpPr>
            <p:spPr>
              <a:xfrm>
                <a:off x="3404254" y="2012885"/>
                <a:ext cx="445597" cy="69525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Lst>
                <a:ahLst/>
                <a:cxnLst>
                  <a:cxn ang="0">
                    <a:pos x="connsiteX0" y="connsiteY0"/>
                  </a:cxn>
                  <a:cxn ang="0">
                    <a:pos x="connsiteX1" y="connsiteY1"/>
                  </a:cxn>
                  <a:cxn ang="0">
                    <a:pos x="connsiteX2" y="connsiteY2"/>
                  </a:cxn>
                </a:cxnLst>
                <a:rect l="l" t="t" r="r" b="b"/>
                <a:pathLst>
                  <a:path w="445597" h="695255" stroke="0" extrusionOk="0">
                    <a:moveTo>
                      <a:pt x="74436" y="42862"/>
                    </a:moveTo>
                    <a:cubicBezTo>
                      <a:pt x="215359" y="60711"/>
                      <a:pt x="346289" y="135815"/>
                      <a:pt x="445597" y="242661"/>
                    </a:cubicBezTo>
                    <a:lnTo>
                      <a:pt x="0" y="695255"/>
                    </a:lnTo>
                    <a:lnTo>
                      <a:pt x="74436" y="42862"/>
                    </a:lnTo>
                    <a:close/>
                  </a:path>
                  <a:path w="445597" h="695255" fill="none">
                    <a:moveTo>
                      <a:pt x="38717" y="0"/>
                    </a:moveTo>
                    <a:cubicBezTo>
                      <a:pt x="96131" y="22651"/>
                      <a:pt x="153464" y="34654"/>
                      <a:pt x="210959" y="67954"/>
                    </a:cubicBezTo>
                    <a:cubicBezTo>
                      <a:pt x="268454" y="101254"/>
                      <a:pt x="326110" y="155850"/>
                      <a:pt x="383685" y="19979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1" name="Arc 229">
                <a:extLst>
                  <a:ext uri="{FF2B5EF4-FFF2-40B4-BE49-F238E27FC236}">
                    <a16:creationId xmlns:a16="http://schemas.microsoft.com/office/drawing/2014/main" id="{BFE7498E-144D-BE23-9D3A-FD25DD2A1C10}"/>
                  </a:ext>
                </a:extLst>
              </p:cNvPr>
              <p:cNvSpPr/>
              <p:nvPr/>
            </p:nvSpPr>
            <p:spPr>
              <a:xfrm>
                <a:off x="3417574" y="2136762"/>
                <a:ext cx="445597" cy="707161"/>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Lst>
                <a:ahLst/>
                <a:cxnLst>
                  <a:cxn ang="0">
                    <a:pos x="connsiteX0" y="connsiteY0"/>
                  </a:cxn>
                  <a:cxn ang="0">
                    <a:pos x="connsiteX1" y="connsiteY1"/>
                  </a:cxn>
                  <a:cxn ang="0">
                    <a:pos x="connsiteX2" y="connsiteY2"/>
                  </a:cxn>
                </a:cxnLst>
                <a:rect l="l" t="t" r="r" b="b"/>
                <a:pathLst>
                  <a:path w="445597" h="707161" stroke="0" extrusionOk="0">
                    <a:moveTo>
                      <a:pt x="74436" y="54768"/>
                    </a:moveTo>
                    <a:cubicBezTo>
                      <a:pt x="215359" y="72617"/>
                      <a:pt x="346289" y="147721"/>
                      <a:pt x="445597" y="254567"/>
                    </a:cubicBezTo>
                    <a:lnTo>
                      <a:pt x="0" y="707161"/>
                    </a:lnTo>
                    <a:lnTo>
                      <a:pt x="74436" y="54768"/>
                    </a:lnTo>
                    <a:close/>
                  </a:path>
                  <a:path w="445597" h="707161" fill="none">
                    <a:moveTo>
                      <a:pt x="33955" y="0"/>
                    </a:moveTo>
                    <a:cubicBezTo>
                      <a:pt x="91369" y="22651"/>
                      <a:pt x="148701" y="53703"/>
                      <a:pt x="206196" y="87003"/>
                    </a:cubicBezTo>
                    <a:cubicBezTo>
                      <a:pt x="263691" y="120303"/>
                      <a:pt x="216572" y="96318"/>
                      <a:pt x="274147" y="140266"/>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2" name="Arc 229">
                <a:extLst>
                  <a:ext uri="{FF2B5EF4-FFF2-40B4-BE49-F238E27FC236}">
                    <a16:creationId xmlns:a16="http://schemas.microsoft.com/office/drawing/2014/main" id="{6E209745-C4A6-BBBC-2EEB-82D778F74134}"/>
                  </a:ext>
                </a:extLst>
              </p:cNvPr>
              <p:cNvSpPr/>
              <p:nvPr/>
            </p:nvSpPr>
            <p:spPr>
              <a:xfrm rot="1579328">
                <a:off x="3519897" y="2386247"/>
                <a:ext cx="465863" cy="714530"/>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94413 w 465863"/>
                  <a:gd name="connsiteY2" fmla="*/ 140266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84820 w 465863"/>
                  <a:gd name="connsiteY2" fmla="*/ 142355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4328 w 465863"/>
                  <a:gd name="connsiteY1" fmla="*/ 88058 h 714530"/>
                  <a:gd name="connsiteX2" fmla="*/ 284820 w 465863"/>
                  <a:gd name="connsiteY2" fmla="*/ 142355 h 714530"/>
                </a:gdLst>
                <a:ahLst/>
                <a:cxnLst>
                  <a:cxn ang="0">
                    <a:pos x="connsiteX0" y="connsiteY0"/>
                  </a:cxn>
                  <a:cxn ang="0">
                    <a:pos x="connsiteX1" y="connsiteY1"/>
                  </a:cxn>
                  <a:cxn ang="0">
                    <a:pos x="connsiteX2" y="connsiteY2"/>
                  </a:cxn>
                </a:cxnLst>
                <a:rect l="l" t="t" r="r" b="b"/>
                <a:pathLst>
                  <a:path w="465863" h="714530" stroke="0" extrusionOk="0">
                    <a:moveTo>
                      <a:pt x="94702" y="54768"/>
                    </a:moveTo>
                    <a:cubicBezTo>
                      <a:pt x="235625" y="72617"/>
                      <a:pt x="366555" y="147721"/>
                      <a:pt x="465863" y="254567"/>
                    </a:cubicBezTo>
                    <a:lnTo>
                      <a:pt x="0" y="714530"/>
                    </a:lnTo>
                    <a:lnTo>
                      <a:pt x="94702" y="54768"/>
                    </a:lnTo>
                    <a:close/>
                  </a:path>
                  <a:path w="465863" h="714530" fill="none">
                    <a:moveTo>
                      <a:pt x="54221" y="0"/>
                    </a:moveTo>
                    <a:cubicBezTo>
                      <a:pt x="111635" y="22651"/>
                      <a:pt x="166833" y="54758"/>
                      <a:pt x="224328" y="88058"/>
                    </a:cubicBezTo>
                    <a:cubicBezTo>
                      <a:pt x="281823" y="121358"/>
                      <a:pt x="227245" y="98407"/>
                      <a:pt x="284820" y="142355"/>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3" name="Arc 229">
                <a:extLst>
                  <a:ext uri="{FF2B5EF4-FFF2-40B4-BE49-F238E27FC236}">
                    <a16:creationId xmlns:a16="http://schemas.microsoft.com/office/drawing/2014/main" id="{B03DC247-1BFD-1AB9-681E-2A2A7B3F9EA1}"/>
                  </a:ext>
                </a:extLst>
              </p:cNvPr>
              <p:cNvSpPr/>
              <p:nvPr/>
            </p:nvSpPr>
            <p:spPr>
              <a:xfrm rot="1802635">
                <a:off x="3580864" y="2301262"/>
                <a:ext cx="445597" cy="68482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27663 h 680056"/>
                  <a:gd name="connsiteX1" fmla="*/ 445597 w 445597"/>
                  <a:gd name="connsiteY1" fmla="*/ 227462 h 680056"/>
                  <a:gd name="connsiteX2" fmla="*/ 0 w 445597"/>
                  <a:gd name="connsiteY2" fmla="*/ 680056 h 680056"/>
                  <a:gd name="connsiteX3" fmla="*/ 74436 w 445597"/>
                  <a:gd name="connsiteY3" fmla="*/ 27663 h 680056"/>
                  <a:gd name="connsiteX0" fmla="*/ 69514 w 445597"/>
                  <a:gd name="connsiteY0" fmla="*/ 0 h 680056"/>
                  <a:gd name="connsiteX1" fmla="*/ 210959 w 445597"/>
                  <a:gd name="connsiteY1" fmla="*/ 52755 h 680056"/>
                  <a:gd name="connsiteX2" fmla="*/ 383685 w 445597"/>
                  <a:gd name="connsiteY2" fmla="*/ 184599 h 680056"/>
                  <a:gd name="connsiteX0" fmla="*/ 74436 w 445597"/>
                  <a:gd name="connsiteY0" fmla="*/ 32432 h 684825"/>
                  <a:gd name="connsiteX1" fmla="*/ 445597 w 445597"/>
                  <a:gd name="connsiteY1" fmla="*/ 232231 h 684825"/>
                  <a:gd name="connsiteX2" fmla="*/ 0 w 445597"/>
                  <a:gd name="connsiteY2" fmla="*/ 684825 h 684825"/>
                  <a:gd name="connsiteX3" fmla="*/ 74436 w 445597"/>
                  <a:gd name="connsiteY3" fmla="*/ 32432 h 684825"/>
                  <a:gd name="connsiteX0" fmla="*/ 77759 w 445597"/>
                  <a:gd name="connsiteY0" fmla="*/ 0 h 684825"/>
                  <a:gd name="connsiteX1" fmla="*/ 210959 w 445597"/>
                  <a:gd name="connsiteY1" fmla="*/ 57524 h 684825"/>
                  <a:gd name="connsiteX2" fmla="*/ 383685 w 445597"/>
                  <a:gd name="connsiteY2" fmla="*/ 189368 h 684825"/>
                </a:gdLst>
                <a:ahLst/>
                <a:cxnLst>
                  <a:cxn ang="0">
                    <a:pos x="connsiteX0" y="connsiteY0"/>
                  </a:cxn>
                  <a:cxn ang="0">
                    <a:pos x="connsiteX1" y="connsiteY1"/>
                  </a:cxn>
                  <a:cxn ang="0">
                    <a:pos x="connsiteX2" y="connsiteY2"/>
                  </a:cxn>
                </a:cxnLst>
                <a:rect l="l" t="t" r="r" b="b"/>
                <a:pathLst>
                  <a:path w="445597" h="684825" stroke="0" extrusionOk="0">
                    <a:moveTo>
                      <a:pt x="74436" y="32432"/>
                    </a:moveTo>
                    <a:cubicBezTo>
                      <a:pt x="215359" y="50281"/>
                      <a:pt x="346289" y="125385"/>
                      <a:pt x="445597" y="232231"/>
                    </a:cubicBezTo>
                    <a:lnTo>
                      <a:pt x="0" y="684825"/>
                    </a:lnTo>
                    <a:lnTo>
                      <a:pt x="74436" y="32432"/>
                    </a:lnTo>
                    <a:close/>
                  </a:path>
                  <a:path w="445597" h="684825" fill="none">
                    <a:moveTo>
                      <a:pt x="77759" y="0"/>
                    </a:moveTo>
                    <a:cubicBezTo>
                      <a:pt x="135173" y="22651"/>
                      <a:pt x="153464" y="24224"/>
                      <a:pt x="210959" y="57524"/>
                    </a:cubicBezTo>
                    <a:cubicBezTo>
                      <a:pt x="268454" y="90824"/>
                      <a:pt x="326110" y="145420"/>
                      <a:pt x="383685" y="18936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cxnSp>
            <p:nvCxnSpPr>
              <p:cNvPr id="84" name="Straight Arrow Connector 83">
                <a:extLst>
                  <a:ext uri="{FF2B5EF4-FFF2-40B4-BE49-F238E27FC236}">
                    <a16:creationId xmlns:a16="http://schemas.microsoft.com/office/drawing/2014/main" id="{51A6B52D-D157-E503-A41D-445CE8FD6F6B}"/>
                  </a:ext>
                </a:extLst>
              </p:cNvPr>
              <p:cNvCxnSpPr/>
              <p:nvPr/>
            </p:nvCxnSpPr>
            <p:spPr>
              <a:xfrm flipH="1">
                <a:off x="3787821" y="203364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5" name="Oval 84">
                <a:extLst>
                  <a:ext uri="{FF2B5EF4-FFF2-40B4-BE49-F238E27FC236}">
                    <a16:creationId xmlns:a16="http://schemas.microsoft.com/office/drawing/2014/main" id="{1775E718-991C-3B07-C7FF-2BA5B94A5A8A}"/>
                  </a:ext>
                </a:extLst>
              </p:cNvPr>
              <p:cNvSpPr/>
              <p:nvPr/>
            </p:nvSpPr>
            <p:spPr>
              <a:xfrm>
                <a:off x="3731026" y="215001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86" name="Straight Arrow Connector 85">
                <a:extLst>
                  <a:ext uri="{FF2B5EF4-FFF2-40B4-BE49-F238E27FC236}">
                    <a16:creationId xmlns:a16="http://schemas.microsoft.com/office/drawing/2014/main" id="{B394479A-DE61-4CC3-0D0B-D56874E2868A}"/>
                  </a:ext>
                </a:extLst>
              </p:cNvPr>
              <p:cNvCxnSpPr/>
              <p:nvPr/>
            </p:nvCxnSpPr>
            <p:spPr>
              <a:xfrm flipH="1">
                <a:off x="3783216" y="220798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7" name="Oval 86">
                <a:extLst>
                  <a:ext uri="{FF2B5EF4-FFF2-40B4-BE49-F238E27FC236}">
                    <a16:creationId xmlns:a16="http://schemas.microsoft.com/office/drawing/2014/main" id="{AEBE58C2-63C0-7D85-8533-4A7D128871A1}"/>
                  </a:ext>
                </a:extLst>
              </p:cNvPr>
              <p:cNvSpPr/>
              <p:nvPr/>
            </p:nvSpPr>
            <p:spPr>
              <a:xfrm>
                <a:off x="3726421" y="232435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88" name="Group 87">
                <a:extLst>
                  <a:ext uri="{FF2B5EF4-FFF2-40B4-BE49-F238E27FC236}">
                    <a16:creationId xmlns:a16="http://schemas.microsoft.com/office/drawing/2014/main" id="{85F0D06A-6988-A273-795C-65CF776697F9}"/>
                  </a:ext>
                </a:extLst>
              </p:cNvPr>
              <p:cNvGrpSpPr/>
              <p:nvPr/>
            </p:nvGrpSpPr>
            <p:grpSpPr>
              <a:xfrm rot="5249163">
                <a:off x="3799086" y="3146165"/>
                <a:ext cx="243197" cy="363930"/>
                <a:chOff x="5602759" y="4130641"/>
                <a:chExt cx="243197" cy="363930"/>
              </a:xfrm>
            </p:grpSpPr>
            <p:cxnSp>
              <p:nvCxnSpPr>
                <p:cNvPr id="101" name="Straight Arrow Connector 100">
                  <a:extLst>
                    <a:ext uri="{FF2B5EF4-FFF2-40B4-BE49-F238E27FC236}">
                      <a16:creationId xmlns:a16="http://schemas.microsoft.com/office/drawing/2014/main" id="{70EA1D70-F7DE-3522-4FC0-23AE1291400D}"/>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2" name="Oval 101">
                  <a:extLst>
                    <a:ext uri="{FF2B5EF4-FFF2-40B4-BE49-F238E27FC236}">
                      <a16:creationId xmlns:a16="http://schemas.microsoft.com/office/drawing/2014/main" id="{671037D0-6D0F-C459-7CA1-EC1FDC970266}"/>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103" name="Straight Arrow Connector 102">
                  <a:extLst>
                    <a:ext uri="{FF2B5EF4-FFF2-40B4-BE49-F238E27FC236}">
                      <a16:creationId xmlns:a16="http://schemas.microsoft.com/office/drawing/2014/main" id="{B041C2FE-5B4C-3A82-F6FA-92E200C8DA43}"/>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4" name="Oval 103">
                  <a:extLst>
                    <a:ext uri="{FF2B5EF4-FFF2-40B4-BE49-F238E27FC236}">
                      <a16:creationId xmlns:a16="http://schemas.microsoft.com/office/drawing/2014/main" id="{4B77755F-010D-B497-65A1-FB40A97292D9}"/>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89" name="Group 88">
                <a:extLst>
                  <a:ext uri="{FF2B5EF4-FFF2-40B4-BE49-F238E27FC236}">
                    <a16:creationId xmlns:a16="http://schemas.microsoft.com/office/drawing/2014/main" id="{F6C0E69F-2AB9-7C13-CF19-5979682B5771}"/>
                  </a:ext>
                </a:extLst>
              </p:cNvPr>
              <p:cNvGrpSpPr/>
              <p:nvPr/>
            </p:nvGrpSpPr>
            <p:grpSpPr>
              <a:xfrm rot="9806704">
                <a:off x="2520333" y="3213078"/>
                <a:ext cx="243197" cy="363930"/>
                <a:chOff x="5602759" y="4130641"/>
                <a:chExt cx="243197" cy="363930"/>
              </a:xfrm>
            </p:grpSpPr>
            <p:cxnSp>
              <p:nvCxnSpPr>
                <p:cNvPr id="97" name="Straight Arrow Connector 96">
                  <a:extLst>
                    <a:ext uri="{FF2B5EF4-FFF2-40B4-BE49-F238E27FC236}">
                      <a16:creationId xmlns:a16="http://schemas.microsoft.com/office/drawing/2014/main" id="{6DDB6223-4029-768D-75AF-2BD3924A736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8" name="Oval 97">
                  <a:extLst>
                    <a:ext uri="{FF2B5EF4-FFF2-40B4-BE49-F238E27FC236}">
                      <a16:creationId xmlns:a16="http://schemas.microsoft.com/office/drawing/2014/main" id="{F3443673-FB8C-9FC2-E002-ADB259B03994}"/>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9" name="Straight Arrow Connector 98">
                  <a:extLst>
                    <a:ext uri="{FF2B5EF4-FFF2-40B4-BE49-F238E27FC236}">
                      <a16:creationId xmlns:a16="http://schemas.microsoft.com/office/drawing/2014/main" id="{9FD66221-1EDC-7202-8B78-7EDDEA743ED5}"/>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0" name="Oval 99">
                  <a:extLst>
                    <a:ext uri="{FF2B5EF4-FFF2-40B4-BE49-F238E27FC236}">
                      <a16:creationId xmlns:a16="http://schemas.microsoft.com/office/drawing/2014/main" id="{D4824CF1-4234-4453-8068-34997F2A44D3}"/>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90" name="Group 89">
                <a:extLst>
                  <a:ext uri="{FF2B5EF4-FFF2-40B4-BE49-F238E27FC236}">
                    <a16:creationId xmlns:a16="http://schemas.microsoft.com/office/drawing/2014/main" id="{C9C90758-7064-4F56-2608-F3C0BFC36119}"/>
                  </a:ext>
                </a:extLst>
              </p:cNvPr>
              <p:cNvGrpSpPr/>
              <p:nvPr/>
            </p:nvGrpSpPr>
            <p:grpSpPr>
              <a:xfrm rot="16624087">
                <a:off x="2501532" y="2050529"/>
                <a:ext cx="243197" cy="363930"/>
                <a:chOff x="5602759" y="4130641"/>
                <a:chExt cx="243197" cy="363930"/>
              </a:xfrm>
            </p:grpSpPr>
            <p:cxnSp>
              <p:nvCxnSpPr>
                <p:cNvPr id="93" name="Straight Arrow Connector 92">
                  <a:extLst>
                    <a:ext uri="{FF2B5EF4-FFF2-40B4-BE49-F238E27FC236}">
                      <a16:creationId xmlns:a16="http://schemas.microsoft.com/office/drawing/2014/main" id="{26CD3F43-432F-4284-592F-06E3828C75E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4" name="Oval 93">
                  <a:extLst>
                    <a:ext uri="{FF2B5EF4-FFF2-40B4-BE49-F238E27FC236}">
                      <a16:creationId xmlns:a16="http://schemas.microsoft.com/office/drawing/2014/main" id="{6A69B94C-F2D4-8183-E6E1-33B54EF04E07}"/>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5" name="Straight Arrow Connector 94">
                  <a:extLst>
                    <a:ext uri="{FF2B5EF4-FFF2-40B4-BE49-F238E27FC236}">
                      <a16:creationId xmlns:a16="http://schemas.microsoft.com/office/drawing/2014/main" id="{2960B250-1DE2-40F2-7C66-6AD544601F8B}"/>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6" name="Oval 95">
                  <a:extLst>
                    <a:ext uri="{FF2B5EF4-FFF2-40B4-BE49-F238E27FC236}">
                      <a16:creationId xmlns:a16="http://schemas.microsoft.com/office/drawing/2014/main" id="{C06E7558-330C-6F24-803C-D1261556689A}"/>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91" name="Straight Arrow Connector 90">
                <a:extLst>
                  <a:ext uri="{FF2B5EF4-FFF2-40B4-BE49-F238E27FC236}">
                    <a16:creationId xmlns:a16="http://schemas.microsoft.com/office/drawing/2014/main" id="{64C2B8B2-F69F-FAE6-0740-B7747E72A325}"/>
                  </a:ext>
                </a:extLst>
              </p:cNvPr>
              <p:cNvCxnSpPr/>
              <p:nvPr/>
            </p:nvCxnSpPr>
            <p:spPr>
              <a:xfrm flipH="1">
                <a:off x="1969560" y="2603583"/>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92" name="Straight Arrow Connector 91">
                <a:extLst>
                  <a:ext uri="{FF2B5EF4-FFF2-40B4-BE49-F238E27FC236}">
                    <a16:creationId xmlns:a16="http://schemas.microsoft.com/office/drawing/2014/main" id="{944B529B-E769-35F3-6511-69CD3C593B65}"/>
                  </a:ext>
                </a:extLst>
              </p:cNvPr>
              <p:cNvCxnSpPr/>
              <p:nvPr/>
            </p:nvCxnSpPr>
            <p:spPr>
              <a:xfrm flipV="1">
                <a:off x="1961702" y="2843923"/>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grpSp>
          <p:nvGrpSpPr>
            <p:cNvPr id="58" name="Group 57">
              <a:extLst>
                <a:ext uri="{FF2B5EF4-FFF2-40B4-BE49-F238E27FC236}">
                  <a16:creationId xmlns:a16="http://schemas.microsoft.com/office/drawing/2014/main" id="{173B8539-914D-AF81-CD28-C4FA7D825B72}"/>
                </a:ext>
              </a:extLst>
            </p:cNvPr>
            <p:cNvGrpSpPr/>
            <p:nvPr/>
          </p:nvGrpSpPr>
          <p:grpSpPr>
            <a:xfrm>
              <a:off x="4416682" y="2107059"/>
              <a:ext cx="768259" cy="1370350"/>
              <a:chOff x="7937102" y="4924808"/>
              <a:chExt cx="768259" cy="1370350"/>
            </a:xfrm>
          </p:grpSpPr>
          <p:cxnSp>
            <p:nvCxnSpPr>
              <p:cNvPr id="65" name="Straight Arrow Connector 64">
                <a:extLst>
                  <a:ext uri="{FF2B5EF4-FFF2-40B4-BE49-F238E27FC236}">
                    <a16:creationId xmlns:a16="http://schemas.microsoft.com/office/drawing/2014/main" id="{69D009D1-CA13-ECC4-BC56-9D08FB2A1B86}"/>
                  </a:ext>
                </a:extLst>
              </p:cNvPr>
              <p:cNvCxnSpPr/>
              <p:nvPr/>
            </p:nvCxnSpPr>
            <p:spPr>
              <a:xfrm flipH="1">
                <a:off x="7940155" y="5090734"/>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444C17AE-3D49-3F54-55B7-B8022763696B}"/>
                  </a:ext>
                </a:extLst>
              </p:cNvPr>
              <p:cNvCxnSpPr/>
              <p:nvPr/>
            </p:nvCxnSpPr>
            <p:spPr>
              <a:xfrm flipH="1">
                <a:off x="7940155" y="5352127"/>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7" name="Straight Arrow Connector 66">
                <a:extLst>
                  <a:ext uri="{FF2B5EF4-FFF2-40B4-BE49-F238E27FC236}">
                    <a16:creationId xmlns:a16="http://schemas.microsoft.com/office/drawing/2014/main" id="{13663F5A-F102-6F13-A5FA-DFF3246C46E4}"/>
                  </a:ext>
                </a:extLst>
              </p:cNvPr>
              <p:cNvCxnSpPr/>
              <p:nvPr/>
            </p:nvCxnSpPr>
            <p:spPr>
              <a:xfrm flipH="1">
                <a:off x="7937102" y="5579718"/>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DC6980CE-2DEA-95DF-3CCE-86D293B243C2}"/>
                  </a:ext>
                </a:extLst>
              </p:cNvPr>
              <p:cNvCxnSpPr/>
              <p:nvPr/>
            </p:nvCxnSpPr>
            <p:spPr>
              <a:xfrm flipH="1">
                <a:off x="7937102" y="6135991"/>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9" name="Straight Arrow Connector 68">
                <a:extLst>
                  <a:ext uri="{FF2B5EF4-FFF2-40B4-BE49-F238E27FC236}">
                    <a16:creationId xmlns:a16="http://schemas.microsoft.com/office/drawing/2014/main" id="{B879583D-AFD5-64A0-C4FB-63BF89D399AA}"/>
                  </a:ext>
                </a:extLst>
              </p:cNvPr>
              <p:cNvCxnSpPr/>
              <p:nvPr/>
            </p:nvCxnSpPr>
            <p:spPr>
              <a:xfrm>
                <a:off x="8095507" y="5639387"/>
                <a:ext cx="0" cy="448172"/>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F27C9DC2-53DE-1076-0AAF-CCA9E9A44D8B}"/>
                      </a:ext>
                    </a:extLst>
                  </p:cNvPr>
                  <p:cNvSpPr/>
                  <p:nvPr/>
                </p:nvSpPr>
                <p:spPr>
                  <a:xfrm>
                    <a:off x="8241970" y="4924808"/>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445" name="Rectangle 444">
                    <a:extLst>
                      <a:ext uri="{FF2B5EF4-FFF2-40B4-BE49-F238E27FC236}">
                        <a16:creationId xmlns:a16="http://schemas.microsoft.com/office/drawing/2014/main" id="{F27C9DC2-53DE-1076-0AAF-CCA9E9A44D8B}"/>
                      </a:ext>
                    </a:extLst>
                  </p:cNvPr>
                  <p:cNvSpPr>
                    <a:spLocks noRot="1" noChangeAspect="1" noMove="1" noResize="1" noEditPoints="1" noAdjustHandles="1" noChangeArrowheads="1" noChangeShapeType="1" noTextEdit="1"/>
                  </p:cNvSpPr>
                  <p:nvPr/>
                </p:nvSpPr>
                <p:spPr>
                  <a:xfrm>
                    <a:off x="8241970" y="4924808"/>
                    <a:ext cx="447130" cy="32313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DA6AE690-A67E-33C2-708B-1F0E2A074246}"/>
                      </a:ext>
                    </a:extLst>
                  </p:cNvPr>
                  <p:cNvSpPr/>
                  <p:nvPr/>
                </p:nvSpPr>
                <p:spPr>
                  <a:xfrm>
                    <a:off x="8258231" y="5198975"/>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446" name="Rectangle 445">
                    <a:extLst>
                      <a:ext uri="{FF2B5EF4-FFF2-40B4-BE49-F238E27FC236}">
                        <a16:creationId xmlns:a16="http://schemas.microsoft.com/office/drawing/2014/main" id="{DA6AE690-A67E-33C2-708B-1F0E2A074246}"/>
                      </a:ext>
                    </a:extLst>
                  </p:cNvPr>
                  <p:cNvSpPr>
                    <a:spLocks noRot="1" noChangeAspect="1" noMove="1" noResize="1" noEditPoints="1" noAdjustHandles="1" noChangeArrowheads="1" noChangeShapeType="1" noTextEdit="1"/>
                  </p:cNvSpPr>
                  <p:nvPr/>
                </p:nvSpPr>
                <p:spPr>
                  <a:xfrm>
                    <a:off x="8258231" y="5198975"/>
                    <a:ext cx="447130" cy="32313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0934DE4C-6786-0CF1-804F-5263D3E45F40}"/>
                      </a:ext>
                    </a:extLst>
                  </p:cNvPr>
                  <p:cNvSpPr/>
                  <p:nvPr/>
                </p:nvSpPr>
                <p:spPr>
                  <a:xfrm>
                    <a:off x="8252593" y="5449344"/>
                    <a:ext cx="447131"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447" name="Rectangle 446">
                    <a:extLst>
                      <a:ext uri="{FF2B5EF4-FFF2-40B4-BE49-F238E27FC236}">
                        <a16:creationId xmlns:a16="http://schemas.microsoft.com/office/drawing/2014/main" id="{0934DE4C-6786-0CF1-804F-5263D3E45F40}"/>
                      </a:ext>
                    </a:extLst>
                  </p:cNvPr>
                  <p:cNvSpPr>
                    <a:spLocks noRot="1" noChangeAspect="1" noMove="1" noResize="1" noEditPoints="1" noAdjustHandles="1" noChangeArrowheads="1" noChangeShapeType="1" noTextEdit="1"/>
                  </p:cNvSpPr>
                  <p:nvPr/>
                </p:nvSpPr>
                <p:spPr>
                  <a:xfrm>
                    <a:off x="8252593" y="5449344"/>
                    <a:ext cx="447131" cy="32313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B3D1D274-CF6F-3DD0-274A-8B003133BB6D}"/>
                      </a:ext>
                    </a:extLst>
                  </p:cNvPr>
                  <p:cNvSpPr/>
                  <p:nvPr/>
                </p:nvSpPr>
                <p:spPr>
                  <a:xfrm>
                    <a:off x="8203059" y="5972019"/>
                    <a:ext cx="462094"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448" name="Rectangle 447">
                    <a:extLst>
                      <a:ext uri="{FF2B5EF4-FFF2-40B4-BE49-F238E27FC236}">
                        <a16:creationId xmlns:a16="http://schemas.microsoft.com/office/drawing/2014/main" id="{B3D1D274-CF6F-3DD0-274A-8B003133BB6D}"/>
                      </a:ext>
                    </a:extLst>
                  </p:cNvPr>
                  <p:cNvSpPr>
                    <a:spLocks noRot="1" noChangeAspect="1" noMove="1" noResize="1" noEditPoints="1" noAdjustHandles="1" noChangeArrowheads="1" noChangeShapeType="1" noTextEdit="1"/>
                  </p:cNvSpPr>
                  <p:nvPr/>
                </p:nvSpPr>
                <p:spPr>
                  <a:xfrm>
                    <a:off x="8203059" y="5972019"/>
                    <a:ext cx="462094" cy="323139"/>
                  </a:xfrm>
                  <a:prstGeom prst="rect">
                    <a:avLst/>
                  </a:prstGeom>
                  <a:blipFill>
                    <a:blip r:embed="rId6"/>
                    <a:stretch>
                      <a:fillRect/>
                    </a:stretch>
                  </a:blipFill>
                </p:spPr>
                <p:txBody>
                  <a:bodyPr/>
                  <a:lstStyle/>
                  <a:p>
                    <a:r>
                      <a:rPr lang="en-US">
                        <a:noFill/>
                      </a:rPr>
                      <a:t> </a:t>
                    </a:r>
                  </a:p>
                </p:txBody>
              </p:sp>
            </mc:Fallback>
          </mc:AlternateContent>
        </p:grpSp>
        <p:sp>
          <p:nvSpPr>
            <p:cNvPr id="59" name="Rectangle 58">
              <a:extLst>
                <a:ext uri="{FF2B5EF4-FFF2-40B4-BE49-F238E27FC236}">
                  <a16:creationId xmlns:a16="http://schemas.microsoft.com/office/drawing/2014/main" id="{F985062D-2C10-9C25-47E6-4F4ECEE4D10C}"/>
                </a:ext>
              </a:extLst>
            </p:cNvPr>
            <p:cNvSpPr/>
            <p:nvPr/>
          </p:nvSpPr>
          <p:spPr>
            <a:xfrm>
              <a:off x="2825770" y="2120527"/>
              <a:ext cx="876736" cy="323139"/>
            </a:xfrm>
            <a:prstGeom prst="rect">
              <a:avLst/>
            </a:prstGeom>
          </p:spPr>
          <p:txBody>
            <a:bodyPr wrap="none">
              <a:spAutoFit/>
            </a:bodyPr>
            <a:lstStyle/>
            <a:p>
              <a:r>
                <a:rPr lang="en-US" sz="900" b="1"/>
                <a:t>LC-VCO</a:t>
              </a:r>
            </a:p>
          </p:txBody>
        </p:sp>
        <p:sp>
          <p:nvSpPr>
            <p:cNvPr id="60" name="Rectangle 59">
              <a:extLst>
                <a:ext uri="{FF2B5EF4-FFF2-40B4-BE49-F238E27FC236}">
                  <a16:creationId xmlns:a16="http://schemas.microsoft.com/office/drawing/2014/main" id="{6EFBD9D1-8CD2-CFBE-8FD6-9244DC01F25D}"/>
                </a:ext>
              </a:extLst>
            </p:cNvPr>
            <p:cNvSpPr/>
            <p:nvPr/>
          </p:nvSpPr>
          <p:spPr>
            <a:xfrm>
              <a:off x="2507685" y="2632332"/>
              <a:ext cx="876736" cy="323139"/>
            </a:xfrm>
            <a:prstGeom prst="rect">
              <a:avLst/>
            </a:prstGeom>
          </p:spPr>
          <p:txBody>
            <a:bodyPr wrap="none">
              <a:spAutoFit/>
            </a:bodyPr>
            <a:lstStyle/>
            <a:p>
              <a:r>
                <a:rPr lang="en-US" sz="900" b="1" dirty="0"/>
                <a:t>LC-VCO</a:t>
              </a:r>
            </a:p>
          </p:txBody>
        </p:sp>
        <p:sp>
          <p:nvSpPr>
            <p:cNvPr id="61" name="Rectangle 60">
              <a:extLst>
                <a:ext uri="{FF2B5EF4-FFF2-40B4-BE49-F238E27FC236}">
                  <a16:creationId xmlns:a16="http://schemas.microsoft.com/office/drawing/2014/main" id="{580A9E6B-D59A-9A5E-B6B2-7B50F3F0A606}"/>
                </a:ext>
              </a:extLst>
            </p:cNvPr>
            <p:cNvSpPr/>
            <p:nvPr/>
          </p:nvSpPr>
          <p:spPr>
            <a:xfrm>
              <a:off x="2845249" y="3108853"/>
              <a:ext cx="876736" cy="323139"/>
            </a:xfrm>
            <a:prstGeom prst="rect">
              <a:avLst/>
            </a:prstGeom>
          </p:spPr>
          <p:txBody>
            <a:bodyPr wrap="none">
              <a:spAutoFit/>
            </a:bodyPr>
            <a:lstStyle/>
            <a:p>
              <a:r>
                <a:rPr lang="en-US" sz="900" b="1"/>
                <a:t>LC-VCO</a:t>
              </a:r>
            </a:p>
          </p:txBody>
        </p:sp>
        <p:sp>
          <p:nvSpPr>
            <p:cNvPr id="62" name="Rectangle 61">
              <a:extLst>
                <a:ext uri="{FF2B5EF4-FFF2-40B4-BE49-F238E27FC236}">
                  <a16:creationId xmlns:a16="http://schemas.microsoft.com/office/drawing/2014/main" id="{B72D0ED5-BAEB-1B13-BFCE-D18F8BEAE6F2}"/>
                </a:ext>
              </a:extLst>
            </p:cNvPr>
            <p:cNvSpPr/>
            <p:nvPr/>
          </p:nvSpPr>
          <p:spPr>
            <a:xfrm>
              <a:off x="3137086" y="2602855"/>
              <a:ext cx="876736" cy="323139"/>
            </a:xfrm>
            <a:prstGeom prst="rect">
              <a:avLst/>
            </a:prstGeom>
          </p:spPr>
          <p:txBody>
            <a:bodyPr wrap="none">
              <a:spAutoFit/>
            </a:bodyPr>
            <a:lstStyle/>
            <a:p>
              <a:r>
                <a:rPr lang="en-US" sz="900" b="1" dirty="0"/>
                <a:t>LC-VCO</a:t>
              </a:r>
            </a:p>
          </p:txBody>
        </p:sp>
        <p:sp>
          <p:nvSpPr>
            <p:cNvPr id="63" name="Right Brace 278">
              <a:extLst>
                <a:ext uri="{FF2B5EF4-FFF2-40B4-BE49-F238E27FC236}">
                  <a16:creationId xmlns:a16="http://schemas.microsoft.com/office/drawing/2014/main" id="{4ECD4579-F69B-20FC-8E2C-0DF92FAF4FF1}"/>
                </a:ext>
              </a:extLst>
            </p:cNvPr>
            <p:cNvSpPr/>
            <p:nvPr/>
          </p:nvSpPr>
          <p:spPr>
            <a:xfrm>
              <a:off x="4999983" y="2286091"/>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4" name="Rectangle 63">
              <a:extLst>
                <a:ext uri="{FF2B5EF4-FFF2-40B4-BE49-F238E27FC236}">
                  <a16:creationId xmlns:a16="http://schemas.microsoft.com/office/drawing/2014/main" id="{47D9FE0E-3BC4-F929-CFFB-9B71119AC350}"/>
                </a:ext>
              </a:extLst>
            </p:cNvPr>
            <p:cNvSpPr/>
            <p:nvPr/>
          </p:nvSpPr>
          <p:spPr>
            <a:xfrm>
              <a:off x="5203572" y="2456740"/>
              <a:ext cx="934445" cy="710907"/>
            </a:xfrm>
            <a:prstGeom prst="rect">
              <a:avLst/>
            </a:prstGeom>
          </p:spPr>
          <p:txBody>
            <a:bodyPr wrap="none">
              <a:spAutoFit/>
            </a:bodyPr>
            <a:lstStyle/>
            <a:p>
              <a:pPr algn="ctr"/>
              <a:r>
                <a:rPr lang="en-US" sz="900" b="1" dirty="0">
                  <a:solidFill>
                    <a:srgbClr val="000099"/>
                  </a:solidFill>
                </a:rPr>
                <a:t>Multi </a:t>
              </a:r>
            </a:p>
            <a:p>
              <a:pPr algn="ctr"/>
              <a:r>
                <a:rPr lang="en-US" sz="900" b="1" dirty="0">
                  <a:solidFill>
                    <a:srgbClr val="000099"/>
                  </a:solidFill>
                </a:rPr>
                <a:t>Phase </a:t>
              </a:r>
            </a:p>
            <a:p>
              <a:pPr algn="ctr"/>
              <a:r>
                <a:rPr lang="en-US" sz="900" b="1" dirty="0">
                  <a:solidFill>
                    <a:srgbClr val="000099"/>
                  </a:solidFill>
                </a:rPr>
                <a:t>LO/Clock</a:t>
              </a:r>
            </a:p>
          </p:txBody>
        </p:sp>
      </p:grpSp>
      <p:sp>
        <p:nvSpPr>
          <p:cNvPr id="325" name="Rectangle 324">
            <a:extLst>
              <a:ext uri="{FF2B5EF4-FFF2-40B4-BE49-F238E27FC236}">
                <a16:creationId xmlns:a16="http://schemas.microsoft.com/office/drawing/2014/main" id="{26E13DCB-DDAD-00BD-668C-30CE0425123D}"/>
              </a:ext>
            </a:extLst>
          </p:cNvPr>
          <p:cNvSpPr/>
          <p:nvPr/>
        </p:nvSpPr>
        <p:spPr>
          <a:xfrm>
            <a:off x="4296375" y="3292737"/>
            <a:ext cx="3610132" cy="466281"/>
          </a:xfrm>
          <a:prstGeom prst="rect">
            <a:avLst/>
          </a:prstGeom>
        </p:spPr>
        <p:txBody>
          <a:bodyPr wrap="square">
            <a:spAutoFit/>
          </a:bodyPr>
          <a:lstStyle/>
          <a:p>
            <a:pPr algn="ctr"/>
            <a:r>
              <a:rPr lang="en-US" sz="1215" b="1" dirty="0">
                <a:solidFill>
                  <a:srgbClr val="002060"/>
                </a:solidFill>
              </a:rPr>
              <a:t>(b) </a:t>
            </a:r>
            <a:r>
              <a:rPr lang="en-US" sz="1215" u="sng" dirty="0">
                <a:solidFill>
                  <a:srgbClr val="002060"/>
                </a:solidFill>
              </a:rPr>
              <a:t>Multiphase LO/clock generation using </a:t>
            </a:r>
            <a:r>
              <a:rPr lang="en-IN" sz="1215" u="sng" dirty="0">
                <a:solidFill>
                  <a:srgbClr val="002060"/>
                </a:solidFill>
              </a:rPr>
              <a:t>LC VCOs</a:t>
            </a:r>
          </a:p>
        </p:txBody>
      </p:sp>
      <p:sp>
        <p:nvSpPr>
          <p:cNvPr id="326" name="Rectangle 325">
            <a:extLst>
              <a:ext uri="{FF2B5EF4-FFF2-40B4-BE49-F238E27FC236}">
                <a16:creationId xmlns:a16="http://schemas.microsoft.com/office/drawing/2014/main" id="{DBB6F576-33CF-C91D-7E48-2E0B2D48A4D6}"/>
              </a:ext>
            </a:extLst>
          </p:cNvPr>
          <p:cNvSpPr/>
          <p:nvPr/>
        </p:nvSpPr>
        <p:spPr>
          <a:xfrm>
            <a:off x="4253266" y="5939172"/>
            <a:ext cx="4105073" cy="461665"/>
          </a:xfrm>
          <a:prstGeom prst="rect">
            <a:avLst/>
          </a:prstGeom>
        </p:spPr>
        <p:txBody>
          <a:bodyPr wrap="square">
            <a:spAutoFit/>
          </a:bodyPr>
          <a:lstStyle/>
          <a:p>
            <a:pPr algn="ctr"/>
            <a:r>
              <a:rPr lang="en-US" sz="1200" b="1" dirty="0">
                <a:solidFill>
                  <a:srgbClr val="002060"/>
                </a:solidFill>
              </a:rPr>
              <a:t>(d) </a:t>
            </a:r>
            <a:r>
              <a:rPr lang="en-US" sz="1200" u="sng" dirty="0">
                <a:solidFill>
                  <a:srgbClr val="002060"/>
                </a:solidFill>
              </a:rPr>
              <a:t>Multiphase LO/clock generation methods using Ring </a:t>
            </a:r>
          </a:p>
          <a:p>
            <a:pPr algn="ctr"/>
            <a:r>
              <a:rPr lang="en-US" sz="1200" u="sng" dirty="0">
                <a:solidFill>
                  <a:srgbClr val="002060"/>
                </a:solidFill>
              </a:rPr>
              <a:t>with </a:t>
            </a:r>
            <a:r>
              <a:rPr lang="en-IN" sz="1200" u="sng" dirty="0">
                <a:solidFill>
                  <a:srgbClr val="002060"/>
                </a:solidFill>
              </a:rPr>
              <a:t>LC VCOs and DLL</a:t>
            </a:r>
          </a:p>
        </p:txBody>
      </p:sp>
      <p:grpSp>
        <p:nvGrpSpPr>
          <p:cNvPr id="327" name="Group 326">
            <a:extLst>
              <a:ext uri="{FF2B5EF4-FFF2-40B4-BE49-F238E27FC236}">
                <a16:creationId xmlns:a16="http://schemas.microsoft.com/office/drawing/2014/main" id="{E4735C96-CEDB-40A1-C632-82189A707956}"/>
              </a:ext>
            </a:extLst>
          </p:cNvPr>
          <p:cNvGrpSpPr/>
          <p:nvPr/>
        </p:nvGrpSpPr>
        <p:grpSpPr>
          <a:xfrm>
            <a:off x="399153" y="4402736"/>
            <a:ext cx="3399318" cy="1446639"/>
            <a:chOff x="1568114" y="4125321"/>
            <a:chExt cx="4927063" cy="1928852"/>
          </a:xfrm>
        </p:grpSpPr>
        <p:grpSp>
          <p:nvGrpSpPr>
            <p:cNvPr id="328" name="Group 327">
              <a:extLst>
                <a:ext uri="{FF2B5EF4-FFF2-40B4-BE49-F238E27FC236}">
                  <a16:creationId xmlns:a16="http://schemas.microsoft.com/office/drawing/2014/main" id="{28F94FF0-4727-0127-0474-4AD7A268E8E4}"/>
                </a:ext>
              </a:extLst>
            </p:cNvPr>
            <p:cNvGrpSpPr>
              <a:grpSpLocks noChangeAspect="1"/>
            </p:cNvGrpSpPr>
            <p:nvPr/>
          </p:nvGrpSpPr>
          <p:grpSpPr>
            <a:xfrm>
              <a:off x="2973232" y="4125321"/>
              <a:ext cx="1399217" cy="1280160"/>
              <a:chOff x="2169506" y="4772026"/>
              <a:chExt cx="1145194" cy="1047750"/>
            </a:xfrm>
          </p:grpSpPr>
          <p:sp>
            <p:nvSpPr>
              <p:cNvPr id="350" name="Oval 349">
                <a:extLst>
                  <a:ext uri="{FF2B5EF4-FFF2-40B4-BE49-F238E27FC236}">
                    <a16:creationId xmlns:a16="http://schemas.microsoft.com/office/drawing/2014/main" id="{AE8701D9-28D5-4A52-EEB5-C49BD1BAA75E}"/>
                  </a:ext>
                </a:extLst>
              </p:cNvPr>
              <p:cNvSpPr/>
              <p:nvPr/>
            </p:nvSpPr>
            <p:spPr>
              <a:xfrm>
                <a:off x="2169506" y="4772026"/>
                <a:ext cx="1145194" cy="1047750"/>
              </a:xfrm>
              <a:prstGeom prst="ellipse">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351" name="Group 350">
                <a:extLst>
                  <a:ext uri="{FF2B5EF4-FFF2-40B4-BE49-F238E27FC236}">
                    <a16:creationId xmlns:a16="http://schemas.microsoft.com/office/drawing/2014/main" id="{CAF5B5C3-5FA3-885D-9AA0-E630DDA44268}"/>
                  </a:ext>
                </a:extLst>
              </p:cNvPr>
              <p:cNvGrpSpPr/>
              <p:nvPr/>
            </p:nvGrpSpPr>
            <p:grpSpPr>
              <a:xfrm>
                <a:off x="2243356" y="4913274"/>
                <a:ext cx="933517" cy="730856"/>
                <a:chOff x="1027600" y="4784489"/>
                <a:chExt cx="933517" cy="730856"/>
              </a:xfrm>
            </p:grpSpPr>
            <p:grpSp>
              <p:nvGrpSpPr>
                <p:cNvPr id="352" name="Group 351">
                  <a:extLst>
                    <a:ext uri="{FF2B5EF4-FFF2-40B4-BE49-F238E27FC236}">
                      <a16:creationId xmlns:a16="http://schemas.microsoft.com/office/drawing/2014/main" id="{E0D46CF8-D544-789D-DD77-B70651CD4A9C}"/>
                    </a:ext>
                  </a:extLst>
                </p:cNvPr>
                <p:cNvGrpSpPr/>
                <p:nvPr/>
              </p:nvGrpSpPr>
              <p:grpSpPr>
                <a:xfrm>
                  <a:off x="1027600" y="4965926"/>
                  <a:ext cx="362347" cy="380159"/>
                  <a:chOff x="1711577" y="4926883"/>
                  <a:chExt cx="274320" cy="274320"/>
                </a:xfrm>
              </p:grpSpPr>
              <p:sp>
                <p:nvSpPr>
                  <p:cNvPr id="403" name="Flowchart: Connector 402">
                    <a:extLst>
                      <a:ext uri="{FF2B5EF4-FFF2-40B4-BE49-F238E27FC236}">
                        <a16:creationId xmlns:a16="http://schemas.microsoft.com/office/drawing/2014/main" id="{8309D64C-75C8-F6BB-D55A-12009605A1AA}"/>
                      </a:ext>
                    </a:extLst>
                  </p:cNvPr>
                  <p:cNvSpPr/>
                  <p:nvPr/>
                </p:nvSpPr>
                <p:spPr>
                  <a:xfrm rot="19644896">
                    <a:off x="1711577" y="4926883"/>
                    <a:ext cx="274320" cy="274320"/>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04" name="Freeform 369">
                    <a:extLst>
                      <a:ext uri="{FF2B5EF4-FFF2-40B4-BE49-F238E27FC236}">
                        <a16:creationId xmlns:a16="http://schemas.microsoft.com/office/drawing/2014/main" id="{30DCF419-5BCE-F179-5815-C135A4D9FF8F}"/>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254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353" name="Straight Connector 352">
                  <a:extLst>
                    <a:ext uri="{FF2B5EF4-FFF2-40B4-BE49-F238E27FC236}">
                      <a16:creationId xmlns:a16="http://schemas.microsoft.com/office/drawing/2014/main" id="{385770DC-A41B-DEE6-FA88-C73A1FFFA202}"/>
                    </a:ext>
                  </a:extLst>
                </p:cNvPr>
                <p:cNvCxnSpPr>
                  <a:stCxn id="403" idx="6"/>
                </p:cNvCxnSpPr>
                <p:nvPr/>
              </p:nvCxnSpPr>
              <p:spPr>
                <a:xfrm flipV="1">
                  <a:off x="1361429" y="5050706"/>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47BC5862-2ED4-218A-CD58-B6482B0082C9}"/>
                    </a:ext>
                  </a:extLst>
                </p:cNvPr>
                <p:cNvCxnSpPr/>
                <p:nvPr/>
              </p:nvCxnSpPr>
              <p:spPr>
                <a:xfrm flipV="1">
                  <a:off x="1367514" y="5261905"/>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7E49EAD3-F5A2-0B97-CF5E-518EBEF0DF17}"/>
                    </a:ext>
                  </a:extLst>
                </p:cNvPr>
                <p:cNvCxnSpPr/>
                <p:nvPr/>
              </p:nvCxnSpPr>
              <p:spPr>
                <a:xfrm flipH="1" flipV="1">
                  <a:off x="1481944" y="4794334"/>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22496ACC-2C9F-0330-0C47-EF4F2A39AFFE}"/>
                    </a:ext>
                  </a:extLst>
                </p:cNvPr>
                <p:cNvCxnSpPr/>
                <p:nvPr/>
              </p:nvCxnSpPr>
              <p:spPr>
                <a:xfrm flipH="1" flipV="1">
                  <a:off x="1499183" y="5261905"/>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104B30A7-EC95-E1A4-313B-50868C6C51BF}"/>
                    </a:ext>
                  </a:extLst>
                </p:cNvPr>
                <p:cNvCxnSpPr/>
                <p:nvPr/>
              </p:nvCxnSpPr>
              <p:spPr>
                <a:xfrm flipV="1">
                  <a:off x="1481678" y="4784489"/>
                  <a:ext cx="274320" cy="3734"/>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8DF57698-24E5-553E-BBAF-63D26B17F0A9}"/>
                    </a:ext>
                  </a:extLst>
                </p:cNvPr>
                <p:cNvCxnSpPr/>
                <p:nvPr/>
              </p:nvCxnSpPr>
              <p:spPr>
                <a:xfrm flipV="1">
                  <a:off x="1507332" y="5513879"/>
                  <a:ext cx="27432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359" name="Group 358">
                  <a:extLst>
                    <a:ext uri="{FF2B5EF4-FFF2-40B4-BE49-F238E27FC236}">
                      <a16:creationId xmlns:a16="http://schemas.microsoft.com/office/drawing/2014/main" id="{86F9FD13-131E-17D0-5662-6E9772F4D439}"/>
                    </a:ext>
                  </a:extLst>
                </p:cNvPr>
                <p:cNvGrpSpPr/>
                <p:nvPr/>
              </p:nvGrpSpPr>
              <p:grpSpPr>
                <a:xfrm>
                  <a:off x="1565526" y="4885688"/>
                  <a:ext cx="395591" cy="540633"/>
                  <a:chOff x="1715961" y="4885759"/>
                  <a:chExt cx="395591" cy="540633"/>
                </a:xfrm>
              </p:grpSpPr>
              <p:grpSp>
                <p:nvGrpSpPr>
                  <p:cNvPr id="362" name="Group 361">
                    <a:extLst>
                      <a:ext uri="{FF2B5EF4-FFF2-40B4-BE49-F238E27FC236}">
                        <a16:creationId xmlns:a16="http://schemas.microsoft.com/office/drawing/2014/main" id="{4F9EA11B-E157-CAC8-F7F4-CBCCD7846702}"/>
                      </a:ext>
                    </a:extLst>
                  </p:cNvPr>
                  <p:cNvGrpSpPr/>
                  <p:nvPr/>
                </p:nvGrpSpPr>
                <p:grpSpPr>
                  <a:xfrm>
                    <a:off x="1715961" y="4885759"/>
                    <a:ext cx="317479" cy="205665"/>
                    <a:chOff x="1548734" y="4857791"/>
                    <a:chExt cx="240352" cy="148406"/>
                  </a:xfrm>
                </p:grpSpPr>
                <p:cxnSp>
                  <p:nvCxnSpPr>
                    <p:cNvPr id="392" name="Straight Connector 391">
                      <a:extLst>
                        <a:ext uri="{FF2B5EF4-FFF2-40B4-BE49-F238E27FC236}">
                          <a16:creationId xmlns:a16="http://schemas.microsoft.com/office/drawing/2014/main" id="{9B00C585-1330-ABAB-4B76-547C280500AF}"/>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C3F4B481-B50A-20CA-8815-C69AC68DD571}"/>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0A590A69-B32D-997C-DDE4-959284F70F87}"/>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DA06DED3-62D2-9A61-5344-11796501D914}"/>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AFB06BF7-22A0-D21D-3F67-07A81435E003}"/>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5CCCD379-7C49-9154-C024-E4EC8944A248}"/>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3D4E1F69-3C58-044A-853F-2BBDC80979E3}"/>
                        </a:ext>
                      </a:extLst>
                    </p:cNvPr>
                    <p:cNvCxnSpPr/>
                    <p:nvPr/>
                  </p:nvCxnSpPr>
                  <p:spPr>
                    <a:xfrm flipH="1">
                      <a:off x="1687511" y="4976170"/>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3E640684-CC7A-A091-63CD-CE2C34F077A2}"/>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EEEFA731-264F-AE72-7D22-5CDECD0904DD}"/>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E41C8C4D-3C60-4FBE-8A50-E74A7A7F2D39}"/>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91A1D85-0827-B1E9-F75F-5DA47B490E98}"/>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363" name="Group 362">
                    <a:extLst>
                      <a:ext uri="{FF2B5EF4-FFF2-40B4-BE49-F238E27FC236}">
                        <a16:creationId xmlns:a16="http://schemas.microsoft.com/office/drawing/2014/main" id="{FC476D28-6E58-06F1-77DA-9080793680BA}"/>
                      </a:ext>
                    </a:extLst>
                  </p:cNvPr>
                  <p:cNvGrpSpPr/>
                  <p:nvPr/>
                </p:nvGrpSpPr>
                <p:grpSpPr>
                  <a:xfrm rot="10800000" flipH="1">
                    <a:off x="1715961" y="5219603"/>
                    <a:ext cx="317479" cy="206789"/>
                    <a:chOff x="1548734" y="4857791"/>
                    <a:chExt cx="240352" cy="149217"/>
                  </a:xfrm>
                </p:grpSpPr>
                <p:cxnSp>
                  <p:nvCxnSpPr>
                    <p:cNvPr id="381" name="Straight Connector 380">
                      <a:extLst>
                        <a:ext uri="{FF2B5EF4-FFF2-40B4-BE49-F238E27FC236}">
                          <a16:creationId xmlns:a16="http://schemas.microsoft.com/office/drawing/2014/main" id="{FBDDC9B7-0F89-74C6-91BA-6D7CA7FA639B}"/>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1A141CAD-03B6-A9A3-CA48-21C4D3096402}"/>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DECCD18C-90A0-8D43-5578-FAC9B1C50121}"/>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5E38AA35-AE7F-0A14-ABD0-253F7B64721B}"/>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6885A703-82CB-4216-0A28-4748D6ACCAD9}"/>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6B0D41CC-CAD5-EDE4-FD46-7F6C07594EA1}"/>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C18E2CE6-C7AB-1658-2AA9-80F2FEC52239}"/>
                        </a:ext>
                      </a:extLst>
                    </p:cNvPr>
                    <p:cNvCxnSpPr/>
                    <p:nvPr/>
                  </p:nvCxnSpPr>
                  <p:spPr>
                    <a:xfrm flipH="1">
                      <a:off x="1689314" y="4977888"/>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0E84E36D-278C-3045-9D0E-59A84CEB89BE}"/>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72260A4A-307F-111B-2C8F-C541944DCAAE}"/>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381E1FCE-1D3F-53D9-EEBF-349684AFEFB3}"/>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4B064001-9911-1D60-32CA-C059546D3D6A}"/>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364" name="Straight Connector 363">
                    <a:extLst>
                      <a:ext uri="{FF2B5EF4-FFF2-40B4-BE49-F238E27FC236}">
                        <a16:creationId xmlns:a16="http://schemas.microsoft.com/office/drawing/2014/main" id="{88BAB554-732D-986A-ADAF-09FDCBFCEBFC}"/>
                      </a:ext>
                    </a:extLst>
                  </p:cNvPr>
                  <p:cNvCxnSpPr/>
                  <p:nvPr/>
                </p:nvCxnSpPr>
                <p:spPr>
                  <a:xfrm flipV="1">
                    <a:off x="1806548" y="5094486"/>
                    <a:ext cx="0" cy="1267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365" name="Group 364">
                    <a:extLst>
                      <a:ext uri="{FF2B5EF4-FFF2-40B4-BE49-F238E27FC236}">
                        <a16:creationId xmlns:a16="http://schemas.microsoft.com/office/drawing/2014/main" id="{5A587F8B-14D2-EBB7-6BCD-7447137DDA26}"/>
                      </a:ext>
                    </a:extLst>
                  </p:cNvPr>
                  <p:cNvGrpSpPr/>
                  <p:nvPr/>
                </p:nvGrpSpPr>
                <p:grpSpPr>
                  <a:xfrm rot="5400000">
                    <a:off x="1879744" y="5102207"/>
                    <a:ext cx="335430" cy="128187"/>
                    <a:chOff x="7040920" y="3499872"/>
                    <a:chExt cx="973348" cy="287902"/>
                  </a:xfrm>
                </p:grpSpPr>
                <p:sp>
                  <p:nvSpPr>
                    <p:cNvPr id="368" name="Arc 367">
                      <a:extLst>
                        <a:ext uri="{FF2B5EF4-FFF2-40B4-BE49-F238E27FC236}">
                          <a16:creationId xmlns:a16="http://schemas.microsoft.com/office/drawing/2014/main" id="{04EB19BB-FE55-1E07-D451-B11626FBC500}"/>
                        </a:ext>
                      </a:extLst>
                    </p:cNvPr>
                    <p:cNvSpPr/>
                    <p:nvPr/>
                  </p:nvSpPr>
                  <p:spPr>
                    <a:xfrm rot="15637240">
                      <a:off x="7047483" y="3504820"/>
                      <a:ext cx="276391" cy="289518"/>
                    </a:xfrm>
                    <a:prstGeom prst="arc">
                      <a:avLst>
                        <a:gd name="adj1" fmla="val 1634988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369" name="Group 368">
                      <a:extLst>
                        <a:ext uri="{FF2B5EF4-FFF2-40B4-BE49-F238E27FC236}">
                          <a16:creationId xmlns:a16="http://schemas.microsoft.com/office/drawing/2014/main" id="{1F09761C-B47C-A207-7BE4-48B8BB968F8F}"/>
                        </a:ext>
                      </a:extLst>
                    </p:cNvPr>
                    <p:cNvGrpSpPr/>
                    <p:nvPr/>
                  </p:nvGrpSpPr>
                  <p:grpSpPr>
                    <a:xfrm>
                      <a:off x="7208043" y="3499872"/>
                      <a:ext cx="806225" cy="286012"/>
                      <a:chOff x="7208043" y="3499872"/>
                      <a:chExt cx="806225" cy="286012"/>
                    </a:xfrm>
                  </p:grpSpPr>
                  <p:sp>
                    <p:nvSpPr>
                      <p:cNvPr id="370" name="Arc 369">
                        <a:extLst>
                          <a:ext uri="{FF2B5EF4-FFF2-40B4-BE49-F238E27FC236}">
                            <a16:creationId xmlns:a16="http://schemas.microsoft.com/office/drawing/2014/main" id="{A7179821-5BB6-BB17-965C-7EF719BE8BB5}"/>
                          </a:ext>
                        </a:extLst>
                      </p:cNvPr>
                      <p:cNvSpPr/>
                      <p:nvPr/>
                    </p:nvSpPr>
                    <p:spPr>
                      <a:xfrm rot="5400000">
                        <a:off x="7155632" y="3595228"/>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1" name="Arc 370">
                        <a:extLst>
                          <a:ext uri="{FF2B5EF4-FFF2-40B4-BE49-F238E27FC236}">
                            <a16:creationId xmlns:a16="http://schemas.microsoft.com/office/drawing/2014/main" id="{4EF7A4C9-B14A-E0F7-8411-C6BBC382031F}"/>
                          </a:ext>
                        </a:extLst>
                      </p:cNvPr>
                      <p:cNvSpPr/>
                      <p:nvPr/>
                    </p:nvSpPr>
                    <p:spPr>
                      <a:xfrm rot="16417337">
                        <a:off x="7206807" y="3511508"/>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2" name="Arc 371">
                        <a:extLst>
                          <a:ext uri="{FF2B5EF4-FFF2-40B4-BE49-F238E27FC236}">
                            <a16:creationId xmlns:a16="http://schemas.microsoft.com/office/drawing/2014/main" id="{7612770F-821D-5D0D-F19E-FFADEF758CAE}"/>
                          </a:ext>
                        </a:extLst>
                      </p:cNvPr>
                      <p:cNvSpPr/>
                      <p:nvPr/>
                    </p:nvSpPr>
                    <p:spPr>
                      <a:xfrm rot="5400000">
                        <a:off x="7332045" y="3593335"/>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3" name="Arc 372">
                        <a:extLst>
                          <a:ext uri="{FF2B5EF4-FFF2-40B4-BE49-F238E27FC236}">
                            <a16:creationId xmlns:a16="http://schemas.microsoft.com/office/drawing/2014/main" id="{FD5961FF-D3F5-64FE-D6CE-66F14F22AD5E}"/>
                          </a:ext>
                        </a:extLst>
                      </p:cNvPr>
                      <p:cNvSpPr/>
                      <p:nvPr/>
                    </p:nvSpPr>
                    <p:spPr>
                      <a:xfrm rot="16417337">
                        <a:off x="7387233" y="3509617"/>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4" name="Arc 373">
                        <a:extLst>
                          <a:ext uri="{FF2B5EF4-FFF2-40B4-BE49-F238E27FC236}">
                            <a16:creationId xmlns:a16="http://schemas.microsoft.com/office/drawing/2014/main" id="{9ECD252E-2575-3AF3-4134-6A25CFE2A7DE}"/>
                          </a:ext>
                        </a:extLst>
                      </p:cNvPr>
                      <p:cNvSpPr/>
                      <p:nvPr/>
                    </p:nvSpPr>
                    <p:spPr>
                      <a:xfrm rot="15637240">
                        <a:off x="7227908" y="3502930"/>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5" name="Arc 374">
                        <a:extLst>
                          <a:ext uri="{FF2B5EF4-FFF2-40B4-BE49-F238E27FC236}">
                            <a16:creationId xmlns:a16="http://schemas.microsoft.com/office/drawing/2014/main" id="{49323E68-8F5A-FF1B-C1D6-E270ECDBD26B}"/>
                          </a:ext>
                        </a:extLst>
                      </p:cNvPr>
                      <p:cNvSpPr/>
                      <p:nvPr/>
                    </p:nvSpPr>
                    <p:spPr>
                      <a:xfrm rot="5400000">
                        <a:off x="7518531" y="3590694"/>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6" name="Arc 375">
                        <a:extLst>
                          <a:ext uri="{FF2B5EF4-FFF2-40B4-BE49-F238E27FC236}">
                            <a16:creationId xmlns:a16="http://schemas.microsoft.com/office/drawing/2014/main" id="{9CCF9B53-15A2-7676-91ED-6B2295473F36}"/>
                          </a:ext>
                        </a:extLst>
                      </p:cNvPr>
                      <p:cNvSpPr/>
                      <p:nvPr/>
                    </p:nvSpPr>
                    <p:spPr>
                      <a:xfrm rot="16417337">
                        <a:off x="7569706" y="3506974"/>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7" name="Arc 376">
                        <a:extLst>
                          <a:ext uri="{FF2B5EF4-FFF2-40B4-BE49-F238E27FC236}">
                            <a16:creationId xmlns:a16="http://schemas.microsoft.com/office/drawing/2014/main" id="{90AD9AC7-A3ED-F435-4A83-84507D5556F3}"/>
                          </a:ext>
                        </a:extLst>
                      </p:cNvPr>
                      <p:cNvSpPr/>
                      <p:nvPr/>
                    </p:nvSpPr>
                    <p:spPr>
                      <a:xfrm rot="15637240">
                        <a:off x="7410381" y="3500287"/>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8" name="Arc 377">
                        <a:extLst>
                          <a:ext uri="{FF2B5EF4-FFF2-40B4-BE49-F238E27FC236}">
                            <a16:creationId xmlns:a16="http://schemas.microsoft.com/office/drawing/2014/main" id="{DE84542E-F396-A140-1BE0-33983C633FC1}"/>
                          </a:ext>
                        </a:extLst>
                      </p:cNvPr>
                      <p:cNvSpPr/>
                      <p:nvPr/>
                    </p:nvSpPr>
                    <p:spPr>
                      <a:xfrm rot="5400000">
                        <a:off x="7689114" y="3588050"/>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79" name="Arc 378">
                        <a:extLst>
                          <a:ext uri="{FF2B5EF4-FFF2-40B4-BE49-F238E27FC236}">
                            <a16:creationId xmlns:a16="http://schemas.microsoft.com/office/drawing/2014/main" id="{D9436CF8-C6A2-AC14-DDAA-574E82F68C3C}"/>
                          </a:ext>
                        </a:extLst>
                      </p:cNvPr>
                      <p:cNvSpPr/>
                      <p:nvPr/>
                    </p:nvSpPr>
                    <p:spPr>
                      <a:xfrm rot="16417337">
                        <a:off x="7740289" y="3504330"/>
                        <a:ext cx="276391" cy="271566"/>
                      </a:xfrm>
                      <a:prstGeom prst="arc">
                        <a:avLst>
                          <a:gd name="adj1" fmla="val 15748288"/>
                          <a:gd name="adj2" fmla="val 5946044"/>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80" name="Arc 379">
                        <a:extLst>
                          <a:ext uri="{FF2B5EF4-FFF2-40B4-BE49-F238E27FC236}">
                            <a16:creationId xmlns:a16="http://schemas.microsoft.com/office/drawing/2014/main" id="{E0F68DA2-FDBC-E2E6-2340-1A13C2E29DBB}"/>
                          </a:ext>
                        </a:extLst>
                      </p:cNvPr>
                      <p:cNvSpPr/>
                      <p:nvPr/>
                    </p:nvSpPr>
                    <p:spPr>
                      <a:xfrm rot="15637240">
                        <a:off x="7584020" y="3493310"/>
                        <a:ext cx="276391" cy="289516"/>
                      </a:xfrm>
                      <a:prstGeom prst="arc">
                        <a:avLst>
                          <a:gd name="adj1" fmla="val 88486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366" name="Straight Connector 365">
                    <a:extLst>
                      <a:ext uri="{FF2B5EF4-FFF2-40B4-BE49-F238E27FC236}">
                        <a16:creationId xmlns:a16="http://schemas.microsoft.com/office/drawing/2014/main" id="{242F606C-848B-EC97-BCB8-4F6269C21001}"/>
                      </a:ext>
                    </a:extLst>
                  </p:cNvPr>
                  <p:cNvCxnSpPr>
                    <a:stCxn id="368" idx="0"/>
                  </p:cNvCxnSpPr>
                  <p:nvPr/>
                </p:nvCxnSpPr>
                <p:spPr>
                  <a:xfrm flipV="1">
                    <a:off x="2038917" y="4890411"/>
                    <a:ext cx="0" cy="108517"/>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7DE6628E-5EA6-AFAF-BCC7-6D6CD69FB5F1}"/>
                      </a:ext>
                    </a:extLst>
                  </p:cNvPr>
                  <p:cNvCxnSpPr/>
                  <p:nvPr/>
                </p:nvCxnSpPr>
                <p:spPr>
                  <a:xfrm flipH="1" flipV="1">
                    <a:off x="2034520" y="5331511"/>
                    <a:ext cx="0" cy="9447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360" name="Straight Connector 359">
                  <a:extLst>
                    <a:ext uri="{FF2B5EF4-FFF2-40B4-BE49-F238E27FC236}">
                      <a16:creationId xmlns:a16="http://schemas.microsoft.com/office/drawing/2014/main" id="{E944CB56-4B68-8D49-EDE3-4EBC57844B88}"/>
                    </a:ext>
                  </a:extLst>
                </p:cNvPr>
                <p:cNvCxnSpPr/>
                <p:nvPr/>
              </p:nvCxnSpPr>
              <p:spPr>
                <a:xfrm flipH="1" flipV="1">
                  <a:off x="1755998" y="4787233"/>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1FEBD5A2-A25E-4BB3-145B-077453D4B857}"/>
                    </a:ext>
                  </a:extLst>
                </p:cNvPr>
                <p:cNvCxnSpPr/>
                <p:nvPr/>
              </p:nvCxnSpPr>
              <p:spPr>
                <a:xfrm flipH="1" flipV="1">
                  <a:off x="1781652" y="5423530"/>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329" name="Rounded Rectangle 294">
              <a:extLst>
                <a:ext uri="{FF2B5EF4-FFF2-40B4-BE49-F238E27FC236}">
                  <a16:creationId xmlns:a16="http://schemas.microsoft.com/office/drawing/2014/main" id="{F1FA2D94-1D0D-8B9A-D06D-4B95C86CBD08}"/>
                </a:ext>
              </a:extLst>
            </p:cNvPr>
            <p:cNvSpPr/>
            <p:nvPr/>
          </p:nvSpPr>
          <p:spPr>
            <a:xfrm>
              <a:off x="1568114" y="4172014"/>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30" name="Rectangle 329">
              <a:extLst>
                <a:ext uri="{FF2B5EF4-FFF2-40B4-BE49-F238E27FC236}">
                  <a16:creationId xmlns:a16="http://schemas.microsoft.com/office/drawing/2014/main" id="{1FA9C6C7-B614-AFF6-2619-A62294EF339C}"/>
                </a:ext>
              </a:extLst>
            </p:cNvPr>
            <p:cNvSpPr/>
            <p:nvPr/>
          </p:nvSpPr>
          <p:spPr>
            <a:xfrm>
              <a:off x="1676594" y="4418931"/>
              <a:ext cx="944436"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331" name="Straight Arrow Connector 330">
              <a:extLst>
                <a:ext uri="{FF2B5EF4-FFF2-40B4-BE49-F238E27FC236}">
                  <a16:creationId xmlns:a16="http://schemas.microsoft.com/office/drawing/2014/main" id="{B07088F1-6368-8AD3-EACF-EF1C96E13ECB}"/>
                </a:ext>
              </a:extLst>
            </p:cNvPr>
            <p:cNvCxnSpPr/>
            <p:nvPr/>
          </p:nvCxnSpPr>
          <p:spPr>
            <a:xfrm flipH="1">
              <a:off x="2703953" y="4634789"/>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32" name="Straight Arrow Connector 331">
              <a:extLst>
                <a:ext uri="{FF2B5EF4-FFF2-40B4-BE49-F238E27FC236}">
                  <a16:creationId xmlns:a16="http://schemas.microsoft.com/office/drawing/2014/main" id="{F45BD9BB-5AD3-B31E-855E-B0BA33C438BD}"/>
                </a:ext>
              </a:extLst>
            </p:cNvPr>
            <p:cNvCxnSpPr/>
            <p:nvPr/>
          </p:nvCxnSpPr>
          <p:spPr>
            <a:xfrm flipV="1">
              <a:off x="2683300" y="4871676"/>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333" name="Group 332">
              <a:extLst>
                <a:ext uri="{FF2B5EF4-FFF2-40B4-BE49-F238E27FC236}">
                  <a16:creationId xmlns:a16="http://schemas.microsoft.com/office/drawing/2014/main" id="{638D07A3-CDA0-FD8C-8A00-2EFA7DCEF5CC}"/>
                </a:ext>
              </a:extLst>
            </p:cNvPr>
            <p:cNvGrpSpPr/>
            <p:nvPr/>
          </p:nvGrpSpPr>
          <p:grpSpPr>
            <a:xfrm>
              <a:off x="4655765" y="4438453"/>
              <a:ext cx="1839412" cy="1020019"/>
              <a:chOff x="3621703" y="4837186"/>
              <a:chExt cx="1839412" cy="1020019"/>
            </a:xfrm>
          </p:grpSpPr>
          <mc:AlternateContent xmlns:mc="http://schemas.openxmlformats.org/markup-compatibility/2006" xmlns:a14="http://schemas.microsoft.com/office/drawing/2010/main">
            <mc:Choice Requires="a14">
              <p:sp>
                <p:nvSpPr>
                  <p:cNvPr id="339" name="Rectangle 338">
                    <a:extLst>
                      <a:ext uri="{FF2B5EF4-FFF2-40B4-BE49-F238E27FC236}">
                        <a16:creationId xmlns:a16="http://schemas.microsoft.com/office/drawing/2014/main" id="{AEECD3F5-E06C-0051-F6FC-09447EC9634B}"/>
                      </a:ext>
                    </a:extLst>
                  </p:cNvPr>
                  <p:cNvSpPr/>
                  <p:nvPr/>
                </p:nvSpPr>
                <p:spPr>
                  <a:xfrm>
                    <a:off x="4515642" y="5549429"/>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898" name="Rectangle 897">
                    <a:extLst>
                      <a:ext uri="{FF2B5EF4-FFF2-40B4-BE49-F238E27FC236}">
                        <a16:creationId xmlns:a16="http://schemas.microsoft.com/office/drawing/2014/main" id="{AEECD3F5-E06C-0051-F6FC-09447EC9634B}"/>
                      </a:ext>
                    </a:extLst>
                  </p:cNvPr>
                  <p:cNvSpPr>
                    <a:spLocks noRot="1" noChangeAspect="1" noMove="1" noResize="1" noEditPoints="1" noAdjustHandles="1" noChangeArrowheads="1" noChangeShapeType="1" noTextEdit="1"/>
                  </p:cNvSpPr>
                  <p:nvPr/>
                </p:nvSpPr>
                <p:spPr>
                  <a:xfrm>
                    <a:off x="4515642" y="5549429"/>
                    <a:ext cx="486063" cy="307776"/>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0" name="Rectangle 339">
                    <a:extLst>
                      <a:ext uri="{FF2B5EF4-FFF2-40B4-BE49-F238E27FC236}">
                        <a16:creationId xmlns:a16="http://schemas.microsoft.com/office/drawing/2014/main" id="{23C623DC-99FE-7438-8833-C5C64ABF5FAA}"/>
                      </a:ext>
                    </a:extLst>
                  </p:cNvPr>
                  <p:cNvSpPr/>
                  <p:nvPr/>
                </p:nvSpPr>
                <p:spPr>
                  <a:xfrm>
                    <a:off x="3877583" y="5523053"/>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899" name="Rectangle 898">
                    <a:extLst>
                      <a:ext uri="{FF2B5EF4-FFF2-40B4-BE49-F238E27FC236}">
                        <a16:creationId xmlns:a16="http://schemas.microsoft.com/office/drawing/2014/main" id="{23C623DC-99FE-7438-8833-C5C64ABF5FAA}"/>
                      </a:ext>
                    </a:extLst>
                  </p:cNvPr>
                  <p:cNvSpPr>
                    <a:spLocks noRot="1" noChangeAspect="1" noMove="1" noResize="1" noEditPoints="1" noAdjustHandles="1" noChangeArrowheads="1" noChangeShapeType="1" noTextEdit="1"/>
                  </p:cNvSpPr>
                  <p:nvPr/>
                </p:nvSpPr>
                <p:spPr>
                  <a:xfrm>
                    <a:off x="3877583" y="5523053"/>
                    <a:ext cx="486063" cy="3077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1" name="Rectangle 340">
                    <a:extLst>
                      <a:ext uri="{FF2B5EF4-FFF2-40B4-BE49-F238E27FC236}">
                        <a16:creationId xmlns:a16="http://schemas.microsoft.com/office/drawing/2014/main" id="{BABC5BE6-7F0E-53CA-8324-478B53B56BE1}"/>
                      </a:ext>
                    </a:extLst>
                  </p:cNvPr>
                  <p:cNvSpPr/>
                  <p:nvPr/>
                </p:nvSpPr>
                <p:spPr>
                  <a:xfrm>
                    <a:off x="4191793" y="5534690"/>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900" name="Rectangle 899">
                    <a:extLst>
                      <a:ext uri="{FF2B5EF4-FFF2-40B4-BE49-F238E27FC236}">
                        <a16:creationId xmlns:a16="http://schemas.microsoft.com/office/drawing/2014/main" id="{BABC5BE6-7F0E-53CA-8324-478B53B56BE1}"/>
                      </a:ext>
                    </a:extLst>
                  </p:cNvPr>
                  <p:cNvSpPr>
                    <a:spLocks noRot="1" noChangeAspect="1" noMove="1" noResize="1" noEditPoints="1" noAdjustHandles="1" noChangeArrowheads="1" noChangeShapeType="1" noTextEdit="1"/>
                  </p:cNvSpPr>
                  <p:nvPr/>
                </p:nvSpPr>
                <p:spPr>
                  <a:xfrm>
                    <a:off x="4191793" y="5534690"/>
                    <a:ext cx="486063" cy="30777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2" name="Rectangle 341">
                    <a:extLst>
                      <a:ext uri="{FF2B5EF4-FFF2-40B4-BE49-F238E27FC236}">
                        <a16:creationId xmlns:a16="http://schemas.microsoft.com/office/drawing/2014/main" id="{94AF1FC3-A9EF-47E1-3D5B-D08B22620F4A}"/>
                      </a:ext>
                    </a:extLst>
                  </p:cNvPr>
                  <p:cNvSpPr/>
                  <p:nvPr/>
                </p:nvSpPr>
                <p:spPr>
                  <a:xfrm>
                    <a:off x="4958787" y="5532440"/>
                    <a:ext cx="502328"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901" name="Rectangle 900">
                    <a:extLst>
                      <a:ext uri="{FF2B5EF4-FFF2-40B4-BE49-F238E27FC236}">
                        <a16:creationId xmlns:a16="http://schemas.microsoft.com/office/drawing/2014/main" id="{94AF1FC3-A9EF-47E1-3D5B-D08B22620F4A}"/>
                      </a:ext>
                    </a:extLst>
                  </p:cNvPr>
                  <p:cNvSpPr>
                    <a:spLocks noRot="1" noChangeAspect="1" noMove="1" noResize="1" noEditPoints="1" noAdjustHandles="1" noChangeArrowheads="1" noChangeShapeType="1" noTextEdit="1"/>
                  </p:cNvSpPr>
                  <p:nvPr/>
                </p:nvSpPr>
                <p:spPr>
                  <a:xfrm>
                    <a:off x="4958787" y="5532440"/>
                    <a:ext cx="502328" cy="307776"/>
                  </a:xfrm>
                  <a:prstGeom prst="rect">
                    <a:avLst/>
                  </a:prstGeom>
                  <a:blipFill>
                    <a:blip r:embed="rId8"/>
                    <a:stretch>
                      <a:fillRect/>
                    </a:stretch>
                  </a:blipFill>
                </p:spPr>
                <p:txBody>
                  <a:bodyPr/>
                  <a:lstStyle/>
                  <a:p>
                    <a:r>
                      <a:rPr lang="en-US">
                        <a:noFill/>
                      </a:rPr>
                      <a:t> </a:t>
                    </a:r>
                  </a:p>
                </p:txBody>
              </p:sp>
            </mc:Fallback>
          </mc:AlternateContent>
          <p:sp>
            <p:nvSpPr>
              <p:cNvPr id="343" name="Rectangle 342">
                <a:extLst>
                  <a:ext uri="{FF2B5EF4-FFF2-40B4-BE49-F238E27FC236}">
                    <a16:creationId xmlns:a16="http://schemas.microsoft.com/office/drawing/2014/main" id="{5F3A21B8-FD7A-23AB-8B35-5C227D43E010}"/>
                  </a:ext>
                </a:extLst>
              </p:cNvPr>
              <p:cNvSpPr/>
              <p:nvPr/>
            </p:nvSpPr>
            <p:spPr>
              <a:xfrm>
                <a:off x="3621703" y="4837186"/>
                <a:ext cx="1676826" cy="592958"/>
              </a:xfrm>
              <a:prstGeom prst="rect">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344" name="Straight Arrow Connector 343">
                <a:extLst>
                  <a:ext uri="{FF2B5EF4-FFF2-40B4-BE49-F238E27FC236}">
                    <a16:creationId xmlns:a16="http://schemas.microsoft.com/office/drawing/2014/main" id="{ADF87BDA-0DE5-B7AA-00D4-B38053FE2CE1}"/>
                  </a:ext>
                </a:extLst>
              </p:cNvPr>
              <p:cNvCxnSpPr/>
              <p:nvPr/>
            </p:nvCxnSpPr>
            <p:spPr>
              <a:xfrm flipH="1" flipV="1">
                <a:off x="4052294"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5" name="Straight Arrow Connector 344">
                <a:extLst>
                  <a:ext uri="{FF2B5EF4-FFF2-40B4-BE49-F238E27FC236}">
                    <a16:creationId xmlns:a16="http://schemas.microsoft.com/office/drawing/2014/main" id="{2D45C35A-1373-85A4-7804-66A21F5CF5BA}"/>
                  </a:ext>
                </a:extLst>
              </p:cNvPr>
              <p:cNvCxnSpPr/>
              <p:nvPr/>
            </p:nvCxnSpPr>
            <p:spPr>
              <a:xfrm flipH="1" flipV="1">
                <a:off x="4356805"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6" name="Straight Arrow Connector 345">
                <a:extLst>
                  <a:ext uri="{FF2B5EF4-FFF2-40B4-BE49-F238E27FC236}">
                    <a16:creationId xmlns:a16="http://schemas.microsoft.com/office/drawing/2014/main" id="{6CB110DE-6153-4D3D-1A20-9E9C518B1294}"/>
                  </a:ext>
                </a:extLst>
              </p:cNvPr>
              <p:cNvCxnSpPr/>
              <p:nvPr/>
            </p:nvCxnSpPr>
            <p:spPr>
              <a:xfrm flipH="1" flipV="1">
                <a:off x="467472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7" name="Straight Arrow Connector 346">
                <a:extLst>
                  <a:ext uri="{FF2B5EF4-FFF2-40B4-BE49-F238E27FC236}">
                    <a16:creationId xmlns:a16="http://schemas.microsoft.com/office/drawing/2014/main" id="{4EA6E530-D1F2-40F4-8E9B-3E92DF3AC671}"/>
                  </a:ext>
                </a:extLst>
              </p:cNvPr>
              <p:cNvCxnSpPr/>
              <p:nvPr/>
            </p:nvCxnSpPr>
            <p:spPr>
              <a:xfrm flipH="1" flipV="1">
                <a:off x="512728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48" name="Straight Arrow Connector 347">
                <a:extLst>
                  <a:ext uri="{FF2B5EF4-FFF2-40B4-BE49-F238E27FC236}">
                    <a16:creationId xmlns:a16="http://schemas.microsoft.com/office/drawing/2014/main" id="{7BDB2020-3234-D775-7A60-2D9F91A6FCF1}"/>
                  </a:ext>
                </a:extLst>
              </p:cNvPr>
              <p:cNvCxnSpPr/>
              <p:nvPr/>
            </p:nvCxnSpPr>
            <p:spPr>
              <a:xfrm flipH="1">
                <a:off x="4716875" y="5537114"/>
                <a:ext cx="365760" cy="0"/>
              </a:xfrm>
              <a:prstGeom prst="straightConnector1">
                <a:avLst/>
              </a:prstGeom>
              <a:ln w="1905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p:sp>
            <p:nvSpPr>
              <p:cNvPr id="349" name="Rectangle 348">
                <a:extLst>
                  <a:ext uri="{FF2B5EF4-FFF2-40B4-BE49-F238E27FC236}">
                    <a16:creationId xmlns:a16="http://schemas.microsoft.com/office/drawing/2014/main" id="{9DDA4DA9-34B7-DA2A-EA4C-E93D5C540625}"/>
                  </a:ext>
                </a:extLst>
              </p:cNvPr>
              <p:cNvSpPr/>
              <p:nvPr/>
            </p:nvSpPr>
            <p:spPr>
              <a:xfrm>
                <a:off x="3804841" y="4924355"/>
                <a:ext cx="1159860" cy="677108"/>
              </a:xfrm>
              <a:prstGeom prst="rect">
                <a:avLst/>
              </a:prstGeom>
            </p:spPr>
            <p:txBody>
              <a:bodyPr wrap="none">
                <a:spAutoFit/>
              </a:bodyPr>
              <a:lstStyle/>
              <a:p>
                <a:pPr algn="ctr"/>
                <a:r>
                  <a:rPr lang="en-US" sz="900" b="1">
                    <a:latin typeface="Arial" panose="020B0604020202020204" pitchFamily="34" charset="0"/>
                    <a:cs typeface="Arial" panose="020B0604020202020204" pitchFamily="34" charset="0"/>
                  </a:rPr>
                  <a:t>Frequency </a:t>
                </a:r>
              </a:p>
              <a:p>
                <a:pPr algn="ctr"/>
                <a:r>
                  <a:rPr lang="en-US" sz="900" b="1">
                    <a:latin typeface="Arial" panose="020B0604020202020204" pitchFamily="34" charset="0"/>
                    <a:cs typeface="Arial" panose="020B0604020202020204" pitchFamily="34" charset="0"/>
                  </a:rPr>
                  <a:t>Divider</a:t>
                </a:r>
              </a:p>
              <a:p>
                <a:endParaRPr lang="en-US" sz="900" b="1">
                  <a:latin typeface="Arial" panose="020B0604020202020204" pitchFamily="34" charset="0"/>
                  <a:cs typeface="Arial" panose="020B0604020202020204" pitchFamily="34" charset="0"/>
                </a:endParaRPr>
              </a:p>
            </p:txBody>
          </p:sp>
        </p:grpSp>
        <p:cxnSp>
          <p:nvCxnSpPr>
            <p:cNvPr id="334" name="Straight Arrow Connector 333">
              <a:extLst>
                <a:ext uri="{FF2B5EF4-FFF2-40B4-BE49-F238E27FC236}">
                  <a16:creationId xmlns:a16="http://schemas.microsoft.com/office/drawing/2014/main" id="{D1FF5BED-F5DC-6F75-0269-BAD4FF1F8C1D}"/>
                </a:ext>
              </a:extLst>
            </p:cNvPr>
            <p:cNvCxnSpPr/>
            <p:nvPr/>
          </p:nvCxnSpPr>
          <p:spPr>
            <a:xfrm flipH="1">
              <a:off x="4366835" y="4632931"/>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35" name="Straight Arrow Connector 334">
              <a:extLst>
                <a:ext uri="{FF2B5EF4-FFF2-40B4-BE49-F238E27FC236}">
                  <a16:creationId xmlns:a16="http://schemas.microsoft.com/office/drawing/2014/main" id="{80AC26DC-826C-0319-01E6-9C7BF4DA63CE}"/>
                </a:ext>
              </a:extLst>
            </p:cNvPr>
            <p:cNvCxnSpPr/>
            <p:nvPr/>
          </p:nvCxnSpPr>
          <p:spPr>
            <a:xfrm flipV="1">
              <a:off x="4362366" y="4829358"/>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336" name="Rectangle 335">
              <a:extLst>
                <a:ext uri="{FF2B5EF4-FFF2-40B4-BE49-F238E27FC236}">
                  <a16:creationId xmlns:a16="http://schemas.microsoft.com/office/drawing/2014/main" id="{AE76C176-AFFA-1FBE-C95F-349D84AF2BC3}"/>
                </a:ext>
              </a:extLst>
            </p:cNvPr>
            <p:cNvSpPr/>
            <p:nvPr/>
          </p:nvSpPr>
          <p:spPr>
            <a:xfrm>
              <a:off x="3378030" y="5359757"/>
              <a:ext cx="953074" cy="307776"/>
            </a:xfrm>
            <a:prstGeom prst="rect">
              <a:avLst/>
            </a:prstGeom>
          </p:spPr>
          <p:txBody>
            <a:bodyPr wrap="none">
              <a:spAutoFit/>
            </a:bodyPr>
            <a:lstStyle/>
            <a:p>
              <a:r>
                <a:rPr lang="en-US" sz="900" b="1"/>
                <a:t>LC-VCO</a:t>
              </a:r>
            </a:p>
          </p:txBody>
        </p:sp>
        <p:sp>
          <p:nvSpPr>
            <p:cNvPr id="337" name="Right Brace 278">
              <a:extLst>
                <a:ext uri="{FF2B5EF4-FFF2-40B4-BE49-F238E27FC236}">
                  <a16:creationId xmlns:a16="http://schemas.microsoft.com/office/drawing/2014/main" id="{85708C8A-C764-3BD0-763B-640CB05164FC}"/>
                </a:ext>
              </a:extLst>
            </p:cNvPr>
            <p:cNvSpPr/>
            <p:nvPr/>
          </p:nvSpPr>
          <p:spPr>
            <a:xfrm rot="5400000">
              <a:off x="5433792" y="4981957"/>
              <a:ext cx="353468" cy="1101635"/>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338" name="Rectangle 337">
              <a:extLst>
                <a:ext uri="{FF2B5EF4-FFF2-40B4-BE49-F238E27FC236}">
                  <a16:creationId xmlns:a16="http://schemas.microsoft.com/office/drawing/2014/main" id="{00092358-2170-E827-2522-FF30EAFB4523}"/>
                </a:ext>
              </a:extLst>
            </p:cNvPr>
            <p:cNvSpPr/>
            <p:nvPr/>
          </p:nvSpPr>
          <p:spPr>
            <a:xfrm>
              <a:off x="5016176" y="5561730"/>
              <a:ext cx="1273709" cy="492443"/>
            </a:xfrm>
            <a:prstGeom prst="rect">
              <a:avLst/>
            </a:prstGeom>
          </p:spPr>
          <p:txBody>
            <a:bodyPr wrap="none">
              <a:spAutoFit/>
            </a:bodyPr>
            <a:lstStyle/>
            <a:p>
              <a:pPr algn="ctr"/>
              <a:r>
                <a:rPr lang="en-US" sz="900" b="1">
                  <a:solidFill>
                    <a:srgbClr val="000099"/>
                  </a:solidFill>
                </a:rPr>
                <a:t>Multi  Phase </a:t>
              </a:r>
            </a:p>
            <a:p>
              <a:pPr algn="ctr"/>
              <a:r>
                <a:rPr lang="en-US" sz="900" b="1">
                  <a:solidFill>
                    <a:srgbClr val="000099"/>
                  </a:solidFill>
                </a:rPr>
                <a:t>LO/Clock</a:t>
              </a:r>
            </a:p>
          </p:txBody>
        </p:sp>
      </p:grpSp>
      <p:sp>
        <p:nvSpPr>
          <p:cNvPr id="405" name="Rectangle 404">
            <a:extLst>
              <a:ext uri="{FF2B5EF4-FFF2-40B4-BE49-F238E27FC236}">
                <a16:creationId xmlns:a16="http://schemas.microsoft.com/office/drawing/2014/main" id="{B54F2A83-8D0D-B388-FE09-648A43C1B12E}"/>
              </a:ext>
            </a:extLst>
          </p:cNvPr>
          <p:cNvSpPr/>
          <p:nvPr/>
        </p:nvSpPr>
        <p:spPr>
          <a:xfrm>
            <a:off x="102943" y="5816548"/>
            <a:ext cx="3837600" cy="461665"/>
          </a:xfrm>
          <a:prstGeom prst="rect">
            <a:avLst/>
          </a:prstGeom>
        </p:spPr>
        <p:txBody>
          <a:bodyPr wrap="square">
            <a:spAutoFit/>
          </a:bodyPr>
          <a:lstStyle/>
          <a:p>
            <a:pPr algn="ctr"/>
            <a:r>
              <a:rPr lang="en-US" sz="1200" b="1" dirty="0">
                <a:solidFill>
                  <a:srgbClr val="002060"/>
                </a:solidFill>
              </a:rPr>
              <a:t>(c) </a:t>
            </a:r>
            <a:r>
              <a:rPr lang="en-US" sz="1200" u="sng" dirty="0">
                <a:solidFill>
                  <a:srgbClr val="002060"/>
                </a:solidFill>
              </a:rPr>
              <a:t>Multiphase LO/clock generation methods using </a:t>
            </a:r>
          </a:p>
          <a:p>
            <a:pPr algn="ctr"/>
            <a:r>
              <a:rPr lang="en-IN" sz="1200" u="sng" dirty="0">
                <a:solidFill>
                  <a:srgbClr val="002060"/>
                </a:solidFill>
              </a:rPr>
              <a:t>LC VCOs and frequency divider</a:t>
            </a:r>
          </a:p>
        </p:txBody>
      </p:sp>
      <p:pic>
        <p:nvPicPr>
          <p:cNvPr id="411" name="Picture 410">
            <a:extLst>
              <a:ext uri="{FF2B5EF4-FFF2-40B4-BE49-F238E27FC236}">
                <a16:creationId xmlns:a16="http://schemas.microsoft.com/office/drawing/2014/main" id="{B1AF9AE6-8BCC-3900-9137-9BBA4AE3ABE7}"/>
              </a:ext>
            </a:extLst>
          </p:cNvPr>
          <p:cNvPicPr>
            <a:picLocks noChangeAspect="1"/>
          </p:cNvPicPr>
          <p:nvPr/>
        </p:nvPicPr>
        <p:blipFill>
          <a:blip r:embed="rId9"/>
          <a:stretch>
            <a:fillRect/>
          </a:stretch>
        </p:blipFill>
        <p:spPr>
          <a:xfrm>
            <a:off x="4103667" y="4405442"/>
            <a:ext cx="4115773" cy="1343666"/>
          </a:xfrm>
          <a:prstGeom prst="rect">
            <a:avLst/>
          </a:prstGeom>
        </p:spPr>
      </p:pic>
      <p:sp>
        <p:nvSpPr>
          <p:cNvPr id="414" name="Rectangle: Rounded Corners 2">
            <a:extLst>
              <a:ext uri="{FF2B5EF4-FFF2-40B4-BE49-F238E27FC236}">
                <a16:creationId xmlns:a16="http://schemas.microsoft.com/office/drawing/2014/main" id="{0711F6B5-B67C-F6E4-6729-028F06D3FA6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415" name="Rectangle 414">
            <a:extLst>
              <a:ext uri="{FF2B5EF4-FFF2-40B4-BE49-F238E27FC236}">
                <a16:creationId xmlns:a16="http://schemas.microsoft.com/office/drawing/2014/main" id="{C816F99C-D9F5-A5BA-7612-53E352706520}"/>
              </a:ext>
            </a:extLst>
          </p:cNvPr>
          <p:cNvSpPr>
            <a:spLocks noChangeArrowheads="1"/>
          </p:cNvSpPr>
          <p:nvPr/>
        </p:nvSpPr>
        <p:spPr bwMode="auto">
          <a:xfrm>
            <a:off x="-339690" y="126422"/>
            <a:ext cx="12256294" cy="407804"/>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spAutoFit/>
          </a:bodyPr>
          <a:lstStyle/>
          <a:p>
            <a:pPr algn="ctr" fontAlgn="base">
              <a:spcBef>
                <a:spcPct val="0"/>
              </a:spcBef>
              <a:spcAft>
                <a:spcPct val="0"/>
              </a:spcAft>
            </a:pPr>
            <a:r>
              <a:rPr lang="en-GB" sz="2200" b="1" dirty="0">
                <a:solidFill>
                  <a:srgbClr val="002060"/>
                </a:solidFill>
              </a:rPr>
              <a:t>Techniques for clock generation and its requirements for High-Performance circuits</a:t>
            </a:r>
            <a:endParaRPr lang="en-US" sz="2200" b="1" dirty="0">
              <a:solidFill>
                <a:srgbClr val="002060"/>
              </a:solidFill>
              <a:cs typeface="Arial" panose="020B0604020202020204" pitchFamily="34" charset="0"/>
            </a:endParaRPr>
          </a:p>
        </p:txBody>
      </p:sp>
      <p:sp>
        <p:nvSpPr>
          <p:cNvPr id="2" name="Rectangle 1"/>
          <p:cNvSpPr/>
          <p:nvPr/>
        </p:nvSpPr>
        <p:spPr>
          <a:xfrm>
            <a:off x="8324850" y="1211220"/>
            <a:ext cx="3829050" cy="4524315"/>
          </a:xfrm>
          <a:prstGeom prst="rect">
            <a:avLst/>
          </a:prstGeom>
        </p:spPr>
        <p:txBody>
          <a:bodyPr wrap="square">
            <a:spAutoFit/>
          </a:bodyPr>
          <a:lstStyle/>
          <a:p>
            <a:pPr marL="285750" indent="-285750" algn="just">
              <a:buFont typeface="Wingdings" panose="05000000000000000000" pitchFamily="2" charset="2"/>
              <a:buChar char="q"/>
            </a:pPr>
            <a:r>
              <a:rPr lang="en-US" dirty="0" smtClean="0">
                <a:latin typeface="fkGroteskNeue"/>
              </a:rPr>
              <a:t>State-of-the-art </a:t>
            </a:r>
            <a:r>
              <a:rPr lang="en-US" dirty="0">
                <a:latin typeface="fkGroteskNeue"/>
              </a:rPr>
              <a:t>strategies for synthesizing </a:t>
            </a:r>
            <a:r>
              <a:rPr lang="en-US" b="1" dirty="0">
                <a:solidFill>
                  <a:srgbClr val="00B050"/>
                </a:solidFill>
                <a:latin typeface="fkGroteskNeue"/>
              </a:rPr>
              <a:t>precisely controlled multiphase clock and </a:t>
            </a:r>
            <a:r>
              <a:rPr lang="en-US" b="1" dirty="0" smtClean="0">
                <a:solidFill>
                  <a:srgbClr val="00B050"/>
                </a:solidFill>
                <a:latin typeface="fkGroteskNeue"/>
              </a:rPr>
              <a:t>LO </a:t>
            </a:r>
            <a:r>
              <a:rPr lang="en-US" b="1" dirty="0">
                <a:solidFill>
                  <a:srgbClr val="00B050"/>
                </a:solidFill>
                <a:latin typeface="fkGroteskNeue"/>
              </a:rPr>
              <a:t>signals</a:t>
            </a:r>
            <a:r>
              <a:rPr lang="en-US" dirty="0">
                <a:latin typeface="fkGroteskNeue"/>
              </a:rPr>
              <a:t>—core components in </a:t>
            </a:r>
            <a:r>
              <a:rPr lang="en-US" b="1" dirty="0">
                <a:solidFill>
                  <a:srgbClr val="00B050"/>
                </a:solidFill>
                <a:latin typeface="fkGroteskNeue"/>
              </a:rPr>
              <a:t>high-speed data converters, </a:t>
            </a:r>
            <a:r>
              <a:rPr lang="en-US" b="1" dirty="0" smtClean="0">
                <a:solidFill>
                  <a:srgbClr val="00B050"/>
                </a:solidFill>
                <a:latin typeface="fkGroteskNeue"/>
              </a:rPr>
              <a:t>wireline /</a:t>
            </a:r>
            <a:r>
              <a:rPr lang="en-US" b="1" dirty="0">
                <a:solidFill>
                  <a:srgbClr val="00B050"/>
                </a:solidFill>
                <a:latin typeface="fkGroteskNeue"/>
              </a:rPr>
              <a:t>wireless transceivers, and timing-critical digital systems</a:t>
            </a:r>
            <a:r>
              <a:rPr lang="en-US" b="1" dirty="0" smtClean="0">
                <a:solidFill>
                  <a:srgbClr val="00B050"/>
                </a:solidFill>
                <a:latin typeface="fkGroteskNeue"/>
              </a:rPr>
              <a:t>.</a:t>
            </a:r>
          </a:p>
          <a:p>
            <a:pPr algn="just"/>
            <a:r>
              <a:rPr lang="en-US" dirty="0" smtClean="0">
                <a:latin typeface="fkGroteskNeue"/>
              </a:rPr>
              <a:t> </a:t>
            </a:r>
          </a:p>
          <a:p>
            <a:pPr marL="285750" indent="-285750" algn="just">
              <a:buFont typeface="Wingdings" panose="05000000000000000000" pitchFamily="2" charset="2"/>
              <a:buChar char="q"/>
            </a:pPr>
            <a:r>
              <a:rPr lang="en-US" dirty="0" smtClean="0">
                <a:latin typeface="fkGroteskNeue"/>
              </a:rPr>
              <a:t>The </a:t>
            </a:r>
            <a:r>
              <a:rPr lang="en-US" dirty="0">
                <a:latin typeface="fkGroteskNeue"/>
              </a:rPr>
              <a:t>approaches blend </a:t>
            </a:r>
            <a:r>
              <a:rPr lang="en-US" b="1" dirty="0" smtClean="0">
                <a:solidFill>
                  <a:srgbClr val="00B050"/>
                </a:solidFill>
                <a:latin typeface="fkGroteskNeue"/>
              </a:rPr>
              <a:t>PLLs, DLLs, ROs, and LC-VCOs </a:t>
            </a:r>
            <a:r>
              <a:rPr lang="en-US" b="1" dirty="0">
                <a:solidFill>
                  <a:srgbClr val="00B050"/>
                </a:solidFill>
                <a:latin typeface="fkGroteskNeue"/>
              </a:rPr>
              <a:t>to address the multifaceted trade-offs among jitter, phase accuracy, integration density, and spectral purity </a:t>
            </a:r>
            <a:r>
              <a:rPr lang="en-US" dirty="0">
                <a:latin typeface="fkGroteskNeue"/>
              </a:rPr>
              <a:t>demanded by next-generation </a:t>
            </a:r>
            <a:r>
              <a:rPr lang="en-US" dirty="0" err="1">
                <a:latin typeface="fkGroteskNeue"/>
              </a:rPr>
              <a:t>SoCs</a:t>
            </a:r>
            <a:r>
              <a:rPr lang="en-US" dirty="0">
                <a:latin typeface="fkGroteskNeue"/>
              </a:rPr>
              <a:t>.</a:t>
            </a:r>
            <a:endParaRPr lang="en-US" dirty="0"/>
          </a:p>
        </p:txBody>
      </p:sp>
      <p:sp>
        <p:nvSpPr>
          <p:cNvPr id="407" name="Rectangle 406"/>
          <p:cNvSpPr/>
          <p:nvPr/>
        </p:nvSpPr>
        <p:spPr>
          <a:xfrm>
            <a:off x="8361680" y="1153160"/>
            <a:ext cx="3789680" cy="496934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43818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52" grpId="0"/>
      <p:bldP spid="325" grpId="0"/>
      <p:bldP spid="326" grpId="0"/>
      <p:bldP spid="405" grpId="0"/>
      <p:bldP spid="2" grpId="0"/>
      <p:bldP spid="40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Multiphase Generation deep dive</a:t>
            </a:r>
            <a:endParaRPr lang="en-US" dirty="0"/>
          </a:p>
        </p:txBody>
      </p:sp>
      <p:sp>
        <p:nvSpPr>
          <p:cNvPr id="3" name="Text Placeholder 2"/>
          <p:cNvSpPr>
            <a:spLocks noGrp="1"/>
          </p:cNvSpPr>
          <p:nvPr>
            <p:ph type="body" idx="1"/>
          </p:nvPr>
        </p:nvSpPr>
        <p:spPr>
          <a:xfrm>
            <a:off x="610009" y="3826412"/>
            <a:ext cx="5185880" cy="2316135"/>
          </a:xfrm>
        </p:spPr>
        <p:txBody>
          <a:bodyPr>
            <a:normAutofit fontScale="92500" lnSpcReduction="10000"/>
          </a:bodyPr>
          <a:lstStyle/>
          <a:p>
            <a:pPr algn="just">
              <a:buFont typeface="Wingdings" panose="05000000000000000000" pitchFamily="2" charset="2"/>
              <a:buChar char="q"/>
            </a:pPr>
            <a:r>
              <a:rPr lang="en-US" sz="1600" dirty="0">
                <a:solidFill>
                  <a:schemeClr val="tx1"/>
                </a:solidFill>
                <a:latin typeface="fkGroteskNeue"/>
              </a:rPr>
              <a:t>A classic ring oscillator, comprising an </a:t>
            </a:r>
            <a:r>
              <a:rPr lang="en-US" sz="1600" b="1" dirty="0">
                <a:solidFill>
                  <a:srgbClr val="00B050"/>
                </a:solidFill>
                <a:latin typeface="fkGroteskNeue"/>
              </a:rPr>
              <a:t>odd number of inverters arranged in a loop</a:t>
            </a:r>
            <a:r>
              <a:rPr lang="en-US" sz="1600" dirty="0">
                <a:solidFill>
                  <a:schemeClr val="tx1"/>
                </a:solidFill>
                <a:latin typeface="fkGroteskNeue"/>
              </a:rPr>
              <a:t>, is locked to a reference via a PLL to enhance long-term frequency stability.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The </a:t>
            </a:r>
            <a:r>
              <a:rPr lang="en-US" sz="1600" dirty="0">
                <a:solidFill>
                  <a:schemeClr val="tx1"/>
                </a:solidFill>
                <a:latin typeface="fkGroteskNeue"/>
              </a:rPr>
              <a:t>circuit </a:t>
            </a:r>
            <a:r>
              <a:rPr lang="en-US" sz="1600" b="1" dirty="0">
                <a:solidFill>
                  <a:srgbClr val="00B050"/>
                </a:solidFill>
                <a:latin typeface="fkGroteskNeue"/>
              </a:rPr>
              <a:t>naturally produces evenly spaced clock phases </a:t>
            </a:r>
            <a:r>
              <a:rPr lang="en-US" sz="1600" dirty="0" smtClean="0">
                <a:solidFill>
                  <a:schemeClr val="tx1"/>
                </a:solidFill>
                <a:latin typeface="fkGroteskNeue"/>
              </a:rPr>
              <a:t>(</a:t>
            </a:r>
            <a:r>
              <a:rPr lang="en-US" sz="1600" i="1" dirty="0" smtClean="0">
                <a:solidFill>
                  <a:schemeClr val="tx1"/>
                </a:solidFill>
                <a:latin typeface="KaTeX_Math"/>
              </a:rPr>
              <a:t>θ</a:t>
            </a:r>
            <a:r>
              <a:rPr lang="en-US" sz="1600" baseline="-25000" dirty="0" smtClean="0">
                <a:solidFill>
                  <a:schemeClr val="tx1"/>
                </a:solidFill>
                <a:latin typeface="KaTeX_Main"/>
              </a:rPr>
              <a:t>1</a:t>
            </a:r>
            <a:r>
              <a:rPr lang="en-US" sz="1600" dirty="0" smtClean="0">
                <a:solidFill>
                  <a:schemeClr val="tx1"/>
                </a:solidFill>
                <a:latin typeface="KaTeX_Main"/>
              </a:rPr>
              <a:t>,</a:t>
            </a:r>
            <a:r>
              <a:rPr lang="en-US" sz="1600" i="1" dirty="0" smtClean="0">
                <a:solidFill>
                  <a:schemeClr val="tx1"/>
                </a:solidFill>
                <a:latin typeface="KaTeX_Math"/>
              </a:rPr>
              <a:t>θ</a:t>
            </a:r>
            <a:r>
              <a:rPr lang="en-US" sz="1600" baseline="-25000" dirty="0" smtClean="0">
                <a:solidFill>
                  <a:schemeClr val="tx1"/>
                </a:solidFill>
                <a:latin typeface="KaTeX_Main"/>
              </a:rPr>
              <a:t>2</a:t>
            </a:r>
            <a:r>
              <a:rPr lang="en-US" sz="1600" dirty="0">
                <a:solidFill>
                  <a:schemeClr val="tx1"/>
                </a:solidFill>
                <a:latin typeface="KaTeX_Main"/>
              </a:rPr>
              <a:t>,...,</a:t>
            </a:r>
            <a:r>
              <a:rPr lang="en-US" sz="1600" i="1" dirty="0" err="1">
                <a:solidFill>
                  <a:schemeClr val="tx1"/>
                </a:solidFill>
                <a:latin typeface="KaTeX_Math"/>
              </a:rPr>
              <a:t>θ</a:t>
            </a:r>
            <a:r>
              <a:rPr lang="en-US" sz="1600" i="1" baseline="-25000" dirty="0" err="1">
                <a:solidFill>
                  <a:schemeClr val="tx1"/>
                </a:solidFill>
                <a:latin typeface="KaTeX_Math"/>
              </a:rPr>
              <a:t>N</a:t>
            </a:r>
            <a:r>
              <a:rPr lang="en-US" sz="1600" dirty="0">
                <a:solidFill>
                  <a:schemeClr val="tx1"/>
                </a:solidFill>
                <a:latin typeface="fkGroteskNeue"/>
              </a:rPr>
              <a:t>), making it ideal for low-area multiphase generation.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However</a:t>
            </a:r>
            <a:r>
              <a:rPr lang="en-US" sz="1600" dirty="0">
                <a:solidFill>
                  <a:schemeClr val="tx1"/>
                </a:solidFill>
                <a:latin typeface="fkGroteskNeue"/>
              </a:rPr>
              <a:t>, </a:t>
            </a:r>
            <a:r>
              <a:rPr lang="en-US" sz="1600" b="1" dirty="0">
                <a:solidFill>
                  <a:srgbClr val="C00000"/>
                </a:solidFill>
                <a:latin typeface="fkGroteskNeue"/>
              </a:rPr>
              <a:t>intrinsic device noise</a:t>
            </a:r>
            <a:r>
              <a:rPr lang="en-US" sz="1600" dirty="0">
                <a:solidFill>
                  <a:schemeClr val="tx1"/>
                </a:solidFill>
                <a:latin typeface="fkGroteskNeue"/>
              </a:rPr>
              <a:t>, </a:t>
            </a:r>
            <a:r>
              <a:rPr lang="en-US" sz="1600" b="1" dirty="0">
                <a:solidFill>
                  <a:srgbClr val="C00000"/>
                </a:solidFill>
                <a:latin typeface="fkGroteskNeue"/>
              </a:rPr>
              <a:t>sensitivity to PVT (process, voltage, temperature) variation</a:t>
            </a:r>
            <a:r>
              <a:rPr lang="en-US" sz="1600" dirty="0">
                <a:solidFill>
                  <a:schemeClr val="tx1"/>
                </a:solidFill>
                <a:latin typeface="fkGroteskNeue"/>
              </a:rPr>
              <a:t>, and </a:t>
            </a:r>
            <a:r>
              <a:rPr lang="en-US" sz="1600" b="1" dirty="0">
                <a:solidFill>
                  <a:srgbClr val="C00000"/>
                </a:solidFill>
                <a:latin typeface="fkGroteskNeue"/>
              </a:rPr>
              <a:t>limited Q-factor result</a:t>
            </a:r>
            <a:r>
              <a:rPr lang="en-US" sz="1600" dirty="0">
                <a:solidFill>
                  <a:schemeClr val="tx1"/>
                </a:solidFill>
                <a:latin typeface="fkGroteskNeue"/>
              </a:rPr>
              <a:t> in </a:t>
            </a:r>
            <a:r>
              <a:rPr lang="en-US" sz="1600" b="1" dirty="0">
                <a:solidFill>
                  <a:srgbClr val="C00000"/>
                </a:solidFill>
                <a:latin typeface="fkGroteskNeue"/>
              </a:rPr>
              <a:t>elevated phase noise and jitter—constraining </a:t>
            </a:r>
            <a:r>
              <a:rPr lang="en-US" sz="1600" dirty="0">
                <a:solidFill>
                  <a:schemeClr val="tx1"/>
                </a:solidFill>
                <a:latin typeface="fkGroteskNeue"/>
              </a:rPr>
              <a:t>utility in precision RF or low-jitter ADC/DSP domains.</a:t>
            </a:r>
            <a:endParaRPr lang="en-US" sz="1600" dirty="0">
              <a:solidFill>
                <a:schemeClr val="tx1"/>
              </a:solidFill>
            </a:endParaRPr>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1C59E861-029B-4DF1-9E6A-61D6B69C3C5B}"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9</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9" name="Rectangle 8">
            <a:extLst>
              <a:ext uri="{FF2B5EF4-FFF2-40B4-BE49-F238E27FC236}">
                <a16:creationId xmlns:a16="http://schemas.microsoft.com/office/drawing/2014/main" id="{A47056A3-995D-64D5-6C49-A0C7489357CC}"/>
              </a:ext>
            </a:extLst>
          </p:cNvPr>
          <p:cNvSpPr/>
          <p:nvPr/>
        </p:nvSpPr>
        <p:spPr>
          <a:xfrm>
            <a:off x="7674781" y="1468990"/>
            <a:ext cx="2957528" cy="1777360"/>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10" name="Rectangle 9">
            <a:extLst>
              <a:ext uri="{FF2B5EF4-FFF2-40B4-BE49-F238E27FC236}">
                <a16:creationId xmlns:a16="http://schemas.microsoft.com/office/drawing/2014/main" id="{B39ED4B3-506D-FEAE-41AD-AAE51D4404F4}"/>
              </a:ext>
            </a:extLst>
          </p:cNvPr>
          <p:cNvSpPr/>
          <p:nvPr/>
        </p:nvSpPr>
        <p:spPr>
          <a:xfrm>
            <a:off x="1516617" y="1346390"/>
            <a:ext cx="2882552" cy="1777360"/>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grpSp>
        <p:nvGrpSpPr>
          <p:cNvPr id="11" name="Group 10">
            <a:extLst>
              <a:ext uri="{FF2B5EF4-FFF2-40B4-BE49-F238E27FC236}">
                <a16:creationId xmlns:a16="http://schemas.microsoft.com/office/drawing/2014/main" id="{D6A0728D-FD15-281B-82CA-9125DA02FC81}"/>
              </a:ext>
            </a:extLst>
          </p:cNvPr>
          <p:cNvGrpSpPr/>
          <p:nvPr/>
        </p:nvGrpSpPr>
        <p:grpSpPr>
          <a:xfrm>
            <a:off x="1589228" y="1392087"/>
            <a:ext cx="3981202" cy="1577340"/>
            <a:chOff x="4182505" y="4656536"/>
            <a:chExt cx="5464266" cy="2103120"/>
          </a:xfrm>
        </p:grpSpPr>
        <p:sp>
          <p:nvSpPr>
            <p:cNvPr id="12" name="Rounded Rectangle 165">
              <a:extLst>
                <a:ext uri="{FF2B5EF4-FFF2-40B4-BE49-F238E27FC236}">
                  <a16:creationId xmlns:a16="http://schemas.microsoft.com/office/drawing/2014/main" id="{91C1B0A5-361B-7DF8-73A5-492D6E18345D}"/>
                </a:ext>
              </a:extLst>
            </p:cNvPr>
            <p:cNvSpPr/>
            <p:nvPr/>
          </p:nvSpPr>
          <p:spPr>
            <a:xfrm>
              <a:off x="4182505" y="5161033"/>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3" name="Rectangle 12">
              <a:extLst>
                <a:ext uri="{FF2B5EF4-FFF2-40B4-BE49-F238E27FC236}">
                  <a16:creationId xmlns:a16="http://schemas.microsoft.com/office/drawing/2014/main" id="{94953F01-C852-FC1F-CF38-8DBDA185FA5D}"/>
                </a:ext>
              </a:extLst>
            </p:cNvPr>
            <p:cNvSpPr/>
            <p:nvPr/>
          </p:nvSpPr>
          <p:spPr>
            <a:xfrm>
              <a:off x="4290985" y="5407951"/>
              <a:ext cx="944437"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14" name="Straight Arrow Connector 13">
              <a:extLst>
                <a:ext uri="{FF2B5EF4-FFF2-40B4-BE49-F238E27FC236}">
                  <a16:creationId xmlns:a16="http://schemas.microsoft.com/office/drawing/2014/main" id="{B8C2A5EC-681A-3CBB-37ED-3E2F451DF343}"/>
                </a:ext>
              </a:extLst>
            </p:cNvPr>
            <p:cNvCxnSpPr/>
            <p:nvPr/>
          </p:nvCxnSpPr>
          <p:spPr>
            <a:xfrm flipH="1">
              <a:off x="5318344" y="5623808"/>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51792FFC-50EF-6FD8-F04C-17B5C5BE6511}"/>
                </a:ext>
              </a:extLst>
            </p:cNvPr>
            <p:cNvCxnSpPr/>
            <p:nvPr/>
          </p:nvCxnSpPr>
          <p:spPr>
            <a:xfrm flipV="1">
              <a:off x="5297691" y="5860695"/>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CE3EEB46-705F-C514-80CF-F16134A78A0E}"/>
                </a:ext>
              </a:extLst>
            </p:cNvPr>
            <p:cNvGrpSpPr>
              <a:grpSpLocks noChangeAspect="1"/>
            </p:cNvGrpSpPr>
            <p:nvPr/>
          </p:nvGrpSpPr>
          <p:grpSpPr>
            <a:xfrm>
              <a:off x="5563768" y="4656536"/>
              <a:ext cx="3154730" cy="2103120"/>
              <a:chOff x="5578236" y="4782645"/>
              <a:chExt cx="2946033" cy="1963989"/>
            </a:xfrm>
          </p:grpSpPr>
          <p:sp>
            <p:nvSpPr>
              <p:cNvPr id="19" name="Rounded Rectangle 108">
                <a:extLst>
                  <a:ext uri="{FF2B5EF4-FFF2-40B4-BE49-F238E27FC236}">
                    <a16:creationId xmlns:a16="http://schemas.microsoft.com/office/drawing/2014/main" id="{0BFD3C26-1128-1108-9536-E8472747BA00}"/>
                  </a:ext>
                </a:extLst>
              </p:cNvPr>
              <p:cNvSpPr/>
              <p:nvPr/>
            </p:nvSpPr>
            <p:spPr>
              <a:xfrm>
                <a:off x="5578236" y="4782645"/>
                <a:ext cx="2216326" cy="1963989"/>
              </a:xfrm>
              <a:prstGeom prst="roundRect">
                <a:avLst/>
              </a:prstGeom>
              <a:solidFill>
                <a:schemeClr val="accent5">
                  <a:lumMod val="20000"/>
                  <a:lumOff val="80000"/>
                </a:schemeClr>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0" name="Group 19">
                <a:extLst>
                  <a:ext uri="{FF2B5EF4-FFF2-40B4-BE49-F238E27FC236}">
                    <a16:creationId xmlns:a16="http://schemas.microsoft.com/office/drawing/2014/main" id="{9C5D8129-EB0B-0636-62FD-FA9117E05C41}"/>
                  </a:ext>
                </a:extLst>
              </p:cNvPr>
              <p:cNvGrpSpPr>
                <a:grpSpLocks noChangeAspect="1"/>
              </p:cNvGrpSpPr>
              <p:nvPr/>
            </p:nvGrpSpPr>
            <p:grpSpPr>
              <a:xfrm>
                <a:off x="5796206" y="4842592"/>
                <a:ext cx="2301092" cy="1787064"/>
                <a:chOff x="1729851" y="3755445"/>
                <a:chExt cx="1538664" cy="1194952"/>
              </a:xfrm>
            </p:grpSpPr>
            <p:sp>
              <p:nvSpPr>
                <p:cNvPr id="30" name="Oval 29">
                  <a:extLst>
                    <a:ext uri="{FF2B5EF4-FFF2-40B4-BE49-F238E27FC236}">
                      <a16:creationId xmlns:a16="http://schemas.microsoft.com/office/drawing/2014/main" id="{C2A46325-0667-607C-A095-4ACFF361C73B}"/>
                    </a:ext>
                  </a:extLst>
                </p:cNvPr>
                <p:cNvSpPr/>
                <p:nvPr/>
              </p:nvSpPr>
              <p:spPr>
                <a:xfrm>
                  <a:off x="1844235" y="3876947"/>
                  <a:ext cx="994689" cy="951948"/>
                </a:xfrm>
                <a:prstGeom prst="ellipse">
                  <a:avLst/>
                </a:prstGeom>
                <a:solidFill>
                  <a:schemeClr val="bg1"/>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solidFill>
                      <a:schemeClr val="tx1"/>
                    </a:solidFill>
                  </a:endParaRPr>
                </a:p>
                <a:p>
                  <a:pPr algn="ctr"/>
                  <a:r>
                    <a:rPr lang="en-US" sz="1215" b="1">
                      <a:solidFill>
                        <a:schemeClr val="tx1"/>
                      </a:solidFill>
                    </a:rPr>
                    <a:t>Ring</a:t>
                  </a:r>
                </a:p>
                <a:p>
                  <a:pPr algn="ctr"/>
                  <a:r>
                    <a:rPr lang="en-US" sz="1215" b="1">
                      <a:solidFill>
                        <a:schemeClr val="tx1"/>
                      </a:solidFill>
                    </a:rPr>
                    <a:t>Oscillator</a:t>
                  </a:r>
                  <a:r>
                    <a:rPr lang="en-US" sz="1215" b="1"/>
                    <a:t> </a:t>
                  </a:r>
                </a:p>
                <a:p>
                  <a:pPr algn="ctr"/>
                  <a:endParaRPr lang="en-US" sz="1215"/>
                </a:p>
              </p:txBody>
            </p:sp>
            <p:grpSp>
              <p:nvGrpSpPr>
                <p:cNvPr id="31" name="Group 30">
                  <a:extLst>
                    <a:ext uri="{FF2B5EF4-FFF2-40B4-BE49-F238E27FC236}">
                      <a16:creationId xmlns:a16="http://schemas.microsoft.com/office/drawing/2014/main" id="{557DF5EC-D0B2-5A62-FA20-90894226D3A5}"/>
                    </a:ext>
                  </a:extLst>
                </p:cNvPr>
                <p:cNvGrpSpPr/>
                <p:nvPr/>
              </p:nvGrpSpPr>
              <p:grpSpPr>
                <a:xfrm>
                  <a:off x="2240164" y="3755445"/>
                  <a:ext cx="235344" cy="271275"/>
                  <a:chOff x="2671336" y="3081494"/>
                  <a:chExt cx="235344" cy="274320"/>
                </a:xfrm>
              </p:grpSpPr>
              <p:sp>
                <p:nvSpPr>
                  <p:cNvPr id="49" name="Isosceles Triangle 48">
                    <a:extLst>
                      <a:ext uri="{FF2B5EF4-FFF2-40B4-BE49-F238E27FC236}">
                        <a16:creationId xmlns:a16="http://schemas.microsoft.com/office/drawing/2014/main" id="{CADE061B-A509-6B1C-0A8A-F5E55ED3E0B1}"/>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0" name="Oval 49">
                    <a:extLst>
                      <a:ext uri="{FF2B5EF4-FFF2-40B4-BE49-F238E27FC236}">
                        <a16:creationId xmlns:a16="http://schemas.microsoft.com/office/drawing/2014/main" id="{58A73455-A1C7-2C36-D9B7-613A81FA445A}"/>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sp>
              <p:nvSpPr>
                <p:cNvPr id="32" name="Isosceles Triangle 31">
                  <a:extLst>
                    <a:ext uri="{FF2B5EF4-FFF2-40B4-BE49-F238E27FC236}">
                      <a16:creationId xmlns:a16="http://schemas.microsoft.com/office/drawing/2014/main" id="{24A71B96-ADBD-443D-2DD7-87847784E0CE}"/>
                    </a:ext>
                  </a:extLst>
                </p:cNvPr>
                <p:cNvSpPr/>
                <p:nvPr/>
              </p:nvSpPr>
              <p:spPr>
                <a:xfrm rot="16200000">
                  <a:off x="2212262" y="4710006"/>
                  <a:ext cx="274320" cy="206462"/>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3" name="Arc 59">
                  <a:extLst>
                    <a:ext uri="{FF2B5EF4-FFF2-40B4-BE49-F238E27FC236}">
                      <a16:creationId xmlns:a16="http://schemas.microsoft.com/office/drawing/2014/main" id="{D14C64AF-9A76-DA7B-3CCD-24BD53A1D44B}"/>
                    </a:ext>
                  </a:extLst>
                </p:cNvPr>
                <p:cNvSpPr/>
                <p:nvPr/>
              </p:nvSpPr>
              <p:spPr>
                <a:xfrm rot="20604334">
                  <a:off x="2530380" y="3857607"/>
                  <a:ext cx="228998" cy="349205"/>
                </a:xfrm>
                <a:custGeom>
                  <a:avLst/>
                  <a:gdLst>
                    <a:gd name="connsiteX0" fmla="*/ 125773 w 251546"/>
                    <a:gd name="connsiteY0" fmla="*/ 0 h 350036"/>
                    <a:gd name="connsiteX1" fmla="*/ 251546 w 251546"/>
                    <a:gd name="connsiteY1" fmla="*/ 175018 h 350036"/>
                    <a:gd name="connsiteX2" fmla="*/ 125773 w 251546"/>
                    <a:gd name="connsiteY2" fmla="*/ 175018 h 350036"/>
                    <a:gd name="connsiteX3" fmla="*/ 125773 w 251546"/>
                    <a:gd name="connsiteY3" fmla="*/ 0 h 350036"/>
                    <a:gd name="connsiteX0" fmla="*/ 125773 w 251546"/>
                    <a:gd name="connsiteY0" fmla="*/ 0 h 350036"/>
                    <a:gd name="connsiteX1" fmla="*/ 251546 w 251546"/>
                    <a:gd name="connsiteY1" fmla="*/ 175018 h 350036"/>
                    <a:gd name="connsiteX0" fmla="*/ 7001 w 132774"/>
                    <a:gd name="connsiteY0" fmla="*/ 0 h 175018"/>
                    <a:gd name="connsiteX1" fmla="*/ 132774 w 132774"/>
                    <a:gd name="connsiteY1" fmla="*/ 175018 h 175018"/>
                    <a:gd name="connsiteX2" fmla="*/ 7001 w 132774"/>
                    <a:gd name="connsiteY2" fmla="*/ 175018 h 175018"/>
                    <a:gd name="connsiteX3" fmla="*/ 7001 w 132774"/>
                    <a:gd name="connsiteY3" fmla="*/ 0 h 175018"/>
                    <a:gd name="connsiteX0" fmla="*/ 0 w 132774"/>
                    <a:gd name="connsiteY0" fmla="*/ 1420 h 175018"/>
                    <a:gd name="connsiteX1" fmla="*/ 132774 w 132774"/>
                    <a:gd name="connsiteY1" fmla="*/ 175018 h 175018"/>
                    <a:gd name="connsiteX0" fmla="*/ 7001 w 132774"/>
                    <a:gd name="connsiteY0" fmla="*/ 0 h 181579"/>
                    <a:gd name="connsiteX1" fmla="*/ 132774 w 132774"/>
                    <a:gd name="connsiteY1" fmla="*/ 175018 h 181579"/>
                    <a:gd name="connsiteX2" fmla="*/ 7001 w 132774"/>
                    <a:gd name="connsiteY2" fmla="*/ 175018 h 181579"/>
                    <a:gd name="connsiteX3" fmla="*/ 7001 w 132774"/>
                    <a:gd name="connsiteY3" fmla="*/ 0 h 181579"/>
                    <a:gd name="connsiteX0" fmla="*/ 0 w 132774"/>
                    <a:gd name="connsiteY0" fmla="*/ 1420 h 181579"/>
                    <a:gd name="connsiteX1" fmla="*/ 124387 w 132774"/>
                    <a:gd name="connsiteY1" fmla="*/ 181579 h 181579"/>
                    <a:gd name="connsiteX0" fmla="*/ 11736 w 137509"/>
                    <a:gd name="connsiteY0" fmla="*/ 21917 h 203496"/>
                    <a:gd name="connsiteX1" fmla="*/ 137509 w 137509"/>
                    <a:gd name="connsiteY1" fmla="*/ 196935 h 203496"/>
                    <a:gd name="connsiteX2" fmla="*/ 11736 w 137509"/>
                    <a:gd name="connsiteY2" fmla="*/ 196935 h 203496"/>
                    <a:gd name="connsiteX3" fmla="*/ 11736 w 137509"/>
                    <a:gd name="connsiteY3" fmla="*/ 21917 h 203496"/>
                    <a:gd name="connsiteX0" fmla="*/ 0 w 137509"/>
                    <a:gd name="connsiteY0" fmla="*/ 0 h 203496"/>
                    <a:gd name="connsiteX1" fmla="*/ 129122 w 137509"/>
                    <a:gd name="connsiteY1" fmla="*/ 203496 h 203496"/>
                    <a:gd name="connsiteX0" fmla="*/ 11736 w 138897"/>
                    <a:gd name="connsiteY0" fmla="*/ 21917 h 196935"/>
                    <a:gd name="connsiteX1" fmla="*/ 137509 w 138897"/>
                    <a:gd name="connsiteY1" fmla="*/ 196935 h 196935"/>
                    <a:gd name="connsiteX2" fmla="*/ 11736 w 138897"/>
                    <a:gd name="connsiteY2" fmla="*/ 196935 h 196935"/>
                    <a:gd name="connsiteX3" fmla="*/ 11736 w 138897"/>
                    <a:gd name="connsiteY3" fmla="*/ 21917 h 196935"/>
                    <a:gd name="connsiteX0" fmla="*/ 0 w 138897"/>
                    <a:gd name="connsiteY0" fmla="*/ 0 h 196935"/>
                    <a:gd name="connsiteX1" fmla="*/ 138897 w 138897"/>
                    <a:gd name="connsiteY1" fmla="*/ 191793 h 196935"/>
                    <a:gd name="connsiteX0" fmla="*/ 23305 w 150466"/>
                    <a:gd name="connsiteY0" fmla="*/ 21917 h 196935"/>
                    <a:gd name="connsiteX1" fmla="*/ 149078 w 150466"/>
                    <a:gd name="connsiteY1" fmla="*/ 196935 h 196935"/>
                    <a:gd name="connsiteX2" fmla="*/ 0 w 150466"/>
                    <a:gd name="connsiteY2" fmla="*/ 175082 h 196935"/>
                    <a:gd name="connsiteX3" fmla="*/ 23305 w 150466"/>
                    <a:gd name="connsiteY3" fmla="*/ 21917 h 196935"/>
                    <a:gd name="connsiteX0" fmla="*/ 11569 w 150466"/>
                    <a:gd name="connsiteY0" fmla="*/ 0 h 196935"/>
                    <a:gd name="connsiteX1" fmla="*/ 150466 w 150466"/>
                    <a:gd name="connsiteY1" fmla="*/ 191793 h 196935"/>
                    <a:gd name="connsiteX0" fmla="*/ 37481 w 164642"/>
                    <a:gd name="connsiteY0" fmla="*/ 21917 h 196935"/>
                    <a:gd name="connsiteX1" fmla="*/ 163254 w 164642"/>
                    <a:gd name="connsiteY1" fmla="*/ 196935 h 196935"/>
                    <a:gd name="connsiteX2" fmla="*/ 0 w 164642"/>
                    <a:gd name="connsiteY2" fmla="*/ 155948 h 196935"/>
                    <a:gd name="connsiteX3" fmla="*/ 37481 w 164642"/>
                    <a:gd name="connsiteY3" fmla="*/ 21917 h 196935"/>
                    <a:gd name="connsiteX0" fmla="*/ 25745 w 164642"/>
                    <a:gd name="connsiteY0" fmla="*/ 0 h 196935"/>
                    <a:gd name="connsiteX1" fmla="*/ 164642 w 164642"/>
                    <a:gd name="connsiteY1" fmla="*/ 191793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180814 w 180814"/>
                    <a:gd name="connsiteY1"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80814 w 180814"/>
                    <a:gd name="connsiteY2" fmla="*/ 179219 h 196935"/>
                    <a:gd name="connsiteX0" fmla="*/ 37481 w 180814"/>
                    <a:gd name="connsiteY0" fmla="*/ 21917 h 196935"/>
                    <a:gd name="connsiteX1" fmla="*/ 163254 w 180814"/>
                    <a:gd name="connsiteY1" fmla="*/ 196935 h 196935"/>
                    <a:gd name="connsiteX2" fmla="*/ 0 w 180814"/>
                    <a:gd name="connsiteY2" fmla="*/ 155948 h 196935"/>
                    <a:gd name="connsiteX3" fmla="*/ 37481 w 180814"/>
                    <a:gd name="connsiteY3" fmla="*/ 21917 h 196935"/>
                    <a:gd name="connsiteX0" fmla="*/ 25745 w 180814"/>
                    <a:gd name="connsiteY0" fmla="*/ 0 h 196935"/>
                    <a:gd name="connsiteX1" fmla="*/ 50098 w 180814"/>
                    <a:gd name="connsiteY1" fmla="*/ 20709 h 196935"/>
                    <a:gd name="connsiteX2" fmla="*/ 141229 w 180814"/>
                    <a:gd name="connsiteY2" fmla="*/ 90107 h 196935"/>
                    <a:gd name="connsiteX3" fmla="*/ 180814 w 180814"/>
                    <a:gd name="connsiteY3" fmla="*/ 179219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41229 w 186738"/>
                    <a:gd name="connsiteY2" fmla="*/ 90107 h 196935"/>
                    <a:gd name="connsiteX3" fmla="*/ 186738 w 186738"/>
                    <a:gd name="connsiteY3" fmla="*/ 176015 h 196935"/>
                    <a:gd name="connsiteX0" fmla="*/ 37481 w 186738"/>
                    <a:gd name="connsiteY0" fmla="*/ 21917 h 196935"/>
                    <a:gd name="connsiteX1" fmla="*/ 163254 w 186738"/>
                    <a:gd name="connsiteY1" fmla="*/ 196935 h 196935"/>
                    <a:gd name="connsiteX2" fmla="*/ 0 w 186738"/>
                    <a:gd name="connsiteY2" fmla="*/ 155948 h 196935"/>
                    <a:gd name="connsiteX3" fmla="*/ 37481 w 186738"/>
                    <a:gd name="connsiteY3" fmla="*/ 21917 h 196935"/>
                    <a:gd name="connsiteX0" fmla="*/ 25745 w 186738"/>
                    <a:gd name="connsiteY0" fmla="*/ 0 h 196935"/>
                    <a:gd name="connsiteX1" fmla="*/ 50098 w 186738"/>
                    <a:gd name="connsiteY1" fmla="*/ 20709 h 196935"/>
                    <a:gd name="connsiteX2" fmla="*/ 133023 w 186738"/>
                    <a:gd name="connsiteY2" fmla="*/ 92631 h 196935"/>
                    <a:gd name="connsiteX3" fmla="*/ 186738 w 186738"/>
                    <a:gd name="connsiteY3" fmla="*/ 176015 h 196935"/>
                    <a:gd name="connsiteX0" fmla="*/ 37481 w 330659"/>
                    <a:gd name="connsiteY0" fmla="*/ 21917 h 427415"/>
                    <a:gd name="connsiteX1" fmla="*/ 163254 w 330659"/>
                    <a:gd name="connsiteY1" fmla="*/ 196935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67347 w 330659"/>
                    <a:gd name="connsiteY1" fmla="*/ 308309 h 427415"/>
                    <a:gd name="connsiteX2" fmla="*/ 0 w 330659"/>
                    <a:gd name="connsiteY2" fmla="*/ 155948 h 427415"/>
                    <a:gd name="connsiteX3" fmla="*/ 37481 w 330659"/>
                    <a:gd name="connsiteY3"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30659"/>
                    <a:gd name="connsiteY0" fmla="*/ 21917 h 427415"/>
                    <a:gd name="connsiteX1" fmla="*/ 0 w 330659"/>
                    <a:gd name="connsiteY1" fmla="*/ 155948 h 427415"/>
                    <a:gd name="connsiteX2" fmla="*/ 37481 w 330659"/>
                    <a:gd name="connsiteY2" fmla="*/ 21917 h 427415"/>
                    <a:gd name="connsiteX0" fmla="*/ 25745 w 330659"/>
                    <a:gd name="connsiteY0" fmla="*/ 0 h 427415"/>
                    <a:gd name="connsiteX1" fmla="*/ 50098 w 330659"/>
                    <a:gd name="connsiteY1" fmla="*/ 20709 h 427415"/>
                    <a:gd name="connsiteX2" fmla="*/ 133023 w 330659"/>
                    <a:gd name="connsiteY2" fmla="*/ 92631 h 427415"/>
                    <a:gd name="connsiteX3" fmla="*/ 330659 w 330659"/>
                    <a:gd name="connsiteY3" fmla="*/ 427415 h 427415"/>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5" fmla="*/ 262569 w 362746"/>
                    <a:gd name="connsiteY5" fmla="*/ 258039 h 586180"/>
                    <a:gd name="connsiteX0" fmla="*/ 37481 w 362746"/>
                    <a:gd name="connsiteY0" fmla="*/ 21917 h 586180"/>
                    <a:gd name="connsiteX1" fmla="*/ 0 w 362746"/>
                    <a:gd name="connsiteY1" fmla="*/ 155948 h 586180"/>
                    <a:gd name="connsiteX2" fmla="*/ 37481 w 362746"/>
                    <a:gd name="connsiteY2" fmla="*/ 21917 h 586180"/>
                    <a:gd name="connsiteX0" fmla="*/ 25745 w 362746"/>
                    <a:gd name="connsiteY0" fmla="*/ 0 h 586180"/>
                    <a:gd name="connsiteX1" fmla="*/ 50098 w 362746"/>
                    <a:gd name="connsiteY1" fmla="*/ 20709 h 586180"/>
                    <a:gd name="connsiteX2" fmla="*/ 133023 w 362746"/>
                    <a:gd name="connsiteY2" fmla="*/ 92631 h 586180"/>
                    <a:gd name="connsiteX3" fmla="*/ 352628 w 362746"/>
                    <a:gd name="connsiteY3" fmla="*/ 576872 h 586180"/>
                    <a:gd name="connsiteX4" fmla="*/ 330659 w 362746"/>
                    <a:gd name="connsiteY4" fmla="*/ 427415 h 586180"/>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352628 w 352628"/>
                    <a:gd name="connsiteY3"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8544 w 352628"/>
                    <a:gd name="connsiteY3" fmla="*/ 262797 h 576872"/>
                    <a:gd name="connsiteX4" fmla="*/ 352628 w 352628"/>
                    <a:gd name="connsiteY4" fmla="*/ 576872 h 576872"/>
                    <a:gd name="connsiteX0" fmla="*/ 37481 w 352628"/>
                    <a:gd name="connsiteY0" fmla="*/ 21917 h 576872"/>
                    <a:gd name="connsiteX1" fmla="*/ 0 w 352628"/>
                    <a:gd name="connsiteY1" fmla="*/ 155948 h 576872"/>
                    <a:gd name="connsiteX2" fmla="*/ 37481 w 352628"/>
                    <a:gd name="connsiteY2" fmla="*/ 21917 h 576872"/>
                    <a:gd name="connsiteX0" fmla="*/ 25745 w 352628"/>
                    <a:gd name="connsiteY0" fmla="*/ 0 h 576872"/>
                    <a:gd name="connsiteX1" fmla="*/ 50098 w 352628"/>
                    <a:gd name="connsiteY1" fmla="*/ 20709 h 576872"/>
                    <a:gd name="connsiteX2" fmla="*/ 133023 w 352628"/>
                    <a:gd name="connsiteY2" fmla="*/ 92631 h 576872"/>
                    <a:gd name="connsiteX3" fmla="*/ 254517 w 352628"/>
                    <a:gd name="connsiteY3" fmla="*/ 267554 h 576872"/>
                    <a:gd name="connsiteX4" fmla="*/ 352628 w 352628"/>
                    <a:gd name="connsiteY4" fmla="*/ 576872 h 576872"/>
                    <a:gd name="connsiteX0" fmla="*/ 37481 w 371796"/>
                    <a:gd name="connsiteY0" fmla="*/ 21917 h 577111"/>
                    <a:gd name="connsiteX1" fmla="*/ 0 w 371796"/>
                    <a:gd name="connsiteY1" fmla="*/ 155948 h 577111"/>
                    <a:gd name="connsiteX2" fmla="*/ 37481 w 371796"/>
                    <a:gd name="connsiteY2" fmla="*/ 21917 h 577111"/>
                    <a:gd name="connsiteX0" fmla="*/ 25745 w 371796"/>
                    <a:gd name="connsiteY0" fmla="*/ 0 h 577111"/>
                    <a:gd name="connsiteX1" fmla="*/ 50098 w 371796"/>
                    <a:gd name="connsiteY1" fmla="*/ 20709 h 577111"/>
                    <a:gd name="connsiteX2" fmla="*/ 133023 w 371796"/>
                    <a:gd name="connsiteY2" fmla="*/ 92631 h 577111"/>
                    <a:gd name="connsiteX3" fmla="*/ 254517 w 371796"/>
                    <a:gd name="connsiteY3" fmla="*/ 267554 h 577111"/>
                    <a:gd name="connsiteX4" fmla="*/ 371797 w 371796"/>
                    <a:gd name="connsiteY4" fmla="*/ 577111 h 577111"/>
                    <a:gd name="connsiteX0" fmla="*/ 37481 w 371797"/>
                    <a:gd name="connsiteY0" fmla="*/ 21917 h 577111"/>
                    <a:gd name="connsiteX1" fmla="*/ 0 w 371797"/>
                    <a:gd name="connsiteY1" fmla="*/ 155948 h 577111"/>
                    <a:gd name="connsiteX2" fmla="*/ 37481 w 371797"/>
                    <a:gd name="connsiteY2" fmla="*/ 21917 h 577111"/>
                    <a:gd name="connsiteX0" fmla="*/ 25745 w 371797"/>
                    <a:gd name="connsiteY0" fmla="*/ 0 h 577111"/>
                    <a:gd name="connsiteX1" fmla="*/ 50098 w 371797"/>
                    <a:gd name="connsiteY1" fmla="*/ 20709 h 577111"/>
                    <a:gd name="connsiteX2" fmla="*/ 133023 w 371797"/>
                    <a:gd name="connsiteY2" fmla="*/ 92631 h 577111"/>
                    <a:gd name="connsiteX3" fmla="*/ 254517 w 371797"/>
                    <a:gd name="connsiteY3" fmla="*/ 267554 h 577111"/>
                    <a:gd name="connsiteX4" fmla="*/ 286134 w 371797"/>
                    <a:gd name="connsiteY4" fmla="*/ 323640 h 577111"/>
                    <a:gd name="connsiteX5" fmla="*/ 371797 w 371797"/>
                    <a:gd name="connsiteY5" fmla="*/ 577111 h 577111"/>
                    <a:gd name="connsiteX0" fmla="*/ 45075 w 379391"/>
                    <a:gd name="connsiteY0" fmla="*/ 51180 h 606374"/>
                    <a:gd name="connsiteX1" fmla="*/ 7594 w 379391"/>
                    <a:gd name="connsiteY1" fmla="*/ 185211 h 606374"/>
                    <a:gd name="connsiteX2" fmla="*/ 45075 w 379391"/>
                    <a:gd name="connsiteY2" fmla="*/ 51180 h 606374"/>
                    <a:gd name="connsiteX0" fmla="*/ 0 w 379391"/>
                    <a:gd name="connsiteY0" fmla="*/ 0 h 606374"/>
                    <a:gd name="connsiteX1" fmla="*/ 57692 w 379391"/>
                    <a:gd name="connsiteY1" fmla="*/ 49972 h 606374"/>
                    <a:gd name="connsiteX2" fmla="*/ 140617 w 379391"/>
                    <a:gd name="connsiteY2" fmla="*/ 121894 h 606374"/>
                    <a:gd name="connsiteX3" fmla="*/ 262111 w 379391"/>
                    <a:gd name="connsiteY3" fmla="*/ 296817 h 606374"/>
                    <a:gd name="connsiteX4" fmla="*/ 293728 w 379391"/>
                    <a:gd name="connsiteY4" fmla="*/ 352903 h 606374"/>
                    <a:gd name="connsiteX5" fmla="*/ 379391 w 379391"/>
                    <a:gd name="connsiteY5" fmla="*/ 606374 h 606374"/>
                    <a:gd name="connsiteX0" fmla="*/ 45075 w 378690"/>
                    <a:gd name="connsiteY0" fmla="*/ 51180 h 639619"/>
                    <a:gd name="connsiteX1" fmla="*/ 7594 w 378690"/>
                    <a:gd name="connsiteY1" fmla="*/ 185211 h 639619"/>
                    <a:gd name="connsiteX2" fmla="*/ 45075 w 378690"/>
                    <a:gd name="connsiteY2" fmla="*/ 51180 h 639619"/>
                    <a:gd name="connsiteX0" fmla="*/ 0 w 378690"/>
                    <a:gd name="connsiteY0" fmla="*/ 0 h 639619"/>
                    <a:gd name="connsiteX1" fmla="*/ 57692 w 378690"/>
                    <a:gd name="connsiteY1" fmla="*/ 49972 h 639619"/>
                    <a:gd name="connsiteX2" fmla="*/ 140617 w 378690"/>
                    <a:gd name="connsiteY2" fmla="*/ 121894 h 639619"/>
                    <a:gd name="connsiteX3" fmla="*/ 262111 w 378690"/>
                    <a:gd name="connsiteY3" fmla="*/ 296817 h 639619"/>
                    <a:gd name="connsiteX4" fmla="*/ 293728 w 378690"/>
                    <a:gd name="connsiteY4" fmla="*/ 352903 h 639619"/>
                    <a:gd name="connsiteX5" fmla="*/ 378690 w 378690"/>
                    <a:gd name="connsiteY5" fmla="*/ 639619 h 63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690" h="639619" stroke="0" extrusionOk="0">
                      <a:moveTo>
                        <a:pt x="45075" y="51180"/>
                      </a:moveTo>
                      <a:lnTo>
                        <a:pt x="7594" y="185211"/>
                      </a:lnTo>
                      <a:cubicBezTo>
                        <a:pt x="7594" y="126872"/>
                        <a:pt x="45075" y="109519"/>
                        <a:pt x="45075" y="51180"/>
                      </a:cubicBezTo>
                      <a:close/>
                    </a:path>
                    <a:path w="378690" h="639619" fill="none">
                      <a:moveTo>
                        <a:pt x="0" y="0"/>
                      </a:moveTo>
                      <a:cubicBezTo>
                        <a:pt x="8809" y="2797"/>
                        <a:pt x="46681" y="46476"/>
                        <a:pt x="57692" y="49972"/>
                      </a:cubicBezTo>
                      <a:cubicBezTo>
                        <a:pt x="78914" y="63922"/>
                        <a:pt x="118831" y="95476"/>
                        <a:pt x="140617" y="121894"/>
                      </a:cubicBezTo>
                      <a:cubicBezTo>
                        <a:pt x="169899" y="165512"/>
                        <a:pt x="225510" y="216110"/>
                        <a:pt x="262111" y="296817"/>
                      </a:cubicBezTo>
                      <a:cubicBezTo>
                        <a:pt x="285276" y="335556"/>
                        <a:pt x="274181" y="301310"/>
                        <a:pt x="293728" y="352903"/>
                      </a:cubicBezTo>
                      <a:cubicBezTo>
                        <a:pt x="313275" y="404496"/>
                        <a:pt x="362059" y="597611"/>
                        <a:pt x="378690" y="639619"/>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34" name="Group 33">
                  <a:extLst>
                    <a:ext uri="{FF2B5EF4-FFF2-40B4-BE49-F238E27FC236}">
                      <a16:creationId xmlns:a16="http://schemas.microsoft.com/office/drawing/2014/main" id="{477F0E85-4285-749A-3898-B4F455CC14E3}"/>
                    </a:ext>
                  </a:extLst>
                </p:cNvPr>
                <p:cNvGrpSpPr/>
                <p:nvPr/>
              </p:nvGrpSpPr>
              <p:grpSpPr>
                <a:xfrm rot="5690535">
                  <a:off x="2696103" y="4200375"/>
                  <a:ext cx="264600" cy="274320"/>
                  <a:chOff x="2629879" y="3095672"/>
                  <a:chExt cx="240577" cy="274320"/>
                </a:xfrm>
              </p:grpSpPr>
              <p:sp>
                <p:nvSpPr>
                  <p:cNvPr id="47" name="Isosceles Triangle 46">
                    <a:extLst>
                      <a:ext uri="{FF2B5EF4-FFF2-40B4-BE49-F238E27FC236}">
                        <a16:creationId xmlns:a16="http://schemas.microsoft.com/office/drawing/2014/main" id="{EF63F746-7165-FBA1-475E-AC98FD376EFC}"/>
                      </a:ext>
                    </a:extLst>
                  </p:cNvPr>
                  <p:cNvSpPr/>
                  <p:nvPr/>
                </p:nvSpPr>
                <p:spPr>
                  <a:xfrm rot="5109465">
                    <a:off x="2586578" y="3138973"/>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8" name="Oval 47">
                    <a:extLst>
                      <a:ext uri="{FF2B5EF4-FFF2-40B4-BE49-F238E27FC236}">
                        <a16:creationId xmlns:a16="http://schemas.microsoft.com/office/drawing/2014/main" id="{7C71723C-64A0-F469-11BE-43AF9E6F20F2}"/>
                      </a:ext>
                    </a:extLst>
                  </p:cNvPr>
                  <p:cNvSpPr/>
                  <p:nvPr/>
                </p:nvSpPr>
                <p:spPr>
                  <a:xfrm>
                    <a:off x="2824736" y="3204111"/>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grpSp>
              <p:nvGrpSpPr>
                <p:cNvPr id="35" name="Group 34">
                  <a:extLst>
                    <a:ext uri="{FF2B5EF4-FFF2-40B4-BE49-F238E27FC236}">
                      <a16:creationId xmlns:a16="http://schemas.microsoft.com/office/drawing/2014/main" id="{0B33F04E-75CB-2606-14BA-79AAAB7DD0A2}"/>
                    </a:ext>
                  </a:extLst>
                </p:cNvPr>
                <p:cNvGrpSpPr/>
                <p:nvPr/>
              </p:nvGrpSpPr>
              <p:grpSpPr>
                <a:xfrm rot="15736595">
                  <a:off x="1737589" y="4216586"/>
                  <a:ext cx="258844" cy="274320"/>
                  <a:chOff x="2671336" y="3081494"/>
                  <a:chExt cx="235344" cy="274320"/>
                </a:xfrm>
              </p:grpSpPr>
              <p:sp>
                <p:nvSpPr>
                  <p:cNvPr id="45" name="Isosceles Triangle 44">
                    <a:extLst>
                      <a:ext uri="{FF2B5EF4-FFF2-40B4-BE49-F238E27FC236}">
                        <a16:creationId xmlns:a16="http://schemas.microsoft.com/office/drawing/2014/main" id="{9F1AD671-9742-ADCE-2273-178FA8CFE8F3}"/>
                      </a:ext>
                    </a:extLst>
                  </p:cNvPr>
                  <p:cNvSpPr/>
                  <p:nvPr/>
                </p:nvSpPr>
                <p:spPr>
                  <a:xfrm rot="5400000">
                    <a:off x="2628035" y="3124795"/>
                    <a:ext cx="274320" cy="18771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6" name="Oval 45">
                    <a:extLst>
                      <a:ext uri="{FF2B5EF4-FFF2-40B4-BE49-F238E27FC236}">
                        <a16:creationId xmlns:a16="http://schemas.microsoft.com/office/drawing/2014/main" id="{EA58D7B2-AD48-3DEA-A441-F03530D7E8C3}"/>
                      </a:ext>
                    </a:extLst>
                  </p:cNvPr>
                  <p:cNvSpPr/>
                  <p:nvPr/>
                </p:nvSpPr>
                <p:spPr>
                  <a:xfrm>
                    <a:off x="2860960" y="3200058"/>
                    <a:ext cx="45720" cy="45720"/>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grpSp>
            <p:cxnSp>
              <p:nvCxnSpPr>
                <p:cNvPr id="36" name="Straight Arrow Connector 35">
                  <a:extLst>
                    <a:ext uri="{FF2B5EF4-FFF2-40B4-BE49-F238E27FC236}">
                      <a16:creationId xmlns:a16="http://schemas.microsoft.com/office/drawing/2014/main" id="{81092F3A-DA81-1635-2573-CDB7A00953DF}"/>
                    </a:ext>
                  </a:extLst>
                </p:cNvPr>
                <p:cNvCxnSpPr/>
                <p:nvPr/>
              </p:nvCxnSpPr>
              <p:spPr>
                <a:xfrm flipH="1">
                  <a:off x="3067992" y="3986489"/>
                  <a:ext cx="200523"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87F0215A-C3BE-7FAA-129A-671B2D1FF548}"/>
                    </a:ext>
                  </a:extLst>
                </p:cNvPr>
                <p:cNvCxnSpPr/>
                <p:nvPr/>
              </p:nvCxnSpPr>
              <p:spPr>
                <a:xfrm flipH="1">
                  <a:off x="2698883" y="3913822"/>
                  <a:ext cx="115256" cy="94002"/>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9A3E0D02-8393-E063-BDA7-CE4C8EA90BA2}"/>
                    </a:ext>
                  </a:extLst>
                </p:cNvPr>
                <p:cNvCxnSpPr/>
                <p:nvPr/>
              </p:nvCxnSpPr>
              <p:spPr>
                <a:xfrm flipH="1" flipV="1">
                  <a:off x="2761760" y="4619084"/>
                  <a:ext cx="138254" cy="7945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43AD9C40-2814-6B6E-EABB-92FE668FC7BE}"/>
                    </a:ext>
                  </a:extLst>
                </p:cNvPr>
                <p:cNvCxnSpPr/>
                <p:nvPr/>
              </p:nvCxnSpPr>
              <p:spPr>
                <a:xfrm flipV="1">
                  <a:off x="1870531" y="4693584"/>
                  <a:ext cx="128192" cy="13531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5A0727D9-0835-CE03-56EB-189271631E4A}"/>
                    </a:ext>
                  </a:extLst>
                </p:cNvPr>
                <p:cNvCxnSpPr/>
                <p:nvPr/>
              </p:nvCxnSpPr>
              <p:spPr>
                <a:xfrm>
                  <a:off x="1816746" y="3895299"/>
                  <a:ext cx="181637" cy="116814"/>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41" name="Oval 40">
                  <a:extLst>
                    <a:ext uri="{FF2B5EF4-FFF2-40B4-BE49-F238E27FC236}">
                      <a16:creationId xmlns:a16="http://schemas.microsoft.com/office/drawing/2014/main" id="{6E5B9212-4CF4-9684-56F5-8E3954B9C8EC}"/>
                    </a:ext>
                  </a:extLst>
                </p:cNvPr>
                <p:cNvSpPr/>
                <p:nvPr/>
              </p:nvSpPr>
              <p:spPr>
                <a:xfrm>
                  <a:off x="2665155" y="3986489"/>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2" name="Oval 41">
                  <a:extLst>
                    <a:ext uri="{FF2B5EF4-FFF2-40B4-BE49-F238E27FC236}">
                      <a16:creationId xmlns:a16="http://schemas.microsoft.com/office/drawing/2014/main" id="{B4808A9C-9289-93F0-53DE-94A5DB11D691}"/>
                    </a:ext>
                  </a:extLst>
                </p:cNvPr>
                <p:cNvSpPr/>
                <p:nvPr/>
              </p:nvSpPr>
              <p:spPr>
                <a:xfrm>
                  <a:off x="2725653" y="4590837"/>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3" name="Oval 42">
                  <a:extLst>
                    <a:ext uri="{FF2B5EF4-FFF2-40B4-BE49-F238E27FC236}">
                      <a16:creationId xmlns:a16="http://schemas.microsoft.com/office/drawing/2014/main" id="{1F142A6B-BA1E-9C9F-394D-C0E0B56B9B9A}"/>
                    </a:ext>
                  </a:extLst>
                </p:cNvPr>
                <p:cNvSpPr/>
                <p:nvPr/>
              </p:nvSpPr>
              <p:spPr>
                <a:xfrm>
                  <a:off x="1970350" y="4675476"/>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44" name="Oval 43">
                  <a:extLst>
                    <a:ext uri="{FF2B5EF4-FFF2-40B4-BE49-F238E27FC236}">
                      <a16:creationId xmlns:a16="http://schemas.microsoft.com/office/drawing/2014/main" id="{B508288F-BCD3-5202-E522-0783A6A58930}"/>
                    </a:ext>
                  </a:extLst>
                </p:cNvPr>
                <p:cNvSpPr/>
                <p:nvPr/>
              </p:nvSpPr>
              <p:spPr>
                <a:xfrm>
                  <a:off x="1975523" y="3993110"/>
                  <a:ext cx="45720"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sp>
            <p:nvSpPr>
              <p:cNvPr id="21" name="Oval 20">
                <a:extLst>
                  <a:ext uri="{FF2B5EF4-FFF2-40B4-BE49-F238E27FC236}">
                    <a16:creationId xmlns:a16="http://schemas.microsoft.com/office/drawing/2014/main" id="{0CD0FEED-41B7-5848-CF9B-D8FB7FFA09D3}"/>
                  </a:ext>
                </a:extLst>
              </p:cNvPr>
              <p:cNvSpPr/>
              <p:nvPr/>
            </p:nvSpPr>
            <p:spPr>
              <a:xfrm rot="15736595">
                <a:off x="6498771" y="6398007"/>
                <a:ext cx="75203" cy="68375"/>
              </a:xfrm>
              <a:prstGeom prst="ellipse">
                <a:avLst/>
              </a:prstGeom>
              <a:solidFill>
                <a:schemeClr val="bg1"/>
              </a:solidFill>
              <a:ln w="2540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215"/>
              </a:p>
            </p:txBody>
          </p:sp>
          <p:cxnSp>
            <p:nvCxnSpPr>
              <p:cNvPr id="22" name="Straight Arrow Connector 21">
                <a:extLst>
                  <a:ext uri="{FF2B5EF4-FFF2-40B4-BE49-F238E27FC236}">
                    <a16:creationId xmlns:a16="http://schemas.microsoft.com/office/drawing/2014/main" id="{15AEC058-6C79-C8C9-67B9-DA745A3481D8}"/>
                  </a:ext>
                </a:extLst>
              </p:cNvPr>
              <p:cNvCxnSpPr/>
              <p:nvPr/>
            </p:nvCxnSpPr>
            <p:spPr>
              <a:xfrm flipH="1">
                <a:off x="7797411" y="5432221"/>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284C8B30-2B6F-3ABD-5127-8EC19F894582}"/>
                  </a:ext>
                </a:extLst>
              </p:cNvPr>
              <p:cNvCxnSpPr/>
              <p:nvPr/>
            </p:nvCxnSpPr>
            <p:spPr>
              <a:xfrm flipH="1">
                <a:off x="7794556" y="5644756"/>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DED05F6B-543B-F9C7-F706-E1033FA4BE39}"/>
                  </a:ext>
                </a:extLst>
              </p:cNvPr>
              <p:cNvCxnSpPr/>
              <p:nvPr/>
            </p:nvCxnSpPr>
            <p:spPr>
              <a:xfrm flipH="1">
                <a:off x="7794560" y="6164229"/>
                <a:ext cx="299885"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1237351E-64CA-24D3-969B-FB9BFB023CC8}"/>
                  </a:ext>
                </a:extLst>
              </p:cNvPr>
              <p:cNvCxnSpPr/>
              <p:nvPr/>
            </p:nvCxnSpPr>
            <p:spPr>
              <a:xfrm>
                <a:off x="7942479" y="5700477"/>
                <a:ext cx="0" cy="418523"/>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7214E63E-76EE-5E68-1424-539AC4DB6A64}"/>
                      </a:ext>
                    </a:extLst>
                  </p:cNvPr>
                  <p:cNvSpPr/>
                  <p:nvPr/>
                </p:nvSpPr>
                <p:spPr>
                  <a:xfrm>
                    <a:off x="8079253" y="5033170"/>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21" name="Rectangle 20">
                    <a:extLst>
                      <a:ext uri="{FF2B5EF4-FFF2-40B4-BE49-F238E27FC236}">
                        <a16:creationId xmlns:a16="http://schemas.microsoft.com/office/drawing/2014/main" id="{7214E63E-76EE-5E68-1424-539AC4DB6A64}"/>
                      </a:ext>
                    </a:extLst>
                  </p:cNvPr>
                  <p:cNvSpPr>
                    <a:spLocks noRot="1" noChangeAspect="1" noMove="1" noResize="1" noEditPoints="1" noAdjustHandles="1" noChangeArrowheads="1" noChangeShapeType="1" noTextEdit="1"/>
                  </p:cNvSpPr>
                  <p:nvPr/>
                </p:nvSpPr>
                <p:spPr>
                  <a:xfrm>
                    <a:off x="8079253" y="5033170"/>
                    <a:ext cx="429822" cy="28741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967C1893-9A2F-DB39-73F0-C92A6F52F123}"/>
                      </a:ext>
                    </a:extLst>
                  </p:cNvPr>
                  <p:cNvSpPr/>
                  <p:nvPr/>
                </p:nvSpPr>
                <p:spPr>
                  <a:xfrm>
                    <a:off x="8094447" y="5289198"/>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22" name="Rectangle 21">
                    <a:extLst>
                      <a:ext uri="{FF2B5EF4-FFF2-40B4-BE49-F238E27FC236}">
                        <a16:creationId xmlns:a16="http://schemas.microsoft.com/office/drawing/2014/main" id="{967C1893-9A2F-DB39-73F0-C92A6F52F123}"/>
                      </a:ext>
                    </a:extLst>
                  </p:cNvPr>
                  <p:cNvSpPr>
                    <a:spLocks noRot="1" noChangeAspect="1" noMove="1" noResize="1" noEditPoints="1" noAdjustHandles="1" noChangeArrowheads="1" noChangeShapeType="1" noTextEdit="1"/>
                  </p:cNvSpPr>
                  <p:nvPr/>
                </p:nvSpPr>
                <p:spPr>
                  <a:xfrm>
                    <a:off x="8094447" y="5289198"/>
                    <a:ext cx="429822" cy="28741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E7FDE08-9B4E-7F49-21F6-FB0C64CD9FB1}"/>
                      </a:ext>
                    </a:extLst>
                  </p:cNvPr>
                  <p:cNvSpPr/>
                  <p:nvPr/>
                </p:nvSpPr>
                <p:spPr>
                  <a:xfrm>
                    <a:off x="8089173" y="5523004"/>
                    <a:ext cx="429822"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23" name="Rectangle 22">
                    <a:extLst>
                      <a:ext uri="{FF2B5EF4-FFF2-40B4-BE49-F238E27FC236}">
                        <a16:creationId xmlns:a16="http://schemas.microsoft.com/office/drawing/2014/main" id="{3E7FDE08-9B4E-7F49-21F6-FB0C64CD9FB1}"/>
                      </a:ext>
                    </a:extLst>
                  </p:cNvPr>
                  <p:cNvSpPr>
                    <a:spLocks noRot="1" noChangeAspect="1" noMove="1" noResize="1" noEditPoints="1" noAdjustHandles="1" noChangeArrowheads="1" noChangeShapeType="1" noTextEdit="1"/>
                  </p:cNvSpPr>
                  <p:nvPr/>
                </p:nvSpPr>
                <p:spPr>
                  <a:xfrm>
                    <a:off x="8089173" y="5523004"/>
                    <a:ext cx="429822" cy="28741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F294D3F6-91AE-4009-D12C-2CE69E5C0679}"/>
                      </a:ext>
                    </a:extLst>
                  </p:cNvPr>
                  <p:cNvSpPr/>
                  <p:nvPr/>
                </p:nvSpPr>
                <p:spPr>
                  <a:xfrm>
                    <a:off x="8042907" y="6011095"/>
                    <a:ext cx="444205" cy="287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24" name="Rectangle 23">
                    <a:extLst>
                      <a:ext uri="{FF2B5EF4-FFF2-40B4-BE49-F238E27FC236}">
                        <a16:creationId xmlns:a16="http://schemas.microsoft.com/office/drawing/2014/main" id="{F294D3F6-91AE-4009-D12C-2CE69E5C0679}"/>
                      </a:ext>
                    </a:extLst>
                  </p:cNvPr>
                  <p:cNvSpPr>
                    <a:spLocks noRot="1" noChangeAspect="1" noMove="1" noResize="1" noEditPoints="1" noAdjustHandles="1" noChangeArrowheads="1" noChangeShapeType="1" noTextEdit="1"/>
                  </p:cNvSpPr>
                  <p:nvPr/>
                </p:nvSpPr>
                <p:spPr>
                  <a:xfrm>
                    <a:off x="8042907" y="6011095"/>
                    <a:ext cx="444205" cy="287415"/>
                  </a:xfrm>
                  <a:prstGeom prst="rect">
                    <a:avLst/>
                  </a:prstGeom>
                  <a:blipFill>
                    <a:blip r:embed="rId6"/>
                    <a:stretch>
                      <a:fillRect/>
                    </a:stretch>
                  </a:blipFill>
                </p:spPr>
                <p:txBody>
                  <a:bodyPr/>
                  <a:lstStyle/>
                  <a:p>
                    <a:r>
                      <a:rPr lang="en-US">
                        <a:noFill/>
                      </a:rPr>
                      <a:t> </a:t>
                    </a:r>
                  </a:p>
                </p:txBody>
              </p:sp>
            </mc:Fallback>
          </mc:AlternateContent>
        </p:grpSp>
        <p:sp>
          <p:nvSpPr>
            <p:cNvPr id="17" name="Right Brace 278">
              <a:extLst>
                <a:ext uri="{FF2B5EF4-FFF2-40B4-BE49-F238E27FC236}">
                  <a16:creationId xmlns:a16="http://schemas.microsoft.com/office/drawing/2014/main" id="{3B144041-8367-9860-411C-9B5FA81F8376}"/>
                </a:ext>
              </a:extLst>
            </p:cNvPr>
            <p:cNvSpPr/>
            <p:nvPr/>
          </p:nvSpPr>
          <p:spPr>
            <a:xfrm>
              <a:off x="8495006" y="5075892"/>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 name="Rectangle 17">
              <a:extLst>
                <a:ext uri="{FF2B5EF4-FFF2-40B4-BE49-F238E27FC236}">
                  <a16:creationId xmlns:a16="http://schemas.microsoft.com/office/drawing/2014/main" id="{21C2401C-4DA3-CADD-40C3-404AB69EF735}"/>
                </a:ext>
              </a:extLst>
            </p:cNvPr>
            <p:cNvSpPr/>
            <p:nvPr/>
          </p:nvSpPr>
          <p:spPr>
            <a:xfrm>
              <a:off x="8684865" y="5246541"/>
              <a:ext cx="961906" cy="677108"/>
            </a:xfrm>
            <a:prstGeom prst="rect">
              <a:avLst/>
            </a:prstGeom>
          </p:spPr>
          <p:txBody>
            <a:bodyPr wrap="none">
              <a:spAutoFit/>
            </a:bodyPr>
            <a:lstStyle/>
            <a:p>
              <a:pPr algn="ctr"/>
              <a:r>
                <a:rPr lang="en-US" sz="900" b="1">
                  <a:solidFill>
                    <a:srgbClr val="000099"/>
                  </a:solidFill>
                </a:rPr>
                <a:t>Multi </a:t>
              </a:r>
            </a:p>
            <a:p>
              <a:pPr algn="ctr"/>
              <a:r>
                <a:rPr lang="en-US" sz="900" b="1">
                  <a:solidFill>
                    <a:srgbClr val="000099"/>
                  </a:solidFill>
                </a:rPr>
                <a:t>Phase </a:t>
              </a:r>
            </a:p>
            <a:p>
              <a:pPr algn="ctr"/>
              <a:r>
                <a:rPr lang="en-US" sz="900" b="1">
                  <a:solidFill>
                    <a:srgbClr val="000099"/>
                  </a:solidFill>
                </a:rPr>
                <a:t>LO/Clock</a:t>
              </a:r>
            </a:p>
          </p:txBody>
        </p:sp>
      </p:grpSp>
      <p:sp>
        <p:nvSpPr>
          <p:cNvPr id="51" name="Rectangle 50">
            <a:extLst>
              <a:ext uri="{FF2B5EF4-FFF2-40B4-BE49-F238E27FC236}">
                <a16:creationId xmlns:a16="http://schemas.microsoft.com/office/drawing/2014/main" id="{E8A6FB8A-A47E-AA09-05EC-2622939BBF4E}"/>
              </a:ext>
            </a:extLst>
          </p:cNvPr>
          <p:cNvSpPr/>
          <p:nvPr/>
        </p:nvSpPr>
        <p:spPr>
          <a:xfrm>
            <a:off x="1338540" y="3227901"/>
            <a:ext cx="3150593" cy="461665"/>
          </a:xfrm>
          <a:prstGeom prst="rect">
            <a:avLst/>
          </a:prstGeom>
        </p:spPr>
        <p:txBody>
          <a:bodyPr wrap="square">
            <a:spAutoFit/>
          </a:bodyPr>
          <a:lstStyle/>
          <a:p>
            <a:pPr algn="ctr"/>
            <a:r>
              <a:rPr lang="en-US" sz="1200" b="1" dirty="0">
                <a:solidFill>
                  <a:srgbClr val="002060"/>
                </a:solidFill>
              </a:rPr>
              <a:t>(a) </a:t>
            </a:r>
            <a:r>
              <a:rPr lang="en-US" sz="1200" u="sng" dirty="0">
                <a:solidFill>
                  <a:srgbClr val="002060"/>
                </a:solidFill>
              </a:rPr>
              <a:t>Multiphase LO/clock generation methods using Ring with inverters</a:t>
            </a:r>
            <a:endParaRPr lang="en-IN" sz="1200" u="sng" dirty="0">
              <a:solidFill>
                <a:srgbClr val="002060"/>
              </a:solidFill>
            </a:endParaRPr>
          </a:p>
        </p:txBody>
      </p:sp>
      <p:grpSp>
        <p:nvGrpSpPr>
          <p:cNvPr id="52" name="Group 51">
            <a:extLst>
              <a:ext uri="{FF2B5EF4-FFF2-40B4-BE49-F238E27FC236}">
                <a16:creationId xmlns:a16="http://schemas.microsoft.com/office/drawing/2014/main" id="{3C5147B0-3D04-89C8-8DB8-F719A1DAB61A}"/>
              </a:ext>
            </a:extLst>
          </p:cNvPr>
          <p:cNvGrpSpPr/>
          <p:nvPr/>
        </p:nvGrpSpPr>
        <p:grpSpPr>
          <a:xfrm>
            <a:off x="7749757" y="1501072"/>
            <a:ext cx="4125414" cy="1616194"/>
            <a:chOff x="637466" y="1585609"/>
            <a:chExt cx="5500551" cy="2262491"/>
          </a:xfrm>
        </p:grpSpPr>
        <p:sp>
          <p:nvSpPr>
            <p:cNvPr id="53" name="Rounded Rectangle 268">
              <a:extLst>
                <a:ext uri="{FF2B5EF4-FFF2-40B4-BE49-F238E27FC236}">
                  <a16:creationId xmlns:a16="http://schemas.microsoft.com/office/drawing/2014/main" id="{1174C3DF-8057-A11F-2691-00FA8A8FF3A5}"/>
                </a:ext>
              </a:extLst>
            </p:cNvPr>
            <p:cNvSpPr/>
            <p:nvPr/>
          </p:nvSpPr>
          <p:spPr>
            <a:xfrm>
              <a:off x="2043924" y="1585609"/>
              <a:ext cx="2374078" cy="2262491"/>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4" name="Rounded Rectangle 254">
              <a:extLst>
                <a:ext uri="{FF2B5EF4-FFF2-40B4-BE49-F238E27FC236}">
                  <a16:creationId xmlns:a16="http://schemas.microsoft.com/office/drawing/2014/main" id="{CB00394F-200A-3798-0DCD-E40D7C104EDB}"/>
                </a:ext>
              </a:extLst>
            </p:cNvPr>
            <p:cNvSpPr/>
            <p:nvPr/>
          </p:nvSpPr>
          <p:spPr>
            <a:xfrm>
              <a:off x="637466" y="2107578"/>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55" name="Rectangle 54">
              <a:extLst>
                <a:ext uri="{FF2B5EF4-FFF2-40B4-BE49-F238E27FC236}">
                  <a16:creationId xmlns:a16="http://schemas.microsoft.com/office/drawing/2014/main" id="{7B215F80-5999-3F39-D80F-D4FE114CBE16}"/>
                </a:ext>
              </a:extLst>
            </p:cNvPr>
            <p:cNvSpPr/>
            <p:nvPr/>
          </p:nvSpPr>
          <p:spPr>
            <a:xfrm>
              <a:off x="745946" y="2383680"/>
              <a:ext cx="944437" cy="710907"/>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grpSp>
          <p:nvGrpSpPr>
            <p:cNvPr id="56" name="Group 55">
              <a:extLst>
                <a:ext uri="{FF2B5EF4-FFF2-40B4-BE49-F238E27FC236}">
                  <a16:creationId xmlns:a16="http://schemas.microsoft.com/office/drawing/2014/main" id="{2475F882-8FA1-7AF8-C900-2128E6EBCCE8}"/>
                </a:ext>
              </a:extLst>
            </p:cNvPr>
            <p:cNvGrpSpPr>
              <a:grpSpLocks noChangeAspect="1"/>
            </p:cNvGrpSpPr>
            <p:nvPr/>
          </p:nvGrpSpPr>
          <p:grpSpPr>
            <a:xfrm>
              <a:off x="1740491" y="1702085"/>
              <a:ext cx="2543499" cy="2103120"/>
              <a:chOff x="1961702" y="1886899"/>
              <a:chExt cx="2230380" cy="1844214"/>
            </a:xfrm>
          </p:grpSpPr>
          <p:sp>
            <p:nvSpPr>
              <p:cNvPr id="73" name="Oval 72">
                <a:extLst>
                  <a:ext uri="{FF2B5EF4-FFF2-40B4-BE49-F238E27FC236}">
                    <a16:creationId xmlns:a16="http://schemas.microsoft.com/office/drawing/2014/main" id="{69849780-6C17-9BDC-3E9F-C70F9A5D269C}"/>
                  </a:ext>
                </a:extLst>
              </p:cNvPr>
              <p:cNvSpPr/>
              <p:nvPr/>
            </p:nvSpPr>
            <p:spPr>
              <a:xfrm>
                <a:off x="2433006" y="1986602"/>
                <a:ext cx="1604149" cy="1604147"/>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74" name="Oval 73">
                <a:extLst>
                  <a:ext uri="{FF2B5EF4-FFF2-40B4-BE49-F238E27FC236}">
                    <a16:creationId xmlns:a16="http://schemas.microsoft.com/office/drawing/2014/main" id="{DBBFDD38-1B2B-4CA1-EBAA-95D64C163AB3}"/>
                  </a:ext>
                </a:extLst>
              </p:cNvPr>
              <p:cNvSpPr/>
              <p:nvPr/>
            </p:nvSpPr>
            <p:spPr>
              <a:xfrm>
                <a:off x="2541383" y="2103840"/>
                <a:ext cx="1385401" cy="1385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75" name="Group 74">
                <a:extLst>
                  <a:ext uri="{FF2B5EF4-FFF2-40B4-BE49-F238E27FC236}">
                    <a16:creationId xmlns:a16="http://schemas.microsoft.com/office/drawing/2014/main" id="{44D9DA7E-C661-455F-D1D6-651E57E3524B}"/>
                  </a:ext>
                </a:extLst>
              </p:cNvPr>
              <p:cNvGrpSpPr>
                <a:grpSpLocks noChangeAspect="1"/>
              </p:cNvGrpSpPr>
              <p:nvPr/>
            </p:nvGrpSpPr>
            <p:grpSpPr>
              <a:xfrm>
                <a:off x="2996876" y="1886899"/>
                <a:ext cx="437495" cy="400269"/>
                <a:chOff x="2169506" y="4772026"/>
                <a:chExt cx="1145194" cy="1047750"/>
              </a:xfrm>
            </p:grpSpPr>
            <p:sp>
              <p:nvSpPr>
                <p:cNvPr id="269" name="Oval 268">
                  <a:extLst>
                    <a:ext uri="{FF2B5EF4-FFF2-40B4-BE49-F238E27FC236}">
                      <a16:creationId xmlns:a16="http://schemas.microsoft.com/office/drawing/2014/main" id="{2A66DA3E-A9DE-56DB-7ED7-061355B4B66A}"/>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70" name="Group 269">
                  <a:extLst>
                    <a:ext uri="{FF2B5EF4-FFF2-40B4-BE49-F238E27FC236}">
                      <a16:creationId xmlns:a16="http://schemas.microsoft.com/office/drawing/2014/main" id="{A12A7D9B-B0A5-D141-7BC3-96385905894C}"/>
                    </a:ext>
                  </a:extLst>
                </p:cNvPr>
                <p:cNvGrpSpPr/>
                <p:nvPr/>
              </p:nvGrpSpPr>
              <p:grpSpPr>
                <a:xfrm>
                  <a:off x="2243356" y="4913274"/>
                  <a:ext cx="933517" cy="730856"/>
                  <a:chOff x="1027600" y="4784489"/>
                  <a:chExt cx="933517" cy="730856"/>
                </a:xfrm>
              </p:grpSpPr>
              <p:grpSp>
                <p:nvGrpSpPr>
                  <p:cNvPr id="271" name="Group 270">
                    <a:extLst>
                      <a:ext uri="{FF2B5EF4-FFF2-40B4-BE49-F238E27FC236}">
                        <a16:creationId xmlns:a16="http://schemas.microsoft.com/office/drawing/2014/main" id="{840066DE-B89A-A2A2-D876-2F92FCD1C43B}"/>
                      </a:ext>
                    </a:extLst>
                  </p:cNvPr>
                  <p:cNvGrpSpPr/>
                  <p:nvPr/>
                </p:nvGrpSpPr>
                <p:grpSpPr>
                  <a:xfrm>
                    <a:off x="1027600" y="4965926"/>
                    <a:ext cx="362347" cy="380159"/>
                    <a:chOff x="1711577" y="4926883"/>
                    <a:chExt cx="274320" cy="274320"/>
                  </a:xfrm>
                </p:grpSpPr>
                <p:sp>
                  <p:nvSpPr>
                    <p:cNvPr id="322" name="Flowchart: Connector 321">
                      <a:extLst>
                        <a:ext uri="{FF2B5EF4-FFF2-40B4-BE49-F238E27FC236}">
                          <a16:creationId xmlns:a16="http://schemas.microsoft.com/office/drawing/2014/main" id="{32294CFF-8D95-391B-3E50-C057A971790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323" name="Freeform 55">
                      <a:extLst>
                        <a:ext uri="{FF2B5EF4-FFF2-40B4-BE49-F238E27FC236}">
                          <a16:creationId xmlns:a16="http://schemas.microsoft.com/office/drawing/2014/main" id="{185DB6A6-3F39-A8C7-D707-29DF01E6997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72" name="Straight Connector 271">
                    <a:extLst>
                      <a:ext uri="{FF2B5EF4-FFF2-40B4-BE49-F238E27FC236}">
                        <a16:creationId xmlns:a16="http://schemas.microsoft.com/office/drawing/2014/main" id="{4DB71327-259F-92E7-9642-B86B6CE0596C}"/>
                      </a:ext>
                    </a:extLst>
                  </p:cNvPr>
                  <p:cNvCxnSpPr>
                    <a:stCxn id="322"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D6A0A1A4-42EE-3668-3325-E19B2F006974}"/>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8D171824-F8F6-6208-6E70-4D1073683AF3}"/>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3B60A730-AB75-626D-D575-6556ECE42103}"/>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9FCEA77A-BD9F-EFF0-6277-226E89D9E270}"/>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09DD6D22-090E-E16C-A4AE-325357B67B49}"/>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78" name="Group 277">
                    <a:extLst>
                      <a:ext uri="{FF2B5EF4-FFF2-40B4-BE49-F238E27FC236}">
                        <a16:creationId xmlns:a16="http://schemas.microsoft.com/office/drawing/2014/main" id="{691F114F-F780-DE57-7572-E2B79824E489}"/>
                      </a:ext>
                    </a:extLst>
                  </p:cNvPr>
                  <p:cNvGrpSpPr/>
                  <p:nvPr/>
                </p:nvGrpSpPr>
                <p:grpSpPr>
                  <a:xfrm>
                    <a:off x="1565526" y="4885688"/>
                    <a:ext cx="395591" cy="540633"/>
                    <a:chOff x="1715961" y="4885759"/>
                    <a:chExt cx="395591" cy="540633"/>
                  </a:xfrm>
                </p:grpSpPr>
                <p:grpSp>
                  <p:nvGrpSpPr>
                    <p:cNvPr id="281" name="Group 280">
                      <a:extLst>
                        <a:ext uri="{FF2B5EF4-FFF2-40B4-BE49-F238E27FC236}">
                          <a16:creationId xmlns:a16="http://schemas.microsoft.com/office/drawing/2014/main" id="{0024A1BB-4092-8705-F617-1AD74967E709}"/>
                        </a:ext>
                      </a:extLst>
                    </p:cNvPr>
                    <p:cNvGrpSpPr/>
                    <p:nvPr/>
                  </p:nvGrpSpPr>
                  <p:grpSpPr>
                    <a:xfrm>
                      <a:off x="1715961" y="4885759"/>
                      <a:ext cx="317479" cy="205665"/>
                      <a:chOff x="1548734" y="4857791"/>
                      <a:chExt cx="240352" cy="148406"/>
                    </a:xfrm>
                  </p:grpSpPr>
                  <p:cxnSp>
                    <p:nvCxnSpPr>
                      <p:cNvPr id="311" name="Straight Connector 310">
                        <a:extLst>
                          <a:ext uri="{FF2B5EF4-FFF2-40B4-BE49-F238E27FC236}">
                            <a16:creationId xmlns:a16="http://schemas.microsoft.com/office/drawing/2014/main" id="{D3D8DC29-90D9-530D-1EC2-C2760C50EC1A}"/>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82A14340-D3AE-8198-E4F9-E22A279059C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38860E65-2D85-224C-2083-E9C1C71A842B}"/>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4E0BB051-D361-0777-C9BD-5028858C72E2}"/>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892AD711-3770-61F7-96CC-B0F53975F3CB}"/>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4282FEC3-2B96-B088-70E1-5C58E029C2D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7D64D889-152F-648F-BA66-25BA4CBE6A42}"/>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4B53D0FC-3725-979B-69FE-CF0D50177AA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F5544FBC-B803-0D86-216B-1BBB77EC8A5C}"/>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A62E1B91-0E51-A3EB-8D5D-0F1D97314330}"/>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4773F352-14AD-48AE-9AC9-86DAA64CDB04}"/>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82" name="Group 281">
                      <a:extLst>
                        <a:ext uri="{FF2B5EF4-FFF2-40B4-BE49-F238E27FC236}">
                          <a16:creationId xmlns:a16="http://schemas.microsoft.com/office/drawing/2014/main" id="{266C7B9A-AD42-2396-8A7E-A27B5CC7A938}"/>
                        </a:ext>
                      </a:extLst>
                    </p:cNvPr>
                    <p:cNvGrpSpPr/>
                    <p:nvPr/>
                  </p:nvGrpSpPr>
                  <p:grpSpPr>
                    <a:xfrm rot="10800000" flipH="1">
                      <a:off x="1715961" y="5219603"/>
                      <a:ext cx="317479" cy="206789"/>
                      <a:chOff x="1548734" y="4857791"/>
                      <a:chExt cx="240352" cy="149217"/>
                    </a:xfrm>
                  </p:grpSpPr>
                  <p:cxnSp>
                    <p:nvCxnSpPr>
                      <p:cNvPr id="300" name="Straight Connector 299">
                        <a:extLst>
                          <a:ext uri="{FF2B5EF4-FFF2-40B4-BE49-F238E27FC236}">
                            <a16:creationId xmlns:a16="http://schemas.microsoft.com/office/drawing/2014/main" id="{C2C4575F-ADE3-AA99-CBB1-9A4889AEAB21}"/>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1C9C307C-3D1A-1B84-0C2F-938E89F5F3D5}"/>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6A02A858-D3D3-456E-FBE8-2D966B7583F7}"/>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497F9313-BC59-67A3-E670-27C2009A8563}"/>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96828AAA-DA77-C796-307E-9E6866DD6BD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D4E9D423-000B-9712-3167-8C29972AA0A4}"/>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B2F32D23-E066-EC6A-0BFB-EB5796759E60}"/>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40CD123F-AA26-6550-CF7A-87A81C58FF8D}"/>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E3085AB7-2BB6-034D-67C0-ED97BD6004E3}"/>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7EDAAA49-C74B-D012-7644-0193D80C6FF5}"/>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CE2AA2AB-6B6B-6D97-5FA2-3981ABA72C35}"/>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83" name="Straight Connector 282">
                      <a:extLst>
                        <a:ext uri="{FF2B5EF4-FFF2-40B4-BE49-F238E27FC236}">
                          <a16:creationId xmlns:a16="http://schemas.microsoft.com/office/drawing/2014/main" id="{0FF138CB-6D2A-D2B1-9C60-EF2E3813EAFA}"/>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84" name="Group 283">
                      <a:extLst>
                        <a:ext uri="{FF2B5EF4-FFF2-40B4-BE49-F238E27FC236}">
                          <a16:creationId xmlns:a16="http://schemas.microsoft.com/office/drawing/2014/main" id="{34F97395-E4F5-5537-8800-A6DE06EF9278}"/>
                        </a:ext>
                      </a:extLst>
                    </p:cNvPr>
                    <p:cNvGrpSpPr/>
                    <p:nvPr/>
                  </p:nvGrpSpPr>
                  <p:grpSpPr>
                    <a:xfrm rot="5400000">
                      <a:off x="1879744" y="5102207"/>
                      <a:ext cx="335430" cy="128187"/>
                      <a:chOff x="7040920" y="3499872"/>
                      <a:chExt cx="973348" cy="287902"/>
                    </a:xfrm>
                  </p:grpSpPr>
                  <p:sp>
                    <p:nvSpPr>
                      <p:cNvPr id="287" name="Arc 286">
                        <a:extLst>
                          <a:ext uri="{FF2B5EF4-FFF2-40B4-BE49-F238E27FC236}">
                            <a16:creationId xmlns:a16="http://schemas.microsoft.com/office/drawing/2014/main" id="{7075F73A-0AFD-C03D-2F06-851055C9D466}"/>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88" name="Group 287">
                        <a:extLst>
                          <a:ext uri="{FF2B5EF4-FFF2-40B4-BE49-F238E27FC236}">
                            <a16:creationId xmlns:a16="http://schemas.microsoft.com/office/drawing/2014/main" id="{97E98F71-F8C8-6228-D062-028A3640BB9B}"/>
                          </a:ext>
                        </a:extLst>
                      </p:cNvPr>
                      <p:cNvGrpSpPr/>
                      <p:nvPr/>
                    </p:nvGrpSpPr>
                    <p:grpSpPr>
                      <a:xfrm>
                        <a:off x="7208043" y="3499872"/>
                        <a:ext cx="806225" cy="286012"/>
                        <a:chOff x="7208043" y="3499872"/>
                        <a:chExt cx="806225" cy="286012"/>
                      </a:xfrm>
                    </p:grpSpPr>
                    <p:sp>
                      <p:nvSpPr>
                        <p:cNvPr id="289" name="Arc 288">
                          <a:extLst>
                            <a:ext uri="{FF2B5EF4-FFF2-40B4-BE49-F238E27FC236}">
                              <a16:creationId xmlns:a16="http://schemas.microsoft.com/office/drawing/2014/main" id="{6F4EA0E9-68F9-7AFA-7D89-BC8D9339A5A8}"/>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0" name="Arc 289">
                          <a:extLst>
                            <a:ext uri="{FF2B5EF4-FFF2-40B4-BE49-F238E27FC236}">
                              <a16:creationId xmlns:a16="http://schemas.microsoft.com/office/drawing/2014/main" id="{CCFA3387-639E-87E9-132C-964AA0061FAC}"/>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1" name="Arc 290">
                          <a:extLst>
                            <a:ext uri="{FF2B5EF4-FFF2-40B4-BE49-F238E27FC236}">
                              <a16:creationId xmlns:a16="http://schemas.microsoft.com/office/drawing/2014/main" id="{E5F991FC-0BE4-E6EB-B7CE-D7A506EF72F0}"/>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2" name="Arc 291">
                          <a:extLst>
                            <a:ext uri="{FF2B5EF4-FFF2-40B4-BE49-F238E27FC236}">
                              <a16:creationId xmlns:a16="http://schemas.microsoft.com/office/drawing/2014/main" id="{9712E1F7-EADE-AB63-B495-1DBEB9BC5DB9}"/>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3" name="Arc 292">
                          <a:extLst>
                            <a:ext uri="{FF2B5EF4-FFF2-40B4-BE49-F238E27FC236}">
                              <a16:creationId xmlns:a16="http://schemas.microsoft.com/office/drawing/2014/main" id="{E6FAD8AE-8945-D080-127F-12594026BCF4}"/>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4" name="Arc 293">
                          <a:extLst>
                            <a:ext uri="{FF2B5EF4-FFF2-40B4-BE49-F238E27FC236}">
                              <a16:creationId xmlns:a16="http://schemas.microsoft.com/office/drawing/2014/main" id="{77C438ED-799A-4A53-6811-368DC953B885}"/>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5" name="Arc 294">
                          <a:extLst>
                            <a:ext uri="{FF2B5EF4-FFF2-40B4-BE49-F238E27FC236}">
                              <a16:creationId xmlns:a16="http://schemas.microsoft.com/office/drawing/2014/main" id="{C1E470B1-16F0-4A3B-FEC5-53C98EBA3E68}"/>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6" name="Arc 295">
                          <a:extLst>
                            <a:ext uri="{FF2B5EF4-FFF2-40B4-BE49-F238E27FC236}">
                              <a16:creationId xmlns:a16="http://schemas.microsoft.com/office/drawing/2014/main" id="{13511A73-2810-AFDA-2699-B8A55B68DF2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7" name="Arc 296">
                          <a:extLst>
                            <a:ext uri="{FF2B5EF4-FFF2-40B4-BE49-F238E27FC236}">
                              <a16:creationId xmlns:a16="http://schemas.microsoft.com/office/drawing/2014/main" id="{C3F4D163-47FC-1E7D-EB1F-B518196746CB}"/>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8" name="Arc 297">
                          <a:extLst>
                            <a:ext uri="{FF2B5EF4-FFF2-40B4-BE49-F238E27FC236}">
                              <a16:creationId xmlns:a16="http://schemas.microsoft.com/office/drawing/2014/main" id="{663606E7-C907-6F40-3C03-1F26A9724488}"/>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99" name="Arc 298">
                          <a:extLst>
                            <a:ext uri="{FF2B5EF4-FFF2-40B4-BE49-F238E27FC236}">
                              <a16:creationId xmlns:a16="http://schemas.microsoft.com/office/drawing/2014/main" id="{C0DA6795-F709-1A44-5D29-94C9CF42B8E6}"/>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85" name="Straight Connector 284">
                      <a:extLst>
                        <a:ext uri="{FF2B5EF4-FFF2-40B4-BE49-F238E27FC236}">
                          <a16:creationId xmlns:a16="http://schemas.microsoft.com/office/drawing/2014/main" id="{CEA2DDD6-3B63-AB4A-9864-2EF213378D6D}"/>
                        </a:ext>
                      </a:extLst>
                    </p:cNvPr>
                    <p:cNvCxnSpPr>
                      <a:stCxn id="287"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C144B782-011E-0AEF-D33E-51D3D5BDC217}"/>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79" name="Straight Connector 278">
                    <a:extLst>
                      <a:ext uri="{FF2B5EF4-FFF2-40B4-BE49-F238E27FC236}">
                        <a16:creationId xmlns:a16="http://schemas.microsoft.com/office/drawing/2014/main" id="{2CC68C4C-530A-ECDB-24FE-F070C128A079}"/>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B5D69103-E66D-303C-D2CB-83D7B8A1DAE7}"/>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6" name="Group 75">
                <a:extLst>
                  <a:ext uri="{FF2B5EF4-FFF2-40B4-BE49-F238E27FC236}">
                    <a16:creationId xmlns:a16="http://schemas.microsoft.com/office/drawing/2014/main" id="{28E5431F-ABBC-00FE-523C-BB66CF8C4E51}"/>
                  </a:ext>
                </a:extLst>
              </p:cNvPr>
              <p:cNvGrpSpPr>
                <a:grpSpLocks noChangeAspect="1"/>
              </p:cNvGrpSpPr>
              <p:nvPr/>
            </p:nvGrpSpPr>
            <p:grpSpPr>
              <a:xfrm>
                <a:off x="3754587" y="2562269"/>
                <a:ext cx="437495" cy="400269"/>
                <a:chOff x="2169506" y="4772026"/>
                <a:chExt cx="1145194" cy="1047750"/>
              </a:xfrm>
            </p:grpSpPr>
            <p:sp>
              <p:nvSpPr>
                <p:cNvPr id="214" name="Oval 213">
                  <a:extLst>
                    <a:ext uri="{FF2B5EF4-FFF2-40B4-BE49-F238E27FC236}">
                      <a16:creationId xmlns:a16="http://schemas.microsoft.com/office/drawing/2014/main" id="{269B3239-9D41-E4EE-1DD5-895665BAA8F2}"/>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215" name="Group 214">
                  <a:extLst>
                    <a:ext uri="{FF2B5EF4-FFF2-40B4-BE49-F238E27FC236}">
                      <a16:creationId xmlns:a16="http://schemas.microsoft.com/office/drawing/2014/main" id="{3994BF8C-1F14-8133-9881-EBD37069885C}"/>
                    </a:ext>
                  </a:extLst>
                </p:cNvPr>
                <p:cNvGrpSpPr/>
                <p:nvPr/>
              </p:nvGrpSpPr>
              <p:grpSpPr>
                <a:xfrm>
                  <a:off x="2243356" y="4913274"/>
                  <a:ext cx="933517" cy="730856"/>
                  <a:chOff x="1027600" y="4784489"/>
                  <a:chExt cx="933517" cy="730856"/>
                </a:xfrm>
              </p:grpSpPr>
              <p:grpSp>
                <p:nvGrpSpPr>
                  <p:cNvPr id="216" name="Group 215">
                    <a:extLst>
                      <a:ext uri="{FF2B5EF4-FFF2-40B4-BE49-F238E27FC236}">
                        <a16:creationId xmlns:a16="http://schemas.microsoft.com/office/drawing/2014/main" id="{75BFD0D8-F6DC-0D66-AC92-570B3C2D5DDC}"/>
                      </a:ext>
                    </a:extLst>
                  </p:cNvPr>
                  <p:cNvGrpSpPr/>
                  <p:nvPr/>
                </p:nvGrpSpPr>
                <p:grpSpPr>
                  <a:xfrm>
                    <a:off x="1027600" y="4965926"/>
                    <a:ext cx="362347" cy="380159"/>
                    <a:chOff x="1711577" y="4926883"/>
                    <a:chExt cx="274320" cy="274320"/>
                  </a:xfrm>
                </p:grpSpPr>
                <p:sp>
                  <p:nvSpPr>
                    <p:cNvPr id="267" name="Flowchart: Connector 266">
                      <a:extLst>
                        <a:ext uri="{FF2B5EF4-FFF2-40B4-BE49-F238E27FC236}">
                          <a16:creationId xmlns:a16="http://schemas.microsoft.com/office/drawing/2014/main" id="{F8E009AD-47C5-169F-6DE3-57240CBC8C47}"/>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68" name="Freeform 113">
                      <a:extLst>
                        <a:ext uri="{FF2B5EF4-FFF2-40B4-BE49-F238E27FC236}">
                          <a16:creationId xmlns:a16="http://schemas.microsoft.com/office/drawing/2014/main" id="{FBDC0F7F-044D-A76E-AAE5-3869FFCE1F0B}"/>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217" name="Straight Connector 216">
                    <a:extLst>
                      <a:ext uri="{FF2B5EF4-FFF2-40B4-BE49-F238E27FC236}">
                        <a16:creationId xmlns:a16="http://schemas.microsoft.com/office/drawing/2014/main" id="{B108F3C0-3268-F431-C428-00323C5CE13F}"/>
                      </a:ext>
                    </a:extLst>
                  </p:cNvPr>
                  <p:cNvCxnSpPr>
                    <a:stCxn id="267"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6127FD11-560F-B560-B80B-160CF0FEC752}"/>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4BA484F-A376-8A28-ACA7-39BE3CB517B2}"/>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EAFD9039-6693-9E22-F68D-1DA2AA51BCF2}"/>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13681D0A-DEA5-2AA0-1BDF-77994456C9B1}"/>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4B09808-8535-1F7C-7949-FB31F1FC9B60}"/>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23" name="Group 222">
                    <a:extLst>
                      <a:ext uri="{FF2B5EF4-FFF2-40B4-BE49-F238E27FC236}">
                        <a16:creationId xmlns:a16="http://schemas.microsoft.com/office/drawing/2014/main" id="{EC54FCDD-20F5-1365-BB38-C9B6EBD44551}"/>
                      </a:ext>
                    </a:extLst>
                  </p:cNvPr>
                  <p:cNvGrpSpPr/>
                  <p:nvPr/>
                </p:nvGrpSpPr>
                <p:grpSpPr>
                  <a:xfrm>
                    <a:off x="1565526" y="4885688"/>
                    <a:ext cx="395591" cy="540633"/>
                    <a:chOff x="1715961" y="4885759"/>
                    <a:chExt cx="395591" cy="540633"/>
                  </a:xfrm>
                </p:grpSpPr>
                <p:grpSp>
                  <p:nvGrpSpPr>
                    <p:cNvPr id="226" name="Group 225">
                      <a:extLst>
                        <a:ext uri="{FF2B5EF4-FFF2-40B4-BE49-F238E27FC236}">
                          <a16:creationId xmlns:a16="http://schemas.microsoft.com/office/drawing/2014/main" id="{71403BF4-0247-E00D-C04E-4767DE58B06B}"/>
                        </a:ext>
                      </a:extLst>
                    </p:cNvPr>
                    <p:cNvGrpSpPr/>
                    <p:nvPr/>
                  </p:nvGrpSpPr>
                  <p:grpSpPr>
                    <a:xfrm>
                      <a:off x="1715961" y="4885759"/>
                      <a:ext cx="317479" cy="205665"/>
                      <a:chOff x="1548734" y="4857791"/>
                      <a:chExt cx="240352" cy="148406"/>
                    </a:xfrm>
                  </p:grpSpPr>
                  <p:cxnSp>
                    <p:nvCxnSpPr>
                      <p:cNvPr id="256" name="Straight Connector 255">
                        <a:extLst>
                          <a:ext uri="{FF2B5EF4-FFF2-40B4-BE49-F238E27FC236}">
                            <a16:creationId xmlns:a16="http://schemas.microsoft.com/office/drawing/2014/main" id="{3F46154B-5597-2E05-7E81-2662013A797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9DA1290D-C428-570B-C471-3F986542CE17}"/>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0530ED5C-BEE7-40F2-B434-CC7EF388A08A}"/>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4670358B-0D74-A39D-082F-01E0E4B2BB56}"/>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C8F7A151-E342-3EC5-1B42-75FF84E499D6}"/>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97AD7D9F-C903-D6C9-1C90-183938479857}"/>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E72E4081-0FA3-0797-995E-3E92E3A9CCB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0898CADA-D5FF-268B-8B86-029196122C48}"/>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2D379BD6-B6BB-E57A-34D4-E733EC0031D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4BE346FD-F679-D038-9FAE-09293200AE41}"/>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FC8A6E78-6BD4-0925-1503-F828C1EF3C6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227" name="Group 226">
                      <a:extLst>
                        <a:ext uri="{FF2B5EF4-FFF2-40B4-BE49-F238E27FC236}">
                          <a16:creationId xmlns:a16="http://schemas.microsoft.com/office/drawing/2014/main" id="{418DF829-A87C-3A3C-62DB-05E9F437B99F}"/>
                        </a:ext>
                      </a:extLst>
                    </p:cNvPr>
                    <p:cNvGrpSpPr/>
                    <p:nvPr/>
                  </p:nvGrpSpPr>
                  <p:grpSpPr>
                    <a:xfrm rot="10800000" flipH="1">
                      <a:off x="1715961" y="5219603"/>
                      <a:ext cx="317479" cy="206789"/>
                      <a:chOff x="1548734" y="4857791"/>
                      <a:chExt cx="240352" cy="149217"/>
                    </a:xfrm>
                  </p:grpSpPr>
                  <p:cxnSp>
                    <p:nvCxnSpPr>
                      <p:cNvPr id="245" name="Straight Connector 244">
                        <a:extLst>
                          <a:ext uri="{FF2B5EF4-FFF2-40B4-BE49-F238E27FC236}">
                            <a16:creationId xmlns:a16="http://schemas.microsoft.com/office/drawing/2014/main" id="{9CB158A7-AF12-FAC0-B6F2-3EB853D47F6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74CA94CA-9C94-FB48-AE6F-7F99DB30151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290791A1-98BF-2024-1914-659B8B8EBF91}"/>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587B0E63-78EE-5954-F20F-3E3E65A7E9F8}"/>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86199977-5B63-558A-3B6A-A6ED483DBB1A}"/>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070F5246-091D-59FD-3722-CC55FAF8745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D8A63FA1-B431-884D-E0CB-694F17239A2D}"/>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80E2E81A-D264-D639-EEE1-B866729E0243}"/>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12B10A0-58EC-76FD-F523-91AF3D8413A5}"/>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0CBBDAF7-82A4-4432-8C73-41DBF48F2D3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5D559B7C-4068-0D3A-626F-84FA628E10F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8" name="Straight Connector 227">
                      <a:extLst>
                        <a:ext uri="{FF2B5EF4-FFF2-40B4-BE49-F238E27FC236}">
                          <a16:creationId xmlns:a16="http://schemas.microsoft.com/office/drawing/2014/main" id="{B3C06F57-0B4B-F9F8-A294-C6C0671CC9C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229" name="Group 228">
                      <a:extLst>
                        <a:ext uri="{FF2B5EF4-FFF2-40B4-BE49-F238E27FC236}">
                          <a16:creationId xmlns:a16="http://schemas.microsoft.com/office/drawing/2014/main" id="{38C4FA6E-4ED4-08D4-F725-C55E7BFA2B69}"/>
                        </a:ext>
                      </a:extLst>
                    </p:cNvPr>
                    <p:cNvGrpSpPr/>
                    <p:nvPr/>
                  </p:nvGrpSpPr>
                  <p:grpSpPr>
                    <a:xfrm rot="5400000">
                      <a:off x="1879744" y="5102207"/>
                      <a:ext cx="335430" cy="128187"/>
                      <a:chOff x="7040920" y="3499872"/>
                      <a:chExt cx="973348" cy="287902"/>
                    </a:xfrm>
                  </p:grpSpPr>
                  <p:sp>
                    <p:nvSpPr>
                      <p:cNvPr id="232" name="Arc 231">
                        <a:extLst>
                          <a:ext uri="{FF2B5EF4-FFF2-40B4-BE49-F238E27FC236}">
                            <a16:creationId xmlns:a16="http://schemas.microsoft.com/office/drawing/2014/main" id="{6A8C3F6B-EF12-4D56-82C6-422FC712B5F8}"/>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233" name="Group 232">
                        <a:extLst>
                          <a:ext uri="{FF2B5EF4-FFF2-40B4-BE49-F238E27FC236}">
                            <a16:creationId xmlns:a16="http://schemas.microsoft.com/office/drawing/2014/main" id="{EF0AF6EB-A066-303B-70BC-4E850867D00D}"/>
                          </a:ext>
                        </a:extLst>
                      </p:cNvPr>
                      <p:cNvGrpSpPr/>
                      <p:nvPr/>
                    </p:nvGrpSpPr>
                    <p:grpSpPr>
                      <a:xfrm>
                        <a:off x="7208043" y="3499872"/>
                        <a:ext cx="806225" cy="286012"/>
                        <a:chOff x="7208043" y="3499872"/>
                        <a:chExt cx="806225" cy="286012"/>
                      </a:xfrm>
                    </p:grpSpPr>
                    <p:sp>
                      <p:nvSpPr>
                        <p:cNvPr id="234" name="Arc 233">
                          <a:extLst>
                            <a:ext uri="{FF2B5EF4-FFF2-40B4-BE49-F238E27FC236}">
                              <a16:creationId xmlns:a16="http://schemas.microsoft.com/office/drawing/2014/main" id="{22E3AFB0-06D3-5B51-ED89-8FCE92FD680D}"/>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5" name="Arc 234">
                          <a:extLst>
                            <a:ext uri="{FF2B5EF4-FFF2-40B4-BE49-F238E27FC236}">
                              <a16:creationId xmlns:a16="http://schemas.microsoft.com/office/drawing/2014/main" id="{7582B550-0427-D352-AA57-36D29E511826}"/>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6" name="Arc 235">
                          <a:extLst>
                            <a:ext uri="{FF2B5EF4-FFF2-40B4-BE49-F238E27FC236}">
                              <a16:creationId xmlns:a16="http://schemas.microsoft.com/office/drawing/2014/main" id="{C8388CEB-C1B9-DB52-83B6-7C19EE4B25EC}"/>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7" name="Arc 236">
                          <a:extLst>
                            <a:ext uri="{FF2B5EF4-FFF2-40B4-BE49-F238E27FC236}">
                              <a16:creationId xmlns:a16="http://schemas.microsoft.com/office/drawing/2014/main" id="{A3872719-A045-2383-2784-DC8544A2389A}"/>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8" name="Arc 237">
                          <a:extLst>
                            <a:ext uri="{FF2B5EF4-FFF2-40B4-BE49-F238E27FC236}">
                              <a16:creationId xmlns:a16="http://schemas.microsoft.com/office/drawing/2014/main" id="{3EE109CA-6664-696A-697B-E85FE000D668}"/>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39" name="Arc 238">
                          <a:extLst>
                            <a:ext uri="{FF2B5EF4-FFF2-40B4-BE49-F238E27FC236}">
                              <a16:creationId xmlns:a16="http://schemas.microsoft.com/office/drawing/2014/main" id="{BB401CBF-75B6-D509-F037-A6CD4FA17576}"/>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0" name="Arc 239">
                          <a:extLst>
                            <a:ext uri="{FF2B5EF4-FFF2-40B4-BE49-F238E27FC236}">
                              <a16:creationId xmlns:a16="http://schemas.microsoft.com/office/drawing/2014/main" id="{921CED9F-CF71-B156-D6DF-48B6BBA78F74}"/>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1" name="Arc 240">
                          <a:extLst>
                            <a:ext uri="{FF2B5EF4-FFF2-40B4-BE49-F238E27FC236}">
                              <a16:creationId xmlns:a16="http://schemas.microsoft.com/office/drawing/2014/main" id="{3E5771BF-C893-B094-DC49-FCB7CF988E5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2" name="Arc 241">
                          <a:extLst>
                            <a:ext uri="{FF2B5EF4-FFF2-40B4-BE49-F238E27FC236}">
                              <a16:creationId xmlns:a16="http://schemas.microsoft.com/office/drawing/2014/main" id="{CF3D780C-29FA-8B8D-67C3-49F7F373B6C2}"/>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3" name="Arc 242">
                          <a:extLst>
                            <a:ext uri="{FF2B5EF4-FFF2-40B4-BE49-F238E27FC236}">
                              <a16:creationId xmlns:a16="http://schemas.microsoft.com/office/drawing/2014/main" id="{22A4026A-55CF-6592-F721-0E95F3ED7E5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44" name="Arc 243">
                          <a:extLst>
                            <a:ext uri="{FF2B5EF4-FFF2-40B4-BE49-F238E27FC236}">
                              <a16:creationId xmlns:a16="http://schemas.microsoft.com/office/drawing/2014/main" id="{B96907F8-A966-D581-9D22-D1D8446677AF}"/>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230" name="Straight Connector 229">
                      <a:extLst>
                        <a:ext uri="{FF2B5EF4-FFF2-40B4-BE49-F238E27FC236}">
                          <a16:creationId xmlns:a16="http://schemas.microsoft.com/office/drawing/2014/main" id="{21DDF84E-45A0-DF83-A6FC-D18372F1CD1F}"/>
                        </a:ext>
                      </a:extLst>
                    </p:cNvPr>
                    <p:cNvCxnSpPr>
                      <a:stCxn id="232"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D787861F-A1FE-4356-D48B-A8732ACC3C84}"/>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24" name="Straight Connector 223">
                    <a:extLst>
                      <a:ext uri="{FF2B5EF4-FFF2-40B4-BE49-F238E27FC236}">
                        <a16:creationId xmlns:a16="http://schemas.microsoft.com/office/drawing/2014/main" id="{9A71CB55-E367-9B0B-874B-8676139AF47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E972CBCB-D842-526D-6670-4D7C0925489B}"/>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7" name="Group 76">
                <a:extLst>
                  <a:ext uri="{FF2B5EF4-FFF2-40B4-BE49-F238E27FC236}">
                    <a16:creationId xmlns:a16="http://schemas.microsoft.com/office/drawing/2014/main" id="{ADE111C5-D805-91AD-F4EF-692E1FEAC395}"/>
                  </a:ext>
                </a:extLst>
              </p:cNvPr>
              <p:cNvGrpSpPr>
                <a:grpSpLocks noChangeAspect="1"/>
              </p:cNvGrpSpPr>
              <p:nvPr/>
            </p:nvGrpSpPr>
            <p:grpSpPr>
              <a:xfrm>
                <a:off x="2996876" y="3330844"/>
                <a:ext cx="437495" cy="400269"/>
                <a:chOff x="2169506" y="4772026"/>
                <a:chExt cx="1145194" cy="1047750"/>
              </a:xfrm>
            </p:grpSpPr>
            <p:sp>
              <p:nvSpPr>
                <p:cNvPr id="159" name="Oval 158">
                  <a:extLst>
                    <a:ext uri="{FF2B5EF4-FFF2-40B4-BE49-F238E27FC236}">
                      <a16:creationId xmlns:a16="http://schemas.microsoft.com/office/drawing/2014/main" id="{AB5EB4A0-57B3-5962-5371-9F4DFD9CC93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60" name="Group 159">
                  <a:extLst>
                    <a:ext uri="{FF2B5EF4-FFF2-40B4-BE49-F238E27FC236}">
                      <a16:creationId xmlns:a16="http://schemas.microsoft.com/office/drawing/2014/main" id="{DEC3242B-5A79-5441-1C6D-A8E265269A0B}"/>
                    </a:ext>
                  </a:extLst>
                </p:cNvPr>
                <p:cNvGrpSpPr/>
                <p:nvPr/>
              </p:nvGrpSpPr>
              <p:grpSpPr>
                <a:xfrm>
                  <a:off x="2243356" y="4913274"/>
                  <a:ext cx="933517" cy="730856"/>
                  <a:chOff x="1027600" y="4784489"/>
                  <a:chExt cx="933517" cy="730856"/>
                </a:xfrm>
              </p:grpSpPr>
              <p:grpSp>
                <p:nvGrpSpPr>
                  <p:cNvPr id="161" name="Group 160">
                    <a:extLst>
                      <a:ext uri="{FF2B5EF4-FFF2-40B4-BE49-F238E27FC236}">
                        <a16:creationId xmlns:a16="http://schemas.microsoft.com/office/drawing/2014/main" id="{52B51FF8-C07A-AA25-1CAE-983255739B51}"/>
                      </a:ext>
                    </a:extLst>
                  </p:cNvPr>
                  <p:cNvGrpSpPr/>
                  <p:nvPr/>
                </p:nvGrpSpPr>
                <p:grpSpPr>
                  <a:xfrm>
                    <a:off x="1027600" y="4965926"/>
                    <a:ext cx="362347" cy="380159"/>
                    <a:chOff x="1711577" y="4926883"/>
                    <a:chExt cx="274320" cy="274320"/>
                  </a:xfrm>
                </p:grpSpPr>
                <p:sp>
                  <p:nvSpPr>
                    <p:cNvPr id="212" name="Flowchart: Connector 211">
                      <a:extLst>
                        <a:ext uri="{FF2B5EF4-FFF2-40B4-BE49-F238E27FC236}">
                          <a16:creationId xmlns:a16="http://schemas.microsoft.com/office/drawing/2014/main" id="{AA09F12A-5CB2-69AD-CCA9-5E3CDE0EA166}"/>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213" name="Freeform 169">
                      <a:extLst>
                        <a:ext uri="{FF2B5EF4-FFF2-40B4-BE49-F238E27FC236}">
                          <a16:creationId xmlns:a16="http://schemas.microsoft.com/office/drawing/2014/main" id="{43674D57-4105-3B9F-0B7A-DC4D96D6EDED}"/>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62" name="Straight Connector 161">
                    <a:extLst>
                      <a:ext uri="{FF2B5EF4-FFF2-40B4-BE49-F238E27FC236}">
                        <a16:creationId xmlns:a16="http://schemas.microsoft.com/office/drawing/2014/main" id="{B71C8713-972B-AF72-8D2B-8AF4DE81746D}"/>
                      </a:ext>
                    </a:extLst>
                  </p:cNvPr>
                  <p:cNvCxnSpPr>
                    <a:stCxn id="212"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86BF155D-460B-E4CE-67A1-FCA8837B9A8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48F8CB3C-A030-E81F-2EB4-ACDD6C75FF2C}"/>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F3BD7C32-798F-4D1A-C45E-5CD4B0FF1066}"/>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1B26FD73-F0D1-21E1-A230-05D2AD88A3ED}"/>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59054D4-9372-6C57-7C5A-841575F8B482}"/>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DC3A6DCE-41EF-D503-0A3E-74A460CF11C9}"/>
                      </a:ext>
                    </a:extLst>
                  </p:cNvPr>
                  <p:cNvGrpSpPr/>
                  <p:nvPr/>
                </p:nvGrpSpPr>
                <p:grpSpPr>
                  <a:xfrm>
                    <a:off x="1565526" y="4885688"/>
                    <a:ext cx="395591" cy="540633"/>
                    <a:chOff x="1715961" y="4885759"/>
                    <a:chExt cx="395591" cy="540633"/>
                  </a:xfrm>
                </p:grpSpPr>
                <p:grpSp>
                  <p:nvGrpSpPr>
                    <p:cNvPr id="171" name="Group 170">
                      <a:extLst>
                        <a:ext uri="{FF2B5EF4-FFF2-40B4-BE49-F238E27FC236}">
                          <a16:creationId xmlns:a16="http://schemas.microsoft.com/office/drawing/2014/main" id="{FF00E8E2-F41E-1ECB-8869-7AC7B16C96EE}"/>
                        </a:ext>
                      </a:extLst>
                    </p:cNvPr>
                    <p:cNvGrpSpPr/>
                    <p:nvPr/>
                  </p:nvGrpSpPr>
                  <p:grpSpPr>
                    <a:xfrm>
                      <a:off x="1715961" y="4885759"/>
                      <a:ext cx="317479" cy="205665"/>
                      <a:chOff x="1548734" y="4857791"/>
                      <a:chExt cx="240352" cy="148406"/>
                    </a:xfrm>
                  </p:grpSpPr>
                  <p:cxnSp>
                    <p:nvCxnSpPr>
                      <p:cNvPr id="201" name="Straight Connector 200">
                        <a:extLst>
                          <a:ext uri="{FF2B5EF4-FFF2-40B4-BE49-F238E27FC236}">
                            <a16:creationId xmlns:a16="http://schemas.microsoft.com/office/drawing/2014/main" id="{1CF639E4-02A0-8AE5-A6AD-0499721EEDA2}"/>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A662511C-649B-F901-FA82-6C97334D683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2B6BBF55-4B8F-EF8C-41F0-2E2EA989FE2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2868353-7643-8BDA-25C5-B6F1B34DF9C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F4C2BA58-E840-7518-CC97-9022BAE5A51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8FF3DBE-BB92-EB3B-8B87-69638215E38B}"/>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FF08DD70-7F44-DC27-119A-4FDE741475D5}"/>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3862097-935B-C9D7-01E7-D09EC29D9D2E}"/>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33CC54DB-9DE3-7370-BAC7-7A9C4A54088F}"/>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2932CCB-48E9-BF02-1F54-B0FBF8D4DC87}"/>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93F0903-D79B-DE66-20B9-A050A4EBEF56}"/>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72" name="Group 171">
                      <a:extLst>
                        <a:ext uri="{FF2B5EF4-FFF2-40B4-BE49-F238E27FC236}">
                          <a16:creationId xmlns:a16="http://schemas.microsoft.com/office/drawing/2014/main" id="{5E5B57B0-654D-84D4-AF07-A3175C5D66C7}"/>
                        </a:ext>
                      </a:extLst>
                    </p:cNvPr>
                    <p:cNvGrpSpPr/>
                    <p:nvPr/>
                  </p:nvGrpSpPr>
                  <p:grpSpPr>
                    <a:xfrm rot="10800000" flipH="1">
                      <a:off x="1715961" y="5219603"/>
                      <a:ext cx="317479" cy="206789"/>
                      <a:chOff x="1548734" y="4857791"/>
                      <a:chExt cx="240352" cy="149217"/>
                    </a:xfrm>
                  </p:grpSpPr>
                  <p:cxnSp>
                    <p:nvCxnSpPr>
                      <p:cNvPr id="190" name="Straight Connector 189">
                        <a:extLst>
                          <a:ext uri="{FF2B5EF4-FFF2-40B4-BE49-F238E27FC236}">
                            <a16:creationId xmlns:a16="http://schemas.microsoft.com/office/drawing/2014/main" id="{6B11A2C1-38E0-9D4B-A260-1EAF25B76624}"/>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863DE09-4BC6-3E0D-EC4A-E6A94F70C4C0}"/>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284840D6-E541-81D1-626D-20FB00FC7B9D}"/>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E93403E3-FD9F-4B4F-9CA5-833C0861F9D9}"/>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A2A7490-D488-C831-5341-C6AB7924CDCD}"/>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CD76A5F-C10E-9E3C-BF98-476EF3772FE5}"/>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59522BDE-BF5C-580F-4ABC-056AE83ED669}"/>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907C691-E08E-5874-5B53-9AEBCDE1D91C}"/>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0C991ADB-A1C3-5EA2-2F2D-440D64A82747}"/>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FB044B03-4466-A297-FF94-A7C3866D6A63}"/>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91186F48-E78F-EAB1-FA92-1A9C21552177}"/>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73" name="Straight Connector 172">
                      <a:extLst>
                        <a:ext uri="{FF2B5EF4-FFF2-40B4-BE49-F238E27FC236}">
                          <a16:creationId xmlns:a16="http://schemas.microsoft.com/office/drawing/2014/main" id="{28842958-3FCC-1A22-28AC-C854159A8133}"/>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74" name="Group 173">
                      <a:extLst>
                        <a:ext uri="{FF2B5EF4-FFF2-40B4-BE49-F238E27FC236}">
                          <a16:creationId xmlns:a16="http://schemas.microsoft.com/office/drawing/2014/main" id="{84CF9B30-AF90-FAD1-6433-CAFAB3A5D8FC}"/>
                        </a:ext>
                      </a:extLst>
                    </p:cNvPr>
                    <p:cNvGrpSpPr/>
                    <p:nvPr/>
                  </p:nvGrpSpPr>
                  <p:grpSpPr>
                    <a:xfrm rot="5400000">
                      <a:off x="1879744" y="5102207"/>
                      <a:ext cx="335430" cy="128187"/>
                      <a:chOff x="7040920" y="3499872"/>
                      <a:chExt cx="973348" cy="287902"/>
                    </a:xfrm>
                  </p:grpSpPr>
                  <p:sp>
                    <p:nvSpPr>
                      <p:cNvPr id="177" name="Arc 176">
                        <a:extLst>
                          <a:ext uri="{FF2B5EF4-FFF2-40B4-BE49-F238E27FC236}">
                            <a16:creationId xmlns:a16="http://schemas.microsoft.com/office/drawing/2014/main" id="{18658DBA-D0B3-39C8-C577-4B1CB20F46A4}"/>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78" name="Group 177">
                        <a:extLst>
                          <a:ext uri="{FF2B5EF4-FFF2-40B4-BE49-F238E27FC236}">
                            <a16:creationId xmlns:a16="http://schemas.microsoft.com/office/drawing/2014/main" id="{29F5ABB8-47BB-00DB-626B-53D47F0AF4C3}"/>
                          </a:ext>
                        </a:extLst>
                      </p:cNvPr>
                      <p:cNvGrpSpPr/>
                      <p:nvPr/>
                    </p:nvGrpSpPr>
                    <p:grpSpPr>
                      <a:xfrm>
                        <a:off x="7208043" y="3499872"/>
                        <a:ext cx="806225" cy="286012"/>
                        <a:chOff x="7208043" y="3499872"/>
                        <a:chExt cx="806225" cy="286012"/>
                      </a:xfrm>
                    </p:grpSpPr>
                    <p:sp>
                      <p:nvSpPr>
                        <p:cNvPr id="179" name="Arc 178">
                          <a:extLst>
                            <a:ext uri="{FF2B5EF4-FFF2-40B4-BE49-F238E27FC236}">
                              <a16:creationId xmlns:a16="http://schemas.microsoft.com/office/drawing/2014/main" id="{70BF3BB9-7832-7B03-50A0-A7712CA64846}"/>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0" name="Arc 179">
                          <a:extLst>
                            <a:ext uri="{FF2B5EF4-FFF2-40B4-BE49-F238E27FC236}">
                              <a16:creationId xmlns:a16="http://schemas.microsoft.com/office/drawing/2014/main" id="{9019182F-3286-65F0-6FE2-2A1E51BBFABA}"/>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1" name="Arc 180">
                          <a:extLst>
                            <a:ext uri="{FF2B5EF4-FFF2-40B4-BE49-F238E27FC236}">
                              <a16:creationId xmlns:a16="http://schemas.microsoft.com/office/drawing/2014/main" id="{5C5FB2D2-19AC-70D3-A7DC-61DF49448B28}"/>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2" name="Arc 181">
                          <a:extLst>
                            <a:ext uri="{FF2B5EF4-FFF2-40B4-BE49-F238E27FC236}">
                              <a16:creationId xmlns:a16="http://schemas.microsoft.com/office/drawing/2014/main" id="{ED57CB6E-CA22-7A2F-EDD0-50FF4473B30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3" name="Arc 182">
                          <a:extLst>
                            <a:ext uri="{FF2B5EF4-FFF2-40B4-BE49-F238E27FC236}">
                              <a16:creationId xmlns:a16="http://schemas.microsoft.com/office/drawing/2014/main" id="{E85B5BDB-1302-0AA2-0377-B65C7C7E2343}"/>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4" name="Arc 183">
                          <a:extLst>
                            <a:ext uri="{FF2B5EF4-FFF2-40B4-BE49-F238E27FC236}">
                              <a16:creationId xmlns:a16="http://schemas.microsoft.com/office/drawing/2014/main" id="{C0C169EC-33D4-30C0-064F-5A64760086D2}"/>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5" name="Arc 184">
                          <a:extLst>
                            <a:ext uri="{FF2B5EF4-FFF2-40B4-BE49-F238E27FC236}">
                              <a16:creationId xmlns:a16="http://schemas.microsoft.com/office/drawing/2014/main" id="{2FE92288-7990-42CA-B723-8205E7AD025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6" name="Arc 185">
                          <a:extLst>
                            <a:ext uri="{FF2B5EF4-FFF2-40B4-BE49-F238E27FC236}">
                              <a16:creationId xmlns:a16="http://schemas.microsoft.com/office/drawing/2014/main" id="{4F5C6A4A-FEB9-8A06-3BF9-5431EDE39C4D}"/>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7" name="Arc 186">
                          <a:extLst>
                            <a:ext uri="{FF2B5EF4-FFF2-40B4-BE49-F238E27FC236}">
                              <a16:creationId xmlns:a16="http://schemas.microsoft.com/office/drawing/2014/main" id="{512A98DE-4D09-E1C5-84F9-6A7704CC09E3}"/>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8" name="Arc 187">
                          <a:extLst>
                            <a:ext uri="{FF2B5EF4-FFF2-40B4-BE49-F238E27FC236}">
                              <a16:creationId xmlns:a16="http://schemas.microsoft.com/office/drawing/2014/main" id="{F91C6F12-73FE-DD33-B03E-1C4EF593D58E}"/>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89" name="Arc 188">
                          <a:extLst>
                            <a:ext uri="{FF2B5EF4-FFF2-40B4-BE49-F238E27FC236}">
                              <a16:creationId xmlns:a16="http://schemas.microsoft.com/office/drawing/2014/main" id="{606E155A-7FE1-9679-B95B-4866D1D365EA}"/>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75" name="Straight Connector 174">
                      <a:extLst>
                        <a:ext uri="{FF2B5EF4-FFF2-40B4-BE49-F238E27FC236}">
                          <a16:creationId xmlns:a16="http://schemas.microsoft.com/office/drawing/2014/main" id="{878BD99F-08FD-9A42-3F12-ACBCB2AE6F9D}"/>
                        </a:ext>
                      </a:extLst>
                    </p:cNvPr>
                    <p:cNvCxnSpPr>
                      <a:stCxn id="177"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EDFE28D2-AA47-0242-4C18-66E28C83095E}"/>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69" name="Straight Connector 168">
                    <a:extLst>
                      <a:ext uri="{FF2B5EF4-FFF2-40B4-BE49-F238E27FC236}">
                        <a16:creationId xmlns:a16="http://schemas.microsoft.com/office/drawing/2014/main" id="{2482CB6A-E035-70B2-CB93-252E9AE32B3C}"/>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2289FD33-4780-B67C-F1BB-FCAE26801384}"/>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grpSp>
            <p:nvGrpSpPr>
              <p:cNvPr id="78" name="Group 77">
                <a:extLst>
                  <a:ext uri="{FF2B5EF4-FFF2-40B4-BE49-F238E27FC236}">
                    <a16:creationId xmlns:a16="http://schemas.microsoft.com/office/drawing/2014/main" id="{D001B4C4-03DC-C08A-43E9-E3FEE73F9EF2}"/>
                  </a:ext>
                </a:extLst>
              </p:cNvPr>
              <p:cNvGrpSpPr>
                <a:grpSpLocks noChangeAspect="1"/>
              </p:cNvGrpSpPr>
              <p:nvPr/>
            </p:nvGrpSpPr>
            <p:grpSpPr>
              <a:xfrm>
                <a:off x="2271842" y="2647278"/>
                <a:ext cx="437495" cy="400269"/>
                <a:chOff x="2169506" y="4772026"/>
                <a:chExt cx="1145194" cy="1047750"/>
              </a:xfrm>
            </p:grpSpPr>
            <p:sp>
              <p:nvSpPr>
                <p:cNvPr id="104" name="Oval 103">
                  <a:extLst>
                    <a:ext uri="{FF2B5EF4-FFF2-40B4-BE49-F238E27FC236}">
                      <a16:creationId xmlns:a16="http://schemas.microsoft.com/office/drawing/2014/main" id="{54ED09FD-FE60-1D04-DFB8-2CAEA09EEAD3}"/>
                    </a:ext>
                  </a:extLst>
                </p:cNvPr>
                <p:cNvSpPr/>
                <p:nvPr/>
              </p:nvSpPr>
              <p:spPr>
                <a:xfrm>
                  <a:off x="2169506" y="4772026"/>
                  <a:ext cx="1145194" cy="10477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105" name="Group 104">
                  <a:extLst>
                    <a:ext uri="{FF2B5EF4-FFF2-40B4-BE49-F238E27FC236}">
                      <a16:creationId xmlns:a16="http://schemas.microsoft.com/office/drawing/2014/main" id="{505F4FBF-627D-7122-3326-2FE4A74EF39C}"/>
                    </a:ext>
                  </a:extLst>
                </p:cNvPr>
                <p:cNvGrpSpPr/>
                <p:nvPr/>
              </p:nvGrpSpPr>
              <p:grpSpPr>
                <a:xfrm>
                  <a:off x="2243356" y="4913274"/>
                  <a:ext cx="933517" cy="730856"/>
                  <a:chOff x="1027600" y="4784489"/>
                  <a:chExt cx="933517" cy="730856"/>
                </a:xfrm>
              </p:grpSpPr>
              <p:grpSp>
                <p:nvGrpSpPr>
                  <p:cNvPr id="106" name="Group 105">
                    <a:extLst>
                      <a:ext uri="{FF2B5EF4-FFF2-40B4-BE49-F238E27FC236}">
                        <a16:creationId xmlns:a16="http://schemas.microsoft.com/office/drawing/2014/main" id="{9763DB22-95C6-ABE6-440F-962D34A5B3A8}"/>
                      </a:ext>
                    </a:extLst>
                  </p:cNvPr>
                  <p:cNvGrpSpPr/>
                  <p:nvPr/>
                </p:nvGrpSpPr>
                <p:grpSpPr>
                  <a:xfrm>
                    <a:off x="1027600" y="4965926"/>
                    <a:ext cx="362347" cy="380159"/>
                    <a:chOff x="1711577" y="4926883"/>
                    <a:chExt cx="274320" cy="274320"/>
                  </a:xfrm>
                </p:grpSpPr>
                <p:sp>
                  <p:nvSpPr>
                    <p:cNvPr id="157" name="Flowchart: Connector 156">
                      <a:extLst>
                        <a:ext uri="{FF2B5EF4-FFF2-40B4-BE49-F238E27FC236}">
                          <a16:creationId xmlns:a16="http://schemas.microsoft.com/office/drawing/2014/main" id="{518A67EA-5E4F-7CFF-2634-3442DA71EB4E}"/>
                        </a:ext>
                      </a:extLst>
                    </p:cNvPr>
                    <p:cNvSpPr/>
                    <p:nvPr/>
                  </p:nvSpPr>
                  <p:spPr>
                    <a:xfrm rot="19644896">
                      <a:off x="1711577" y="4926883"/>
                      <a:ext cx="274320" cy="274320"/>
                    </a:xfrm>
                    <a:prstGeom prst="flowChartConnector">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58" name="Freeform 225">
                      <a:extLst>
                        <a:ext uri="{FF2B5EF4-FFF2-40B4-BE49-F238E27FC236}">
                          <a16:creationId xmlns:a16="http://schemas.microsoft.com/office/drawing/2014/main" id="{5C04487B-AC37-88B7-21E0-E0EBCDED9211}"/>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158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107" name="Straight Connector 106">
                    <a:extLst>
                      <a:ext uri="{FF2B5EF4-FFF2-40B4-BE49-F238E27FC236}">
                        <a16:creationId xmlns:a16="http://schemas.microsoft.com/office/drawing/2014/main" id="{6387650C-A739-98BF-08CD-A27A0324AE40}"/>
                      </a:ext>
                    </a:extLst>
                  </p:cNvPr>
                  <p:cNvCxnSpPr>
                    <a:stCxn id="157" idx="6"/>
                  </p:cNvCxnSpPr>
                  <p:nvPr/>
                </p:nvCxnSpPr>
                <p:spPr>
                  <a:xfrm flipV="1">
                    <a:off x="1361429" y="5050706"/>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26FE25FA-0762-BC2D-A0A5-4F994088CE9E}"/>
                      </a:ext>
                    </a:extLst>
                  </p:cNvPr>
                  <p:cNvCxnSpPr/>
                  <p:nvPr/>
                </p:nvCxnSpPr>
                <p:spPr>
                  <a:xfrm flipV="1">
                    <a:off x="1367514" y="5261905"/>
                    <a:ext cx="120782" cy="2932"/>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E92C527-9FD8-3C9F-859F-60BE7B52509D}"/>
                      </a:ext>
                    </a:extLst>
                  </p:cNvPr>
                  <p:cNvCxnSpPr/>
                  <p:nvPr/>
                </p:nvCxnSpPr>
                <p:spPr>
                  <a:xfrm flipH="1" flipV="1">
                    <a:off x="1481944" y="4794334"/>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643905E6-050B-32C7-FDEB-1F9FC99B8487}"/>
                      </a:ext>
                    </a:extLst>
                  </p:cNvPr>
                  <p:cNvCxnSpPr/>
                  <p:nvPr/>
                </p:nvCxnSpPr>
                <p:spPr>
                  <a:xfrm flipH="1" flipV="1">
                    <a:off x="1499183" y="5261905"/>
                    <a:ext cx="0" cy="253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76842C1-20D5-2F64-DDB0-037EB6FE58C4}"/>
                      </a:ext>
                    </a:extLst>
                  </p:cNvPr>
                  <p:cNvCxnSpPr/>
                  <p:nvPr/>
                </p:nvCxnSpPr>
                <p:spPr>
                  <a:xfrm flipV="1">
                    <a:off x="1481678" y="4784489"/>
                    <a:ext cx="274320" cy="373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ECBE26E-F105-8C9E-3330-1E3F637AF388}"/>
                      </a:ext>
                    </a:extLst>
                  </p:cNvPr>
                  <p:cNvCxnSpPr/>
                  <p:nvPr/>
                </p:nvCxnSpPr>
                <p:spPr>
                  <a:xfrm flipV="1">
                    <a:off x="1507332" y="5513879"/>
                    <a:ext cx="27432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13" name="Group 112">
                    <a:extLst>
                      <a:ext uri="{FF2B5EF4-FFF2-40B4-BE49-F238E27FC236}">
                        <a16:creationId xmlns:a16="http://schemas.microsoft.com/office/drawing/2014/main" id="{0010F934-A014-6ACF-34FC-451DFC20347E}"/>
                      </a:ext>
                    </a:extLst>
                  </p:cNvPr>
                  <p:cNvGrpSpPr/>
                  <p:nvPr/>
                </p:nvGrpSpPr>
                <p:grpSpPr>
                  <a:xfrm>
                    <a:off x="1565526" y="4885688"/>
                    <a:ext cx="395591" cy="540633"/>
                    <a:chOff x="1715961" y="4885759"/>
                    <a:chExt cx="395591" cy="540633"/>
                  </a:xfrm>
                </p:grpSpPr>
                <p:grpSp>
                  <p:nvGrpSpPr>
                    <p:cNvPr id="116" name="Group 115">
                      <a:extLst>
                        <a:ext uri="{FF2B5EF4-FFF2-40B4-BE49-F238E27FC236}">
                          <a16:creationId xmlns:a16="http://schemas.microsoft.com/office/drawing/2014/main" id="{D250E48E-33A1-77D7-155B-51A6701624A2}"/>
                        </a:ext>
                      </a:extLst>
                    </p:cNvPr>
                    <p:cNvGrpSpPr/>
                    <p:nvPr/>
                  </p:nvGrpSpPr>
                  <p:grpSpPr>
                    <a:xfrm>
                      <a:off x="1715961" y="4885759"/>
                      <a:ext cx="317479" cy="205665"/>
                      <a:chOff x="1548734" y="4857791"/>
                      <a:chExt cx="240352" cy="148406"/>
                    </a:xfrm>
                  </p:grpSpPr>
                  <p:cxnSp>
                    <p:nvCxnSpPr>
                      <p:cNvPr id="146" name="Straight Connector 145">
                        <a:extLst>
                          <a:ext uri="{FF2B5EF4-FFF2-40B4-BE49-F238E27FC236}">
                            <a16:creationId xmlns:a16="http://schemas.microsoft.com/office/drawing/2014/main" id="{9B8ED030-229F-89DB-734E-2C28DB5ED38B}"/>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1CB0ADD-703C-FAE2-C5F5-99E0C906E928}"/>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E3B2A36-D58C-F5B9-7851-1C0E3A96290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AC13DDE-23E1-EF88-0706-B566E543DD5E}"/>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9E001F5E-0ADA-DA11-67D2-3EFB9DBCAA5E}"/>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8E194D1D-98F0-FDC7-7426-FC3670765339}"/>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43C0025-5101-820C-0334-8A6B77E2B0D6}"/>
                          </a:ext>
                        </a:extLst>
                      </p:cNvPr>
                      <p:cNvCxnSpPr/>
                      <p:nvPr/>
                    </p:nvCxnSpPr>
                    <p:spPr>
                      <a:xfrm flipH="1">
                        <a:off x="1687511" y="4976170"/>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CFB93F8-2C95-88B4-412A-1A81A1D29C16}"/>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6CC611B-3282-CEDB-E9E6-75E7F7350BE1}"/>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8A9D0FD7-AAB8-C9E0-8134-5708DA8AAE32}"/>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272599AE-76AF-AD8D-2FDD-B8958226B94E}"/>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117" name="Group 116">
                      <a:extLst>
                        <a:ext uri="{FF2B5EF4-FFF2-40B4-BE49-F238E27FC236}">
                          <a16:creationId xmlns:a16="http://schemas.microsoft.com/office/drawing/2014/main" id="{8872F0A4-0058-DB14-0A57-22325D8BE8CA}"/>
                        </a:ext>
                      </a:extLst>
                    </p:cNvPr>
                    <p:cNvGrpSpPr/>
                    <p:nvPr/>
                  </p:nvGrpSpPr>
                  <p:grpSpPr>
                    <a:xfrm rot="10800000" flipH="1">
                      <a:off x="1715961" y="5219603"/>
                      <a:ext cx="317479" cy="206789"/>
                      <a:chOff x="1548734" y="4857791"/>
                      <a:chExt cx="240352" cy="149217"/>
                    </a:xfrm>
                  </p:grpSpPr>
                  <p:cxnSp>
                    <p:nvCxnSpPr>
                      <p:cNvPr id="135" name="Straight Connector 134">
                        <a:extLst>
                          <a:ext uri="{FF2B5EF4-FFF2-40B4-BE49-F238E27FC236}">
                            <a16:creationId xmlns:a16="http://schemas.microsoft.com/office/drawing/2014/main" id="{832120B7-A348-575A-AABF-41C201978A98}"/>
                          </a:ext>
                        </a:extLst>
                      </p:cNvPr>
                      <p:cNvCxnSpPr/>
                      <p:nvPr/>
                    </p:nvCxnSpPr>
                    <p:spPr>
                      <a:xfrm flipV="1">
                        <a:off x="1586868" y="4930304"/>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C9AC870-F785-775F-A456-0A365C237D9F}"/>
                          </a:ext>
                        </a:extLst>
                      </p:cNvPr>
                      <p:cNvCxnSpPr/>
                      <p:nvPr/>
                    </p:nvCxnSpPr>
                    <p:spPr>
                      <a:xfrm flipV="1">
                        <a:off x="1651272" y="4930303"/>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83E42442-88B7-F882-6BFC-CB410E5F9A8C}"/>
                          </a:ext>
                        </a:extLst>
                      </p:cNvPr>
                      <p:cNvCxnSpPr/>
                      <p:nvPr/>
                    </p:nvCxnSpPr>
                    <p:spPr>
                      <a:xfrm>
                        <a:off x="1586667" y="4925996"/>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82D223A2-1EC8-1A9D-227B-932EFDE4545A}"/>
                          </a:ext>
                        </a:extLst>
                      </p:cNvPr>
                      <p:cNvCxnSpPr/>
                      <p:nvPr/>
                    </p:nvCxnSpPr>
                    <p:spPr>
                      <a:xfrm>
                        <a:off x="1551030" y="4976268"/>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F3D2C61-6F0A-C285-6792-98480BC8EC52}"/>
                          </a:ext>
                        </a:extLst>
                      </p:cNvPr>
                      <p:cNvCxnSpPr/>
                      <p:nvPr/>
                    </p:nvCxnSpPr>
                    <p:spPr>
                      <a:xfrm>
                        <a:off x="1651272" y="4974696"/>
                        <a:ext cx="36576"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3A56C1-A072-C9DD-AAE3-6527DA323EE2}"/>
                          </a:ext>
                        </a:extLst>
                      </p:cNvPr>
                      <p:cNvCxnSpPr/>
                      <p:nvPr/>
                    </p:nvCxnSpPr>
                    <p:spPr>
                      <a:xfrm flipH="1">
                        <a:off x="1548734" y="4977077"/>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DA83760-ECCE-FD19-5716-2A60F9C5D5CE}"/>
                          </a:ext>
                        </a:extLst>
                      </p:cNvPr>
                      <p:cNvCxnSpPr/>
                      <p:nvPr/>
                    </p:nvCxnSpPr>
                    <p:spPr>
                      <a:xfrm flipH="1">
                        <a:off x="1689314" y="4977888"/>
                        <a:ext cx="0" cy="291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EE937AD1-421B-582A-1146-03F5571F91AF}"/>
                          </a:ext>
                        </a:extLst>
                      </p:cNvPr>
                      <p:cNvCxnSpPr/>
                      <p:nvPr/>
                    </p:nvCxnSpPr>
                    <p:spPr>
                      <a:xfrm>
                        <a:off x="1548734" y="5006197"/>
                        <a:ext cx="13716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C955CCCA-A51C-FE6A-2563-C925ABD6B344}"/>
                          </a:ext>
                        </a:extLst>
                      </p:cNvPr>
                      <p:cNvCxnSpPr/>
                      <p:nvPr/>
                    </p:nvCxnSpPr>
                    <p:spPr>
                      <a:xfrm>
                        <a:off x="1586734" y="4902184"/>
                        <a:ext cx="64605"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D71D49A-5EE5-A90D-25E7-ED104B3CB6FF}"/>
                          </a:ext>
                        </a:extLst>
                      </p:cNvPr>
                      <p:cNvCxnSpPr/>
                      <p:nvPr/>
                    </p:nvCxnSpPr>
                    <p:spPr>
                      <a:xfrm flipV="1">
                        <a:off x="1617314" y="4857791"/>
                        <a:ext cx="0" cy="44393"/>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7C4DE4B9-1C4C-E550-783D-FA2DDFFA9B20}"/>
                          </a:ext>
                        </a:extLst>
                      </p:cNvPr>
                      <p:cNvCxnSpPr/>
                      <p:nvPr/>
                    </p:nvCxnSpPr>
                    <p:spPr>
                      <a:xfrm>
                        <a:off x="1621289" y="4857791"/>
                        <a:ext cx="16779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8" name="Straight Connector 117">
                      <a:extLst>
                        <a:ext uri="{FF2B5EF4-FFF2-40B4-BE49-F238E27FC236}">
                          <a16:creationId xmlns:a16="http://schemas.microsoft.com/office/drawing/2014/main" id="{4829660A-624C-DB0C-4EAF-68B1ACE17B35}"/>
                        </a:ext>
                      </a:extLst>
                    </p:cNvPr>
                    <p:cNvCxnSpPr/>
                    <p:nvPr/>
                  </p:nvCxnSpPr>
                  <p:spPr>
                    <a:xfrm flipV="1">
                      <a:off x="1806548" y="5094486"/>
                      <a:ext cx="0" cy="12672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119" name="Group 118">
                      <a:extLst>
                        <a:ext uri="{FF2B5EF4-FFF2-40B4-BE49-F238E27FC236}">
                          <a16:creationId xmlns:a16="http://schemas.microsoft.com/office/drawing/2014/main" id="{3DB54234-5BC7-30D3-616D-CEFE47264AB7}"/>
                        </a:ext>
                      </a:extLst>
                    </p:cNvPr>
                    <p:cNvGrpSpPr/>
                    <p:nvPr/>
                  </p:nvGrpSpPr>
                  <p:grpSpPr>
                    <a:xfrm rot="5400000">
                      <a:off x="1879744" y="5102207"/>
                      <a:ext cx="335430" cy="128187"/>
                      <a:chOff x="7040920" y="3499872"/>
                      <a:chExt cx="973348" cy="287902"/>
                    </a:xfrm>
                  </p:grpSpPr>
                  <p:sp>
                    <p:nvSpPr>
                      <p:cNvPr id="122" name="Arc 121">
                        <a:extLst>
                          <a:ext uri="{FF2B5EF4-FFF2-40B4-BE49-F238E27FC236}">
                            <a16:creationId xmlns:a16="http://schemas.microsoft.com/office/drawing/2014/main" id="{4CBC57C7-2774-244A-2014-33B1E8E75B1B}"/>
                          </a:ext>
                        </a:extLst>
                      </p:cNvPr>
                      <p:cNvSpPr/>
                      <p:nvPr/>
                    </p:nvSpPr>
                    <p:spPr>
                      <a:xfrm rot="15637240">
                        <a:off x="7047483" y="3504820"/>
                        <a:ext cx="276391" cy="289518"/>
                      </a:xfrm>
                      <a:prstGeom prst="arc">
                        <a:avLst>
                          <a:gd name="adj1" fmla="val 1634988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123" name="Group 122">
                        <a:extLst>
                          <a:ext uri="{FF2B5EF4-FFF2-40B4-BE49-F238E27FC236}">
                            <a16:creationId xmlns:a16="http://schemas.microsoft.com/office/drawing/2014/main" id="{A98B5533-B5B7-F912-456C-CD8E495A84B9}"/>
                          </a:ext>
                        </a:extLst>
                      </p:cNvPr>
                      <p:cNvGrpSpPr/>
                      <p:nvPr/>
                    </p:nvGrpSpPr>
                    <p:grpSpPr>
                      <a:xfrm>
                        <a:off x="7208043" y="3499872"/>
                        <a:ext cx="806225" cy="286012"/>
                        <a:chOff x="7208043" y="3499872"/>
                        <a:chExt cx="806225" cy="286012"/>
                      </a:xfrm>
                    </p:grpSpPr>
                    <p:sp>
                      <p:nvSpPr>
                        <p:cNvPr id="124" name="Arc 123">
                          <a:extLst>
                            <a:ext uri="{FF2B5EF4-FFF2-40B4-BE49-F238E27FC236}">
                              <a16:creationId xmlns:a16="http://schemas.microsoft.com/office/drawing/2014/main" id="{DD66DE00-96A8-82A5-7F88-33707D717DC7}"/>
                            </a:ext>
                          </a:extLst>
                        </p:cNvPr>
                        <p:cNvSpPr/>
                        <p:nvPr/>
                      </p:nvSpPr>
                      <p:spPr>
                        <a:xfrm rot="5400000">
                          <a:off x="7155632" y="3595228"/>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5" name="Arc 124">
                          <a:extLst>
                            <a:ext uri="{FF2B5EF4-FFF2-40B4-BE49-F238E27FC236}">
                              <a16:creationId xmlns:a16="http://schemas.microsoft.com/office/drawing/2014/main" id="{D53F0EB8-DB95-9D5A-AD6F-7F7E7DE17014}"/>
                            </a:ext>
                          </a:extLst>
                        </p:cNvPr>
                        <p:cNvSpPr/>
                        <p:nvPr/>
                      </p:nvSpPr>
                      <p:spPr>
                        <a:xfrm rot="16417337">
                          <a:off x="7206807" y="3511508"/>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6" name="Arc 125">
                          <a:extLst>
                            <a:ext uri="{FF2B5EF4-FFF2-40B4-BE49-F238E27FC236}">
                              <a16:creationId xmlns:a16="http://schemas.microsoft.com/office/drawing/2014/main" id="{3CF469A1-5CD5-183E-0723-FDB8E9C52FD2}"/>
                            </a:ext>
                          </a:extLst>
                        </p:cNvPr>
                        <p:cNvSpPr/>
                        <p:nvPr/>
                      </p:nvSpPr>
                      <p:spPr>
                        <a:xfrm rot="5400000">
                          <a:off x="7332045" y="3593335"/>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7" name="Arc 126">
                          <a:extLst>
                            <a:ext uri="{FF2B5EF4-FFF2-40B4-BE49-F238E27FC236}">
                              <a16:creationId xmlns:a16="http://schemas.microsoft.com/office/drawing/2014/main" id="{D723AC99-78DC-096C-B0DC-0E10F99E31B6}"/>
                            </a:ext>
                          </a:extLst>
                        </p:cNvPr>
                        <p:cNvSpPr/>
                        <p:nvPr/>
                      </p:nvSpPr>
                      <p:spPr>
                        <a:xfrm rot="16417337">
                          <a:off x="7387233" y="3509617"/>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8" name="Arc 127">
                          <a:extLst>
                            <a:ext uri="{FF2B5EF4-FFF2-40B4-BE49-F238E27FC236}">
                              <a16:creationId xmlns:a16="http://schemas.microsoft.com/office/drawing/2014/main" id="{03E5DB24-70DC-F858-267A-5165A1C2BDBB}"/>
                            </a:ext>
                          </a:extLst>
                        </p:cNvPr>
                        <p:cNvSpPr/>
                        <p:nvPr/>
                      </p:nvSpPr>
                      <p:spPr>
                        <a:xfrm rot="15637240">
                          <a:off x="7227908" y="3502930"/>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29" name="Arc 128">
                          <a:extLst>
                            <a:ext uri="{FF2B5EF4-FFF2-40B4-BE49-F238E27FC236}">
                              <a16:creationId xmlns:a16="http://schemas.microsoft.com/office/drawing/2014/main" id="{E5D11427-F8F8-7B2A-B7CF-6C708C776D23}"/>
                            </a:ext>
                          </a:extLst>
                        </p:cNvPr>
                        <p:cNvSpPr/>
                        <p:nvPr/>
                      </p:nvSpPr>
                      <p:spPr>
                        <a:xfrm rot="5400000">
                          <a:off x="7518531" y="3590694"/>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0" name="Arc 129">
                          <a:extLst>
                            <a:ext uri="{FF2B5EF4-FFF2-40B4-BE49-F238E27FC236}">
                              <a16:creationId xmlns:a16="http://schemas.microsoft.com/office/drawing/2014/main" id="{F5EC3A27-3F27-E6F9-AFA7-2D5FB113C7FD}"/>
                            </a:ext>
                          </a:extLst>
                        </p:cNvPr>
                        <p:cNvSpPr/>
                        <p:nvPr/>
                      </p:nvSpPr>
                      <p:spPr>
                        <a:xfrm rot="16417337">
                          <a:off x="7569706" y="3506974"/>
                          <a:ext cx="276391" cy="271567"/>
                        </a:xfrm>
                        <a:prstGeom prst="arc">
                          <a:avLst>
                            <a:gd name="adj1" fmla="val 15748288"/>
                            <a:gd name="adj2" fmla="val 199972"/>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1" name="Arc 130">
                          <a:extLst>
                            <a:ext uri="{FF2B5EF4-FFF2-40B4-BE49-F238E27FC236}">
                              <a16:creationId xmlns:a16="http://schemas.microsoft.com/office/drawing/2014/main" id="{47EB196E-E02C-2AE0-EF53-EC782C05460C}"/>
                            </a:ext>
                          </a:extLst>
                        </p:cNvPr>
                        <p:cNvSpPr/>
                        <p:nvPr/>
                      </p:nvSpPr>
                      <p:spPr>
                        <a:xfrm rot="15637240">
                          <a:off x="7410381" y="3500287"/>
                          <a:ext cx="276391" cy="289517"/>
                        </a:xfrm>
                        <a:prstGeom prst="arc">
                          <a:avLst>
                            <a:gd name="adj1" fmla="val 23407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2" name="Arc 131">
                          <a:extLst>
                            <a:ext uri="{FF2B5EF4-FFF2-40B4-BE49-F238E27FC236}">
                              <a16:creationId xmlns:a16="http://schemas.microsoft.com/office/drawing/2014/main" id="{8F24D27B-4E59-8352-EA48-FC41F43D1B31}"/>
                            </a:ext>
                          </a:extLst>
                        </p:cNvPr>
                        <p:cNvSpPr/>
                        <p:nvPr/>
                      </p:nvSpPr>
                      <p:spPr>
                        <a:xfrm rot="5400000">
                          <a:off x="7689114" y="3588050"/>
                          <a:ext cx="227194" cy="122372"/>
                        </a:xfrm>
                        <a:prstGeom prst="arc">
                          <a:avLst>
                            <a:gd name="adj1" fmla="val 15447932"/>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3" name="Arc 132">
                          <a:extLst>
                            <a:ext uri="{FF2B5EF4-FFF2-40B4-BE49-F238E27FC236}">
                              <a16:creationId xmlns:a16="http://schemas.microsoft.com/office/drawing/2014/main" id="{B88F5F24-60A9-560B-FA53-8458BB8909E5}"/>
                            </a:ext>
                          </a:extLst>
                        </p:cNvPr>
                        <p:cNvSpPr/>
                        <p:nvPr/>
                      </p:nvSpPr>
                      <p:spPr>
                        <a:xfrm rot="16417337">
                          <a:off x="7740289" y="3504330"/>
                          <a:ext cx="276391" cy="271566"/>
                        </a:xfrm>
                        <a:prstGeom prst="arc">
                          <a:avLst>
                            <a:gd name="adj1" fmla="val 15748288"/>
                            <a:gd name="adj2" fmla="val 5946044"/>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134" name="Arc 133">
                          <a:extLst>
                            <a:ext uri="{FF2B5EF4-FFF2-40B4-BE49-F238E27FC236}">
                              <a16:creationId xmlns:a16="http://schemas.microsoft.com/office/drawing/2014/main" id="{CD8440EB-BBD3-7A00-D66F-0707F1050094}"/>
                            </a:ext>
                          </a:extLst>
                        </p:cNvPr>
                        <p:cNvSpPr/>
                        <p:nvPr/>
                      </p:nvSpPr>
                      <p:spPr>
                        <a:xfrm rot="15637240">
                          <a:off x="7584020" y="3493310"/>
                          <a:ext cx="276391" cy="289516"/>
                        </a:xfrm>
                        <a:prstGeom prst="arc">
                          <a:avLst>
                            <a:gd name="adj1" fmla="val 884865"/>
                            <a:gd name="adj2" fmla="val 6018310"/>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120" name="Straight Connector 119">
                      <a:extLst>
                        <a:ext uri="{FF2B5EF4-FFF2-40B4-BE49-F238E27FC236}">
                          <a16:creationId xmlns:a16="http://schemas.microsoft.com/office/drawing/2014/main" id="{66E3247F-5737-1B4A-7D12-24A10AC73C06}"/>
                        </a:ext>
                      </a:extLst>
                    </p:cNvPr>
                    <p:cNvCxnSpPr>
                      <a:stCxn id="122" idx="0"/>
                    </p:cNvCxnSpPr>
                    <p:nvPr/>
                  </p:nvCxnSpPr>
                  <p:spPr>
                    <a:xfrm flipV="1">
                      <a:off x="2038917" y="4890411"/>
                      <a:ext cx="0" cy="108517"/>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B1A726F2-9BAC-6EF7-550B-87913B17EFFD}"/>
                        </a:ext>
                      </a:extLst>
                    </p:cNvPr>
                    <p:cNvCxnSpPr/>
                    <p:nvPr/>
                  </p:nvCxnSpPr>
                  <p:spPr>
                    <a:xfrm flipH="1" flipV="1">
                      <a:off x="2034520" y="5331511"/>
                      <a:ext cx="0" cy="94471"/>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114" name="Straight Connector 113">
                    <a:extLst>
                      <a:ext uri="{FF2B5EF4-FFF2-40B4-BE49-F238E27FC236}">
                        <a16:creationId xmlns:a16="http://schemas.microsoft.com/office/drawing/2014/main" id="{213F6401-CF24-FB89-B670-087B1E1F38A1}"/>
                      </a:ext>
                    </a:extLst>
                  </p:cNvPr>
                  <p:cNvCxnSpPr/>
                  <p:nvPr/>
                </p:nvCxnSpPr>
                <p:spPr>
                  <a:xfrm flipH="1" flipV="1">
                    <a:off x="1755998" y="4787233"/>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9D6C5523-8600-404B-5BC0-EF1770461CDC}"/>
                      </a:ext>
                    </a:extLst>
                  </p:cNvPr>
                  <p:cNvCxnSpPr/>
                  <p:nvPr/>
                </p:nvCxnSpPr>
                <p:spPr>
                  <a:xfrm flipH="1" flipV="1">
                    <a:off x="1781652" y="5423530"/>
                    <a:ext cx="0" cy="9144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79" name="Arc 229">
                <a:extLst>
                  <a:ext uri="{FF2B5EF4-FFF2-40B4-BE49-F238E27FC236}">
                    <a16:creationId xmlns:a16="http://schemas.microsoft.com/office/drawing/2014/main" id="{B4434BDA-FE5A-7B26-FD48-1F3BD03A414D}"/>
                  </a:ext>
                </a:extLst>
              </p:cNvPr>
              <p:cNvSpPr/>
              <p:nvPr/>
            </p:nvSpPr>
            <p:spPr>
              <a:xfrm>
                <a:off x="3404254" y="2012885"/>
                <a:ext cx="445597" cy="69525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Lst>
                <a:ahLst/>
                <a:cxnLst>
                  <a:cxn ang="0">
                    <a:pos x="connsiteX0" y="connsiteY0"/>
                  </a:cxn>
                  <a:cxn ang="0">
                    <a:pos x="connsiteX1" y="connsiteY1"/>
                  </a:cxn>
                  <a:cxn ang="0">
                    <a:pos x="connsiteX2" y="connsiteY2"/>
                  </a:cxn>
                </a:cxnLst>
                <a:rect l="l" t="t" r="r" b="b"/>
                <a:pathLst>
                  <a:path w="445597" h="695255" stroke="0" extrusionOk="0">
                    <a:moveTo>
                      <a:pt x="74436" y="42862"/>
                    </a:moveTo>
                    <a:cubicBezTo>
                      <a:pt x="215359" y="60711"/>
                      <a:pt x="346289" y="135815"/>
                      <a:pt x="445597" y="242661"/>
                    </a:cubicBezTo>
                    <a:lnTo>
                      <a:pt x="0" y="695255"/>
                    </a:lnTo>
                    <a:lnTo>
                      <a:pt x="74436" y="42862"/>
                    </a:lnTo>
                    <a:close/>
                  </a:path>
                  <a:path w="445597" h="695255" fill="none">
                    <a:moveTo>
                      <a:pt x="38717" y="0"/>
                    </a:moveTo>
                    <a:cubicBezTo>
                      <a:pt x="96131" y="22651"/>
                      <a:pt x="153464" y="34654"/>
                      <a:pt x="210959" y="67954"/>
                    </a:cubicBezTo>
                    <a:cubicBezTo>
                      <a:pt x="268454" y="101254"/>
                      <a:pt x="326110" y="155850"/>
                      <a:pt x="383685" y="19979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0" name="Arc 229">
                <a:extLst>
                  <a:ext uri="{FF2B5EF4-FFF2-40B4-BE49-F238E27FC236}">
                    <a16:creationId xmlns:a16="http://schemas.microsoft.com/office/drawing/2014/main" id="{BFE7498E-144D-BE23-9D3A-FD25DD2A1C10}"/>
                  </a:ext>
                </a:extLst>
              </p:cNvPr>
              <p:cNvSpPr/>
              <p:nvPr/>
            </p:nvSpPr>
            <p:spPr>
              <a:xfrm>
                <a:off x="3417574" y="2136762"/>
                <a:ext cx="445597" cy="707161"/>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Lst>
                <a:ahLst/>
                <a:cxnLst>
                  <a:cxn ang="0">
                    <a:pos x="connsiteX0" y="connsiteY0"/>
                  </a:cxn>
                  <a:cxn ang="0">
                    <a:pos x="connsiteX1" y="connsiteY1"/>
                  </a:cxn>
                  <a:cxn ang="0">
                    <a:pos x="connsiteX2" y="connsiteY2"/>
                  </a:cxn>
                </a:cxnLst>
                <a:rect l="l" t="t" r="r" b="b"/>
                <a:pathLst>
                  <a:path w="445597" h="707161" stroke="0" extrusionOk="0">
                    <a:moveTo>
                      <a:pt x="74436" y="54768"/>
                    </a:moveTo>
                    <a:cubicBezTo>
                      <a:pt x="215359" y="72617"/>
                      <a:pt x="346289" y="147721"/>
                      <a:pt x="445597" y="254567"/>
                    </a:cubicBezTo>
                    <a:lnTo>
                      <a:pt x="0" y="707161"/>
                    </a:lnTo>
                    <a:lnTo>
                      <a:pt x="74436" y="54768"/>
                    </a:lnTo>
                    <a:close/>
                  </a:path>
                  <a:path w="445597" h="707161" fill="none">
                    <a:moveTo>
                      <a:pt x="33955" y="0"/>
                    </a:moveTo>
                    <a:cubicBezTo>
                      <a:pt x="91369" y="22651"/>
                      <a:pt x="148701" y="53703"/>
                      <a:pt x="206196" y="87003"/>
                    </a:cubicBezTo>
                    <a:cubicBezTo>
                      <a:pt x="263691" y="120303"/>
                      <a:pt x="216572" y="96318"/>
                      <a:pt x="274147" y="140266"/>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1" name="Arc 229">
                <a:extLst>
                  <a:ext uri="{FF2B5EF4-FFF2-40B4-BE49-F238E27FC236}">
                    <a16:creationId xmlns:a16="http://schemas.microsoft.com/office/drawing/2014/main" id="{6E209745-C4A6-BBBC-2EEB-82D778F74134}"/>
                  </a:ext>
                </a:extLst>
              </p:cNvPr>
              <p:cNvSpPr/>
              <p:nvPr/>
            </p:nvSpPr>
            <p:spPr>
              <a:xfrm rot="1579328">
                <a:off x="3519897" y="2386247"/>
                <a:ext cx="465863" cy="714530"/>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31297 w 445597"/>
                  <a:gd name="connsiteY2" fmla="*/ 17836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17009 w 445597"/>
                  <a:gd name="connsiteY2" fmla="*/ 17360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300341 w 445597"/>
                  <a:gd name="connsiteY2" fmla="*/ 154554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06196 w 445597"/>
                  <a:gd name="connsiteY1" fmla="*/ 75097 h 695255"/>
                  <a:gd name="connsiteX2" fmla="*/ 283672 w 445597"/>
                  <a:gd name="connsiteY2" fmla="*/ 135504 h 695255"/>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83672 w 445597"/>
                  <a:gd name="connsiteY2" fmla="*/ 147410 h 707161"/>
                  <a:gd name="connsiteX0" fmla="*/ 74436 w 445597"/>
                  <a:gd name="connsiteY0" fmla="*/ 54768 h 707161"/>
                  <a:gd name="connsiteX1" fmla="*/ 445597 w 445597"/>
                  <a:gd name="connsiteY1" fmla="*/ 254567 h 707161"/>
                  <a:gd name="connsiteX2" fmla="*/ 0 w 445597"/>
                  <a:gd name="connsiteY2" fmla="*/ 707161 h 707161"/>
                  <a:gd name="connsiteX3" fmla="*/ 74436 w 445597"/>
                  <a:gd name="connsiteY3" fmla="*/ 54768 h 707161"/>
                  <a:gd name="connsiteX0" fmla="*/ 33955 w 445597"/>
                  <a:gd name="connsiteY0" fmla="*/ 0 h 707161"/>
                  <a:gd name="connsiteX1" fmla="*/ 206196 w 445597"/>
                  <a:gd name="connsiteY1" fmla="*/ 87003 h 707161"/>
                  <a:gd name="connsiteX2" fmla="*/ 274147 w 445597"/>
                  <a:gd name="connsiteY2" fmla="*/ 140266 h 707161"/>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94413 w 465863"/>
                  <a:gd name="connsiteY2" fmla="*/ 140266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6462 w 465863"/>
                  <a:gd name="connsiteY1" fmla="*/ 87003 h 714530"/>
                  <a:gd name="connsiteX2" fmla="*/ 284820 w 465863"/>
                  <a:gd name="connsiteY2" fmla="*/ 142355 h 714530"/>
                  <a:gd name="connsiteX0" fmla="*/ 94702 w 465863"/>
                  <a:gd name="connsiteY0" fmla="*/ 54768 h 714530"/>
                  <a:gd name="connsiteX1" fmla="*/ 465863 w 465863"/>
                  <a:gd name="connsiteY1" fmla="*/ 254567 h 714530"/>
                  <a:gd name="connsiteX2" fmla="*/ 0 w 465863"/>
                  <a:gd name="connsiteY2" fmla="*/ 714530 h 714530"/>
                  <a:gd name="connsiteX3" fmla="*/ 94702 w 465863"/>
                  <a:gd name="connsiteY3" fmla="*/ 54768 h 714530"/>
                  <a:gd name="connsiteX0" fmla="*/ 54221 w 465863"/>
                  <a:gd name="connsiteY0" fmla="*/ 0 h 714530"/>
                  <a:gd name="connsiteX1" fmla="*/ 224328 w 465863"/>
                  <a:gd name="connsiteY1" fmla="*/ 88058 h 714530"/>
                  <a:gd name="connsiteX2" fmla="*/ 284820 w 465863"/>
                  <a:gd name="connsiteY2" fmla="*/ 142355 h 714530"/>
                </a:gdLst>
                <a:ahLst/>
                <a:cxnLst>
                  <a:cxn ang="0">
                    <a:pos x="connsiteX0" y="connsiteY0"/>
                  </a:cxn>
                  <a:cxn ang="0">
                    <a:pos x="connsiteX1" y="connsiteY1"/>
                  </a:cxn>
                  <a:cxn ang="0">
                    <a:pos x="connsiteX2" y="connsiteY2"/>
                  </a:cxn>
                </a:cxnLst>
                <a:rect l="l" t="t" r="r" b="b"/>
                <a:pathLst>
                  <a:path w="465863" h="714530" stroke="0" extrusionOk="0">
                    <a:moveTo>
                      <a:pt x="94702" y="54768"/>
                    </a:moveTo>
                    <a:cubicBezTo>
                      <a:pt x="235625" y="72617"/>
                      <a:pt x="366555" y="147721"/>
                      <a:pt x="465863" y="254567"/>
                    </a:cubicBezTo>
                    <a:lnTo>
                      <a:pt x="0" y="714530"/>
                    </a:lnTo>
                    <a:lnTo>
                      <a:pt x="94702" y="54768"/>
                    </a:lnTo>
                    <a:close/>
                  </a:path>
                  <a:path w="465863" h="714530" fill="none">
                    <a:moveTo>
                      <a:pt x="54221" y="0"/>
                    </a:moveTo>
                    <a:cubicBezTo>
                      <a:pt x="111635" y="22651"/>
                      <a:pt x="166833" y="54758"/>
                      <a:pt x="224328" y="88058"/>
                    </a:cubicBezTo>
                    <a:cubicBezTo>
                      <a:pt x="281823" y="121358"/>
                      <a:pt x="227245" y="98407"/>
                      <a:pt x="284820" y="142355"/>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82" name="Arc 229">
                <a:extLst>
                  <a:ext uri="{FF2B5EF4-FFF2-40B4-BE49-F238E27FC236}">
                    <a16:creationId xmlns:a16="http://schemas.microsoft.com/office/drawing/2014/main" id="{B03DC247-1BFD-1AB9-681E-2A2A7B3F9EA1}"/>
                  </a:ext>
                </a:extLst>
              </p:cNvPr>
              <p:cNvSpPr/>
              <p:nvPr/>
            </p:nvSpPr>
            <p:spPr>
              <a:xfrm rot="1802635">
                <a:off x="3580864" y="2301262"/>
                <a:ext cx="445597" cy="684825"/>
              </a:xfrm>
              <a:custGeom>
                <a:avLst/>
                <a:gdLst>
                  <a:gd name="connsiteX0" fmla="*/ 698104 w 1247335"/>
                  <a:gd name="connsiteY0" fmla="*/ 4697 h 1314180"/>
                  <a:gd name="connsiteX1" fmla="*/ 1069265 w 1247335"/>
                  <a:gd name="connsiteY1" fmla="*/ 197352 h 1314180"/>
                  <a:gd name="connsiteX2" fmla="*/ 623668 w 1247335"/>
                  <a:gd name="connsiteY2" fmla="*/ 657090 h 1314180"/>
                  <a:gd name="connsiteX3" fmla="*/ 698104 w 1247335"/>
                  <a:gd name="connsiteY3" fmla="*/ 4697 h 1314180"/>
                  <a:gd name="connsiteX0" fmla="*/ 698104 w 1247335"/>
                  <a:gd name="connsiteY0" fmla="*/ 4697 h 1314180"/>
                  <a:gd name="connsiteX1" fmla="*/ 1069265 w 1247335"/>
                  <a:gd name="connsiteY1" fmla="*/ 197352 h 1314180"/>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5597 w 445597"/>
                  <a:gd name="connsiteY1" fmla="*/ 235517 h 695255"/>
                  <a:gd name="connsiteX0" fmla="*/ 74436 w 445597"/>
                  <a:gd name="connsiteY0" fmla="*/ 42862 h 695255"/>
                  <a:gd name="connsiteX1" fmla="*/ 445597 w 445597"/>
                  <a:gd name="connsiteY1" fmla="*/ 235517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45861 w 445597"/>
                  <a:gd name="connsiteY0" fmla="*/ 0 h 695255"/>
                  <a:gd name="connsiteX1" fmla="*/ 443216 w 445597"/>
                  <a:gd name="connsiteY1" fmla="*/ 252186 h 695255"/>
                  <a:gd name="connsiteX0" fmla="*/ 74436 w 445597"/>
                  <a:gd name="connsiteY0" fmla="*/ 33337 h 685730"/>
                  <a:gd name="connsiteX1" fmla="*/ 445597 w 445597"/>
                  <a:gd name="connsiteY1" fmla="*/ 233136 h 685730"/>
                  <a:gd name="connsiteX2" fmla="*/ 0 w 445597"/>
                  <a:gd name="connsiteY2" fmla="*/ 685730 h 685730"/>
                  <a:gd name="connsiteX3" fmla="*/ 74436 w 445597"/>
                  <a:gd name="connsiteY3" fmla="*/ 33337 h 685730"/>
                  <a:gd name="connsiteX0" fmla="*/ 38717 w 445597"/>
                  <a:gd name="connsiteY0" fmla="*/ 0 h 685730"/>
                  <a:gd name="connsiteX1" fmla="*/ 443216 w 445597"/>
                  <a:gd name="connsiteY1" fmla="*/ 242661 h 685730"/>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443216 w 445597"/>
                  <a:gd name="connsiteY1" fmla="*/ 252186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383685 w 445597"/>
                  <a:gd name="connsiteY1"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5722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3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70335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42862 h 695255"/>
                  <a:gd name="connsiteX1" fmla="*/ 445597 w 445597"/>
                  <a:gd name="connsiteY1" fmla="*/ 242661 h 695255"/>
                  <a:gd name="connsiteX2" fmla="*/ 0 w 445597"/>
                  <a:gd name="connsiteY2" fmla="*/ 695255 h 695255"/>
                  <a:gd name="connsiteX3" fmla="*/ 74436 w 445597"/>
                  <a:gd name="connsiteY3" fmla="*/ 42862 h 695255"/>
                  <a:gd name="connsiteX0" fmla="*/ 38717 w 445597"/>
                  <a:gd name="connsiteY0" fmla="*/ 0 h 695255"/>
                  <a:gd name="connsiteX1" fmla="*/ 210959 w 445597"/>
                  <a:gd name="connsiteY1" fmla="*/ 67954 h 695255"/>
                  <a:gd name="connsiteX2" fmla="*/ 383685 w 445597"/>
                  <a:gd name="connsiteY2" fmla="*/ 199798 h 695255"/>
                  <a:gd name="connsiteX0" fmla="*/ 74436 w 445597"/>
                  <a:gd name="connsiteY0" fmla="*/ 27663 h 680056"/>
                  <a:gd name="connsiteX1" fmla="*/ 445597 w 445597"/>
                  <a:gd name="connsiteY1" fmla="*/ 227462 h 680056"/>
                  <a:gd name="connsiteX2" fmla="*/ 0 w 445597"/>
                  <a:gd name="connsiteY2" fmla="*/ 680056 h 680056"/>
                  <a:gd name="connsiteX3" fmla="*/ 74436 w 445597"/>
                  <a:gd name="connsiteY3" fmla="*/ 27663 h 680056"/>
                  <a:gd name="connsiteX0" fmla="*/ 69514 w 445597"/>
                  <a:gd name="connsiteY0" fmla="*/ 0 h 680056"/>
                  <a:gd name="connsiteX1" fmla="*/ 210959 w 445597"/>
                  <a:gd name="connsiteY1" fmla="*/ 52755 h 680056"/>
                  <a:gd name="connsiteX2" fmla="*/ 383685 w 445597"/>
                  <a:gd name="connsiteY2" fmla="*/ 184599 h 680056"/>
                  <a:gd name="connsiteX0" fmla="*/ 74436 w 445597"/>
                  <a:gd name="connsiteY0" fmla="*/ 32432 h 684825"/>
                  <a:gd name="connsiteX1" fmla="*/ 445597 w 445597"/>
                  <a:gd name="connsiteY1" fmla="*/ 232231 h 684825"/>
                  <a:gd name="connsiteX2" fmla="*/ 0 w 445597"/>
                  <a:gd name="connsiteY2" fmla="*/ 684825 h 684825"/>
                  <a:gd name="connsiteX3" fmla="*/ 74436 w 445597"/>
                  <a:gd name="connsiteY3" fmla="*/ 32432 h 684825"/>
                  <a:gd name="connsiteX0" fmla="*/ 77759 w 445597"/>
                  <a:gd name="connsiteY0" fmla="*/ 0 h 684825"/>
                  <a:gd name="connsiteX1" fmla="*/ 210959 w 445597"/>
                  <a:gd name="connsiteY1" fmla="*/ 57524 h 684825"/>
                  <a:gd name="connsiteX2" fmla="*/ 383685 w 445597"/>
                  <a:gd name="connsiteY2" fmla="*/ 189368 h 684825"/>
                </a:gdLst>
                <a:ahLst/>
                <a:cxnLst>
                  <a:cxn ang="0">
                    <a:pos x="connsiteX0" y="connsiteY0"/>
                  </a:cxn>
                  <a:cxn ang="0">
                    <a:pos x="connsiteX1" y="connsiteY1"/>
                  </a:cxn>
                  <a:cxn ang="0">
                    <a:pos x="connsiteX2" y="connsiteY2"/>
                  </a:cxn>
                </a:cxnLst>
                <a:rect l="l" t="t" r="r" b="b"/>
                <a:pathLst>
                  <a:path w="445597" h="684825" stroke="0" extrusionOk="0">
                    <a:moveTo>
                      <a:pt x="74436" y="32432"/>
                    </a:moveTo>
                    <a:cubicBezTo>
                      <a:pt x="215359" y="50281"/>
                      <a:pt x="346289" y="125385"/>
                      <a:pt x="445597" y="232231"/>
                    </a:cubicBezTo>
                    <a:lnTo>
                      <a:pt x="0" y="684825"/>
                    </a:lnTo>
                    <a:lnTo>
                      <a:pt x="74436" y="32432"/>
                    </a:lnTo>
                    <a:close/>
                  </a:path>
                  <a:path w="445597" h="684825" fill="none">
                    <a:moveTo>
                      <a:pt x="77759" y="0"/>
                    </a:moveTo>
                    <a:cubicBezTo>
                      <a:pt x="135173" y="22651"/>
                      <a:pt x="153464" y="24224"/>
                      <a:pt x="210959" y="57524"/>
                    </a:cubicBezTo>
                    <a:cubicBezTo>
                      <a:pt x="268454" y="90824"/>
                      <a:pt x="326110" y="145420"/>
                      <a:pt x="383685" y="189368"/>
                    </a:cubicBezTo>
                  </a:path>
                </a:pathLst>
              </a:custGeom>
              <a:ln w="25400" cap="rnd">
                <a:solidFill>
                  <a:schemeClr val="bg1"/>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cxnSp>
            <p:nvCxnSpPr>
              <p:cNvPr id="83" name="Straight Arrow Connector 82">
                <a:extLst>
                  <a:ext uri="{FF2B5EF4-FFF2-40B4-BE49-F238E27FC236}">
                    <a16:creationId xmlns:a16="http://schemas.microsoft.com/office/drawing/2014/main" id="{51A6B52D-D157-E503-A41D-445CE8FD6F6B}"/>
                  </a:ext>
                </a:extLst>
              </p:cNvPr>
              <p:cNvCxnSpPr/>
              <p:nvPr/>
            </p:nvCxnSpPr>
            <p:spPr>
              <a:xfrm flipH="1">
                <a:off x="3787821" y="203364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4" name="Oval 83">
                <a:extLst>
                  <a:ext uri="{FF2B5EF4-FFF2-40B4-BE49-F238E27FC236}">
                    <a16:creationId xmlns:a16="http://schemas.microsoft.com/office/drawing/2014/main" id="{1775E718-991C-3B07-C7FF-2BA5B94A5A8A}"/>
                  </a:ext>
                </a:extLst>
              </p:cNvPr>
              <p:cNvSpPr/>
              <p:nvPr/>
            </p:nvSpPr>
            <p:spPr>
              <a:xfrm>
                <a:off x="3731026" y="215001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85" name="Straight Arrow Connector 84">
                <a:extLst>
                  <a:ext uri="{FF2B5EF4-FFF2-40B4-BE49-F238E27FC236}">
                    <a16:creationId xmlns:a16="http://schemas.microsoft.com/office/drawing/2014/main" id="{B394479A-DE61-4CC3-0D0B-D56874E2868A}"/>
                  </a:ext>
                </a:extLst>
              </p:cNvPr>
              <p:cNvCxnSpPr/>
              <p:nvPr/>
            </p:nvCxnSpPr>
            <p:spPr>
              <a:xfrm flipH="1">
                <a:off x="3783216" y="2207986"/>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86" name="Oval 85">
                <a:extLst>
                  <a:ext uri="{FF2B5EF4-FFF2-40B4-BE49-F238E27FC236}">
                    <a16:creationId xmlns:a16="http://schemas.microsoft.com/office/drawing/2014/main" id="{AEBE58C2-63C0-7D85-8533-4A7D128871A1}"/>
                  </a:ext>
                </a:extLst>
              </p:cNvPr>
              <p:cNvSpPr/>
              <p:nvPr/>
            </p:nvSpPr>
            <p:spPr>
              <a:xfrm>
                <a:off x="3726421" y="2324358"/>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87" name="Group 86">
                <a:extLst>
                  <a:ext uri="{FF2B5EF4-FFF2-40B4-BE49-F238E27FC236}">
                    <a16:creationId xmlns:a16="http://schemas.microsoft.com/office/drawing/2014/main" id="{85F0D06A-6988-A273-795C-65CF776697F9}"/>
                  </a:ext>
                </a:extLst>
              </p:cNvPr>
              <p:cNvGrpSpPr/>
              <p:nvPr/>
            </p:nvGrpSpPr>
            <p:grpSpPr>
              <a:xfrm rot="5249163">
                <a:off x="3799086" y="3146165"/>
                <a:ext cx="243197" cy="363930"/>
                <a:chOff x="5602759" y="4130641"/>
                <a:chExt cx="243197" cy="363930"/>
              </a:xfrm>
            </p:grpSpPr>
            <p:cxnSp>
              <p:nvCxnSpPr>
                <p:cNvPr id="100" name="Straight Arrow Connector 99">
                  <a:extLst>
                    <a:ext uri="{FF2B5EF4-FFF2-40B4-BE49-F238E27FC236}">
                      <a16:creationId xmlns:a16="http://schemas.microsoft.com/office/drawing/2014/main" id="{70EA1D70-F7DE-3522-4FC0-23AE1291400D}"/>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1" name="Oval 100">
                  <a:extLst>
                    <a:ext uri="{FF2B5EF4-FFF2-40B4-BE49-F238E27FC236}">
                      <a16:creationId xmlns:a16="http://schemas.microsoft.com/office/drawing/2014/main" id="{671037D0-6D0F-C459-7CA1-EC1FDC970266}"/>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102" name="Straight Arrow Connector 101">
                  <a:extLst>
                    <a:ext uri="{FF2B5EF4-FFF2-40B4-BE49-F238E27FC236}">
                      <a16:creationId xmlns:a16="http://schemas.microsoft.com/office/drawing/2014/main" id="{B041C2FE-5B4C-3A82-F6FA-92E200C8DA43}"/>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03" name="Oval 102">
                  <a:extLst>
                    <a:ext uri="{FF2B5EF4-FFF2-40B4-BE49-F238E27FC236}">
                      <a16:creationId xmlns:a16="http://schemas.microsoft.com/office/drawing/2014/main" id="{4B77755F-010D-B497-65A1-FB40A97292D9}"/>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88" name="Group 87">
                <a:extLst>
                  <a:ext uri="{FF2B5EF4-FFF2-40B4-BE49-F238E27FC236}">
                    <a16:creationId xmlns:a16="http://schemas.microsoft.com/office/drawing/2014/main" id="{F6C0E69F-2AB9-7C13-CF19-5979682B5771}"/>
                  </a:ext>
                </a:extLst>
              </p:cNvPr>
              <p:cNvGrpSpPr/>
              <p:nvPr/>
            </p:nvGrpSpPr>
            <p:grpSpPr>
              <a:xfrm rot="9806704">
                <a:off x="2520333" y="3213078"/>
                <a:ext cx="243197" cy="363930"/>
                <a:chOff x="5602759" y="4130641"/>
                <a:chExt cx="243197" cy="363930"/>
              </a:xfrm>
            </p:grpSpPr>
            <p:cxnSp>
              <p:nvCxnSpPr>
                <p:cNvPr id="96" name="Straight Arrow Connector 95">
                  <a:extLst>
                    <a:ext uri="{FF2B5EF4-FFF2-40B4-BE49-F238E27FC236}">
                      <a16:creationId xmlns:a16="http://schemas.microsoft.com/office/drawing/2014/main" id="{6DDB6223-4029-768D-75AF-2BD3924A736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7" name="Oval 96">
                  <a:extLst>
                    <a:ext uri="{FF2B5EF4-FFF2-40B4-BE49-F238E27FC236}">
                      <a16:creationId xmlns:a16="http://schemas.microsoft.com/office/drawing/2014/main" id="{F3443673-FB8C-9FC2-E002-ADB259B03994}"/>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8" name="Straight Arrow Connector 97">
                  <a:extLst>
                    <a:ext uri="{FF2B5EF4-FFF2-40B4-BE49-F238E27FC236}">
                      <a16:creationId xmlns:a16="http://schemas.microsoft.com/office/drawing/2014/main" id="{9FD66221-1EDC-7202-8B78-7EDDEA743ED5}"/>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9" name="Oval 98">
                  <a:extLst>
                    <a:ext uri="{FF2B5EF4-FFF2-40B4-BE49-F238E27FC236}">
                      <a16:creationId xmlns:a16="http://schemas.microsoft.com/office/drawing/2014/main" id="{D4824CF1-4234-4453-8068-34997F2A44D3}"/>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grpSp>
            <p:nvGrpSpPr>
              <p:cNvPr id="89" name="Group 88">
                <a:extLst>
                  <a:ext uri="{FF2B5EF4-FFF2-40B4-BE49-F238E27FC236}">
                    <a16:creationId xmlns:a16="http://schemas.microsoft.com/office/drawing/2014/main" id="{C9C90758-7064-4F56-2608-F3C0BFC36119}"/>
                  </a:ext>
                </a:extLst>
              </p:cNvPr>
              <p:cNvGrpSpPr/>
              <p:nvPr/>
            </p:nvGrpSpPr>
            <p:grpSpPr>
              <a:xfrm rot="16624087">
                <a:off x="2501532" y="2050529"/>
                <a:ext cx="243197" cy="363930"/>
                <a:chOff x="5602759" y="4130641"/>
                <a:chExt cx="243197" cy="363930"/>
              </a:xfrm>
            </p:grpSpPr>
            <p:cxnSp>
              <p:nvCxnSpPr>
                <p:cNvPr id="92" name="Straight Arrow Connector 91">
                  <a:extLst>
                    <a:ext uri="{FF2B5EF4-FFF2-40B4-BE49-F238E27FC236}">
                      <a16:creationId xmlns:a16="http://schemas.microsoft.com/office/drawing/2014/main" id="{26CD3F43-432F-4284-592F-06E3828C75E3}"/>
                    </a:ext>
                  </a:extLst>
                </p:cNvPr>
                <p:cNvCxnSpPr/>
                <p:nvPr/>
              </p:nvCxnSpPr>
              <p:spPr>
                <a:xfrm flipH="1">
                  <a:off x="5664159" y="413064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3" name="Oval 92">
                  <a:extLst>
                    <a:ext uri="{FF2B5EF4-FFF2-40B4-BE49-F238E27FC236}">
                      <a16:creationId xmlns:a16="http://schemas.microsoft.com/office/drawing/2014/main" id="{6A69B94C-F2D4-8183-E6E1-33B54EF04E07}"/>
                    </a:ext>
                  </a:extLst>
                </p:cNvPr>
                <p:cNvSpPr/>
                <p:nvPr/>
              </p:nvSpPr>
              <p:spPr>
                <a:xfrm>
                  <a:off x="5607364" y="424701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94" name="Straight Arrow Connector 93">
                  <a:extLst>
                    <a:ext uri="{FF2B5EF4-FFF2-40B4-BE49-F238E27FC236}">
                      <a16:creationId xmlns:a16="http://schemas.microsoft.com/office/drawing/2014/main" id="{2960B250-1DE2-40F2-7C66-6AD544601F8B}"/>
                    </a:ext>
                  </a:extLst>
                </p:cNvPr>
                <p:cNvCxnSpPr/>
                <p:nvPr/>
              </p:nvCxnSpPr>
              <p:spPr>
                <a:xfrm flipH="1">
                  <a:off x="5659554" y="4304981"/>
                  <a:ext cx="181797" cy="151201"/>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95" name="Oval 94">
                  <a:extLst>
                    <a:ext uri="{FF2B5EF4-FFF2-40B4-BE49-F238E27FC236}">
                      <a16:creationId xmlns:a16="http://schemas.microsoft.com/office/drawing/2014/main" id="{C06E7558-330C-6F24-803C-D1261556689A}"/>
                    </a:ext>
                  </a:extLst>
                </p:cNvPr>
                <p:cNvSpPr/>
                <p:nvPr/>
              </p:nvSpPr>
              <p:spPr>
                <a:xfrm>
                  <a:off x="5602759" y="4421353"/>
                  <a:ext cx="73219" cy="7321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90" name="Straight Arrow Connector 89">
                <a:extLst>
                  <a:ext uri="{FF2B5EF4-FFF2-40B4-BE49-F238E27FC236}">
                    <a16:creationId xmlns:a16="http://schemas.microsoft.com/office/drawing/2014/main" id="{64C2B8B2-F69F-FAE6-0740-B7747E72A325}"/>
                  </a:ext>
                </a:extLst>
              </p:cNvPr>
              <p:cNvCxnSpPr/>
              <p:nvPr/>
            </p:nvCxnSpPr>
            <p:spPr>
              <a:xfrm flipH="1">
                <a:off x="1969560" y="2603583"/>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91" name="Straight Arrow Connector 90">
                <a:extLst>
                  <a:ext uri="{FF2B5EF4-FFF2-40B4-BE49-F238E27FC236}">
                    <a16:creationId xmlns:a16="http://schemas.microsoft.com/office/drawing/2014/main" id="{944B529B-E769-35F3-6511-69CD3C593B65}"/>
                  </a:ext>
                </a:extLst>
              </p:cNvPr>
              <p:cNvCxnSpPr/>
              <p:nvPr/>
            </p:nvCxnSpPr>
            <p:spPr>
              <a:xfrm flipV="1">
                <a:off x="1961702" y="2843923"/>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grpSp>
          <p:nvGrpSpPr>
            <p:cNvPr id="57" name="Group 56">
              <a:extLst>
                <a:ext uri="{FF2B5EF4-FFF2-40B4-BE49-F238E27FC236}">
                  <a16:creationId xmlns:a16="http://schemas.microsoft.com/office/drawing/2014/main" id="{173B8539-914D-AF81-CD28-C4FA7D825B72}"/>
                </a:ext>
              </a:extLst>
            </p:cNvPr>
            <p:cNvGrpSpPr/>
            <p:nvPr/>
          </p:nvGrpSpPr>
          <p:grpSpPr>
            <a:xfrm>
              <a:off x="4416682" y="2107059"/>
              <a:ext cx="768259" cy="1370350"/>
              <a:chOff x="7937102" y="4924808"/>
              <a:chExt cx="768259" cy="1370350"/>
            </a:xfrm>
          </p:grpSpPr>
          <p:cxnSp>
            <p:nvCxnSpPr>
              <p:cNvPr id="64" name="Straight Arrow Connector 63">
                <a:extLst>
                  <a:ext uri="{FF2B5EF4-FFF2-40B4-BE49-F238E27FC236}">
                    <a16:creationId xmlns:a16="http://schemas.microsoft.com/office/drawing/2014/main" id="{69D009D1-CA13-ECC4-BC56-9D08FB2A1B86}"/>
                  </a:ext>
                </a:extLst>
              </p:cNvPr>
              <p:cNvCxnSpPr/>
              <p:nvPr/>
            </p:nvCxnSpPr>
            <p:spPr>
              <a:xfrm flipH="1">
                <a:off x="7940155" y="5090734"/>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5" name="Straight Arrow Connector 64">
                <a:extLst>
                  <a:ext uri="{FF2B5EF4-FFF2-40B4-BE49-F238E27FC236}">
                    <a16:creationId xmlns:a16="http://schemas.microsoft.com/office/drawing/2014/main" id="{444C17AE-3D49-3F54-55B7-B8022763696B}"/>
                  </a:ext>
                </a:extLst>
              </p:cNvPr>
              <p:cNvCxnSpPr/>
              <p:nvPr/>
            </p:nvCxnSpPr>
            <p:spPr>
              <a:xfrm flipH="1">
                <a:off x="7940155" y="5352127"/>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13663F5A-F102-6F13-A5FA-DFF3246C46E4}"/>
                  </a:ext>
                </a:extLst>
              </p:cNvPr>
              <p:cNvCxnSpPr/>
              <p:nvPr/>
            </p:nvCxnSpPr>
            <p:spPr>
              <a:xfrm flipH="1">
                <a:off x="7937102" y="5579718"/>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7" name="Straight Arrow Connector 66">
                <a:extLst>
                  <a:ext uri="{FF2B5EF4-FFF2-40B4-BE49-F238E27FC236}">
                    <a16:creationId xmlns:a16="http://schemas.microsoft.com/office/drawing/2014/main" id="{DC6980CE-2DEA-95DF-3CCE-86D293B243C2}"/>
                  </a:ext>
                </a:extLst>
              </p:cNvPr>
              <p:cNvCxnSpPr/>
              <p:nvPr/>
            </p:nvCxnSpPr>
            <p:spPr>
              <a:xfrm flipH="1">
                <a:off x="7937102" y="6135991"/>
                <a:ext cx="32112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68" name="Straight Arrow Connector 67">
                <a:extLst>
                  <a:ext uri="{FF2B5EF4-FFF2-40B4-BE49-F238E27FC236}">
                    <a16:creationId xmlns:a16="http://schemas.microsoft.com/office/drawing/2014/main" id="{B879583D-AFD5-64A0-C4FB-63BF89D399AA}"/>
                  </a:ext>
                </a:extLst>
              </p:cNvPr>
              <p:cNvCxnSpPr/>
              <p:nvPr/>
            </p:nvCxnSpPr>
            <p:spPr>
              <a:xfrm>
                <a:off x="8095507" y="5639387"/>
                <a:ext cx="0" cy="448172"/>
              </a:xfrm>
              <a:prstGeom prst="straightConnector1">
                <a:avLst/>
              </a:prstGeom>
              <a:ln w="2540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F27C9DC2-53DE-1076-0AAF-CCA9E9A44D8B}"/>
                      </a:ext>
                    </a:extLst>
                  </p:cNvPr>
                  <p:cNvSpPr/>
                  <p:nvPr/>
                </p:nvSpPr>
                <p:spPr>
                  <a:xfrm>
                    <a:off x="8241970" y="4924808"/>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a:latin typeface="Arial" panose="020B0604020202020204" pitchFamily="34" charset="0"/>
                      <a:cs typeface="Arial" panose="020B0604020202020204" pitchFamily="34" charset="0"/>
                    </a:endParaRPr>
                  </a:p>
                </p:txBody>
              </p:sp>
            </mc:Choice>
            <mc:Fallback xmlns="">
              <p:sp>
                <p:nvSpPr>
                  <p:cNvPr id="445" name="Rectangle 444">
                    <a:extLst>
                      <a:ext uri="{FF2B5EF4-FFF2-40B4-BE49-F238E27FC236}">
                        <a16:creationId xmlns:a16="http://schemas.microsoft.com/office/drawing/2014/main" id="{F27C9DC2-53DE-1076-0AAF-CCA9E9A44D8B}"/>
                      </a:ext>
                    </a:extLst>
                  </p:cNvPr>
                  <p:cNvSpPr>
                    <a:spLocks noRot="1" noChangeAspect="1" noMove="1" noResize="1" noEditPoints="1" noAdjustHandles="1" noChangeArrowheads="1" noChangeShapeType="1" noTextEdit="1"/>
                  </p:cNvSpPr>
                  <p:nvPr/>
                </p:nvSpPr>
                <p:spPr>
                  <a:xfrm>
                    <a:off x="8241970" y="4924808"/>
                    <a:ext cx="447130" cy="32313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DA6AE690-A67E-33C2-708B-1F0E2A074246}"/>
                      </a:ext>
                    </a:extLst>
                  </p:cNvPr>
                  <p:cNvSpPr/>
                  <p:nvPr/>
                </p:nvSpPr>
                <p:spPr>
                  <a:xfrm>
                    <a:off x="8258231" y="5198975"/>
                    <a:ext cx="447130"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446" name="Rectangle 445">
                    <a:extLst>
                      <a:ext uri="{FF2B5EF4-FFF2-40B4-BE49-F238E27FC236}">
                        <a16:creationId xmlns:a16="http://schemas.microsoft.com/office/drawing/2014/main" id="{DA6AE690-A67E-33C2-708B-1F0E2A074246}"/>
                      </a:ext>
                    </a:extLst>
                  </p:cNvPr>
                  <p:cNvSpPr>
                    <a:spLocks noRot="1" noChangeAspect="1" noMove="1" noResize="1" noEditPoints="1" noAdjustHandles="1" noChangeArrowheads="1" noChangeShapeType="1" noTextEdit="1"/>
                  </p:cNvSpPr>
                  <p:nvPr/>
                </p:nvSpPr>
                <p:spPr>
                  <a:xfrm>
                    <a:off x="8258231" y="5198975"/>
                    <a:ext cx="447130" cy="32313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0934DE4C-6786-0CF1-804F-5263D3E45F40}"/>
                      </a:ext>
                    </a:extLst>
                  </p:cNvPr>
                  <p:cNvSpPr/>
                  <p:nvPr/>
                </p:nvSpPr>
                <p:spPr>
                  <a:xfrm>
                    <a:off x="8252593" y="5449344"/>
                    <a:ext cx="447131"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447" name="Rectangle 446">
                    <a:extLst>
                      <a:ext uri="{FF2B5EF4-FFF2-40B4-BE49-F238E27FC236}">
                        <a16:creationId xmlns:a16="http://schemas.microsoft.com/office/drawing/2014/main" id="{0934DE4C-6786-0CF1-804F-5263D3E45F40}"/>
                      </a:ext>
                    </a:extLst>
                  </p:cNvPr>
                  <p:cNvSpPr>
                    <a:spLocks noRot="1" noChangeAspect="1" noMove="1" noResize="1" noEditPoints="1" noAdjustHandles="1" noChangeArrowheads="1" noChangeShapeType="1" noTextEdit="1"/>
                  </p:cNvSpPr>
                  <p:nvPr/>
                </p:nvSpPr>
                <p:spPr>
                  <a:xfrm>
                    <a:off x="8252593" y="5449344"/>
                    <a:ext cx="447131" cy="32313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B3D1D274-CF6F-3DD0-274A-8B003133BB6D}"/>
                      </a:ext>
                    </a:extLst>
                  </p:cNvPr>
                  <p:cNvSpPr/>
                  <p:nvPr/>
                </p:nvSpPr>
                <p:spPr>
                  <a:xfrm>
                    <a:off x="8203059" y="5972019"/>
                    <a:ext cx="462094" cy="3231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448" name="Rectangle 447">
                    <a:extLst>
                      <a:ext uri="{FF2B5EF4-FFF2-40B4-BE49-F238E27FC236}">
                        <a16:creationId xmlns:a16="http://schemas.microsoft.com/office/drawing/2014/main" id="{B3D1D274-CF6F-3DD0-274A-8B003133BB6D}"/>
                      </a:ext>
                    </a:extLst>
                  </p:cNvPr>
                  <p:cNvSpPr>
                    <a:spLocks noRot="1" noChangeAspect="1" noMove="1" noResize="1" noEditPoints="1" noAdjustHandles="1" noChangeArrowheads="1" noChangeShapeType="1" noTextEdit="1"/>
                  </p:cNvSpPr>
                  <p:nvPr/>
                </p:nvSpPr>
                <p:spPr>
                  <a:xfrm>
                    <a:off x="8203059" y="5972019"/>
                    <a:ext cx="462094" cy="323139"/>
                  </a:xfrm>
                  <a:prstGeom prst="rect">
                    <a:avLst/>
                  </a:prstGeom>
                  <a:blipFill>
                    <a:blip r:embed="rId6"/>
                    <a:stretch>
                      <a:fillRect/>
                    </a:stretch>
                  </a:blipFill>
                </p:spPr>
                <p:txBody>
                  <a:bodyPr/>
                  <a:lstStyle/>
                  <a:p>
                    <a:r>
                      <a:rPr lang="en-US">
                        <a:noFill/>
                      </a:rPr>
                      <a:t> </a:t>
                    </a:r>
                  </a:p>
                </p:txBody>
              </p:sp>
            </mc:Fallback>
          </mc:AlternateContent>
        </p:grpSp>
        <p:sp>
          <p:nvSpPr>
            <p:cNvPr id="58" name="Rectangle 57">
              <a:extLst>
                <a:ext uri="{FF2B5EF4-FFF2-40B4-BE49-F238E27FC236}">
                  <a16:creationId xmlns:a16="http://schemas.microsoft.com/office/drawing/2014/main" id="{F985062D-2C10-9C25-47E6-4F4ECEE4D10C}"/>
                </a:ext>
              </a:extLst>
            </p:cNvPr>
            <p:cNvSpPr/>
            <p:nvPr/>
          </p:nvSpPr>
          <p:spPr>
            <a:xfrm>
              <a:off x="2825770" y="2120527"/>
              <a:ext cx="876736" cy="323139"/>
            </a:xfrm>
            <a:prstGeom prst="rect">
              <a:avLst/>
            </a:prstGeom>
          </p:spPr>
          <p:txBody>
            <a:bodyPr wrap="none">
              <a:spAutoFit/>
            </a:bodyPr>
            <a:lstStyle/>
            <a:p>
              <a:r>
                <a:rPr lang="en-US" sz="900" b="1"/>
                <a:t>LC-VCO</a:t>
              </a:r>
            </a:p>
          </p:txBody>
        </p:sp>
        <p:sp>
          <p:nvSpPr>
            <p:cNvPr id="59" name="Rectangle 58">
              <a:extLst>
                <a:ext uri="{FF2B5EF4-FFF2-40B4-BE49-F238E27FC236}">
                  <a16:creationId xmlns:a16="http://schemas.microsoft.com/office/drawing/2014/main" id="{6EFBD9D1-8CD2-CFBE-8FD6-9244DC01F25D}"/>
                </a:ext>
              </a:extLst>
            </p:cNvPr>
            <p:cNvSpPr/>
            <p:nvPr/>
          </p:nvSpPr>
          <p:spPr>
            <a:xfrm>
              <a:off x="2507685" y="2632332"/>
              <a:ext cx="876736" cy="323139"/>
            </a:xfrm>
            <a:prstGeom prst="rect">
              <a:avLst/>
            </a:prstGeom>
          </p:spPr>
          <p:txBody>
            <a:bodyPr wrap="none">
              <a:spAutoFit/>
            </a:bodyPr>
            <a:lstStyle/>
            <a:p>
              <a:r>
                <a:rPr lang="en-US" sz="900" b="1" dirty="0"/>
                <a:t>LC-VCO</a:t>
              </a:r>
            </a:p>
          </p:txBody>
        </p:sp>
        <p:sp>
          <p:nvSpPr>
            <p:cNvPr id="60" name="Rectangle 59">
              <a:extLst>
                <a:ext uri="{FF2B5EF4-FFF2-40B4-BE49-F238E27FC236}">
                  <a16:creationId xmlns:a16="http://schemas.microsoft.com/office/drawing/2014/main" id="{580A9E6B-D59A-9A5E-B6B2-7B50F3F0A606}"/>
                </a:ext>
              </a:extLst>
            </p:cNvPr>
            <p:cNvSpPr/>
            <p:nvPr/>
          </p:nvSpPr>
          <p:spPr>
            <a:xfrm>
              <a:off x="2845249" y="3108853"/>
              <a:ext cx="876736" cy="323139"/>
            </a:xfrm>
            <a:prstGeom prst="rect">
              <a:avLst/>
            </a:prstGeom>
          </p:spPr>
          <p:txBody>
            <a:bodyPr wrap="none">
              <a:spAutoFit/>
            </a:bodyPr>
            <a:lstStyle/>
            <a:p>
              <a:r>
                <a:rPr lang="en-US" sz="900" b="1"/>
                <a:t>LC-VCO</a:t>
              </a:r>
            </a:p>
          </p:txBody>
        </p:sp>
        <p:sp>
          <p:nvSpPr>
            <p:cNvPr id="61" name="Rectangle 60">
              <a:extLst>
                <a:ext uri="{FF2B5EF4-FFF2-40B4-BE49-F238E27FC236}">
                  <a16:creationId xmlns:a16="http://schemas.microsoft.com/office/drawing/2014/main" id="{B72D0ED5-BAEB-1B13-BFCE-D18F8BEAE6F2}"/>
                </a:ext>
              </a:extLst>
            </p:cNvPr>
            <p:cNvSpPr/>
            <p:nvPr/>
          </p:nvSpPr>
          <p:spPr>
            <a:xfrm>
              <a:off x="3137086" y="2602855"/>
              <a:ext cx="876736" cy="323139"/>
            </a:xfrm>
            <a:prstGeom prst="rect">
              <a:avLst/>
            </a:prstGeom>
          </p:spPr>
          <p:txBody>
            <a:bodyPr wrap="none">
              <a:spAutoFit/>
            </a:bodyPr>
            <a:lstStyle/>
            <a:p>
              <a:r>
                <a:rPr lang="en-US" sz="900" b="1" dirty="0"/>
                <a:t>LC-VCO</a:t>
              </a:r>
            </a:p>
          </p:txBody>
        </p:sp>
        <p:sp>
          <p:nvSpPr>
            <p:cNvPr id="62" name="Right Brace 278">
              <a:extLst>
                <a:ext uri="{FF2B5EF4-FFF2-40B4-BE49-F238E27FC236}">
                  <a16:creationId xmlns:a16="http://schemas.microsoft.com/office/drawing/2014/main" id="{4ECD4579-F69B-20FC-8E2C-0DF92FAF4FF1}"/>
                </a:ext>
              </a:extLst>
            </p:cNvPr>
            <p:cNvSpPr/>
            <p:nvPr/>
          </p:nvSpPr>
          <p:spPr>
            <a:xfrm>
              <a:off x="4999983" y="2286091"/>
              <a:ext cx="353468" cy="1062652"/>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3" name="Rectangle 62">
              <a:extLst>
                <a:ext uri="{FF2B5EF4-FFF2-40B4-BE49-F238E27FC236}">
                  <a16:creationId xmlns:a16="http://schemas.microsoft.com/office/drawing/2014/main" id="{47D9FE0E-3BC4-F929-CFFB-9B71119AC350}"/>
                </a:ext>
              </a:extLst>
            </p:cNvPr>
            <p:cNvSpPr/>
            <p:nvPr/>
          </p:nvSpPr>
          <p:spPr>
            <a:xfrm>
              <a:off x="5203572" y="2456740"/>
              <a:ext cx="934445" cy="710907"/>
            </a:xfrm>
            <a:prstGeom prst="rect">
              <a:avLst/>
            </a:prstGeom>
          </p:spPr>
          <p:txBody>
            <a:bodyPr wrap="none">
              <a:spAutoFit/>
            </a:bodyPr>
            <a:lstStyle/>
            <a:p>
              <a:pPr algn="ctr"/>
              <a:r>
                <a:rPr lang="en-US" sz="900" b="1" dirty="0">
                  <a:solidFill>
                    <a:srgbClr val="000099"/>
                  </a:solidFill>
                </a:rPr>
                <a:t>Multi </a:t>
              </a:r>
            </a:p>
            <a:p>
              <a:pPr algn="ctr"/>
              <a:r>
                <a:rPr lang="en-US" sz="900" b="1" dirty="0">
                  <a:solidFill>
                    <a:srgbClr val="000099"/>
                  </a:solidFill>
                </a:rPr>
                <a:t>Phase </a:t>
              </a:r>
            </a:p>
            <a:p>
              <a:pPr algn="ctr"/>
              <a:r>
                <a:rPr lang="en-US" sz="900" b="1" dirty="0">
                  <a:solidFill>
                    <a:srgbClr val="000099"/>
                  </a:solidFill>
                </a:rPr>
                <a:t>LO/Clock</a:t>
              </a:r>
            </a:p>
          </p:txBody>
        </p:sp>
      </p:grpSp>
      <p:sp>
        <p:nvSpPr>
          <p:cNvPr id="324" name="Rectangle 323">
            <a:extLst>
              <a:ext uri="{FF2B5EF4-FFF2-40B4-BE49-F238E27FC236}">
                <a16:creationId xmlns:a16="http://schemas.microsoft.com/office/drawing/2014/main" id="{26E13DCB-DDAD-00BD-668C-30CE0425123D}"/>
              </a:ext>
            </a:extLst>
          </p:cNvPr>
          <p:cNvSpPr/>
          <p:nvPr/>
        </p:nvSpPr>
        <p:spPr>
          <a:xfrm>
            <a:off x="7470983" y="3271951"/>
            <a:ext cx="3933227" cy="279307"/>
          </a:xfrm>
          <a:prstGeom prst="rect">
            <a:avLst/>
          </a:prstGeom>
        </p:spPr>
        <p:txBody>
          <a:bodyPr wrap="square">
            <a:spAutoFit/>
          </a:bodyPr>
          <a:lstStyle/>
          <a:p>
            <a:pPr algn="ctr"/>
            <a:r>
              <a:rPr lang="en-US" sz="1215" b="1" dirty="0">
                <a:solidFill>
                  <a:srgbClr val="002060"/>
                </a:solidFill>
              </a:rPr>
              <a:t>(b) </a:t>
            </a:r>
            <a:r>
              <a:rPr lang="en-US" sz="1215" u="sng" dirty="0">
                <a:solidFill>
                  <a:srgbClr val="002060"/>
                </a:solidFill>
              </a:rPr>
              <a:t>Multiphase LO/clock generation using </a:t>
            </a:r>
            <a:r>
              <a:rPr lang="en-IN" sz="1215" u="sng" dirty="0">
                <a:solidFill>
                  <a:srgbClr val="002060"/>
                </a:solidFill>
              </a:rPr>
              <a:t>LC VCOs</a:t>
            </a:r>
          </a:p>
        </p:txBody>
      </p:sp>
      <p:sp>
        <p:nvSpPr>
          <p:cNvPr id="406" name="Text Placeholder 2"/>
          <p:cNvSpPr txBox="1">
            <a:spLocks/>
          </p:cNvSpPr>
          <p:nvPr/>
        </p:nvSpPr>
        <p:spPr>
          <a:xfrm>
            <a:off x="6684908" y="3772486"/>
            <a:ext cx="5185880" cy="2316135"/>
          </a:xfrm>
          <a:prstGeom prst="rect">
            <a:avLst/>
          </a:prstGeom>
        </p:spPr>
        <p:txBody>
          <a:bodyPr vert="horz" lIns="0" tIns="0" rIns="0" bIns="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BFBFBF"/>
                </a:solidFill>
                <a:latin typeface="Verdana"/>
                <a:ea typeface="+mn-ea"/>
                <a:cs typeface="Verdan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q"/>
            </a:pPr>
            <a:r>
              <a:rPr lang="en-US" sz="1600" b="1" dirty="0">
                <a:solidFill>
                  <a:srgbClr val="00B050"/>
                </a:solidFill>
                <a:latin typeface="fkGroteskNeue"/>
              </a:rPr>
              <a:t>Multiple cross-coupled LC-VCOs</a:t>
            </a:r>
            <a:r>
              <a:rPr lang="en-US" sz="1600" dirty="0">
                <a:solidFill>
                  <a:schemeClr val="tx1"/>
                </a:solidFill>
                <a:latin typeface="fkGroteskNeue"/>
              </a:rPr>
              <a:t> form a closed ring topology, with a PLL governing the center frequency.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Mutual </a:t>
            </a:r>
            <a:r>
              <a:rPr lang="en-US" sz="1600" dirty="0">
                <a:solidFill>
                  <a:schemeClr val="tx1"/>
                </a:solidFill>
                <a:latin typeface="fkGroteskNeue"/>
              </a:rPr>
              <a:t>coupling of high-Q resonant </a:t>
            </a:r>
            <a:r>
              <a:rPr lang="en-US" sz="1600" b="1" dirty="0">
                <a:solidFill>
                  <a:srgbClr val="00B050"/>
                </a:solidFill>
                <a:latin typeface="fkGroteskNeue"/>
              </a:rPr>
              <a:t>tanks generates low-jitter, spectrally pure</a:t>
            </a:r>
            <a:r>
              <a:rPr lang="en-US" sz="1600" dirty="0">
                <a:solidFill>
                  <a:schemeClr val="tx1"/>
                </a:solidFill>
                <a:latin typeface="fkGroteskNeue"/>
              </a:rPr>
              <a:t>, and equally spaced multi-phase outputs.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This </a:t>
            </a:r>
            <a:r>
              <a:rPr lang="en-US" sz="1600" dirty="0">
                <a:solidFill>
                  <a:schemeClr val="tx1"/>
                </a:solidFill>
                <a:latin typeface="fkGroteskNeue"/>
              </a:rPr>
              <a:t>topology is a mainstay in </a:t>
            </a:r>
            <a:r>
              <a:rPr lang="en-US" sz="1600" b="1" dirty="0">
                <a:solidFill>
                  <a:srgbClr val="00B050"/>
                </a:solidFill>
                <a:latin typeface="fkGroteskNeue"/>
              </a:rPr>
              <a:t>multi-gigabit serial links and </a:t>
            </a:r>
            <a:r>
              <a:rPr lang="en-US" sz="1600" b="1" dirty="0" err="1">
                <a:solidFill>
                  <a:srgbClr val="00B050"/>
                </a:solidFill>
                <a:latin typeface="fkGroteskNeue"/>
              </a:rPr>
              <a:t>mmWave</a:t>
            </a:r>
            <a:r>
              <a:rPr lang="en-US" sz="1600" b="1" dirty="0">
                <a:solidFill>
                  <a:srgbClr val="00B050"/>
                </a:solidFill>
                <a:latin typeface="fkGroteskNeue"/>
              </a:rPr>
              <a:t> radios</a:t>
            </a:r>
            <a:r>
              <a:rPr lang="en-US" sz="1600" dirty="0">
                <a:solidFill>
                  <a:schemeClr val="tx1"/>
                </a:solidFill>
                <a:latin typeface="fkGroteskNeue"/>
              </a:rPr>
              <a:t> where phase fidelity and low RMS jitter are paramount.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The </a:t>
            </a:r>
            <a:r>
              <a:rPr lang="en-US" sz="1600" b="1" dirty="0">
                <a:solidFill>
                  <a:srgbClr val="C00000"/>
                </a:solidFill>
                <a:latin typeface="fkGroteskNeue"/>
              </a:rPr>
              <a:t>primary trade-offs </a:t>
            </a:r>
            <a:r>
              <a:rPr lang="en-US" sz="1600" dirty="0">
                <a:solidFill>
                  <a:schemeClr val="tx1"/>
                </a:solidFill>
                <a:latin typeface="fkGroteskNeue"/>
              </a:rPr>
              <a:t>are </a:t>
            </a:r>
            <a:r>
              <a:rPr lang="en-US" sz="1600" b="1" dirty="0">
                <a:solidFill>
                  <a:srgbClr val="C00000"/>
                </a:solidFill>
                <a:latin typeface="fkGroteskNeue"/>
              </a:rPr>
              <a:t>silicon area overhead </a:t>
            </a:r>
            <a:r>
              <a:rPr lang="en-US" sz="1600" dirty="0">
                <a:solidFill>
                  <a:schemeClr val="tx1"/>
                </a:solidFill>
                <a:latin typeface="fkGroteskNeue"/>
              </a:rPr>
              <a:t>from on-chip inductors and increased design complexity due to </a:t>
            </a:r>
            <a:r>
              <a:rPr lang="en-US" sz="1600" b="1" dirty="0">
                <a:solidFill>
                  <a:srgbClr val="C00000"/>
                </a:solidFill>
                <a:latin typeface="fkGroteskNeue"/>
              </a:rPr>
              <a:t>coupling and startup dynamics</a:t>
            </a:r>
            <a:r>
              <a:rPr lang="en-US" sz="1600" dirty="0">
                <a:solidFill>
                  <a:schemeClr val="tx1"/>
                </a:solidFill>
                <a:latin typeface="fkGroteskNeue"/>
              </a:rPr>
              <a:t>.</a:t>
            </a:r>
            <a:endParaRPr lang="en-US" sz="1600" dirty="0">
              <a:solidFill>
                <a:schemeClr val="tx1"/>
              </a:solidFill>
            </a:endParaRPr>
          </a:p>
        </p:txBody>
      </p:sp>
      <p:sp>
        <p:nvSpPr>
          <p:cNvPr id="407" name="Rectangle 406"/>
          <p:cNvSpPr/>
          <p:nvPr/>
        </p:nvSpPr>
        <p:spPr>
          <a:xfrm>
            <a:off x="492760" y="1219200"/>
            <a:ext cx="5521960" cy="49033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408" name="Rectangle 407"/>
          <p:cNvSpPr/>
          <p:nvPr/>
        </p:nvSpPr>
        <p:spPr>
          <a:xfrm>
            <a:off x="6451600" y="1234440"/>
            <a:ext cx="5521960" cy="490330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81851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P spid="10" grpId="0" animBg="1"/>
      <p:bldP spid="51" grpId="0"/>
      <p:bldP spid="324" grpId="0"/>
      <p:bldP spid="406" grpId="0"/>
      <p:bldP spid="407" grpId="0" animBg="1"/>
      <p:bldP spid="40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8C55626D-2C88-497F-A6AE-4428747A9BF5}"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10</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a:extLst>
              <a:ext uri="{FF2B5EF4-FFF2-40B4-BE49-F238E27FC236}">
                <a16:creationId xmlns:a16="http://schemas.microsoft.com/office/drawing/2014/main" id="{D249D58B-22E5-EC51-04BE-783932C826C2}"/>
              </a:ext>
            </a:extLst>
          </p:cNvPr>
          <p:cNvSpPr/>
          <p:nvPr/>
        </p:nvSpPr>
        <p:spPr>
          <a:xfrm>
            <a:off x="7282042" y="1443167"/>
            <a:ext cx="4452587"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8" name="Rectangle 7">
            <a:extLst>
              <a:ext uri="{FF2B5EF4-FFF2-40B4-BE49-F238E27FC236}">
                <a16:creationId xmlns:a16="http://schemas.microsoft.com/office/drawing/2014/main" id="{8BE3BD82-8F90-C816-65DA-51CDA0F82D83}"/>
              </a:ext>
            </a:extLst>
          </p:cNvPr>
          <p:cNvSpPr/>
          <p:nvPr/>
        </p:nvSpPr>
        <p:spPr>
          <a:xfrm>
            <a:off x="1614401" y="1521657"/>
            <a:ext cx="3454069" cy="1574741"/>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15"/>
          </a:p>
        </p:txBody>
      </p:sp>
      <p:sp>
        <p:nvSpPr>
          <p:cNvPr id="9" name="Rectangle 8">
            <a:extLst>
              <a:ext uri="{FF2B5EF4-FFF2-40B4-BE49-F238E27FC236}">
                <a16:creationId xmlns:a16="http://schemas.microsoft.com/office/drawing/2014/main" id="{DBB6F576-33CF-C91D-7E48-2E0B2D48A4D6}"/>
              </a:ext>
            </a:extLst>
          </p:cNvPr>
          <p:cNvSpPr/>
          <p:nvPr/>
        </p:nvSpPr>
        <p:spPr>
          <a:xfrm>
            <a:off x="7439207" y="3177484"/>
            <a:ext cx="4105073" cy="461665"/>
          </a:xfrm>
          <a:prstGeom prst="rect">
            <a:avLst/>
          </a:prstGeom>
        </p:spPr>
        <p:txBody>
          <a:bodyPr wrap="square">
            <a:spAutoFit/>
          </a:bodyPr>
          <a:lstStyle/>
          <a:p>
            <a:pPr algn="ctr"/>
            <a:r>
              <a:rPr lang="en-US" sz="1200" b="1" dirty="0">
                <a:solidFill>
                  <a:srgbClr val="002060"/>
                </a:solidFill>
              </a:rPr>
              <a:t>(d) </a:t>
            </a:r>
            <a:r>
              <a:rPr lang="en-US" sz="1200" u="sng" dirty="0">
                <a:solidFill>
                  <a:srgbClr val="002060"/>
                </a:solidFill>
              </a:rPr>
              <a:t>Multiphase LO/clock generation methods using Ring </a:t>
            </a:r>
          </a:p>
          <a:p>
            <a:pPr algn="ctr"/>
            <a:r>
              <a:rPr lang="en-US" sz="1200" u="sng" dirty="0">
                <a:solidFill>
                  <a:srgbClr val="002060"/>
                </a:solidFill>
              </a:rPr>
              <a:t>with </a:t>
            </a:r>
            <a:r>
              <a:rPr lang="en-IN" sz="1200" u="sng" dirty="0">
                <a:solidFill>
                  <a:srgbClr val="002060"/>
                </a:solidFill>
              </a:rPr>
              <a:t>LC VCOs and DLL</a:t>
            </a:r>
          </a:p>
        </p:txBody>
      </p:sp>
      <p:grpSp>
        <p:nvGrpSpPr>
          <p:cNvPr id="10" name="Group 9">
            <a:extLst>
              <a:ext uri="{FF2B5EF4-FFF2-40B4-BE49-F238E27FC236}">
                <a16:creationId xmlns:a16="http://schemas.microsoft.com/office/drawing/2014/main" id="{E4735C96-CEDB-40A1-C632-82189A707956}"/>
              </a:ext>
            </a:extLst>
          </p:cNvPr>
          <p:cNvGrpSpPr/>
          <p:nvPr/>
        </p:nvGrpSpPr>
        <p:grpSpPr>
          <a:xfrm>
            <a:off x="1669153" y="1707478"/>
            <a:ext cx="3399318" cy="1446639"/>
            <a:chOff x="1568114" y="4125321"/>
            <a:chExt cx="4927063" cy="1928852"/>
          </a:xfrm>
        </p:grpSpPr>
        <p:grpSp>
          <p:nvGrpSpPr>
            <p:cNvPr id="11" name="Group 10">
              <a:extLst>
                <a:ext uri="{FF2B5EF4-FFF2-40B4-BE49-F238E27FC236}">
                  <a16:creationId xmlns:a16="http://schemas.microsoft.com/office/drawing/2014/main" id="{28F94FF0-4727-0127-0474-4AD7A268E8E4}"/>
                </a:ext>
              </a:extLst>
            </p:cNvPr>
            <p:cNvGrpSpPr>
              <a:grpSpLocks noChangeAspect="1"/>
            </p:cNvGrpSpPr>
            <p:nvPr/>
          </p:nvGrpSpPr>
          <p:grpSpPr>
            <a:xfrm>
              <a:off x="2973232" y="4125321"/>
              <a:ext cx="1399217" cy="1280160"/>
              <a:chOff x="2169506" y="4772026"/>
              <a:chExt cx="1145194" cy="1047750"/>
            </a:xfrm>
          </p:grpSpPr>
          <p:sp>
            <p:nvSpPr>
              <p:cNvPr id="33" name="Oval 32">
                <a:extLst>
                  <a:ext uri="{FF2B5EF4-FFF2-40B4-BE49-F238E27FC236}">
                    <a16:creationId xmlns:a16="http://schemas.microsoft.com/office/drawing/2014/main" id="{AE8701D9-28D5-4A52-EEB5-C49BD1BAA75E}"/>
                  </a:ext>
                </a:extLst>
              </p:cNvPr>
              <p:cNvSpPr/>
              <p:nvPr/>
            </p:nvSpPr>
            <p:spPr>
              <a:xfrm>
                <a:off x="2169506" y="4772026"/>
                <a:ext cx="1145194" cy="1047750"/>
              </a:xfrm>
              <a:prstGeom prst="ellipse">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nvGrpSpPr>
              <p:cNvPr id="34" name="Group 33">
                <a:extLst>
                  <a:ext uri="{FF2B5EF4-FFF2-40B4-BE49-F238E27FC236}">
                    <a16:creationId xmlns:a16="http://schemas.microsoft.com/office/drawing/2014/main" id="{CAF5B5C3-5FA3-885D-9AA0-E630DDA44268}"/>
                  </a:ext>
                </a:extLst>
              </p:cNvPr>
              <p:cNvGrpSpPr/>
              <p:nvPr/>
            </p:nvGrpSpPr>
            <p:grpSpPr>
              <a:xfrm>
                <a:off x="2243356" y="4913274"/>
                <a:ext cx="933517" cy="730856"/>
                <a:chOff x="1027600" y="4784489"/>
                <a:chExt cx="933517" cy="730856"/>
              </a:xfrm>
            </p:grpSpPr>
            <p:grpSp>
              <p:nvGrpSpPr>
                <p:cNvPr id="35" name="Group 34">
                  <a:extLst>
                    <a:ext uri="{FF2B5EF4-FFF2-40B4-BE49-F238E27FC236}">
                      <a16:creationId xmlns:a16="http://schemas.microsoft.com/office/drawing/2014/main" id="{E0D46CF8-D544-789D-DD77-B70651CD4A9C}"/>
                    </a:ext>
                  </a:extLst>
                </p:cNvPr>
                <p:cNvGrpSpPr/>
                <p:nvPr/>
              </p:nvGrpSpPr>
              <p:grpSpPr>
                <a:xfrm>
                  <a:off x="1027600" y="4965926"/>
                  <a:ext cx="362347" cy="380159"/>
                  <a:chOff x="1711577" y="4926883"/>
                  <a:chExt cx="274320" cy="274320"/>
                </a:xfrm>
              </p:grpSpPr>
              <p:sp>
                <p:nvSpPr>
                  <p:cNvPr id="86" name="Flowchart: Connector 85">
                    <a:extLst>
                      <a:ext uri="{FF2B5EF4-FFF2-40B4-BE49-F238E27FC236}">
                        <a16:creationId xmlns:a16="http://schemas.microsoft.com/office/drawing/2014/main" id="{8309D64C-75C8-F6BB-D55A-12009605A1AA}"/>
                      </a:ext>
                    </a:extLst>
                  </p:cNvPr>
                  <p:cNvSpPr/>
                  <p:nvPr/>
                </p:nvSpPr>
                <p:spPr>
                  <a:xfrm rot="19644896">
                    <a:off x="1711577" y="4926883"/>
                    <a:ext cx="274320" cy="274320"/>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87" name="Freeform 369">
                    <a:extLst>
                      <a:ext uri="{FF2B5EF4-FFF2-40B4-BE49-F238E27FC236}">
                        <a16:creationId xmlns:a16="http://schemas.microsoft.com/office/drawing/2014/main" id="{30DCF419-5BCE-F179-5815-C135A4D9FF8F}"/>
                      </a:ext>
                    </a:extLst>
                  </p:cNvPr>
                  <p:cNvSpPr/>
                  <p:nvPr/>
                </p:nvSpPr>
                <p:spPr>
                  <a:xfrm rot="2392258">
                    <a:off x="1775127" y="4974009"/>
                    <a:ext cx="153872" cy="191490"/>
                  </a:xfrm>
                  <a:custGeom>
                    <a:avLst/>
                    <a:gdLst>
                      <a:gd name="connsiteX0" fmla="*/ 1338 w 151356"/>
                      <a:gd name="connsiteY0" fmla="*/ 114454 h 136006"/>
                      <a:gd name="connsiteX1" fmla="*/ 18006 w 151356"/>
                      <a:gd name="connsiteY1" fmla="*/ 154 h 136006"/>
                      <a:gd name="connsiteX2" fmla="*/ 127544 w 151356"/>
                      <a:gd name="connsiteY2" fmla="*/ 135886 h 136006"/>
                      <a:gd name="connsiteX3" fmla="*/ 151356 w 151356"/>
                      <a:gd name="connsiteY3" fmla="*/ 19204 h 136006"/>
                      <a:gd name="connsiteX0" fmla="*/ 729 w 150747"/>
                      <a:gd name="connsiteY0" fmla="*/ 114745 h 114745"/>
                      <a:gd name="connsiteX1" fmla="*/ 17397 w 150747"/>
                      <a:gd name="connsiteY1" fmla="*/ 445 h 114745"/>
                      <a:gd name="connsiteX2" fmla="*/ 102168 w 150747"/>
                      <a:gd name="connsiteY2" fmla="*/ 73094 h 114745"/>
                      <a:gd name="connsiteX3" fmla="*/ 150747 w 150747"/>
                      <a:gd name="connsiteY3" fmla="*/ 19495 h 114745"/>
                      <a:gd name="connsiteX0" fmla="*/ 729 w 131805"/>
                      <a:gd name="connsiteY0" fmla="*/ 129071 h 129071"/>
                      <a:gd name="connsiteX1" fmla="*/ 17397 w 131805"/>
                      <a:gd name="connsiteY1" fmla="*/ 14771 h 129071"/>
                      <a:gd name="connsiteX2" fmla="*/ 102168 w 131805"/>
                      <a:gd name="connsiteY2" fmla="*/ 87420 h 129071"/>
                      <a:gd name="connsiteX3" fmla="*/ 131805 w 131805"/>
                      <a:gd name="connsiteY3" fmla="*/ 0 h 129071"/>
                      <a:gd name="connsiteX0" fmla="*/ 729 w 120496"/>
                      <a:gd name="connsiteY0" fmla="*/ 153754 h 153754"/>
                      <a:gd name="connsiteX1" fmla="*/ 17397 w 120496"/>
                      <a:gd name="connsiteY1" fmla="*/ 39454 h 153754"/>
                      <a:gd name="connsiteX2" fmla="*/ 102168 w 120496"/>
                      <a:gd name="connsiteY2" fmla="*/ 112103 h 153754"/>
                      <a:gd name="connsiteX3" fmla="*/ 120496 w 120496"/>
                      <a:gd name="connsiteY3" fmla="*/ 0 h 153754"/>
                      <a:gd name="connsiteX0" fmla="*/ 1166 w 129041"/>
                      <a:gd name="connsiteY0" fmla="*/ 153754 h 153754"/>
                      <a:gd name="connsiteX1" fmla="*/ 17834 w 129041"/>
                      <a:gd name="connsiteY1" fmla="*/ 39454 h 153754"/>
                      <a:gd name="connsiteX2" fmla="*/ 121784 w 129041"/>
                      <a:gd name="connsiteY2" fmla="*/ 86775 h 153754"/>
                      <a:gd name="connsiteX3" fmla="*/ 120933 w 129041"/>
                      <a:gd name="connsiteY3" fmla="*/ 0 h 153754"/>
                      <a:gd name="connsiteX0" fmla="*/ 1166 w 138586"/>
                      <a:gd name="connsiteY0" fmla="*/ 180909 h 180909"/>
                      <a:gd name="connsiteX1" fmla="*/ 17834 w 138586"/>
                      <a:gd name="connsiteY1" fmla="*/ 66609 h 180909"/>
                      <a:gd name="connsiteX2" fmla="*/ 121784 w 138586"/>
                      <a:gd name="connsiteY2" fmla="*/ 113930 h 180909"/>
                      <a:gd name="connsiteX3" fmla="*/ 138586 w 138586"/>
                      <a:gd name="connsiteY3" fmla="*/ 0 h 180909"/>
                      <a:gd name="connsiteX0" fmla="*/ 1335 w 140358"/>
                      <a:gd name="connsiteY0" fmla="*/ 180909 h 180909"/>
                      <a:gd name="connsiteX1" fmla="*/ 18003 w 140358"/>
                      <a:gd name="connsiteY1" fmla="*/ 66609 h 180909"/>
                      <a:gd name="connsiteX2" fmla="*/ 127435 w 140358"/>
                      <a:gd name="connsiteY2" fmla="*/ 109350 h 180909"/>
                      <a:gd name="connsiteX3" fmla="*/ 138755 w 140358"/>
                      <a:gd name="connsiteY3" fmla="*/ 0 h 180909"/>
                      <a:gd name="connsiteX0" fmla="*/ 4244 w 134431"/>
                      <a:gd name="connsiteY0" fmla="*/ 176631 h 176631"/>
                      <a:gd name="connsiteX1" fmla="*/ 12076 w 134431"/>
                      <a:gd name="connsiteY1" fmla="*/ 66609 h 176631"/>
                      <a:gd name="connsiteX2" fmla="*/ 121508 w 134431"/>
                      <a:gd name="connsiteY2" fmla="*/ 109350 h 176631"/>
                      <a:gd name="connsiteX3" fmla="*/ 132828 w 134431"/>
                      <a:gd name="connsiteY3" fmla="*/ 0 h 176631"/>
                      <a:gd name="connsiteX0" fmla="*/ 12867 w 129036"/>
                      <a:gd name="connsiteY0" fmla="*/ 171128 h 171128"/>
                      <a:gd name="connsiteX1" fmla="*/ 6681 w 129036"/>
                      <a:gd name="connsiteY1" fmla="*/ 66609 h 171128"/>
                      <a:gd name="connsiteX2" fmla="*/ 116113 w 129036"/>
                      <a:gd name="connsiteY2" fmla="*/ 109350 h 171128"/>
                      <a:gd name="connsiteX3" fmla="*/ 127433 w 129036"/>
                      <a:gd name="connsiteY3" fmla="*/ 0 h 171128"/>
                      <a:gd name="connsiteX0" fmla="*/ 12867 w 121446"/>
                      <a:gd name="connsiteY0" fmla="*/ 178116 h 178116"/>
                      <a:gd name="connsiteX1" fmla="*/ 6681 w 121446"/>
                      <a:gd name="connsiteY1" fmla="*/ 73597 h 178116"/>
                      <a:gd name="connsiteX2" fmla="*/ 116113 w 121446"/>
                      <a:gd name="connsiteY2" fmla="*/ 116338 h 178116"/>
                      <a:gd name="connsiteX3" fmla="*/ 106081 w 121446"/>
                      <a:gd name="connsiteY3" fmla="*/ 0 h 178116"/>
                      <a:gd name="connsiteX0" fmla="*/ 12867 w 119092"/>
                      <a:gd name="connsiteY0" fmla="*/ 177793 h 177793"/>
                      <a:gd name="connsiteX1" fmla="*/ 6681 w 119092"/>
                      <a:gd name="connsiteY1" fmla="*/ 73274 h 177793"/>
                      <a:gd name="connsiteX2" fmla="*/ 116113 w 119092"/>
                      <a:gd name="connsiteY2" fmla="*/ 116015 h 177793"/>
                      <a:gd name="connsiteX3" fmla="*/ 90837 w 119092"/>
                      <a:gd name="connsiteY3" fmla="*/ 0 h 177793"/>
                      <a:gd name="connsiteX0" fmla="*/ 12867 w 116113"/>
                      <a:gd name="connsiteY0" fmla="*/ 177793 h 177793"/>
                      <a:gd name="connsiteX1" fmla="*/ 6681 w 116113"/>
                      <a:gd name="connsiteY1" fmla="*/ 73274 h 177793"/>
                      <a:gd name="connsiteX2" fmla="*/ 116113 w 116113"/>
                      <a:gd name="connsiteY2" fmla="*/ 116015 h 177793"/>
                      <a:gd name="connsiteX3" fmla="*/ 90837 w 116113"/>
                      <a:gd name="connsiteY3" fmla="*/ 0 h 177793"/>
                      <a:gd name="connsiteX0" fmla="*/ 12867 w 119715"/>
                      <a:gd name="connsiteY0" fmla="*/ 177793 h 177793"/>
                      <a:gd name="connsiteX1" fmla="*/ 6681 w 119715"/>
                      <a:gd name="connsiteY1" fmla="*/ 73274 h 177793"/>
                      <a:gd name="connsiteX2" fmla="*/ 116113 w 119715"/>
                      <a:gd name="connsiteY2" fmla="*/ 116015 h 177793"/>
                      <a:gd name="connsiteX3" fmla="*/ 90837 w 119715"/>
                      <a:gd name="connsiteY3" fmla="*/ 0 h 177793"/>
                      <a:gd name="connsiteX0" fmla="*/ 6186 w 113034"/>
                      <a:gd name="connsiteY0" fmla="*/ 177793 h 177793"/>
                      <a:gd name="connsiteX1" fmla="*/ 0 w 113034"/>
                      <a:gd name="connsiteY1" fmla="*/ 73274 h 177793"/>
                      <a:gd name="connsiteX2" fmla="*/ 109432 w 113034"/>
                      <a:gd name="connsiteY2" fmla="*/ 116015 h 177793"/>
                      <a:gd name="connsiteX3" fmla="*/ 84156 w 113034"/>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12845 w 119693"/>
                      <a:gd name="connsiteY0" fmla="*/ 177793 h 177793"/>
                      <a:gd name="connsiteX1" fmla="*/ 6659 w 119693"/>
                      <a:gd name="connsiteY1" fmla="*/ 73274 h 177793"/>
                      <a:gd name="connsiteX2" fmla="*/ 116091 w 119693"/>
                      <a:gd name="connsiteY2" fmla="*/ 116015 h 177793"/>
                      <a:gd name="connsiteX3" fmla="*/ 90815 w 119693"/>
                      <a:gd name="connsiteY3" fmla="*/ 0 h 177793"/>
                      <a:gd name="connsiteX0" fmla="*/ 25552 w 116617"/>
                      <a:gd name="connsiteY0" fmla="*/ 191490 h 191490"/>
                      <a:gd name="connsiteX1" fmla="*/ 3583 w 116617"/>
                      <a:gd name="connsiteY1" fmla="*/ 73274 h 191490"/>
                      <a:gd name="connsiteX2" fmla="*/ 113015 w 116617"/>
                      <a:gd name="connsiteY2" fmla="*/ 116015 h 191490"/>
                      <a:gd name="connsiteX3" fmla="*/ 87739 w 116617"/>
                      <a:gd name="connsiteY3" fmla="*/ 0 h 191490"/>
                      <a:gd name="connsiteX0" fmla="*/ 21969 w 113034"/>
                      <a:gd name="connsiteY0" fmla="*/ 191490 h 191490"/>
                      <a:gd name="connsiteX1" fmla="*/ 0 w 113034"/>
                      <a:gd name="connsiteY1" fmla="*/ 73274 h 191490"/>
                      <a:gd name="connsiteX2" fmla="*/ 109432 w 113034"/>
                      <a:gd name="connsiteY2" fmla="*/ 116015 h 191490"/>
                      <a:gd name="connsiteX3" fmla="*/ 84156 w 113034"/>
                      <a:gd name="connsiteY3" fmla="*/ 0 h 191490"/>
                      <a:gd name="connsiteX0" fmla="*/ 25987 w 117052"/>
                      <a:gd name="connsiteY0" fmla="*/ 191490 h 191490"/>
                      <a:gd name="connsiteX1" fmla="*/ 4018 w 117052"/>
                      <a:gd name="connsiteY1" fmla="*/ 73274 h 191490"/>
                      <a:gd name="connsiteX2" fmla="*/ 113450 w 117052"/>
                      <a:gd name="connsiteY2" fmla="*/ 116015 h 191490"/>
                      <a:gd name="connsiteX3" fmla="*/ 88174 w 117052"/>
                      <a:gd name="connsiteY3" fmla="*/ 0 h 191490"/>
                    </a:gdLst>
                    <a:ahLst/>
                    <a:cxnLst>
                      <a:cxn ang="0">
                        <a:pos x="connsiteX0" y="connsiteY0"/>
                      </a:cxn>
                      <a:cxn ang="0">
                        <a:pos x="connsiteX1" y="connsiteY1"/>
                      </a:cxn>
                      <a:cxn ang="0">
                        <a:pos x="connsiteX2" y="connsiteY2"/>
                      </a:cxn>
                      <a:cxn ang="0">
                        <a:pos x="connsiteX3" y="connsiteY3"/>
                      </a:cxn>
                    </a:cxnLst>
                    <a:rect l="l" t="t" r="r" b="b"/>
                    <a:pathLst>
                      <a:path w="117052" h="191490">
                        <a:moveTo>
                          <a:pt x="25987" y="191490"/>
                        </a:moveTo>
                        <a:cubicBezTo>
                          <a:pt x="18664" y="152085"/>
                          <a:pt x="-10559" y="85853"/>
                          <a:pt x="4018" y="73274"/>
                        </a:cubicBezTo>
                        <a:cubicBezTo>
                          <a:pt x="18595" y="60695"/>
                          <a:pt x="99424" y="128227"/>
                          <a:pt x="113450" y="116015"/>
                        </a:cubicBezTo>
                        <a:cubicBezTo>
                          <a:pt x="127476" y="103803"/>
                          <a:pt x="96599" y="38672"/>
                          <a:pt x="88174" y="0"/>
                        </a:cubicBezTo>
                      </a:path>
                    </a:pathLst>
                  </a:custGeom>
                  <a:noFill/>
                  <a:ln w="25400"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grpSp>
            <p:cxnSp>
              <p:nvCxnSpPr>
                <p:cNvPr id="36" name="Straight Connector 35">
                  <a:extLst>
                    <a:ext uri="{FF2B5EF4-FFF2-40B4-BE49-F238E27FC236}">
                      <a16:creationId xmlns:a16="http://schemas.microsoft.com/office/drawing/2014/main" id="{385770DC-A41B-DEE6-FA88-C73A1FFFA202}"/>
                    </a:ext>
                  </a:extLst>
                </p:cNvPr>
                <p:cNvCxnSpPr>
                  <a:stCxn id="86" idx="6"/>
                </p:cNvCxnSpPr>
                <p:nvPr/>
              </p:nvCxnSpPr>
              <p:spPr>
                <a:xfrm flipV="1">
                  <a:off x="1361429" y="5050706"/>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7BC5862-2ED4-218A-CD58-B6482B0082C9}"/>
                    </a:ext>
                  </a:extLst>
                </p:cNvPr>
                <p:cNvCxnSpPr/>
                <p:nvPr/>
              </p:nvCxnSpPr>
              <p:spPr>
                <a:xfrm flipV="1">
                  <a:off x="1367514" y="5261905"/>
                  <a:ext cx="120782" cy="2932"/>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E49EAD3-F5A2-0B97-CF5E-518EBEF0DF17}"/>
                    </a:ext>
                  </a:extLst>
                </p:cNvPr>
                <p:cNvCxnSpPr/>
                <p:nvPr/>
              </p:nvCxnSpPr>
              <p:spPr>
                <a:xfrm flipH="1" flipV="1">
                  <a:off x="1481944" y="4794334"/>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2496ACC-2C9F-0330-0C47-EF4F2A39AFFE}"/>
                    </a:ext>
                  </a:extLst>
                </p:cNvPr>
                <p:cNvCxnSpPr/>
                <p:nvPr/>
              </p:nvCxnSpPr>
              <p:spPr>
                <a:xfrm flipH="1" flipV="1">
                  <a:off x="1499183" y="5261905"/>
                  <a:ext cx="0" cy="253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04B30A7-EC95-E1A4-313B-50868C6C51BF}"/>
                    </a:ext>
                  </a:extLst>
                </p:cNvPr>
                <p:cNvCxnSpPr/>
                <p:nvPr/>
              </p:nvCxnSpPr>
              <p:spPr>
                <a:xfrm flipV="1">
                  <a:off x="1481678" y="4784489"/>
                  <a:ext cx="274320" cy="3734"/>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DF57698-24E5-553E-BBAF-63D26B17F0A9}"/>
                    </a:ext>
                  </a:extLst>
                </p:cNvPr>
                <p:cNvCxnSpPr/>
                <p:nvPr/>
              </p:nvCxnSpPr>
              <p:spPr>
                <a:xfrm flipV="1">
                  <a:off x="1507332" y="5513879"/>
                  <a:ext cx="27432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86F9FD13-131E-17D0-5662-6E9772F4D439}"/>
                    </a:ext>
                  </a:extLst>
                </p:cNvPr>
                <p:cNvGrpSpPr/>
                <p:nvPr/>
              </p:nvGrpSpPr>
              <p:grpSpPr>
                <a:xfrm>
                  <a:off x="1565526" y="4885688"/>
                  <a:ext cx="395591" cy="540633"/>
                  <a:chOff x="1715961" y="4885759"/>
                  <a:chExt cx="395591" cy="540633"/>
                </a:xfrm>
              </p:grpSpPr>
              <p:grpSp>
                <p:nvGrpSpPr>
                  <p:cNvPr id="45" name="Group 44">
                    <a:extLst>
                      <a:ext uri="{FF2B5EF4-FFF2-40B4-BE49-F238E27FC236}">
                        <a16:creationId xmlns:a16="http://schemas.microsoft.com/office/drawing/2014/main" id="{4F9EA11B-E157-CAC8-F7F4-CBCCD7846702}"/>
                      </a:ext>
                    </a:extLst>
                  </p:cNvPr>
                  <p:cNvGrpSpPr/>
                  <p:nvPr/>
                </p:nvGrpSpPr>
                <p:grpSpPr>
                  <a:xfrm>
                    <a:off x="1715961" y="4885759"/>
                    <a:ext cx="317479" cy="205665"/>
                    <a:chOff x="1548734" y="4857791"/>
                    <a:chExt cx="240352" cy="148406"/>
                  </a:xfrm>
                </p:grpSpPr>
                <p:cxnSp>
                  <p:nvCxnSpPr>
                    <p:cNvPr id="75" name="Straight Connector 74">
                      <a:extLst>
                        <a:ext uri="{FF2B5EF4-FFF2-40B4-BE49-F238E27FC236}">
                          <a16:creationId xmlns:a16="http://schemas.microsoft.com/office/drawing/2014/main" id="{9B00C585-1330-ABAB-4B76-547C280500AF}"/>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3F4B481-B50A-20CA-8815-C69AC68DD571}"/>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A590A69-B32D-997C-DDE4-959284F70F87}"/>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A06DED3-62D2-9A61-5344-11796501D914}"/>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FB06BF7-22A0-D21D-3F67-07A81435E003}"/>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CCCD379-7C49-9154-C024-E4EC8944A248}"/>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D4E1F69-3C58-044A-853F-2BBDC80979E3}"/>
                        </a:ext>
                      </a:extLst>
                    </p:cNvPr>
                    <p:cNvCxnSpPr/>
                    <p:nvPr/>
                  </p:nvCxnSpPr>
                  <p:spPr>
                    <a:xfrm flipH="1">
                      <a:off x="1687511" y="4976170"/>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E640684-CC7A-A091-63CD-CE2C34F077A2}"/>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EEFA731-264F-AE72-7D22-5CDECD0904DD}"/>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41C8C4D-3C60-4FBE-8A50-E74A7A7F2D39}"/>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91A1D85-0827-B1E9-F75F-5DA47B490E98}"/>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FC476D28-6E58-06F1-77DA-9080793680BA}"/>
                      </a:ext>
                    </a:extLst>
                  </p:cNvPr>
                  <p:cNvGrpSpPr/>
                  <p:nvPr/>
                </p:nvGrpSpPr>
                <p:grpSpPr>
                  <a:xfrm rot="10800000" flipH="1">
                    <a:off x="1715961" y="5219603"/>
                    <a:ext cx="317479" cy="206789"/>
                    <a:chOff x="1548734" y="4857791"/>
                    <a:chExt cx="240352" cy="149217"/>
                  </a:xfrm>
                </p:grpSpPr>
                <p:cxnSp>
                  <p:nvCxnSpPr>
                    <p:cNvPr id="64" name="Straight Connector 63">
                      <a:extLst>
                        <a:ext uri="{FF2B5EF4-FFF2-40B4-BE49-F238E27FC236}">
                          <a16:creationId xmlns:a16="http://schemas.microsoft.com/office/drawing/2014/main" id="{FBDDC9B7-0F89-74C6-91BA-6D7CA7FA639B}"/>
                        </a:ext>
                      </a:extLst>
                    </p:cNvPr>
                    <p:cNvCxnSpPr/>
                    <p:nvPr/>
                  </p:nvCxnSpPr>
                  <p:spPr>
                    <a:xfrm flipV="1">
                      <a:off x="1586868" y="4930304"/>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141CAD-03B6-A9A3-CA48-21C4D3096402}"/>
                        </a:ext>
                      </a:extLst>
                    </p:cNvPr>
                    <p:cNvCxnSpPr/>
                    <p:nvPr/>
                  </p:nvCxnSpPr>
                  <p:spPr>
                    <a:xfrm flipV="1">
                      <a:off x="1651272" y="4930303"/>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ECCD18C-90A0-8D43-5578-FAC9B1C50121}"/>
                        </a:ext>
                      </a:extLst>
                    </p:cNvPr>
                    <p:cNvCxnSpPr/>
                    <p:nvPr/>
                  </p:nvCxnSpPr>
                  <p:spPr>
                    <a:xfrm>
                      <a:off x="1586667" y="4925996"/>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E38AA35-AE7F-0A14-ABD0-253F7B64721B}"/>
                        </a:ext>
                      </a:extLst>
                    </p:cNvPr>
                    <p:cNvCxnSpPr/>
                    <p:nvPr/>
                  </p:nvCxnSpPr>
                  <p:spPr>
                    <a:xfrm>
                      <a:off x="1551030" y="4976268"/>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885A703-82CB-4216-0A28-4748D6ACCAD9}"/>
                        </a:ext>
                      </a:extLst>
                    </p:cNvPr>
                    <p:cNvCxnSpPr/>
                    <p:nvPr/>
                  </p:nvCxnSpPr>
                  <p:spPr>
                    <a:xfrm>
                      <a:off x="1651272" y="4974696"/>
                      <a:ext cx="36576"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B0D41CC-CAD5-EDE4-FD46-7F6C07594EA1}"/>
                        </a:ext>
                      </a:extLst>
                    </p:cNvPr>
                    <p:cNvCxnSpPr/>
                    <p:nvPr/>
                  </p:nvCxnSpPr>
                  <p:spPr>
                    <a:xfrm flipH="1">
                      <a:off x="1548734" y="4977077"/>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18E2CE6-C7AB-1658-2AA9-80F2FEC52239}"/>
                        </a:ext>
                      </a:extLst>
                    </p:cNvPr>
                    <p:cNvCxnSpPr/>
                    <p:nvPr/>
                  </p:nvCxnSpPr>
                  <p:spPr>
                    <a:xfrm flipH="1">
                      <a:off x="1689314" y="4977888"/>
                      <a:ext cx="0" cy="291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E84E36D-278C-3045-9D0E-59A84CEB89BE}"/>
                        </a:ext>
                      </a:extLst>
                    </p:cNvPr>
                    <p:cNvCxnSpPr/>
                    <p:nvPr/>
                  </p:nvCxnSpPr>
                  <p:spPr>
                    <a:xfrm>
                      <a:off x="1548734" y="5006197"/>
                      <a:ext cx="13716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2260A4A-307F-111B-2C8F-C541944DCAAE}"/>
                        </a:ext>
                      </a:extLst>
                    </p:cNvPr>
                    <p:cNvCxnSpPr/>
                    <p:nvPr/>
                  </p:nvCxnSpPr>
                  <p:spPr>
                    <a:xfrm>
                      <a:off x="1586734" y="4902184"/>
                      <a:ext cx="64605"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81E1FCE-1D3F-53D9-EEBF-349684AFEFB3}"/>
                        </a:ext>
                      </a:extLst>
                    </p:cNvPr>
                    <p:cNvCxnSpPr/>
                    <p:nvPr/>
                  </p:nvCxnSpPr>
                  <p:spPr>
                    <a:xfrm flipV="1">
                      <a:off x="1617314" y="4857791"/>
                      <a:ext cx="0" cy="44393"/>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B064001-9911-1D60-32CA-C059546D3D6A}"/>
                        </a:ext>
                      </a:extLst>
                    </p:cNvPr>
                    <p:cNvCxnSpPr/>
                    <p:nvPr/>
                  </p:nvCxnSpPr>
                  <p:spPr>
                    <a:xfrm>
                      <a:off x="1621289" y="4857791"/>
                      <a:ext cx="167797"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47" name="Straight Connector 46">
                    <a:extLst>
                      <a:ext uri="{FF2B5EF4-FFF2-40B4-BE49-F238E27FC236}">
                        <a16:creationId xmlns:a16="http://schemas.microsoft.com/office/drawing/2014/main" id="{88BAB554-732D-986A-ADAF-09FDCBFCEBFC}"/>
                      </a:ext>
                    </a:extLst>
                  </p:cNvPr>
                  <p:cNvCxnSpPr/>
                  <p:nvPr/>
                </p:nvCxnSpPr>
                <p:spPr>
                  <a:xfrm flipV="1">
                    <a:off x="1806548" y="5094486"/>
                    <a:ext cx="0" cy="12672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5A587F8B-14D2-EBB7-6BCD-7447137DDA26}"/>
                      </a:ext>
                    </a:extLst>
                  </p:cNvPr>
                  <p:cNvGrpSpPr/>
                  <p:nvPr/>
                </p:nvGrpSpPr>
                <p:grpSpPr>
                  <a:xfrm rot="5400000">
                    <a:off x="1879744" y="5102207"/>
                    <a:ext cx="335430" cy="128187"/>
                    <a:chOff x="7040920" y="3499872"/>
                    <a:chExt cx="973348" cy="287902"/>
                  </a:xfrm>
                </p:grpSpPr>
                <p:sp>
                  <p:nvSpPr>
                    <p:cNvPr id="51" name="Arc 50">
                      <a:extLst>
                        <a:ext uri="{FF2B5EF4-FFF2-40B4-BE49-F238E27FC236}">
                          <a16:creationId xmlns:a16="http://schemas.microsoft.com/office/drawing/2014/main" id="{04EB19BB-FE55-1E07-D451-B11626FBC500}"/>
                        </a:ext>
                      </a:extLst>
                    </p:cNvPr>
                    <p:cNvSpPr/>
                    <p:nvPr/>
                  </p:nvSpPr>
                  <p:spPr>
                    <a:xfrm rot="15637240">
                      <a:off x="7047483" y="3504820"/>
                      <a:ext cx="276391" cy="289518"/>
                    </a:xfrm>
                    <a:prstGeom prst="arc">
                      <a:avLst>
                        <a:gd name="adj1" fmla="val 1634988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nvGrpSpPr>
                    <p:cNvPr id="52" name="Group 51">
                      <a:extLst>
                        <a:ext uri="{FF2B5EF4-FFF2-40B4-BE49-F238E27FC236}">
                          <a16:creationId xmlns:a16="http://schemas.microsoft.com/office/drawing/2014/main" id="{1F09761C-B47C-A207-7BE4-48B8BB968F8F}"/>
                        </a:ext>
                      </a:extLst>
                    </p:cNvPr>
                    <p:cNvGrpSpPr/>
                    <p:nvPr/>
                  </p:nvGrpSpPr>
                  <p:grpSpPr>
                    <a:xfrm>
                      <a:off x="7208043" y="3499872"/>
                      <a:ext cx="806225" cy="286012"/>
                      <a:chOff x="7208043" y="3499872"/>
                      <a:chExt cx="806225" cy="286012"/>
                    </a:xfrm>
                  </p:grpSpPr>
                  <p:sp>
                    <p:nvSpPr>
                      <p:cNvPr id="53" name="Arc 52">
                        <a:extLst>
                          <a:ext uri="{FF2B5EF4-FFF2-40B4-BE49-F238E27FC236}">
                            <a16:creationId xmlns:a16="http://schemas.microsoft.com/office/drawing/2014/main" id="{A7179821-5BB6-BB17-965C-7EF719BE8BB5}"/>
                          </a:ext>
                        </a:extLst>
                      </p:cNvPr>
                      <p:cNvSpPr/>
                      <p:nvPr/>
                    </p:nvSpPr>
                    <p:spPr>
                      <a:xfrm rot="5400000">
                        <a:off x="7155632" y="3595228"/>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4" name="Arc 53">
                        <a:extLst>
                          <a:ext uri="{FF2B5EF4-FFF2-40B4-BE49-F238E27FC236}">
                            <a16:creationId xmlns:a16="http://schemas.microsoft.com/office/drawing/2014/main" id="{4EF7A4C9-B14A-E0F7-8411-C6BBC382031F}"/>
                          </a:ext>
                        </a:extLst>
                      </p:cNvPr>
                      <p:cNvSpPr/>
                      <p:nvPr/>
                    </p:nvSpPr>
                    <p:spPr>
                      <a:xfrm rot="16417337">
                        <a:off x="7206807" y="3511508"/>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5" name="Arc 54">
                        <a:extLst>
                          <a:ext uri="{FF2B5EF4-FFF2-40B4-BE49-F238E27FC236}">
                            <a16:creationId xmlns:a16="http://schemas.microsoft.com/office/drawing/2014/main" id="{7612770F-821D-5D0D-F19E-FFADEF758CAE}"/>
                          </a:ext>
                        </a:extLst>
                      </p:cNvPr>
                      <p:cNvSpPr/>
                      <p:nvPr/>
                    </p:nvSpPr>
                    <p:spPr>
                      <a:xfrm rot="5400000">
                        <a:off x="7332045" y="3593335"/>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6" name="Arc 55">
                        <a:extLst>
                          <a:ext uri="{FF2B5EF4-FFF2-40B4-BE49-F238E27FC236}">
                            <a16:creationId xmlns:a16="http://schemas.microsoft.com/office/drawing/2014/main" id="{FD5961FF-D3F5-64FE-D6CE-66F14F22AD5E}"/>
                          </a:ext>
                        </a:extLst>
                      </p:cNvPr>
                      <p:cNvSpPr/>
                      <p:nvPr/>
                    </p:nvSpPr>
                    <p:spPr>
                      <a:xfrm rot="16417337">
                        <a:off x="7387233" y="3509617"/>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7" name="Arc 56">
                        <a:extLst>
                          <a:ext uri="{FF2B5EF4-FFF2-40B4-BE49-F238E27FC236}">
                            <a16:creationId xmlns:a16="http://schemas.microsoft.com/office/drawing/2014/main" id="{9ECD252E-2575-3AF3-4134-6A25CFE2A7DE}"/>
                          </a:ext>
                        </a:extLst>
                      </p:cNvPr>
                      <p:cNvSpPr/>
                      <p:nvPr/>
                    </p:nvSpPr>
                    <p:spPr>
                      <a:xfrm rot="15637240">
                        <a:off x="7227908" y="3502930"/>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8" name="Arc 57">
                        <a:extLst>
                          <a:ext uri="{FF2B5EF4-FFF2-40B4-BE49-F238E27FC236}">
                            <a16:creationId xmlns:a16="http://schemas.microsoft.com/office/drawing/2014/main" id="{49323E68-8F5A-FF1B-C1D6-E270ECDBD26B}"/>
                          </a:ext>
                        </a:extLst>
                      </p:cNvPr>
                      <p:cNvSpPr/>
                      <p:nvPr/>
                    </p:nvSpPr>
                    <p:spPr>
                      <a:xfrm rot="5400000">
                        <a:off x="7518531" y="3590694"/>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59" name="Arc 58">
                        <a:extLst>
                          <a:ext uri="{FF2B5EF4-FFF2-40B4-BE49-F238E27FC236}">
                            <a16:creationId xmlns:a16="http://schemas.microsoft.com/office/drawing/2014/main" id="{9CCF9B53-15A2-7676-91ED-6B2295473F36}"/>
                          </a:ext>
                        </a:extLst>
                      </p:cNvPr>
                      <p:cNvSpPr/>
                      <p:nvPr/>
                    </p:nvSpPr>
                    <p:spPr>
                      <a:xfrm rot="16417337">
                        <a:off x="7569706" y="3506974"/>
                        <a:ext cx="276391" cy="271567"/>
                      </a:xfrm>
                      <a:prstGeom prst="arc">
                        <a:avLst>
                          <a:gd name="adj1" fmla="val 15748288"/>
                          <a:gd name="adj2" fmla="val 199972"/>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0" name="Arc 59">
                        <a:extLst>
                          <a:ext uri="{FF2B5EF4-FFF2-40B4-BE49-F238E27FC236}">
                            <a16:creationId xmlns:a16="http://schemas.microsoft.com/office/drawing/2014/main" id="{90AD9AC7-A3ED-F435-4A83-84507D5556F3}"/>
                          </a:ext>
                        </a:extLst>
                      </p:cNvPr>
                      <p:cNvSpPr/>
                      <p:nvPr/>
                    </p:nvSpPr>
                    <p:spPr>
                      <a:xfrm rot="15637240">
                        <a:off x="7410381" y="3500287"/>
                        <a:ext cx="276391" cy="289517"/>
                      </a:xfrm>
                      <a:prstGeom prst="arc">
                        <a:avLst>
                          <a:gd name="adj1" fmla="val 23407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1" name="Arc 60">
                        <a:extLst>
                          <a:ext uri="{FF2B5EF4-FFF2-40B4-BE49-F238E27FC236}">
                            <a16:creationId xmlns:a16="http://schemas.microsoft.com/office/drawing/2014/main" id="{DE84542E-F396-A140-1BE0-33983C633FC1}"/>
                          </a:ext>
                        </a:extLst>
                      </p:cNvPr>
                      <p:cNvSpPr/>
                      <p:nvPr/>
                    </p:nvSpPr>
                    <p:spPr>
                      <a:xfrm rot="5400000">
                        <a:off x="7689114" y="3588050"/>
                        <a:ext cx="227194" cy="122372"/>
                      </a:xfrm>
                      <a:prstGeom prst="arc">
                        <a:avLst>
                          <a:gd name="adj1" fmla="val 15447932"/>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2" name="Arc 61">
                        <a:extLst>
                          <a:ext uri="{FF2B5EF4-FFF2-40B4-BE49-F238E27FC236}">
                            <a16:creationId xmlns:a16="http://schemas.microsoft.com/office/drawing/2014/main" id="{D9436CF8-C6A2-AC14-DDAA-574E82F68C3C}"/>
                          </a:ext>
                        </a:extLst>
                      </p:cNvPr>
                      <p:cNvSpPr/>
                      <p:nvPr/>
                    </p:nvSpPr>
                    <p:spPr>
                      <a:xfrm rot="16417337">
                        <a:off x="7740289" y="3504330"/>
                        <a:ext cx="276391" cy="271566"/>
                      </a:xfrm>
                      <a:prstGeom prst="arc">
                        <a:avLst>
                          <a:gd name="adj1" fmla="val 15748288"/>
                          <a:gd name="adj2" fmla="val 5946044"/>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63" name="Arc 62">
                        <a:extLst>
                          <a:ext uri="{FF2B5EF4-FFF2-40B4-BE49-F238E27FC236}">
                            <a16:creationId xmlns:a16="http://schemas.microsoft.com/office/drawing/2014/main" id="{E0F68DA2-FDBC-E2E6-2340-1A13C2E29DBB}"/>
                          </a:ext>
                        </a:extLst>
                      </p:cNvPr>
                      <p:cNvSpPr/>
                      <p:nvPr/>
                    </p:nvSpPr>
                    <p:spPr>
                      <a:xfrm rot="15637240">
                        <a:off x="7584020" y="3493310"/>
                        <a:ext cx="276391" cy="289516"/>
                      </a:xfrm>
                      <a:prstGeom prst="arc">
                        <a:avLst>
                          <a:gd name="adj1" fmla="val 884865"/>
                          <a:gd name="adj2" fmla="val 6018310"/>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grpSp>
              </p:grpSp>
              <p:cxnSp>
                <p:nvCxnSpPr>
                  <p:cNvPr id="49" name="Straight Connector 48">
                    <a:extLst>
                      <a:ext uri="{FF2B5EF4-FFF2-40B4-BE49-F238E27FC236}">
                        <a16:creationId xmlns:a16="http://schemas.microsoft.com/office/drawing/2014/main" id="{242F606C-848B-EC97-BCB8-4F6269C21001}"/>
                      </a:ext>
                    </a:extLst>
                  </p:cNvPr>
                  <p:cNvCxnSpPr>
                    <a:stCxn id="51" idx="0"/>
                  </p:cNvCxnSpPr>
                  <p:nvPr/>
                </p:nvCxnSpPr>
                <p:spPr>
                  <a:xfrm flipV="1">
                    <a:off x="2038917" y="4890411"/>
                    <a:ext cx="0" cy="108517"/>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DE6628E-5EA6-AFAF-BCC7-6D6CD69FB5F1}"/>
                      </a:ext>
                    </a:extLst>
                  </p:cNvPr>
                  <p:cNvCxnSpPr/>
                  <p:nvPr/>
                </p:nvCxnSpPr>
                <p:spPr>
                  <a:xfrm flipH="1" flipV="1">
                    <a:off x="2034520" y="5331511"/>
                    <a:ext cx="0" cy="94471"/>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43" name="Straight Connector 42">
                  <a:extLst>
                    <a:ext uri="{FF2B5EF4-FFF2-40B4-BE49-F238E27FC236}">
                      <a16:creationId xmlns:a16="http://schemas.microsoft.com/office/drawing/2014/main" id="{E944CB56-4B68-8D49-EDE3-4EBC57844B88}"/>
                    </a:ext>
                  </a:extLst>
                </p:cNvPr>
                <p:cNvCxnSpPr/>
                <p:nvPr/>
              </p:nvCxnSpPr>
              <p:spPr>
                <a:xfrm flipH="1" flipV="1">
                  <a:off x="1755998" y="4787233"/>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FEBD5A2-A25E-4BB3-145B-077453D4B857}"/>
                    </a:ext>
                  </a:extLst>
                </p:cNvPr>
                <p:cNvCxnSpPr/>
                <p:nvPr/>
              </p:nvCxnSpPr>
              <p:spPr>
                <a:xfrm flipH="1" flipV="1">
                  <a:off x="1781652" y="5423530"/>
                  <a:ext cx="0" cy="9144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grpSp>
        <p:sp>
          <p:nvSpPr>
            <p:cNvPr id="12" name="Rounded Rectangle 294">
              <a:extLst>
                <a:ext uri="{FF2B5EF4-FFF2-40B4-BE49-F238E27FC236}">
                  <a16:creationId xmlns:a16="http://schemas.microsoft.com/office/drawing/2014/main" id="{F1FA2D94-1D0D-8B9A-D06D-4B95C86CBD08}"/>
                </a:ext>
              </a:extLst>
            </p:cNvPr>
            <p:cNvSpPr/>
            <p:nvPr/>
          </p:nvSpPr>
          <p:spPr>
            <a:xfrm>
              <a:off x="1568114" y="4172014"/>
              <a:ext cx="1111986" cy="1138575"/>
            </a:xfrm>
            <a:prstGeom prst="roundRect">
              <a:avLst/>
            </a:prstGeom>
            <a:solidFill>
              <a:schemeClr val="bg1"/>
            </a:solidFill>
            <a:ln>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sp>
          <p:nvSpPr>
            <p:cNvPr id="13" name="Rectangle 12">
              <a:extLst>
                <a:ext uri="{FF2B5EF4-FFF2-40B4-BE49-F238E27FC236}">
                  <a16:creationId xmlns:a16="http://schemas.microsoft.com/office/drawing/2014/main" id="{1FA9C6C7-B614-AFF6-2619-A62294EF339C}"/>
                </a:ext>
              </a:extLst>
            </p:cNvPr>
            <p:cNvSpPr/>
            <p:nvPr/>
          </p:nvSpPr>
          <p:spPr>
            <a:xfrm>
              <a:off x="1676594" y="4418931"/>
              <a:ext cx="944436" cy="677108"/>
            </a:xfrm>
            <a:prstGeom prst="rect">
              <a:avLst/>
            </a:prstGeom>
          </p:spPr>
          <p:txBody>
            <a:bodyPr wrap="square">
              <a:spAutoFit/>
            </a:bodyPr>
            <a:lstStyle/>
            <a:p>
              <a:pPr algn="ctr"/>
              <a:r>
                <a:rPr lang="en-US" sz="900" b="1">
                  <a:latin typeface="Arial" panose="020B0604020202020204" pitchFamily="34" charset="0"/>
                  <a:cs typeface="Arial" panose="020B0604020202020204" pitchFamily="34" charset="0"/>
                </a:rPr>
                <a:t>Phase-</a:t>
              </a:r>
            </a:p>
            <a:p>
              <a:pPr algn="ctr"/>
              <a:r>
                <a:rPr lang="en-US" sz="900" b="1">
                  <a:latin typeface="Arial" panose="020B0604020202020204" pitchFamily="34" charset="0"/>
                  <a:cs typeface="Arial" panose="020B0604020202020204" pitchFamily="34" charset="0"/>
                </a:rPr>
                <a:t>Locked </a:t>
              </a:r>
            </a:p>
            <a:p>
              <a:pPr algn="ctr"/>
              <a:r>
                <a:rPr lang="en-US" sz="900" b="1">
                  <a:latin typeface="Arial" panose="020B0604020202020204" pitchFamily="34" charset="0"/>
                  <a:cs typeface="Arial" panose="020B0604020202020204" pitchFamily="34" charset="0"/>
                </a:rPr>
                <a:t>Loop</a:t>
              </a:r>
            </a:p>
          </p:txBody>
        </p:sp>
        <p:cxnSp>
          <p:nvCxnSpPr>
            <p:cNvPr id="14" name="Straight Arrow Connector 13">
              <a:extLst>
                <a:ext uri="{FF2B5EF4-FFF2-40B4-BE49-F238E27FC236}">
                  <a16:creationId xmlns:a16="http://schemas.microsoft.com/office/drawing/2014/main" id="{B07088F1-6368-8AD3-EACF-EF1C96E13ECB}"/>
                </a:ext>
              </a:extLst>
            </p:cNvPr>
            <p:cNvCxnSpPr/>
            <p:nvPr/>
          </p:nvCxnSpPr>
          <p:spPr>
            <a:xfrm flipH="1">
              <a:off x="2703953" y="4634789"/>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F45BD9BB-5AD3-B31E-855E-B0BA33C438BD}"/>
                </a:ext>
              </a:extLst>
            </p:cNvPr>
            <p:cNvCxnSpPr/>
            <p:nvPr/>
          </p:nvCxnSpPr>
          <p:spPr>
            <a:xfrm flipV="1">
              <a:off x="2683300" y="4871676"/>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grpSp>
          <p:nvGrpSpPr>
            <p:cNvPr id="16" name="Group 15">
              <a:extLst>
                <a:ext uri="{FF2B5EF4-FFF2-40B4-BE49-F238E27FC236}">
                  <a16:creationId xmlns:a16="http://schemas.microsoft.com/office/drawing/2014/main" id="{638D07A3-CDA0-FD8C-8A00-2EFA7DCEF5CC}"/>
                </a:ext>
              </a:extLst>
            </p:cNvPr>
            <p:cNvGrpSpPr/>
            <p:nvPr/>
          </p:nvGrpSpPr>
          <p:grpSpPr>
            <a:xfrm>
              <a:off x="4655765" y="4438453"/>
              <a:ext cx="1839412" cy="1020019"/>
              <a:chOff x="3621703" y="4837186"/>
              <a:chExt cx="1839412" cy="1020019"/>
            </a:xfrm>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AEECD3F5-E06C-0051-F6FC-09447EC9634B}"/>
                      </a:ext>
                    </a:extLst>
                  </p:cNvPr>
                  <p:cNvSpPr/>
                  <p:nvPr/>
                </p:nvSpPr>
                <p:spPr>
                  <a:xfrm>
                    <a:off x="4515642" y="5549429"/>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𝟑</m:t>
                          </m:r>
                        </m:oMath>
                      </m:oMathPara>
                    </a14:m>
                    <a:endParaRPr lang="en-US" sz="900">
                      <a:latin typeface="Arial" panose="020B0604020202020204" pitchFamily="34" charset="0"/>
                      <a:cs typeface="Arial" panose="020B0604020202020204" pitchFamily="34" charset="0"/>
                    </a:endParaRPr>
                  </a:p>
                </p:txBody>
              </p:sp>
            </mc:Choice>
            <mc:Fallback xmlns="">
              <p:sp>
                <p:nvSpPr>
                  <p:cNvPr id="898" name="Rectangle 897">
                    <a:extLst>
                      <a:ext uri="{FF2B5EF4-FFF2-40B4-BE49-F238E27FC236}">
                        <a16:creationId xmlns:a16="http://schemas.microsoft.com/office/drawing/2014/main" id="{AEECD3F5-E06C-0051-F6FC-09447EC9634B}"/>
                      </a:ext>
                    </a:extLst>
                  </p:cNvPr>
                  <p:cNvSpPr>
                    <a:spLocks noRot="1" noChangeAspect="1" noMove="1" noResize="1" noEditPoints="1" noAdjustHandles="1" noChangeArrowheads="1" noChangeShapeType="1" noTextEdit="1"/>
                  </p:cNvSpPr>
                  <p:nvPr/>
                </p:nvSpPr>
                <p:spPr>
                  <a:xfrm>
                    <a:off x="4515642" y="5549429"/>
                    <a:ext cx="486063" cy="30777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23C623DC-99FE-7438-8833-C5C64ABF5FAA}"/>
                      </a:ext>
                    </a:extLst>
                  </p:cNvPr>
                  <p:cNvSpPr/>
                  <p:nvPr/>
                </p:nvSpPr>
                <p:spPr>
                  <a:xfrm>
                    <a:off x="3877583" y="5523053"/>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𝟏</m:t>
                          </m:r>
                        </m:oMath>
                      </m:oMathPara>
                    </a14:m>
                    <a:endParaRPr lang="en-US" sz="900" dirty="0">
                      <a:latin typeface="Arial" panose="020B0604020202020204" pitchFamily="34" charset="0"/>
                      <a:cs typeface="Arial" panose="020B0604020202020204" pitchFamily="34" charset="0"/>
                    </a:endParaRPr>
                  </a:p>
                </p:txBody>
              </p:sp>
            </mc:Choice>
            <mc:Fallback xmlns="">
              <p:sp>
                <p:nvSpPr>
                  <p:cNvPr id="899" name="Rectangle 898">
                    <a:extLst>
                      <a:ext uri="{FF2B5EF4-FFF2-40B4-BE49-F238E27FC236}">
                        <a16:creationId xmlns:a16="http://schemas.microsoft.com/office/drawing/2014/main" id="{23C623DC-99FE-7438-8833-C5C64ABF5FAA}"/>
                      </a:ext>
                    </a:extLst>
                  </p:cNvPr>
                  <p:cNvSpPr>
                    <a:spLocks noRot="1" noChangeAspect="1" noMove="1" noResize="1" noEditPoints="1" noAdjustHandles="1" noChangeArrowheads="1" noChangeShapeType="1" noTextEdit="1"/>
                  </p:cNvSpPr>
                  <p:nvPr/>
                </p:nvSpPr>
                <p:spPr>
                  <a:xfrm>
                    <a:off x="3877583" y="5523053"/>
                    <a:ext cx="486063" cy="30777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BABC5BE6-7F0E-53CA-8324-478B53B56BE1}"/>
                      </a:ext>
                    </a:extLst>
                  </p:cNvPr>
                  <p:cNvSpPr/>
                  <p:nvPr/>
                </p:nvSpPr>
                <p:spPr>
                  <a:xfrm>
                    <a:off x="4191793" y="5534690"/>
                    <a:ext cx="486063"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𝟐</m:t>
                          </m:r>
                        </m:oMath>
                      </m:oMathPara>
                    </a14:m>
                    <a:endParaRPr lang="en-US" sz="900">
                      <a:latin typeface="Arial" panose="020B0604020202020204" pitchFamily="34" charset="0"/>
                      <a:cs typeface="Arial" panose="020B0604020202020204" pitchFamily="34" charset="0"/>
                    </a:endParaRPr>
                  </a:p>
                </p:txBody>
              </p:sp>
            </mc:Choice>
            <mc:Fallback xmlns="">
              <p:sp>
                <p:nvSpPr>
                  <p:cNvPr id="900" name="Rectangle 899">
                    <a:extLst>
                      <a:ext uri="{FF2B5EF4-FFF2-40B4-BE49-F238E27FC236}">
                        <a16:creationId xmlns:a16="http://schemas.microsoft.com/office/drawing/2014/main" id="{BABC5BE6-7F0E-53CA-8324-478B53B56BE1}"/>
                      </a:ext>
                    </a:extLst>
                  </p:cNvPr>
                  <p:cNvSpPr>
                    <a:spLocks noRot="1" noChangeAspect="1" noMove="1" noResize="1" noEditPoints="1" noAdjustHandles="1" noChangeArrowheads="1" noChangeShapeType="1" noTextEdit="1"/>
                  </p:cNvSpPr>
                  <p:nvPr/>
                </p:nvSpPr>
                <p:spPr>
                  <a:xfrm>
                    <a:off x="4191793" y="5534690"/>
                    <a:ext cx="486063" cy="3077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94AF1FC3-A9EF-47E1-3D5B-D08B22620F4A}"/>
                      </a:ext>
                    </a:extLst>
                  </p:cNvPr>
                  <p:cNvSpPr/>
                  <p:nvPr/>
                </p:nvSpPr>
                <p:spPr>
                  <a:xfrm>
                    <a:off x="4958787" y="5532440"/>
                    <a:ext cx="502328" cy="3077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l-GR" sz="900" b="1" i="1" dirty="0">
                              <a:solidFill>
                                <a:srgbClr val="FF0000"/>
                              </a:solidFill>
                              <a:latin typeface="Cambria Math" panose="02040503050406030204" pitchFamily="18" charset="0"/>
                              <a:cs typeface="Arial" panose="020B0604020202020204" pitchFamily="34" charset="0"/>
                            </a:rPr>
                            <m:t>𝜽</m:t>
                          </m:r>
                          <m:r>
                            <a:rPr lang="en-US" sz="900" b="1" i="1" baseline="-25000" dirty="0">
                              <a:solidFill>
                                <a:srgbClr val="FF0000"/>
                              </a:solidFill>
                              <a:latin typeface="Cambria Math" panose="02040503050406030204" pitchFamily="18" charset="0"/>
                              <a:cs typeface="Arial" panose="020B0604020202020204" pitchFamily="34" charset="0"/>
                            </a:rPr>
                            <m:t>𝑵</m:t>
                          </m:r>
                        </m:oMath>
                      </m:oMathPara>
                    </a14:m>
                    <a:endParaRPr lang="en-US" sz="900">
                      <a:latin typeface="Arial" panose="020B0604020202020204" pitchFamily="34" charset="0"/>
                      <a:cs typeface="Arial" panose="020B0604020202020204" pitchFamily="34" charset="0"/>
                    </a:endParaRPr>
                  </a:p>
                </p:txBody>
              </p:sp>
            </mc:Choice>
            <mc:Fallback xmlns="">
              <p:sp>
                <p:nvSpPr>
                  <p:cNvPr id="901" name="Rectangle 900">
                    <a:extLst>
                      <a:ext uri="{FF2B5EF4-FFF2-40B4-BE49-F238E27FC236}">
                        <a16:creationId xmlns:a16="http://schemas.microsoft.com/office/drawing/2014/main" id="{94AF1FC3-A9EF-47E1-3D5B-D08B22620F4A}"/>
                      </a:ext>
                    </a:extLst>
                  </p:cNvPr>
                  <p:cNvSpPr>
                    <a:spLocks noRot="1" noChangeAspect="1" noMove="1" noResize="1" noEditPoints="1" noAdjustHandles="1" noChangeArrowheads="1" noChangeShapeType="1" noTextEdit="1"/>
                  </p:cNvSpPr>
                  <p:nvPr/>
                </p:nvSpPr>
                <p:spPr>
                  <a:xfrm>
                    <a:off x="4958787" y="5532440"/>
                    <a:ext cx="502328" cy="307776"/>
                  </a:xfrm>
                  <a:prstGeom prst="rect">
                    <a:avLst/>
                  </a:prstGeom>
                  <a:blipFill>
                    <a:blip r:embed="rId7"/>
                    <a:stretch>
                      <a:fillRect/>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5F3A21B8-FD7A-23AB-8B35-5C227D43E010}"/>
                  </a:ext>
                </a:extLst>
              </p:cNvPr>
              <p:cNvSpPr/>
              <p:nvPr/>
            </p:nvSpPr>
            <p:spPr>
              <a:xfrm>
                <a:off x="3621703" y="4837186"/>
                <a:ext cx="1676826" cy="592958"/>
              </a:xfrm>
              <a:prstGeom prst="rect">
                <a:avLst/>
              </a:prstGeom>
              <a:solidFill>
                <a:schemeClr val="bg1"/>
              </a:solidFill>
              <a:ln w="25400">
                <a:solidFill>
                  <a:srgbClr val="006C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15"/>
              </a:p>
            </p:txBody>
          </p:sp>
          <p:cxnSp>
            <p:nvCxnSpPr>
              <p:cNvPr id="27" name="Straight Arrow Connector 26">
                <a:extLst>
                  <a:ext uri="{FF2B5EF4-FFF2-40B4-BE49-F238E27FC236}">
                    <a16:creationId xmlns:a16="http://schemas.microsoft.com/office/drawing/2014/main" id="{ADF87BDA-0DE5-B7AA-00D4-B38053FE2CE1}"/>
                  </a:ext>
                </a:extLst>
              </p:cNvPr>
              <p:cNvCxnSpPr/>
              <p:nvPr/>
            </p:nvCxnSpPr>
            <p:spPr>
              <a:xfrm flipH="1" flipV="1">
                <a:off x="4052294"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2D45C35A-1373-85A4-7804-66A21F5CF5BA}"/>
                  </a:ext>
                </a:extLst>
              </p:cNvPr>
              <p:cNvCxnSpPr/>
              <p:nvPr/>
            </p:nvCxnSpPr>
            <p:spPr>
              <a:xfrm flipH="1" flipV="1">
                <a:off x="4356805" y="5436416"/>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6CB110DE-6153-4D3D-1A20-9E9C518B1294}"/>
                  </a:ext>
                </a:extLst>
              </p:cNvPr>
              <p:cNvCxnSpPr/>
              <p:nvPr/>
            </p:nvCxnSpPr>
            <p:spPr>
              <a:xfrm flipH="1" flipV="1">
                <a:off x="467472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4EA6E530-D1F2-40F4-8E9B-3E92DF3AC671}"/>
                  </a:ext>
                </a:extLst>
              </p:cNvPr>
              <p:cNvCxnSpPr/>
              <p:nvPr/>
            </p:nvCxnSpPr>
            <p:spPr>
              <a:xfrm flipH="1" flipV="1">
                <a:off x="5127282" y="5440421"/>
                <a:ext cx="1516" cy="137160"/>
              </a:xfrm>
              <a:prstGeom prst="straightConnector1">
                <a:avLst/>
              </a:prstGeom>
              <a:ln w="1905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7BDB2020-3234-D775-7A60-2D9F91A6FCF1}"/>
                  </a:ext>
                </a:extLst>
              </p:cNvPr>
              <p:cNvCxnSpPr/>
              <p:nvPr/>
            </p:nvCxnSpPr>
            <p:spPr>
              <a:xfrm flipH="1">
                <a:off x="4716875" y="5537114"/>
                <a:ext cx="365760" cy="0"/>
              </a:xfrm>
              <a:prstGeom prst="straightConnector1">
                <a:avLst/>
              </a:prstGeom>
              <a:ln w="19050" cap="rnd">
                <a:solidFill>
                  <a:srgbClr val="FF0000"/>
                </a:solidFill>
                <a:prstDash val="sysDot"/>
                <a:headEnd type="none"/>
                <a:tailEnd type="none"/>
              </a:ln>
              <a:effectLst/>
            </p:spPr>
            <p:style>
              <a:lnRef idx="2">
                <a:schemeClr val="dk1"/>
              </a:lnRef>
              <a:fillRef idx="0">
                <a:schemeClr val="dk1"/>
              </a:fillRef>
              <a:effectRef idx="1">
                <a:schemeClr val="dk1"/>
              </a:effectRef>
              <a:fontRef idx="minor">
                <a:schemeClr val="tx1"/>
              </a:fontRef>
            </p:style>
          </p:cxnSp>
          <p:sp>
            <p:nvSpPr>
              <p:cNvPr id="32" name="Rectangle 31">
                <a:extLst>
                  <a:ext uri="{FF2B5EF4-FFF2-40B4-BE49-F238E27FC236}">
                    <a16:creationId xmlns:a16="http://schemas.microsoft.com/office/drawing/2014/main" id="{9DDA4DA9-34B7-DA2A-EA4C-E93D5C540625}"/>
                  </a:ext>
                </a:extLst>
              </p:cNvPr>
              <p:cNvSpPr/>
              <p:nvPr/>
            </p:nvSpPr>
            <p:spPr>
              <a:xfrm>
                <a:off x="3804841" y="4924355"/>
                <a:ext cx="1159860" cy="677108"/>
              </a:xfrm>
              <a:prstGeom prst="rect">
                <a:avLst/>
              </a:prstGeom>
            </p:spPr>
            <p:txBody>
              <a:bodyPr wrap="none">
                <a:spAutoFit/>
              </a:bodyPr>
              <a:lstStyle/>
              <a:p>
                <a:pPr algn="ctr"/>
                <a:r>
                  <a:rPr lang="en-US" sz="900" b="1">
                    <a:latin typeface="Arial" panose="020B0604020202020204" pitchFamily="34" charset="0"/>
                    <a:cs typeface="Arial" panose="020B0604020202020204" pitchFamily="34" charset="0"/>
                  </a:rPr>
                  <a:t>Frequency </a:t>
                </a:r>
              </a:p>
              <a:p>
                <a:pPr algn="ctr"/>
                <a:r>
                  <a:rPr lang="en-US" sz="900" b="1">
                    <a:latin typeface="Arial" panose="020B0604020202020204" pitchFamily="34" charset="0"/>
                    <a:cs typeface="Arial" panose="020B0604020202020204" pitchFamily="34" charset="0"/>
                  </a:rPr>
                  <a:t>Divider</a:t>
                </a:r>
              </a:p>
              <a:p>
                <a:endParaRPr lang="en-US" sz="900" b="1">
                  <a:latin typeface="Arial" panose="020B0604020202020204" pitchFamily="34" charset="0"/>
                  <a:cs typeface="Arial" panose="020B0604020202020204" pitchFamily="34" charset="0"/>
                </a:endParaRPr>
              </a:p>
            </p:txBody>
          </p:sp>
        </p:grpSp>
        <p:cxnSp>
          <p:nvCxnSpPr>
            <p:cNvPr id="17" name="Straight Arrow Connector 16">
              <a:extLst>
                <a:ext uri="{FF2B5EF4-FFF2-40B4-BE49-F238E27FC236}">
                  <a16:creationId xmlns:a16="http://schemas.microsoft.com/office/drawing/2014/main" id="{D1FF5BED-F5DC-6F75-0269-BAD4FF1F8C1D}"/>
                </a:ext>
              </a:extLst>
            </p:cNvPr>
            <p:cNvCxnSpPr/>
            <p:nvPr/>
          </p:nvCxnSpPr>
          <p:spPr>
            <a:xfrm flipH="1">
              <a:off x="4366835" y="4632931"/>
              <a:ext cx="2598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80AC26DC-826C-0319-01E6-9C7BF4DA63CE}"/>
                </a:ext>
              </a:extLst>
            </p:cNvPr>
            <p:cNvCxnSpPr/>
            <p:nvPr/>
          </p:nvCxnSpPr>
          <p:spPr>
            <a:xfrm flipV="1">
              <a:off x="4362366" y="4829358"/>
              <a:ext cx="266079" cy="0"/>
            </a:xfrm>
            <a:prstGeom prst="straightConnector1">
              <a:avLst/>
            </a:prstGeom>
            <a:ln w="25400" cap="rnd">
              <a:solidFill>
                <a:srgbClr val="FF0000"/>
              </a:solidFill>
              <a:headEnd type="triangle"/>
              <a:tailEnd type="none"/>
            </a:ln>
            <a:effectLst/>
          </p:spPr>
          <p:style>
            <a:lnRef idx="2">
              <a:schemeClr val="dk1"/>
            </a:lnRef>
            <a:fillRef idx="0">
              <a:schemeClr val="dk1"/>
            </a:fillRef>
            <a:effectRef idx="1">
              <a:schemeClr val="dk1"/>
            </a:effectRef>
            <a:fontRef idx="minor">
              <a:schemeClr val="tx1"/>
            </a:fontRef>
          </p:style>
        </p:cxnSp>
        <p:sp>
          <p:nvSpPr>
            <p:cNvPr id="19" name="Rectangle 18">
              <a:extLst>
                <a:ext uri="{FF2B5EF4-FFF2-40B4-BE49-F238E27FC236}">
                  <a16:creationId xmlns:a16="http://schemas.microsoft.com/office/drawing/2014/main" id="{AE76C176-AFFA-1FBE-C95F-349D84AF2BC3}"/>
                </a:ext>
              </a:extLst>
            </p:cNvPr>
            <p:cNvSpPr/>
            <p:nvPr/>
          </p:nvSpPr>
          <p:spPr>
            <a:xfrm>
              <a:off x="3378030" y="5359757"/>
              <a:ext cx="953074" cy="307776"/>
            </a:xfrm>
            <a:prstGeom prst="rect">
              <a:avLst/>
            </a:prstGeom>
          </p:spPr>
          <p:txBody>
            <a:bodyPr wrap="none">
              <a:spAutoFit/>
            </a:bodyPr>
            <a:lstStyle/>
            <a:p>
              <a:r>
                <a:rPr lang="en-US" sz="900" b="1"/>
                <a:t>LC-VCO</a:t>
              </a:r>
            </a:p>
          </p:txBody>
        </p:sp>
        <p:sp>
          <p:nvSpPr>
            <p:cNvPr id="20" name="Right Brace 278">
              <a:extLst>
                <a:ext uri="{FF2B5EF4-FFF2-40B4-BE49-F238E27FC236}">
                  <a16:creationId xmlns:a16="http://schemas.microsoft.com/office/drawing/2014/main" id="{85708C8A-C764-3BD0-763B-640CB05164FC}"/>
                </a:ext>
              </a:extLst>
            </p:cNvPr>
            <p:cNvSpPr/>
            <p:nvPr/>
          </p:nvSpPr>
          <p:spPr>
            <a:xfrm rot="5400000">
              <a:off x="5433792" y="4981957"/>
              <a:ext cx="353468" cy="1101635"/>
            </a:xfrm>
            <a:custGeom>
              <a:avLst/>
              <a:gdLst>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7" fmla="*/ 0 w 353467"/>
                <a:gd name="connsiteY7" fmla="*/ 0 h 3756358"/>
                <a:gd name="connsiteX0" fmla="*/ 0 w 353467"/>
                <a:gd name="connsiteY0" fmla="*/ 0 h 3756358"/>
                <a:gd name="connsiteX1" fmla="*/ 176734 w 353467"/>
                <a:gd name="connsiteY1" fmla="*/ 29454 h 3756358"/>
                <a:gd name="connsiteX2" fmla="*/ 176734 w 353467"/>
                <a:gd name="connsiteY2" fmla="*/ 1848725 h 3756358"/>
                <a:gd name="connsiteX3" fmla="*/ 353468 w 353467"/>
                <a:gd name="connsiteY3" fmla="*/ 1878179 h 3756358"/>
                <a:gd name="connsiteX4" fmla="*/ 176734 w 353467"/>
                <a:gd name="connsiteY4" fmla="*/ 1907633 h 3756358"/>
                <a:gd name="connsiteX5" fmla="*/ 176734 w 353467"/>
                <a:gd name="connsiteY5" fmla="*/ 3726904 h 3756358"/>
                <a:gd name="connsiteX6" fmla="*/ 0 w 353467"/>
                <a:gd name="connsiteY6" fmla="*/ 3756358 h 3756358"/>
                <a:gd name="connsiteX0" fmla="*/ 0 w 353468"/>
                <a:gd name="connsiteY0" fmla="*/ 0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7" fmla="*/ 0 w 353468"/>
                <a:gd name="connsiteY7" fmla="*/ 0 h 3756358"/>
                <a:gd name="connsiteX0" fmla="*/ 65726 w 353468"/>
                <a:gd name="connsiteY0" fmla="*/ 2857 h 3756358"/>
                <a:gd name="connsiteX1" fmla="*/ 176734 w 353468"/>
                <a:gd name="connsiteY1" fmla="*/ 29454 h 3756358"/>
                <a:gd name="connsiteX2" fmla="*/ 176734 w 353468"/>
                <a:gd name="connsiteY2" fmla="*/ 1848725 h 3756358"/>
                <a:gd name="connsiteX3" fmla="*/ 353468 w 353468"/>
                <a:gd name="connsiteY3" fmla="*/ 1878179 h 3756358"/>
                <a:gd name="connsiteX4" fmla="*/ 176734 w 353468"/>
                <a:gd name="connsiteY4" fmla="*/ 1907633 h 3756358"/>
                <a:gd name="connsiteX5" fmla="*/ 176734 w 353468"/>
                <a:gd name="connsiteY5" fmla="*/ 3726904 h 3756358"/>
                <a:gd name="connsiteX6" fmla="*/ 0 w 353468"/>
                <a:gd name="connsiteY6" fmla="*/ 3756358 h 3756358"/>
                <a:gd name="connsiteX0" fmla="*/ 0 w 353468"/>
                <a:gd name="connsiteY0" fmla="*/ 0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0 w 353468"/>
                <a:gd name="connsiteY6" fmla="*/ 3756358 h 3764930"/>
                <a:gd name="connsiteX7" fmla="*/ 0 w 353468"/>
                <a:gd name="connsiteY7" fmla="*/ 0 h 3764930"/>
                <a:gd name="connsiteX0" fmla="*/ 65726 w 353468"/>
                <a:gd name="connsiteY0" fmla="*/ 2857 h 3764930"/>
                <a:gd name="connsiteX1" fmla="*/ 176734 w 353468"/>
                <a:gd name="connsiteY1" fmla="*/ 29454 h 3764930"/>
                <a:gd name="connsiteX2" fmla="*/ 176734 w 353468"/>
                <a:gd name="connsiteY2" fmla="*/ 1848725 h 3764930"/>
                <a:gd name="connsiteX3" fmla="*/ 353468 w 353468"/>
                <a:gd name="connsiteY3" fmla="*/ 1878179 h 3764930"/>
                <a:gd name="connsiteX4" fmla="*/ 176734 w 353468"/>
                <a:gd name="connsiteY4" fmla="*/ 1907633 h 3764930"/>
                <a:gd name="connsiteX5" fmla="*/ 176734 w 353468"/>
                <a:gd name="connsiteY5" fmla="*/ 3726904 h 3764930"/>
                <a:gd name="connsiteX6" fmla="*/ 65723 w 353468"/>
                <a:gd name="connsiteY6" fmla="*/ 3764930 h 3764930"/>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310608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 name="connsiteX0" fmla="*/ 0 w 353468"/>
                <a:gd name="connsiteY0" fmla="*/ 0 h 3759215"/>
                <a:gd name="connsiteX1" fmla="*/ 176734 w 353468"/>
                <a:gd name="connsiteY1" fmla="*/ 29454 h 3759215"/>
                <a:gd name="connsiteX2" fmla="*/ 176734 w 353468"/>
                <a:gd name="connsiteY2" fmla="*/ 1848725 h 3759215"/>
                <a:gd name="connsiteX3" fmla="*/ 353468 w 353468"/>
                <a:gd name="connsiteY3" fmla="*/ 1878179 h 3759215"/>
                <a:gd name="connsiteX4" fmla="*/ 176734 w 353468"/>
                <a:gd name="connsiteY4" fmla="*/ 1907633 h 3759215"/>
                <a:gd name="connsiteX5" fmla="*/ 176734 w 353468"/>
                <a:gd name="connsiteY5" fmla="*/ 3726904 h 3759215"/>
                <a:gd name="connsiteX6" fmla="*/ 0 w 353468"/>
                <a:gd name="connsiteY6" fmla="*/ 3756358 h 3759215"/>
                <a:gd name="connsiteX7" fmla="*/ 0 w 353468"/>
                <a:gd name="connsiteY7" fmla="*/ 0 h 3759215"/>
                <a:gd name="connsiteX0" fmla="*/ 65726 w 353468"/>
                <a:gd name="connsiteY0" fmla="*/ 2857 h 3759215"/>
                <a:gd name="connsiteX1" fmla="*/ 176734 w 353468"/>
                <a:gd name="connsiteY1" fmla="*/ 29454 h 3759215"/>
                <a:gd name="connsiteX2" fmla="*/ 176734 w 353468"/>
                <a:gd name="connsiteY2" fmla="*/ 1848725 h 3759215"/>
                <a:gd name="connsiteX3" fmla="*/ 299181 w 353468"/>
                <a:gd name="connsiteY3" fmla="*/ 1875321 h 3759215"/>
                <a:gd name="connsiteX4" fmla="*/ 176734 w 353468"/>
                <a:gd name="connsiteY4" fmla="*/ 1907633 h 3759215"/>
                <a:gd name="connsiteX5" fmla="*/ 176734 w 353468"/>
                <a:gd name="connsiteY5" fmla="*/ 3726904 h 3759215"/>
                <a:gd name="connsiteX6" fmla="*/ 65723 w 353468"/>
                <a:gd name="connsiteY6" fmla="*/ 3759215 h 375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468" h="3759215" stroke="0" extrusionOk="0">
                  <a:moveTo>
                    <a:pt x="0" y="0"/>
                  </a:moveTo>
                  <a:cubicBezTo>
                    <a:pt x="97607" y="0"/>
                    <a:pt x="176734" y="13187"/>
                    <a:pt x="176734" y="29454"/>
                  </a:cubicBezTo>
                  <a:lnTo>
                    <a:pt x="176734" y="1848725"/>
                  </a:lnTo>
                  <a:cubicBezTo>
                    <a:pt x="176734" y="1864992"/>
                    <a:pt x="255861" y="1878179"/>
                    <a:pt x="353468" y="1878179"/>
                  </a:cubicBezTo>
                  <a:cubicBezTo>
                    <a:pt x="255861" y="1878179"/>
                    <a:pt x="176734" y="1891366"/>
                    <a:pt x="176734" y="1907633"/>
                  </a:cubicBezTo>
                  <a:lnTo>
                    <a:pt x="176734" y="3726904"/>
                  </a:lnTo>
                  <a:cubicBezTo>
                    <a:pt x="176734" y="3743171"/>
                    <a:pt x="97607" y="3756358"/>
                    <a:pt x="0" y="3756358"/>
                  </a:cubicBezTo>
                  <a:lnTo>
                    <a:pt x="0" y="0"/>
                  </a:lnTo>
                  <a:close/>
                </a:path>
                <a:path w="353468" h="3759215" fill="none">
                  <a:moveTo>
                    <a:pt x="65726" y="2857"/>
                  </a:moveTo>
                  <a:cubicBezTo>
                    <a:pt x="163333" y="2857"/>
                    <a:pt x="176734" y="13187"/>
                    <a:pt x="176734" y="29454"/>
                  </a:cubicBezTo>
                  <a:lnTo>
                    <a:pt x="176734" y="1848725"/>
                  </a:lnTo>
                  <a:cubicBezTo>
                    <a:pt x="176734" y="1864992"/>
                    <a:pt x="201574" y="1875321"/>
                    <a:pt x="299181" y="1875321"/>
                  </a:cubicBezTo>
                  <a:cubicBezTo>
                    <a:pt x="201574" y="1875321"/>
                    <a:pt x="176734" y="1891366"/>
                    <a:pt x="176734" y="1907633"/>
                  </a:cubicBezTo>
                  <a:lnTo>
                    <a:pt x="176734" y="3726904"/>
                  </a:lnTo>
                  <a:cubicBezTo>
                    <a:pt x="176734" y="3743171"/>
                    <a:pt x="163330" y="3759215"/>
                    <a:pt x="65723" y="3759215"/>
                  </a:cubicBezTo>
                </a:path>
              </a:pathLst>
            </a:custGeom>
            <a:ln w="1905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15"/>
            </a:p>
          </p:txBody>
        </p:sp>
        <p:sp>
          <p:nvSpPr>
            <p:cNvPr id="21" name="Rectangle 20">
              <a:extLst>
                <a:ext uri="{FF2B5EF4-FFF2-40B4-BE49-F238E27FC236}">
                  <a16:creationId xmlns:a16="http://schemas.microsoft.com/office/drawing/2014/main" id="{00092358-2170-E827-2522-FF30EAFB4523}"/>
                </a:ext>
              </a:extLst>
            </p:cNvPr>
            <p:cNvSpPr/>
            <p:nvPr/>
          </p:nvSpPr>
          <p:spPr>
            <a:xfrm>
              <a:off x="5016176" y="5561730"/>
              <a:ext cx="1273709" cy="492443"/>
            </a:xfrm>
            <a:prstGeom prst="rect">
              <a:avLst/>
            </a:prstGeom>
          </p:spPr>
          <p:txBody>
            <a:bodyPr wrap="none">
              <a:spAutoFit/>
            </a:bodyPr>
            <a:lstStyle/>
            <a:p>
              <a:pPr algn="ctr"/>
              <a:r>
                <a:rPr lang="en-US" sz="900" b="1">
                  <a:solidFill>
                    <a:srgbClr val="000099"/>
                  </a:solidFill>
                </a:rPr>
                <a:t>Multi  Phase </a:t>
              </a:r>
            </a:p>
            <a:p>
              <a:pPr algn="ctr"/>
              <a:r>
                <a:rPr lang="en-US" sz="900" b="1">
                  <a:solidFill>
                    <a:srgbClr val="000099"/>
                  </a:solidFill>
                </a:rPr>
                <a:t>LO/Clock</a:t>
              </a:r>
            </a:p>
          </p:txBody>
        </p:sp>
      </p:grpSp>
      <p:sp>
        <p:nvSpPr>
          <p:cNvPr id="88" name="Rectangle 87">
            <a:extLst>
              <a:ext uri="{FF2B5EF4-FFF2-40B4-BE49-F238E27FC236}">
                <a16:creationId xmlns:a16="http://schemas.microsoft.com/office/drawing/2014/main" id="{B54F2A83-8D0D-B388-FE09-648A43C1B12E}"/>
              </a:ext>
            </a:extLst>
          </p:cNvPr>
          <p:cNvSpPr/>
          <p:nvPr/>
        </p:nvSpPr>
        <p:spPr>
          <a:xfrm>
            <a:off x="1372943" y="3121290"/>
            <a:ext cx="3837600" cy="461665"/>
          </a:xfrm>
          <a:prstGeom prst="rect">
            <a:avLst/>
          </a:prstGeom>
        </p:spPr>
        <p:txBody>
          <a:bodyPr wrap="square">
            <a:spAutoFit/>
          </a:bodyPr>
          <a:lstStyle/>
          <a:p>
            <a:pPr algn="ctr"/>
            <a:r>
              <a:rPr lang="en-US" sz="1200" b="1" dirty="0">
                <a:solidFill>
                  <a:srgbClr val="002060"/>
                </a:solidFill>
              </a:rPr>
              <a:t>(c) </a:t>
            </a:r>
            <a:r>
              <a:rPr lang="en-US" sz="1200" u="sng" dirty="0">
                <a:solidFill>
                  <a:srgbClr val="002060"/>
                </a:solidFill>
              </a:rPr>
              <a:t>Multiphase LO/clock generation methods using </a:t>
            </a:r>
          </a:p>
          <a:p>
            <a:pPr algn="ctr"/>
            <a:r>
              <a:rPr lang="en-IN" sz="1200" u="sng" dirty="0">
                <a:solidFill>
                  <a:srgbClr val="002060"/>
                </a:solidFill>
              </a:rPr>
              <a:t>LC VCOs and frequency divider</a:t>
            </a:r>
          </a:p>
        </p:txBody>
      </p:sp>
      <p:pic>
        <p:nvPicPr>
          <p:cNvPr id="89" name="Picture 88">
            <a:extLst>
              <a:ext uri="{FF2B5EF4-FFF2-40B4-BE49-F238E27FC236}">
                <a16:creationId xmlns:a16="http://schemas.microsoft.com/office/drawing/2014/main" id="{B1AF9AE6-8BCC-3900-9137-9BBA4AE3ABE7}"/>
              </a:ext>
            </a:extLst>
          </p:cNvPr>
          <p:cNvPicPr>
            <a:picLocks noChangeAspect="1"/>
          </p:cNvPicPr>
          <p:nvPr/>
        </p:nvPicPr>
        <p:blipFill>
          <a:blip r:embed="rId8"/>
          <a:stretch>
            <a:fillRect/>
          </a:stretch>
        </p:blipFill>
        <p:spPr>
          <a:xfrm>
            <a:off x="7289608" y="1552166"/>
            <a:ext cx="4396315" cy="1435254"/>
          </a:xfrm>
          <a:prstGeom prst="rect">
            <a:avLst/>
          </a:prstGeom>
        </p:spPr>
      </p:pic>
      <p:sp>
        <p:nvSpPr>
          <p:cNvPr id="90" name="Text Placeholder 2"/>
          <p:cNvSpPr>
            <a:spLocks noGrp="1"/>
          </p:cNvSpPr>
          <p:nvPr>
            <p:ph type="body" idx="1"/>
          </p:nvPr>
        </p:nvSpPr>
        <p:spPr>
          <a:xfrm>
            <a:off x="610009" y="3826412"/>
            <a:ext cx="5185880" cy="2316135"/>
          </a:xfrm>
        </p:spPr>
        <p:txBody>
          <a:bodyPr>
            <a:normAutofit lnSpcReduction="10000"/>
          </a:bodyPr>
          <a:lstStyle/>
          <a:p>
            <a:pPr algn="just">
              <a:buFont typeface="Wingdings" panose="05000000000000000000" pitchFamily="2" charset="2"/>
              <a:buChar char="q"/>
            </a:pPr>
            <a:r>
              <a:rPr lang="en-US" sz="1600" dirty="0">
                <a:solidFill>
                  <a:schemeClr val="tx1"/>
                </a:solidFill>
                <a:latin typeface="fkGroteskNeue"/>
              </a:rPr>
              <a:t>This scheme leverages a single, </a:t>
            </a:r>
            <a:r>
              <a:rPr lang="en-US" sz="1600" b="1" dirty="0">
                <a:solidFill>
                  <a:srgbClr val="00B050"/>
                </a:solidFill>
                <a:latin typeface="fkGroteskNeue"/>
              </a:rPr>
              <a:t>high-performance LC-VCO locked</a:t>
            </a:r>
            <a:r>
              <a:rPr lang="en-US" sz="1600" dirty="0">
                <a:solidFill>
                  <a:schemeClr val="tx1"/>
                </a:solidFill>
                <a:latin typeface="fkGroteskNeue"/>
              </a:rPr>
              <a:t> by a PLL.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A </a:t>
            </a:r>
            <a:r>
              <a:rPr lang="en-US" sz="1600" b="1" dirty="0">
                <a:solidFill>
                  <a:srgbClr val="00B050"/>
                </a:solidFill>
                <a:latin typeface="fkGroteskNeue"/>
              </a:rPr>
              <a:t>frequency divider electronically</a:t>
            </a:r>
            <a:r>
              <a:rPr lang="en-US" sz="1600" dirty="0">
                <a:solidFill>
                  <a:schemeClr val="tx1"/>
                </a:solidFill>
                <a:latin typeface="fkGroteskNeue"/>
              </a:rPr>
              <a:t> synthesizes the required </a:t>
            </a:r>
            <a:r>
              <a:rPr lang="en-US" sz="1600" b="1" dirty="0">
                <a:solidFill>
                  <a:srgbClr val="00B050"/>
                </a:solidFill>
                <a:latin typeface="fkGroteskNeue"/>
              </a:rPr>
              <a:t>number of equidistant clock or LO phases</a:t>
            </a:r>
            <a:r>
              <a:rPr lang="en-US" sz="1600" dirty="0">
                <a:solidFill>
                  <a:schemeClr val="tx1"/>
                </a:solidFill>
                <a:latin typeface="fkGroteskNeue"/>
              </a:rPr>
              <a:t>. </a:t>
            </a:r>
            <a:endParaRPr lang="en-US" sz="1600" dirty="0" smtClean="0">
              <a:solidFill>
                <a:schemeClr val="tx1"/>
              </a:solidFill>
              <a:latin typeface="fkGroteskNeue"/>
            </a:endParaRPr>
          </a:p>
          <a:p>
            <a:pPr algn="just">
              <a:buFont typeface="Wingdings" panose="05000000000000000000" pitchFamily="2" charset="2"/>
              <a:buChar char="q"/>
            </a:pPr>
            <a:r>
              <a:rPr lang="en-US" sz="1600" dirty="0" smtClean="0">
                <a:solidFill>
                  <a:schemeClr val="tx1"/>
                </a:solidFill>
                <a:latin typeface="fkGroteskNeue"/>
              </a:rPr>
              <a:t>This </a:t>
            </a:r>
            <a:r>
              <a:rPr lang="en-US" sz="1600" dirty="0">
                <a:solidFill>
                  <a:schemeClr val="tx1"/>
                </a:solidFill>
                <a:latin typeface="fkGroteskNeue"/>
              </a:rPr>
              <a:t>method delivers </a:t>
            </a:r>
            <a:r>
              <a:rPr lang="en-US" sz="1600" b="1" dirty="0">
                <a:solidFill>
                  <a:srgbClr val="00B050"/>
                </a:solidFill>
                <a:latin typeface="fkGroteskNeue"/>
              </a:rPr>
              <a:t>excellent jitter performance </a:t>
            </a:r>
            <a:r>
              <a:rPr lang="en-US" sz="1600" dirty="0">
                <a:solidFill>
                  <a:schemeClr val="tx1"/>
                </a:solidFill>
                <a:latin typeface="fkGroteskNeue"/>
              </a:rPr>
              <a:t>and </a:t>
            </a:r>
            <a:r>
              <a:rPr lang="en-US" sz="1600" b="1" dirty="0">
                <a:solidFill>
                  <a:srgbClr val="00B050"/>
                </a:solidFill>
                <a:latin typeface="fkGroteskNeue"/>
              </a:rPr>
              <a:t>robust immunity to supply and substrate interference</a:t>
            </a:r>
            <a:r>
              <a:rPr lang="en-US" sz="1600" dirty="0">
                <a:solidFill>
                  <a:schemeClr val="tx1"/>
                </a:solidFill>
                <a:latin typeface="fkGroteskNeue"/>
              </a:rPr>
              <a:t>, at the cost of </a:t>
            </a:r>
            <a:r>
              <a:rPr lang="en-US" sz="1600" dirty="0">
                <a:solidFill>
                  <a:srgbClr val="C00000"/>
                </a:solidFill>
                <a:latin typeface="fkGroteskNeue"/>
              </a:rPr>
              <a:t>additional propagation delay and division artifacts</a:t>
            </a:r>
            <a:r>
              <a:rPr lang="en-US" sz="1600" dirty="0">
                <a:solidFill>
                  <a:schemeClr val="tx1"/>
                </a:solidFill>
                <a:latin typeface="fkGroteskNeue"/>
              </a:rPr>
              <a:t>, constraining </a:t>
            </a:r>
            <a:r>
              <a:rPr lang="en-US" sz="1600" b="1" dirty="0">
                <a:solidFill>
                  <a:srgbClr val="C00000"/>
                </a:solidFill>
                <a:latin typeface="fkGroteskNeue"/>
              </a:rPr>
              <a:t>minimum attainable clock granularity and limiting very high phase-count implementations</a:t>
            </a:r>
            <a:r>
              <a:rPr lang="en-US" sz="1600" dirty="0">
                <a:solidFill>
                  <a:schemeClr val="tx1"/>
                </a:solidFill>
                <a:latin typeface="fkGroteskNeue"/>
              </a:rPr>
              <a:t>.</a:t>
            </a:r>
            <a:endParaRPr lang="en-US" sz="1600" dirty="0">
              <a:solidFill>
                <a:schemeClr val="tx1"/>
              </a:solidFill>
            </a:endParaRPr>
          </a:p>
        </p:txBody>
      </p:sp>
      <p:sp>
        <p:nvSpPr>
          <p:cNvPr id="91" name="Rectangle 90"/>
          <p:cNvSpPr/>
          <p:nvPr/>
        </p:nvSpPr>
        <p:spPr>
          <a:xfrm>
            <a:off x="6128825" y="3693164"/>
            <a:ext cx="5971735" cy="2554545"/>
          </a:xfrm>
          <a:prstGeom prst="rect">
            <a:avLst/>
          </a:prstGeom>
        </p:spPr>
        <p:txBody>
          <a:bodyPr wrap="square">
            <a:spAutoFit/>
          </a:bodyPr>
          <a:lstStyle/>
          <a:p>
            <a:pPr marL="285750" indent="-285750" algn="just">
              <a:buFont typeface="Wingdings" panose="05000000000000000000" pitchFamily="2" charset="2"/>
              <a:buChar char="q"/>
            </a:pPr>
            <a:r>
              <a:rPr lang="en-US" sz="1600" b="1" dirty="0">
                <a:solidFill>
                  <a:srgbClr val="00B050"/>
                </a:solidFill>
                <a:latin typeface="fkGroteskNeue"/>
              </a:rPr>
              <a:t>Combines</a:t>
            </a:r>
            <a:r>
              <a:rPr lang="en-US" sz="1600" dirty="0">
                <a:latin typeface="fkGroteskNeue"/>
              </a:rPr>
              <a:t> the </a:t>
            </a:r>
            <a:r>
              <a:rPr lang="en-US" sz="1600" b="1" dirty="0">
                <a:solidFill>
                  <a:srgbClr val="00B050"/>
                </a:solidFill>
                <a:latin typeface="fkGroteskNeue"/>
              </a:rPr>
              <a:t>low-jitter drive of an LC-VCO</a:t>
            </a:r>
            <a:r>
              <a:rPr lang="en-US" sz="1600" dirty="0">
                <a:latin typeface="fkGroteskNeue"/>
              </a:rPr>
              <a:t> (locked by PLL) with a cascade of </a:t>
            </a:r>
            <a:r>
              <a:rPr lang="en-US" sz="1600" b="1" dirty="0">
                <a:solidFill>
                  <a:srgbClr val="00B050"/>
                </a:solidFill>
                <a:latin typeface="fkGroteskNeue"/>
              </a:rPr>
              <a:t>digitally controlled delay cells </a:t>
            </a:r>
            <a:r>
              <a:rPr lang="en-US" sz="1600" dirty="0">
                <a:latin typeface="fkGroteskNeue"/>
              </a:rPr>
              <a:t>in a DLL configuration. </a:t>
            </a:r>
            <a:endParaRPr lang="en-US" sz="1600" dirty="0" smtClean="0">
              <a:latin typeface="fkGroteskNeue"/>
            </a:endParaRPr>
          </a:p>
          <a:p>
            <a:pPr marL="285750" indent="-285750" algn="just">
              <a:buFont typeface="Wingdings" panose="05000000000000000000" pitchFamily="2" charset="2"/>
              <a:buChar char="q"/>
            </a:pPr>
            <a:r>
              <a:rPr lang="en-US" sz="1600" dirty="0" smtClean="0">
                <a:latin typeface="fkGroteskNeue"/>
              </a:rPr>
              <a:t>This </a:t>
            </a:r>
            <a:r>
              <a:rPr lang="en-US" sz="1600" dirty="0">
                <a:latin typeface="fkGroteskNeue"/>
              </a:rPr>
              <a:t>architecture provides </a:t>
            </a:r>
            <a:r>
              <a:rPr lang="en-US" sz="1600" b="1" dirty="0">
                <a:solidFill>
                  <a:srgbClr val="00B050"/>
                </a:solidFill>
                <a:latin typeface="fkGroteskNeue"/>
              </a:rPr>
              <a:t>ultra-fine granularity in phase spacing and fast</a:t>
            </a:r>
            <a:r>
              <a:rPr lang="en-US" sz="1600" dirty="0">
                <a:latin typeface="fkGroteskNeue"/>
              </a:rPr>
              <a:t>, deterministic phase </a:t>
            </a:r>
            <a:r>
              <a:rPr lang="en-US" sz="1600" b="1" dirty="0">
                <a:solidFill>
                  <a:srgbClr val="00B050"/>
                </a:solidFill>
                <a:latin typeface="fkGroteskNeue"/>
              </a:rPr>
              <a:t>alignment—critical for time-interleaved ADCs and phase array systems</a:t>
            </a:r>
            <a:r>
              <a:rPr lang="en-US" sz="1600" dirty="0">
                <a:latin typeface="fkGroteskNeue"/>
              </a:rPr>
              <a:t>. </a:t>
            </a:r>
            <a:endParaRPr lang="en-US" sz="1600" dirty="0" smtClean="0">
              <a:latin typeface="fkGroteskNeue"/>
            </a:endParaRPr>
          </a:p>
          <a:p>
            <a:pPr marL="285750" indent="-285750" algn="just">
              <a:buFont typeface="Wingdings" panose="05000000000000000000" pitchFamily="2" charset="2"/>
              <a:buChar char="q"/>
            </a:pPr>
            <a:r>
              <a:rPr lang="en-US" sz="1600" dirty="0" smtClean="0">
                <a:latin typeface="fkGroteskNeue"/>
              </a:rPr>
              <a:t>While </a:t>
            </a:r>
            <a:r>
              <a:rPr lang="en-US" sz="1600" dirty="0">
                <a:latin typeface="fkGroteskNeue"/>
              </a:rPr>
              <a:t>offering </a:t>
            </a:r>
            <a:r>
              <a:rPr lang="en-US" sz="1600" b="1" dirty="0">
                <a:solidFill>
                  <a:srgbClr val="00B050"/>
                </a:solidFill>
                <a:latin typeface="fkGroteskNeue"/>
              </a:rPr>
              <a:t>exceptional phase matching and flexibility</a:t>
            </a:r>
            <a:r>
              <a:rPr lang="en-US" sz="1600" dirty="0">
                <a:latin typeface="fkGroteskNeue"/>
              </a:rPr>
              <a:t>, it demands </a:t>
            </a:r>
            <a:r>
              <a:rPr lang="en-US" sz="1600" b="1" dirty="0">
                <a:solidFill>
                  <a:srgbClr val="C00000"/>
                </a:solidFill>
                <a:latin typeface="fkGroteskNeue"/>
              </a:rPr>
              <a:t>precise delay calibration</a:t>
            </a:r>
            <a:r>
              <a:rPr lang="en-US" sz="1600" dirty="0">
                <a:latin typeface="fkGroteskNeue"/>
              </a:rPr>
              <a:t>, introduces </a:t>
            </a:r>
            <a:r>
              <a:rPr lang="en-US" sz="1600" b="1" dirty="0">
                <a:solidFill>
                  <a:srgbClr val="C00000"/>
                </a:solidFill>
                <a:latin typeface="fkGroteskNeue"/>
              </a:rPr>
              <a:t>higher power overhead</a:t>
            </a:r>
            <a:r>
              <a:rPr lang="en-US" sz="1600" dirty="0">
                <a:latin typeface="fkGroteskNeue"/>
              </a:rPr>
              <a:t>, and necessitates sophisticated control and monitoring circuitry.</a:t>
            </a:r>
            <a:endParaRPr lang="en-US" sz="1600" dirty="0"/>
          </a:p>
        </p:txBody>
      </p:sp>
      <p:sp>
        <p:nvSpPr>
          <p:cNvPr id="92" name="Rectangle 91"/>
          <p:cNvSpPr/>
          <p:nvPr/>
        </p:nvSpPr>
        <p:spPr>
          <a:xfrm>
            <a:off x="492760" y="1188720"/>
            <a:ext cx="5430520" cy="493378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93" name="Rectangle 92"/>
          <p:cNvSpPr/>
          <p:nvPr/>
        </p:nvSpPr>
        <p:spPr>
          <a:xfrm>
            <a:off x="6136640" y="1203960"/>
            <a:ext cx="6014720" cy="50444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559898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88" grpId="0"/>
      <p:bldP spid="90" grpId="0" build="p"/>
      <p:bldP spid="91" grpId="0"/>
      <p:bldP spid="92" grpId="0" animBg="1"/>
      <p:bldP spid="9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889" y="130108"/>
            <a:ext cx="11690135" cy="922762"/>
          </a:xfrm>
        </p:spPr>
        <p:txBody>
          <a:bodyPr>
            <a:normAutofit fontScale="90000"/>
          </a:bodyPr>
          <a:lstStyle/>
          <a:p>
            <a:r>
              <a:rPr lang="en-US" dirty="0"/>
              <a:t>Comparative Table: Advanced Multiphase Clock </a:t>
            </a:r>
            <a:r>
              <a:rPr lang="en-US" dirty="0" smtClean="0"/>
              <a:t/>
            </a:r>
            <a:br>
              <a:rPr lang="en-US" dirty="0" smtClean="0"/>
            </a:br>
            <a:r>
              <a:rPr lang="en-US" dirty="0" smtClean="0"/>
              <a:t>Generation</a:t>
            </a:r>
            <a:endParaRPr lang="en-US" dirty="0"/>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DA956E5-8B08-48C3-962E-9C423A23757B}"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11</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graphicFrame>
        <p:nvGraphicFramePr>
          <p:cNvPr id="7" name="Table 6"/>
          <p:cNvGraphicFramePr>
            <a:graphicFrameLocks noGrp="1"/>
          </p:cNvGraphicFramePr>
          <p:nvPr>
            <p:extLst>
              <p:ext uri="{D42A27DB-BD31-4B8C-83A1-F6EECF244321}">
                <p14:modId xmlns:p14="http://schemas.microsoft.com/office/powerpoint/2010/main" val="1666697725"/>
              </p:ext>
            </p:extLst>
          </p:nvPr>
        </p:nvGraphicFramePr>
        <p:xfrm>
          <a:off x="558018" y="1501775"/>
          <a:ext cx="11471422" cy="4676539"/>
        </p:xfrm>
        <a:graphic>
          <a:graphicData uri="http://schemas.openxmlformats.org/drawingml/2006/table">
            <a:tbl>
              <a:tblPr>
                <a:tableStyleId>{616DA210-FB5B-4158-B5E0-FEB733F419BA}</a:tableStyleId>
              </a:tblPr>
              <a:tblGrid>
                <a:gridCol w="1438422">
                  <a:extLst>
                    <a:ext uri="{9D8B030D-6E8A-4147-A177-3AD203B41FA5}">
                      <a16:colId xmlns:a16="http://schemas.microsoft.com/office/drawing/2014/main" val="408410594"/>
                    </a:ext>
                  </a:extLst>
                </a:gridCol>
                <a:gridCol w="1772920">
                  <a:extLst>
                    <a:ext uri="{9D8B030D-6E8A-4147-A177-3AD203B41FA5}">
                      <a16:colId xmlns:a16="http://schemas.microsoft.com/office/drawing/2014/main" val="4171052348"/>
                    </a:ext>
                  </a:extLst>
                </a:gridCol>
                <a:gridCol w="1200003">
                  <a:extLst>
                    <a:ext uri="{9D8B030D-6E8A-4147-A177-3AD203B41FA5}">
                      <a16:colId xmlns:a16="http://schemas.microsoft.com/office/drawing/2014/main" val="2074464467"/>
                    </a:ext>
                  </a:extLst>
                </a:gridCol>
                <a:gridCol w="1613318">
                  <a:extLst>
                    <a:ext uri="{9D8B030D-6E8A-4147-A177-3AD203B41FA5}">
                      <a16:colId xmlns:a16="http://schemas.microsoft.com/office/drawing/2014/main" val="1727508807"/>
                    </a:ext>
                  </a:extLst>
                </a:gridCol>
                <a:gridCol w="1281024">
                  <a:extLst>
                    <a:ext uri="{9D8B030D-6E8A-4147-A177-3AD203B41FA5}">
                      <a16:colId xmlns:a16="http://schemas.microsoft.com/office/drawing/2014/main" val="1612019245"/>
                    </a:ext>
                  </a:extLst>
                </a:gridCol>
                <a:gridCol w="1035413">
                  <a:extLst>
                    <a:ext uri="{9D8B030D-6E8A-4147-A177-3AD203B41FA5}">
                      <a16:colId xmlns:a16="http://schemas.microsoft.com/office/drawing/2014/main" val="32206131"/>
                    </a:ext>
                  </a:extLst>
                </a:gridCol>
                <a:gridCol w="3130322">
                  <a:extLst>
                    <a:ext uri="{9D8B030D-6E8A-4147-A177-3AD203B41FA5}">
                      <a16:colId xmlns:a16="http://schemas.microsoft.com/office/drawing/2014/main" val="2519482904"/>
                    </a:ext>
                  </a:extLst>
                </a:gridCol>
              </a:tblGrid>
              <a:tr h="509905">
                <a:tc>
                  <a:txBody>
                    <a:bodyPr/>
                    <a:lstStyle/>
                    <a:p>
                      <a:pPr algn="ctr"/>
                      <a:r>
                        <a:rPr lang="en-US" sz="1500" b="1" dirty="0">
                          <a:solidFill>
                            <a:schemeClr val="accent2">
                              <a:lumMod val="75000"/>
                            </a:schemeClr>
                          </a:solidFill>
                          <a:effectLst/>
                        </a:rPr>
                        <a:t>Architecture</a:t>
                      </a:r>
                    </a:p>
                  </a:txBody>
                  <a:tcPr marL="39607" marR="39607" marT="39607" marB="39607" anchor="ctr">
                    <a:solidFill>
                      <a:schemeClr val="bg1">
                        <a:lumMod val="75000"/>
                      </a:schemeClr>
                    </a:solidFill>
                  </a:tcPr>
                </a:tc>
                <a:tc>
                  <a:txBody>
                    <a:bodyPr/>
                    <a:lstStyle/>
                    <a:p>
                      <a:pPr algn="ctr"/>
                      <a:r>
                        <a:rPr lang="en-US" sz="1500" b="1" dirty="0">
                          <a:solidFill>
                            <a:schemeClr val="accent2">
                              <a:lumMod val="75000"/>
                            </a:schemeClr>
                          </a:solidFill>
                          <a:effectLst/>
                        </a:rPr>
                        <a:t>Jitter/Phase Noise</a:t>
                      </a:r>
                    </a:p>
                  </a:txBody>
                  <a:tcPr marL="39607" marR="39607" marT="39607" marB="39607" anchor="ctr">
                    <a:solidFill>
                      <a:schemeClr val="bg1">
                        <a:lumMod val="75000"/>
                      </a:schemeClr>
                    </a:solidFill>
                  </a:tcPr>
                </a:tc>
                <a:tc>
                  <a:txBody>
                    <a:bodyPr/>
                    <a:lstStyle/>
                    <a:p>
                      <a:pPr algn="ctr"/>
                      <a:r>
                        <a:rPr lang="en-US" sz="1500" b="1">
                          <a:solidFill>
                            <a:schemeClr val="accent2">
                              <a:lumMod val="75000"/>
                            </a:schemeClr>
                          </a:solidFill>
                          <a:effectLst/>
                        </a:rPr>
                        <a:t>Silicon Area</a:t>
                      </a:r>
                    </a:p>
                  </a:txBody>
                  <a:tcPr marL="39607" marR="39607" marT="39607" marB="39607" anchor="ctr">
                    <a:solidFill>
                      <a:schemeClr val="bg1">
                        <a:lumMod val="75000"/>
                      </a:schemeClr>
                    </a:solidFill>
                  </a:tcPr>
                </a:tc>
                <a:tc>
                  <a:txBody>
                    <a:bodyPr/>
                    <a:lstStyle/>
                    <a:p>
                      <a:pPr algn="ctr"/>
                      <a:r>
                        <a:rPr lang="en-US" sz="1500" b="1" dirty="0">
                          <a:solidFill>
                            <a:schemeClr val="accent2">
                              <a:lumMod val="75000"/>
                            </a:schemeClr>
                          </a:solidFill>
                          <a:effectLst/>
                        </a:rPr>
                        <a:t>Phase Accuracy</a:t>
                      </a:r>
                    </a:p>
                  </a:txBody>
                  <a:tcPr marL="39607" marR="39607" marT="39607" marB="39607" anchor="ctr">
                    <a:solidFill>
                      <a:schemeClr val="bg1">
                        <a:lumMod val="75000"/>
                      </a:schemeClr>
                    </a:solidFill>
                  </a:tcPr>
                </a:tc>
                <a:tc>
                  <a:txBody>
                    <a:bodyPr/>
                    <a:lstStyle/>
                    <a:p>
                      <a:pPr algn="ctr"/>
                      <a:r>
                        <a:rPr lang="en-US" sz="1500" b="1">
                          <a:solidFill>
                            <a:schemeClr val="accent2">
                              <a:lumMod val="75000"/>
                            </a:schemeClr>
                          </a:solidFill>
                          <a:effectLst/>
                        </a:rPr>
                        <a:t>Integration</a:t>
                      </a:r>
                    </a:p>
                  </a:txBody>
                  <a:tcPr marL="39607" marR="39607" marT="39607" marB="39607" anchor="ctr">
                    <a:solidFill>
                      <a:schemeClr val="bg1">
                        <a:lumMod val="75000"/>
                      </a:schemeClr>
                    </a:solidFill>
                  </a:tcPr>
                </a:tc>
                <a:tc>
                  <a:txBody>
                    <a:bodyPr/>
                    <a:lstStyle/>
                    <a:p>
                      <a:pPr algn="ctr"/>
                      <a:r>
                        <a:rPr lang="en-US" sz="1500" b="1">
                          <a:solidFill>
                            <a:schemeClr val="accent2">
                              <a:lumMod val="75000"/>
                            </a:schemeClr>
                          </a:solidFill>
                          <a:effectLst/>
                        </a:rPr>
                        <a:t>Scalability</a:t>
                      </a:r>
                    </a:p>
                  </a:txBody>
                  <a:tcPr marL="39607" marR="39607" marT="39607" marB="39607" anchor="ctr">
                    <a:solidFill>
                      <a:schemeClr val="bg1">
                        <a:lumMod val="75000"/>
                      </a:schemeClr>
                    </a:solidFill>
                  </a:tcPr>
                </a:tc>
                <a:tc>
                  <a:txBody>
                    <a:bodyPr/>
                    <a:lstStyle/>
                    <a:p>
                      <a:pPr algn="ctr"/>
                      <a:r>
                        <a:rPr lang="en-US" sz="1500" b="1" dirty="0">
                          <a:solidFill>
                            <a:schemeClr val="accent2">
                              <a:lumMod val="75000"/>
                            </a:schemeClr>
                          </a:solidFill>
                          <a:effectLst/>
                        </a:rPr>
                        <a:t>Remarks</a:t>
                      </a:r>
                    </a:p>
                  </a:txBody>
                  <a:tcPr marL="39607" marR="39607" marT="39607" marB="39607" anchor="ctr">
                    <a:solidFill>
                      <a:schemeClr val="bg1">
                        <a:lumMod val="75000"/>
                      </a:schemeClr>
                    </a:solidFill>
                  </a:tcPr>
                </a:tc>
                <a:extLst>
                  <a:ext uri="{0D108BD9-81ED-4DB2-BD59-A6C34878D82A}">
                    <a16:rowId xmlns:a16="http://schemas.microsoft.com/office/drawing/2014/main" val="1996101560"/>
                  </a:ext>
                </a:extLst>
              </a:tr>
              <a:tr h="1148597">
                <a:tc>
                  <a:txBody>
                    <a:bodyPr/>
                    <a:lstStyle/>
                    <a:p>
                      <a:pPr algn="ctr"/>
                      <a:r>
                        <a:rPr lang="en-US" sz="1500" b="1" dirty="0">
                          <a:solidFill>
                            <a:srgbClr val="00B050"/>
                          </a:solidFill>
                          <a:effectLst/>
                        </a:rPr>
                        <a:t>Ring Oscillator </a:t>
                      </a:r>
                    </a:p>
                  </a:txBody>
                  <a:tcPr marL="39607" marR="39607" marT="39607" marB="39607" anchor="ctr"/>
                </a:tc>
                <a:tc>
                  <a:txBody>
                    <a:bodyPr/>
                    <a:lstStyle/>
                    <a:p>
                      <a:pPr algn="ctr"/>
                      <a:r>
                        <a:rPr lang="en-US" sz="1500" b="1" dirty="0">
                          <a:solidFill>
                            <a:srgbClr val="C00000"/>
                          </a:solidFill>
                          <a:effectLst/>
                        </a:rPr>
                        <a:t>High</a:t>
                      </a:r>
                    </a:p>
                  </a:txBody>
                  <a:tcPr marL="39607" marR="39607" marT="39607" marB="39607" anchor="ctr"/>
                </a:tc>
                <a:tc>
                  <a:txBody>
                    <a:bodyPr/>
                    <a:lstStyle/>
                    <a:p>
                      <a:pPr algn="ctr"/>
                      <a:r>
                        <a:rPr lang="en-US" sz="1500" b="1" dirty="0">
                          <a:solidFill>
                            <a:srgbClr val="00B050"/>
                          </a:solidFill>
                          <a:effectLst/>
                        </a:rPr>
                        <a:t>Compact</a:t>
                      </a:r>
                    </a:p>
                  </a:txBody>
                  <a:tcPr marL="39607" marR="39607" marT="39607" marB="39607" anchor="ctr"/>
                </a:tc>
                <a:tc>
                  <a:txBody>
                    <a:bodyPr/>
                    <a:lstStyle/>
                    <a:p>
                      <a:pPr algn="ctr"/>
                      <a:r>
                        <a:rPr lang="en-US" sz="1500" dirty="0">
                          <a:solidFill>
                            <a:srgbClr val="00B050"/>
                          </a:solidFill>
                          <a:effectLst/>
                        </a:rPr>
                        <a:t>Moderate</a:t>
                      </a:r>
                    </a:p>
                  </a:txBody>
                  <a:tcPr marL="39607" marR="39607" marT="39607" marB="39607" anchor="ctr"/>
                </a:tc>
                <a:tc>
                  <a:txBody>
                    <a:bodyPr/>
                    <a:lstStyle/>
                    <a:p>
                      <a:pPr algn="ctr"/>
                      <a:r>
                        <a:rPr lang="en-US" sz="1500" b="1" dirty="0">
                          <a:solidFill>
                            <a:srgbClr val="00B050"/>
                          </a:solidFill>
                          <a:effectLst/>
                        </a:rPr>
                        <a:t>Excellent</a:t>
                      </a:r>
                    </a:p>
                  </a:txBody>
                  <a:tcPr marL="39607" marR="39607" marT="39607" marB="39607" anchor="ctr"/>
                </a:tc>
                <a:tc>
                  <a:txBody>
                    <a:bodyPr/>
                    <a:lstStyle/>
                    <a:p>
                      <a:pPr algn="ctr"/>
                      <a:r>
                        <a:rPr lang="en-US" sz="1500" dirty="0">
                          <a:effectLst/>
                        </a:rPr>
                        <a:t>Easy</a:t>
                      </a:r>
                    </a:p>
                  </a:txBody>
                  <a:tcPr marL="39607" marR="39607" marT="39607" marB="39607" anchor="ctr"/>
                </a:tc>
                <a:tc>
                  <a:txBody>
                    <a:bodyPr/>
                    <a:lstStyle/>
                    <a:p>
                      <a:pPr algn="ctr"/>
                      <a:r>
                        <a:rPr lang="en-US" sz="1500" b="1" dirty="0">
                          <a:solidFill>
                            <a:srgbClr val="002060"/>
                          </a:solidFill>
                          <a:effectLst/>
                        </a:rPr>
                        <a:t>Popular for digital </a:t>
                      </a:r>
                      <a:r>
                        <a:rPr lang="en-US" sz="1500" b="1" dirty="0" err="1">
                          <a:solidFill>
                            <a:srgbClr val="002060"/>
                          </a:solidFill>
                          <a:effectLst/>
                        </a:rPr>
                        <a:t>SoCs</a:t>
                      </a:r>
                      <a:r>
                        <a:rPr lang="en-US" sz="1500" b="1" dirty="0">
                          <a:solidFill>
                            <a:srgbClr val="002060"/>
                          </a:solidFill>
                          <a:effectLst/>
                        </a:rPr>
                        <a:t>, but </a:t>
                      </a:r>
                      <a:r>
                        <a:rPr lang="en-US" sz="1500" b="1" dirty="0" smtClean="0">
                          <a:solidFill>
                            <a:srgbClr val="002060"/>
                          </a:solidFill>
                          <a:effectLst/>
                        </a:rPr>
                        <a:t>limited </a:t>
                      </a:r>
                      <a:r>
                        <a:rPr lang="en-US" sz="1500" b="1" dirty="0">
                          <a:solidFill>
                            <a:srgbClr val="002060"/>
                          </a:solidFill>
                          <a:effectLst/>
                        </a:rPr>
                        <a:t>for RF/precision analog</a:t>
                      </a:r>
                    </a:p>
                  </a:txBody>
                  <a:tcPr marL="39607" marR="39607" marT="39607" marB="39607" anchor="ctr"/>
                </a:tc>
                <a:extLst>
                  <a:ext uri="{0D108BD9-81ED-4DB2-BD59-A6C34878D82A}">
                    <a16:rowId xmlns:a16="http://schemas.microsoft.com/office/drawing/2014/main" val="961110047"/>
                  </a:ext>
                </a:extLst>
              </a:tr>
              <a:tr h="934720">
                <a:tc>
                  <a:txBody>
                    <a:bodyPr/>
                    <a:lstStyle/>
                    <a:p>
                      <a:pPr algn="ctr"/>
                      <a:r>
                        <a:rPr lang="en-US" sz="1500" b="1" dirty="0">
                          <a:solidFill>
                            <a:srgbClr val="00B050"/>
                          </a:solidFill>
                          <a:effectLst/>
                        </a:rPr>
                        <a:t>LC-VCO Ring </a:t>
                      </a:r>
                    </a:p>
                  </a:txBody>
                  <a:tcPr marL="39607" marR="39607" marT="39607" marB="39607" anchor="ctr"/>
                </a:tc>
                <a:tc>
                  <a:txBody>
                    <a:bodyPr/>
                    <a:lstStyle/>
                    <a:p>
                      <a:pPr algn="ctr"/>
                      <a:r>
                        <a:rPr lang="en-US" sz="1500" dirty="0">
                          <a:effectLst/>
                        </a:rPr>
                        <a:t>Ultra-low</a:t>
                      </a:r>
                    </a:p>
                  </a:txBody>
                  <a:tcPr marL="39607" marR="39607" marT="39607" marB="39607" anchor="ctr"/>
                </a:tc>
                <a:tc>
                  <a:txBody>
                    <a:bodyPr/>
                    <a:lstStyle/>
                    <a:p>
                      <a:pPr algn="ctr"/>
                      <a:r>
                        <a:rPr lang="en-US" sz="1500" dirty="0">
                          <a:effectLst/>
                        </a:rPr>
                        <a:t>Large</a:t>
                      </a:r>
                    </a:p>
                  </a:txBody>
                  <a:tcPr marL="39607" marR="39607" marT="39607" marB="39607" anchor="ctr"/>
                </a:tc>
                <a:tc>
                  <a:txBody>
                    <a:bodyPr/>
                    <a:lstStyle/>
                    <a:p>
                      <a:pPr algn="ctr"/>
                      <a:r>
                        <a:rPr lang="en-US" sz="1500" b="1" dirty="0">
                          <a:solidFill>
                            <a:srgbClr val="00B050"/>
                          </a:solidFill>
                          <a:effectLst/>
                        </a:rPr>
                        <a:t>Excellent</a:t>
                      </a:r>
                    </a:p>
                  </a:txBody>
                  <a:tcPr marL="39607" marR="39607" marT="39607" marB="39607" anchor="ctr"/>
                </a:tc>
                <a:tc>
                  <a:txBody>
                    <a:bodyPr/>
                    <a:lstStyle/>
                    <a:p>
                      <a:pPr algn="ctr"/>
                      <a:r>
                        <a:rPr lang="en-US" sz="1500" b="1" dirty="0">
                          <a:solidFill>
                            <a:srgbClr val="C00000"/>
                          </a:solidFill>
                          <a:effectLst/>
                        </a:rPr>
                        <a:t>Challenging</a:t>
                      </a:r>
                    </a:p>
                  </a:txBody>
                  <a:tcPr marL="39607" marR="39607" marT="39607" marB="39607" anchor="ctr"/>
                </a:tc>
                <a:tc>
                  <a:txBody>
                    <a:bodyPr/>
                    <a:lstStyle/>
                    <a:p>
                      <a:pPr algn="ctr"/>
                      <a:r>
                        <a:rPr lang="en-US" sz="1500" dirty="0">
                          <a:effectLst/>
                        </a:rPr>
                        <a:t>Moderate</a:t>
                      </a:r>
                    </a:p>
                  </a:txBody>
                  <a:tcPr marL="39607" marR="39607" marT="39607" marB="39607" anchor="ctr"/>
                </a:tc>
                <a:tc>
                  <a:txBody>
                    <a:bodyPr/>
                    <a:lstStyle/>
                    <a:p>
                      <a:pPr algn="ctr"/>
                      <a:r>
                        <a:rPr lang="en-US" sz="1500" b="1" dirty="0">
                          <a:solidFill>
                            <a:srgbClr val="002060"/>
                          </a:solidFill>
                          <a:effectLst/>
                        </a:rPr>
                        <a:t>De facto for RF front-ends, </a:t>
                      </a:r>
                      <a:r>
                        <a:rPr lang="en-US" sz="1500" b="1" dirty="0" err="1">
                          <a:solidFill>
                            <a:srgbClr val="002060"/>
                          </a:solidFill>
                          <a:effectLst/>
                        </a:rPr>
                        <a:t>SerDes</a:t>
                      </a:r>
                      <a:r>
                        <a:rPr lang="en-US" sz="1500" b="1" dirty="0">
                          <a:solidFill>
                            <a:srgbClr val="002060"/>
                          </a:solidFill>
                          <a:effectLst/>
                        </a:rPr>
                        <a:t>, </a:t>
                      </a:r>
                      <a:r>
                        <a:rPr lang="en-US" sz="1500" b="1" dirty="0" err="1">
                          <a:solidFill>
                            <a:srgbClr val="002060"/>
                          </a:solidFill>
                          <a:effectLst/>
                        </a:rPr>
                        <a:t>mmWave</a:t>
                      </a:r>
                      <a:endParaRPr lang="en-US" sz="1500" b="1" dirty="0">
                        <a:solidFill>
                          <a:srgbClr val="002060"/>
                        </a:solidFill>
                        <a:effectLst/>
                      </a:endParaRPr>
                    </a:p>
                  </a:txBody>
                  <a:tcPr marL="39607" marR="39607" marT="39607" marB="39607" anchor="ctr"/>
                </a:tc>
                <a:extLst>
                  <a:ext uri="{0D108BD9-81ED-4DB2-BD59-A6C34878D82A}">
                    <a16:rowId xmlns:a16="http://schemas.microsoft.com/office/drawing/2014/main" val="1490571593"/>
                  </a:ext>
                </a:extLst>
              </a:tr>
              <a:tr h="934720">
                <a:tc>
                  <a:txBody>
                    <a:bodyPr/>
                    <a:lstStyle/>
                    <a:p>
                      <a:pPr algn="ctr"/>
                      <a:r>
                        <a:rPr lang="en-US" sz="1500" b="1" dirty="0">
                          <a:solidFill>
                            <a:srgbClr val="00B050"/>
                          </a:solidFill>
                          <a:effectLst/>
                        </a:rPr>
                        <a:t>LC-VCO </a:t>
                      </a:r>
                      <a:r>
                        <a:rPr lang="en-US" sz="1500" b="1" dirty="0" smtClean="0">
                          <a:solidFill>
                            <a:srgbClr val="00B050"/>
                          </a:solidFill>
                          <a:effectLst/>
                        </a:rPr>
                        <a:t>Divider</a:t>
                      </a:r>
                      <a:endParaRPr lang="en-US" sz="1500" b="1" dirty="0">
                        <a:solidFill>
                          <a:srgbClr val="00B050"/>
                        </a:solidFill>
                        <a:effectLst/>
                      </a:endParaRPr>
                    </a:p>
                  </a:txBody>
                  <a:tcPr marL="39607" marR="39607" marT="39607" marB="39607" anchor="ctr"/>
                </a:tc>
                <a:tc>
                  <a:txBody>
                    <a:bodyPr/>
                    <a:lstStyle/>
                    <a:p>
                      <a:pPr algn="ctr"/>
                      <a:r>
                        <a:rPr lang="en-US" sz="1500" b="1" dirty="0">
                          <a:solidFill>
                            <a:srgbClr val="C00000"/>
                          </a:solidFill>
                          <a:effectLst/>
                        </a:rPr>
                        <a:t>Low</a:t>
                      </a:r>
                    </a:p>
                  </a:txBody>
                  <a:tcPr marL="39607" marR="39607" marT="39607" marB="39607" anchor="ctr"/>
                </a:tc>
                <a:tc>
                  <a:txBody>
                    <a:bodyPr/>
                    <a:lstStyle/>
                    <a:p>
                      <a:pPr algn="ctr"/>
                      <a:r>
                        <a:rPr lang="en-US" sz="1500" dirty="0">
                          <a:effectLst/>
                        </a:rPr>
                        <a:t>Moderate</a:t>
                      </a:r>
                    </a:p>
                  </a:txBody>
                  <a:tcPr marL="39607" marR="39607" marT="39607" marB="39607" anchor="ctr"/>
                </a:tc>
                <a:tc>
                  <a:txBody>
                    <a:bodyPr/>
                    <a:lstStyle/>
                    <a:p>
                      <a:pPr algn="ctr"/>
                      <a:r>
                        <a:rPr lang="en-US" sz="1500" dirty="0">
                          <a:effectLst/>
                        </a:rPr>
                        <a:t>Good</a:t>
                      </a:r>
                    </a:p>
                  </a:txBody>
                  <a:tcPr marL="39607" marR="39607" marT="39607" marB="39607" anchor="ctr"/>
                </a:tc>
                <a:tc>
                  <a:txBody>
                    <a:bodyPr/>
                    <a:lstStyle/>
                    <a:p>
                      <a:pPr algn="ctr"/>
                      <a:r>
                        <a:rPr lang="en-US" sz="1500" dirty="0">
                          <a:effectLst/>
                        </a:rPr>
                        <a:t>Good</a:t>
                      </a:r>
                    </a:p>
                  </a:txBody>
                  <a:tcPr marL="39607" marR="39607" marT="39607" marB="39607" anchor="ctr"/>
                </a:tc>
                <a:tc>
                  <a:txBody>
                    <a:bodyPr/>
                    <a:lstStyle/>
                    <a:p>
                      <a:pPr algn="ctr"/>
                      <a:r>
                        <a:rPr lang="en-US" sz="1500" dirty="0">
                          <a:effectLst/>
                        </a:rPr>
                        <a:t>Moderate</a:t>
                      </a:r>
                    </a:p>
                  </a:txBody>
                  <a:tcPr marL="39607" marR="39607" marT="39607" marB="39607" anchor="ctr"/>
                </a:tc>
                <a:tc>
                  <a:txBody>
                    <a:bodyPr/>
                    <a:lstStyle/>
                    <a:p>
                      <a:pPr algn="ctr"/>
                      <a:r>
                        <a:rPr lang="en-US" sz="1500" b="1" dirty="0">
                          <a:solidFill>
                            <a:srgbClr val="002060"/>
                          </a:solidFill>
                          <a:effectLst/>
                        </a:rPr>
                        <a:t>Robust, divider non-idealities at </a:t>
                      </a:r>
                      <a:endParaRPr lang="en-US" sz="1500" b="1" dirty="0" smtClean="0">
                        <a:solidFill>
                          <a:srgbClr val="002060"/>
                        </a:solidFill>
                        <a:effectLst/>
                      </a:endParaRPr>
                    </a:p>
                    <a:p>
                      <a:pPr algn="ctr"/>
                      <a:r>
                        <a:rPr lang="en-US" sz="1500" b="1" dirty="0" smtClean="0">
                          <a:solidFill>
                            <a:srgbClr val="002060"/>
                          </a:solidFill>
                          <a:effectLst/>
                        </a:rPr>
                        <a:t>lower </a:t>
                      </a:r>
                      <a:r>
                        <a:rPr lang="en-US" sz="1500" b="1" dirty="0" err="1" smtClean="0">
                          <a:solidFill>
                            <a:srgbClr val="002060"/>
                          </a:solidFill>
                          <a:effectLst/>
                        </a:rPr>
                        <a:t>fclk</a:t>
                      </a:r>
                      <a:endParaRPr lang="en-US" sz="1500" b="1" dirty="0">
                        <a:solidFill>
                          <a:srgbClr val="002060"/>
                        </a:solidFill>
                        <a:effectLst/>
                      </a:endParaRPr>
                    </a:p>
                  </a:txBody>
                  <a:tcPr marL="39607" marR="39607" marT="39607" marB="39607" anchor="ctr"/>
                </a:tc>
                <a:extLst>
                  <a:ext uri="{0D108BD9-81ED-4DB2-BD59-A6C34878D82A}">
                    <a16:rowId xmlns:a16="http://schemas.microsoft.com/office/drawing/2014/main" val="2814646879"/>
                  </a:ext>
                </a:extLst>
              </a:tr>
              <a:tr h="1148597">
                <a:tc>
                  <a:txBody>
                    <a:bodyPr/>
                    <a:lstStyle/>
                    <a:p>
                      <a:pPr algn="ctr"/>
                      <a:r>
                        <a:rPr lang="en-US" sz="1500" b="1" dirty="0">
                          <a:solidFill>
                            <a:srgbClr val="00B050"/>
                          </a:solidFill>
                          <a:effectLst/>
                        </a:rPr>
                        <a:t>DLL + LC-VCO </a:t>
                      </a:r>
                    </a:p>
                  </a:txBody>
                  <a:tcPr marL="39607" marR="39607" marT="39607" marB="39607" anchor="ctr"/>
                </a:tc>
                <a:tc>
                  <a:txBody>
                    <a:bodyPr/>
                    <a:lstStyle/>
                    <a:p>
                      <a:pPr algn="ctr"/>
                      <a:r>
                        <a:rPr lang="en-US" sz="1500" b="1" dirty="0">
                          <a:solidFill>
                            <a:srgbClr val="C00000"/>
                          </a:solidFill>
                          <a:effectLst/>
                        </a:rPr>
                        <a:t>Low</a:t>
                      </a:r>
                    </a:p>
                  </a:txBody>
                  <a:tcPr marL="39607" marR="39607" marT="39607" marB="39607" anchor="ctr"/>
                </a:tc>
                <a:tc>
                  <a:txBody>
                    <a:bodyPr/>
                    <a:lstStyle/>
                    <a:p>
                      <a:pPr algn="ctr"/>
                      <a:r>
                        <a:rPr lang="en-US" sz="1500" b="1" dirty="0">
                          <a:solidFill>
                            <a:srgbClr val="C00000"/>
                          </a:solidFill>
                          <a:effectLst/>
                        </a:rPr>
                        <a:t>High</a:t>
                      </a:r>
                    </a:p>
                  </a:txBody>
                  <a:tcPr marL="39607" marR="39607" marT="39607" marB="39607" anchor="ctr"/>
                </a:tc>
                <a:tc>
                  <a:txBody>
                    <a:bodyPr/>
                    <a:lstStyle/>
                    <a:p>
                      <a:pPr algn="ctr"/>
                      <a:r>
                        <a:rPr lang="en-US" sz="1500">
                          <a:effectLst/>
                        </a:rPr>
                        <a:t>Superior</a:t>
                      </a:r>
                    </a:p>
                  </a:txBody>
                  <a:tcPr marL="39607" marR="39607" marT="39607" marB="39607" anchor="ctr"/>
                </a:tc>
                <a:tc>
                  <a:txBody>
                    <a:bodyPr/>
                    <a:lstStyle/>
                    <a:p>
                      <a:pPr algn="ctr"/>
                      <a:r>
                        <a:rPr lang="en-US" sz="1500" b="1" dirty="0">
                          <a:solidFill>
                            <a:srgbClr val="C00000"/>
                          </a:solidFill>
                          <a:effectLst/>
                        </a:rPr>
                        <a:t>Complex</a:t>
                      </a:r>
                    </a:p>
                  </a:txBody>
                  <a:tcPr marL="39607" marR="39607" marT="39607" marB="39607" anchor="ctr"/>
                </a:tc>
                <a:tc>
                  <a:txBody>
                    <a:bodyPr/>
                    <a:lstStyle/>
                    <a:p>
                      <a:pPr algn="ctr"/>
                      <a:r>
                        <a:rPr lang="en-US" sz="1500" b="1" dirty="0">
                          <a:solidFill>
                            <a:srgbClr val="00B050"/>
                          </a:solidFill>
                          <a:effectLst/>
                        </a:rPr>
                        <a:t>Excellent</a:t>
                      </a:r>
                    </a:p>
                  </a:txBody>
                  <a:tcPr marL="39607" marR="39607" marT="39607" marB="39607" anchor="ctr"/>
                </a:tc>
                <a:tc>
                  <a:txBody>
                    <a:bodyPr/>
                    <a:lstStyle/>
                    <a:p>
                      <a:pPr algn="ctr"/>
                      <a:r>
                        <a:rPr lang="en-US" sz="1500" b="1" dirty="0">
                          <a:solidFill>
                            <a:srgbClr val="002060"/>
                          </a:solidFill>
                          <a:effectLst/>
                        </a:rPr>
                        <a:t>Time-interleaved ADCs, phase </a:t>
                      </a:r>
                      <a:endParaRPr lang="en-US" sz="1500" b="1" dirty="0" smtClean="0">
                        <a:solidFill>
                          <a:srgbClr val="002060"/>
                        </a:solidFill>
                        <a:effectLst/>
                      </a:endParaRPr>
                    </a:p>
                    <a:p>
                      <a:pPr algn="ctr"/>
                      <a:r>
                        <a:rPr lang="en-US" sz="1500" b="1" dirty="0" smtClean="0">
                          <a:solidFill>
                            <a:srgbClr val="002060"/>
                          </a:solidFill>
                          <a:effectLst/>
                        </a:rPr>
                        <a:t>arrays</a:t>
                      </a:r>
                      <a:r>
                        <a:rPr lang="en-US" sz="1500" b="1" dirty="0">
                          <a:solidFill>
                            <a:srgbClr val="002060"/>
                          </a:solidFill>
                          <a:effectLst/>
                        </a:rPr>
                        <a:t>, calibration intensive</a:t>
                      </a:r>
                    </a:p>
                  </a:txBody>
                  <a:tcPr marL="39607" marR="39607" marT="39607" marB="39607" anchor="ctr"/>
                </a:tc>
                <a:extLst>
                  <a:ext uri="{0D108BD9-81ED-4DB2-BD59-A6C34878D82A}">
                    <a16:rowId xmlns:a16="http://schemas.microsoft.com/office/drawing/2014/main" val="4085851094"/>
                  </a:ext>
                </a:extLst>
              </a:tr>
            </a:tbl>
          </a:graphicData>
        </a:graphic>
      </p:graphicFrame>
    </p:spTree>
    <p:extLst>
      <p:ext uri="{BB962C8B-B14F-4D97-AF65-F5344CB8AC3E}">
        <p14:creationId xmlns:p14="http://schemas.microsoft.com/office/powerpoint/2010/main" val="95996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Advanced </a:t>
            </a:r>
            <a:r>
              <a:rPr lang="en-US" dirty="0" smtClean="0"/>
              <a:t>Insights</a:t>
            </a:r>
            <a:endParaRPr lang="en-US" dirty="0"/>
          </a:p>
        </p:txBody>
      </p:sp>
      <p:sp>
        <p:nvSpPr>
          <p:cNvPr id="3" name="Text Placeholder 2"/>
          <p:cNvSpPr>
            <a:spLocks noGrp="1"/>
          </p:cNvSpPr>
          <p:nvPr>
            <p:ph type="body" idx="1"/>
          </p:nvPr>
        </p:nvSpPr>
        <p:spPr>
          <a:xfrm>
            <a:off x="614697" y="1502044"/>
            <a:ext cx="11300637" cy="4673328"/>
          </a:xfrm>
        </p:spPr>
        <p:txBody>
          <a:bodyPr>
            <a:noAutofit/>
          </a:bodyPr>
          <a:lstStyle/>
          <a:p>
            <a:pPr algn="just">
              <a:buFont typeface="Wingdings" panose="05000000000000000000" pitchFamily="2" charset="2"/>
              <a:buChar char="q"/>
            </a:pPr>
            <a:r>
              <a:rPr lang="en-US" sz="1600" b="1" dirty="0" smtClean="0">
                <a:solidFill>
                  <a:srgbClr val="00B050"/>
                </a:solidFill>
                <a:latin typeface="+mn-lt"/>
              </a:rPr>
              <a:t> </a:t>
            </a:r>
            <a:r>
              <a:rPr lang="en-US" sz="1900" b="1" dirty="0" smtClean="0">
                <a:solidFill>
                  <a:srgbClr val="00B050"/>
                </a:solidFill>
                <a:latin typeface="+mn-lt"/>
                <a:cs typeface="Times New Roman" panose="02020603050405020304" pitchFamily="18" charset="0"/>
              </a:rPr>
              <a:t>Jitter </a:t>
            </a:r>
            <a:r>
              <a:rPr lang="en-US" sz="1900" b="1" dirty="0">
                <a:solidFill>
                  <a:srgbClr val="00B050"/>
                </a:solidFill>
                <a:latin typeface="+mn-lt"/>
                <a:cs typeface="Times New Roman" panose="02020603050405020304" pitchFamily="18" charset="0"/>
              </a:rPr>
              <a:t>&amp; Phase Noise Performance:</a:t>
            </a:r>
            <a:r>
              <a:rPr lang="en-US" sz="1900" dirty="0">
                <a:solidFill>
                  <a:schemeClr val="tx1"/>
                </a:solidFill>
                <a:latin typeface="+mn-lt"/>
                <a:cs typeface="Times New Roman" panose="02020603050405020304" pitchFamily="18" charset="0"/>
              </a:rPr>
              <a:t> LC-VCO-based solutions are unrivaled in achieving sub-</a:t>
            </a:r>
            <a:r>
              <a:rPr lang="en-US" sz="1900" dirty="0" err="1">
                <a:solidFill>
                  <a:schemeClr val="tx1"/>
                </a:solidFill>
                <a:latin typeface="+mn-lt"/>
                <a:cs typeface="Times New Roman" panose="02020603050405020304" pitchFamily="18" charset="0"/>
              </a:rPr>
              <a:t>ps</a:t>
            </a:r>
            <a:r>
              <a:rPr lang="en-US" sz="1900" dirty="0">
                <a:solidFill>
                  <a:schemeClr val="tx1"/>
                </a:solidFill>
                <a:latin typeface="+mn-lt"/>
                <a:cs typeface="Times New Roman" panose="02020603050405020304" pitchFamily="18" charset="0"/>
              </a:rPr>
              <a:t> jitter and &gt;100 dB SNR clock generation, making them the gold standard for wireline </a:t>
            </a:r>
            <a:r>
              <a:rPr lang="en-US" sz="1900" dirty="0" err="1">
                <a:solidFill>
                  <a:schemeClr val="tx1"/>
                </a:solidFill>
                <a:latin typeface="+mn-lt"/>
                <a:cs typeface="Times New Roman" panose="02020603050405020304" pitchFamily="18" charset="0"/>
              </a:rPr>
              <a:t>SerDes</a:t>
            </a:r>
            <a:r>
              <a:rPr lang="en-US" sz="1900" dirty="0">
                <a:solidFill>
                  <a:schemeClr val="tx1"/>
                </a:solidFill>
                <a:latin typeface="+mn-lt"/>
                <a:cs typeface="Times New Roman" panose="02020603050405020304" pitchFamily="18" charset="0"/>
              </a:rPr>
              <a:t> and </a:t>
            </a:r>
            <a:r>
              <a:rPr lang="en-US" sz="1900" dirty="0" err="1">
                <a:solidFill>
                  <a:schemeClr val="tx1"/>
                </a:solidFill>
                <a:latin typeface="+mn-lt"/>
                <a:cs typeface="Times New Roman" panose="02020603050405020304" pitchFamily="18" charset="0"/>
              </a:rPr>
              <a:t>mmWave</a:t>
            </a:r>
            <a:r>
              <a:rPr lang="en-US" sz="1900" dirty="0">
                <a:solidFill>
                  <a:schemeClr val="tx1"/>
                </a:solidFill>
                <a:latin typeface="+mn-lt"/>
                <a:cs typeface="Times New Roman" panose="02020603050405020304" pitchFamily="18" charset="0"/>
              </a:rPr>
              <a:t> phased arrays.</a:t>
            </a:r>
          </a:p>
          <a:p>
            <a:pPr algn="just">
              <a:buFont typeface="Wingdings" panose="05000000000000000000" pitchFamily="2" charset="2"/>
              <a:buChar char="q"/>
            </a:pPr>
            <a:r>
              <a:rPr lang="en-US" sz="1900" b="1" dirty="0" smtClean="0">
                <a:solidFill>
                  <a:srgbClr val="00B050"/>
                </a:solidFill>
                <a:latin typeface="+mn-lt"/>
                <a:cs typeface="Times New Roman" panose="02020603050405020304" pitchFamily="18" charset="0"/>
              </a:rPr>
              <a:t> PVT </a:t>
            </a:r>
            <a:r>
              <a:rPr lang="en-US" sz="1900" b="1" dirty="0">
                <a:solidFill>
                  <a:srgbClr val="00B050"/>
                </a:solidFill>
                <a:latin typeface="+mn-lt"/>
                <a:cs typeface="Times New Roman" panose="02020603050405020304" pitchFamily="18" charset="0"/>
              </a:rPr>
              <a:t>Robustness:</a:t>
            </a:r>
            <a:r>
              <a:rPr lang="en-US" sz="1900" dirty="0">
                <a:solidFill>
                  <a:schemeClr val="tx1"/>
                </a:solidFill>
                <a:latin typeface="+mn-lt"/>
                <a:cs typeface="Times New Roman" panose="02020603050405020304" pitchFamily="18" charset="0"/>
              </a:rPr>
              <a:t> PLL/DLL hybrid architectures enable dynamic on-chip compensation for environmental variation, facilitating robust, process-agnostic timing across advanced CMOS nodes.</a:t>
            </a:r>
          </a:p>
          <a:p>
            <a:pPr algn="just">
              <a:buFont typeface="Wingdings" panose="05000000000000000000" pitchFamily="2" charset="2"/>
              <a:buChar char="q"/>
            </a:pPr>
            <a:r>
              <a:rPr lang="en-US" sz="1900" b="1" dirty="0" smtClean="0">
                <a:solidFill>
                  <a:srgbClr val="00B050"/>
                </a:solidFill>
                <a:latin typeface="+mn-lt"/>
                <a:cs typeface="Times New Roman" panose="02020603050405020304" pitchFamily="18" charset="0"/>
              </a:rPr>
              <a:t> Integration </a:t>
            </a:r>
            <a:r>
              <a:rPr lang="en-US" sz="1900" b="1" dirty="0">
                <a:solidFill>
                  <a:srgbClr val="00B050"/>
                </a:solidFill>
                <a:latin typeface="+mn-lt"/>
                <a:cs typeface="Times New Roman" panose="02020603050405020304" pitchFamily="18" charset="0"/>
              </a:rPr>
              <a:t>vs. Performance:</a:t>
            </a:r>
            <a:r>
              <a:rPr lang="en-US" sz="1900" dirty="0">
                <a:solidFill>
                  <a:schemeClr val="tx1"/>
                </a:solidFill>
                <a:latin typeface="+mn-lt"/>
                <a:cs typeface="Times New Roman" panose="02020603050405020304" pitchFamily="18" charset="0"/>
              </a:rPr>
              <a:t> While ring-oscillator schemes are highly amenable to digital </a:t>
            </a:r>
            <a:r>
              <a:rPr lang="en-US" sz="1900" dirty="0" err="1">
                <a:solidFill>
                  <a:schemeClr val="tx1"/>
                </a:solidFill>
                <a:latin typeface="+mn-lt"/>
                <a:cs typeface="Times New Roman" panose="02020603050405020304" pitchFamily="18" charset="0"/>
              </a:rPr>
              <a:t>SoCs</a:t>
            </a:r>
            <a:r>
              <a:rPr lang="en-US" sz="1900" dirty="0">
                <a:solidFill>
                  <a:schemeClr val="tx1"/>
                </a:solidFill>
                <a:latin typeface="+mn-lt"/>
                <a:cs typeface="Times New Roman" panose="02020603050405020304" pitchFamily="18" charset="0"/>
              </a:rPr>
              <a:t> due to compact area and design modularity, advanced LC architectures with on-chip passives represent the convergence point for analog-digital-mixed ICs seeking both spectral purity and phase coherence.</a:t>
            </a:r>
          </a:p>
          <a:p>
            <a:pPr algn="just">
              <a:buFont typeface="Wingdings" panose="05000000000000000000" pitchFamily="2" charset="2"/>
              <a:buChar char="q"/>
            </a:pPr>
            <a:r>
              <a:rPr lang="en-US" sz="1900" b="1" dirty="0" smtClean="0">
                <a:solidFill>
                  <a:srgbClr val="00B050"/>
                </a:solidFill>
                <a:latin typeface="+mn-lt"/>
                <a:cs typeface="Times New Roman" panose="02020603050405020304" pitchFamily="18" charset="0"/>
              </a:rPr>
              <a:t> Scalability </a:t>
            </a:r>
            <a:r>
              <a:rPr lang="en-US" sz="1900" b="1" dirty="0">
                <a:solidFill>
                  <a:srgbClr val="00B050"/>
                </a:solidFill>
                <a:latin typeface="+mn-lt"/>
                <a:cs typeface="Times New Roman" panose="02020603050405020304" pitchFamily="18" charset="0"/>
              </a:rPr>
              <a:t>Trends:</a:t>
            </a:r>
            <a:r>
              <a:rPr lang="en-US" sz="1900" dirty="0">
                <a:solidFill>
                  <a:schemeClr val="tx1"/>
                </a:solidFill>
                <a:latin typeface="+mn-lt"/>
                <a:cs typeface="Times New Roman" panose="02020603050405020304" pitchFamily="18" charset="0"/>
              </a:rPr>
              <a:t> As clock speeds and phase count requirements escalate in emerging RF and high-speed data protocols, hybrid and divider-assisted topologies increasingly define the trajectory of research and industrial implementation</a:t>
            </a:r>
            <a:r>
              <a:rPr lang="en-US" sz="1900" dirty="0" smtClean="0">
                <a:solidFill>
                  <a:schemeClr val="tx1"/>
                </a:solidFill>
                <a:latin typeface="+mn-lt"/>
                <a:cs typeface="Times New Roman" panose="02020603050405020304" pitchFamily="18" charset="0"/>
              </a:rPr>
              <a:t>.</a:t>
            </a:r>
          </a:p>
          <a:p>
            <a:pPr algn="ctr">
              <a:buFont typeface="Wingdings" panose="05000000000000000000" pitchFamily="2" charset="2"/>
              <a:buChar char="q"/>
            </a:pPr>
            <a:r>
              <a:rPr lang="en-US" sz="1900" b="1" dirty="0">
                <a:solidFill>
                  <a:srgbClr val="00B050"/>
                </a:solidFill>
                <a:latin typeface="+mn-lt"/>
                <a:cs typeface="Times New Roman" panose="02020603050405020304" pitchFamily="18" charset="0"/>
              </a:rPr>
              <a:t>Summary</a:t>
            </a:r>
            <a:r>
              <a:rPr lang="en-US" sz="1900" b="1" dirty="0" smtClean="0">
                <a:solidFill>
                  <a:srgbClr val="00B050"/>
                </a:solidFill>
                <a:latin typeface="+mn-lt"/>
                <a:cs typeface="Times New Roman" panose="02020603050405020304" pitchFamily="18" charset="0"/>
              </a:rPr>
              <a:t>:</a:t>
            </a:r>
            <a:r>
              <a:rPr lang="en-US" sz="1900" dirty="0">
                <a:latin typeface="+mn-lt"/>
                <a:cs typeface="Times New Roman" panose="02020603050405020304" pitchFamily="18" charset="0"/>
              </a:rPr>
              <a:t/>
            </a:r>
            <a:br>
              <a:rPr lang="en-US" sz="1900" dirty="0">
                <a:latin typeface="+mn-lt"/>
                <a:cs typeface="Times New Roman" panose="02020603050405020304" pitchFamily="18" charset="0"/>
              </a:rPr>
            </a:br>
            <a:r>
              <a:rPr lang="en-US" sz="1900" dirty="0">
                <a:solidFill>
                  <a:srgbClr val="C00000"/>
                </a:solidFill>
                <a:latin typeface="+mn-lt"/>
                <a:cs typeface="Times New Roman" panose="02020603050405020304" pitchFamily="18" charset="0"/>
              </a:rPr>
              <a:t>Each multiphase clock generation paradigm addresses distinct requirements in high-performance IC design. Judicious method selection—grounded in quantitative trade-off analysis and target application context—serves as a cornerstone for best-in-class timing and signal integrity in next-generation electronic platforms</a:t>
            </a:r>
            <a:r>
              <a:rPr lang="en-US" sz="1900" dirty="0" smtClean="0">
                <a:solidFill>
                  <a:srgbClr val="C00000"/>
                </a:solidFill>
                <a:latin typeface="+mn-lt"/>
                <a:cs typeface="Times New Roman" panose="02020603050405020304" pitchFamily="18" charset="0"/>
              </a:rPr>
              <a:t>.</a:t>
            </a:r>
            <a:endParaRPr lang="en-US" sz="1900" dirty="0">
              <a:solidFill>
                <a:srgbClr val="C00000"/>
              </a:solidFill>
              <a:latin typeface="+mn-lt"/>
              <a:cs typeface="Times New Roman" panose="02020603050405020304" pitchFamily="18" charset="0"/>
            </a:endParaRPr>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BE3F71BA-E795-49B2-A863-7E19964BF512}"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12</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p:cNvSpPr/>
          <p:nvPr/>
        </p:nvSpPr>
        <p:spPr>
          <a:xfrm>
            <a:off x="492760" y="1422401"/>
            <a:ext cx="11470640" cy="33477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6362565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Introduction </a:t>
            </a:r>
            <a:r>
              <a:rPr lang="en-US" dirty="0"/>
              <a:t>to High-Speed Data Conversion</a:t>
            </a:r>
            <a:br>
              <a:rPr lang="en-US" dirty="0"/>
            </a:br>
            <a:endParaRPr lang="en-US" dirty="0"/>
          </a:p>
        </p:txBody>
      </p:sp>
      <p:sp>
        <p:nvSpPr>
          <p:cNvPr id="3" name="Text Placeholder 2"/>
          <p:cNvSpPr>
            <a:spLocks noGrp="1"/>
          </p:cNvSpPr>
          <p:nvPr>
            <p:ph type="body" idx="1"/>
          </p:nvPr>
        </p:nvSpPr>
        <p:spPr>
          <a:xfrm>
            <a:off x="614698" y="1502044"/>
            <a:ext cx="11077193" cy="4673328"/>
          </a:xfrm>
        </p:spPr>
        <p:txBody>
          <a:bodyPr/>
          <a:lstStyle/>
          <a:p>
            <a:pPr algn="just">
              <a:buFont typeface="Wingdings" panose="05000000000000000000" pitchFamily="2" charset="2"/>
              <a:buChar char="q"/>
            </a:pPr>
            <a:r>
              <a:rPr lang="en-US" dirty="0" smtClean="0">
                <a:solidFill>
                  <a:schemeClr val="tx1"/>
                </a:solidFill>
                <a:latin typeface="fkGroteskNeue"/>
              </a:rPr>
              <a:t> Modern </a:t>
            </a:r>
            <a:r>
              <a:rPr lang="en-US" dirty="0">
                <a:solidFill>
                  <a:schemeClr val="tx1"/>
                </a:solidFill>
                <a:latin typeface="fkGroteskNeue"/>
              </a:rPr>
              <a:t>receivers demand both high data throughput and wide dynamic range.</a:t>
            </a:r>
          </a:p>
          <a:p>
            <a:pPr algn="just">
              <a:buFont typeface="Wingdings" panose="05000000000000000000" pitchFamily="2" charset="2"/>
              <a:buChar char="q"/>
            </a:pPr>
            <a:r>
              <a:rPr lang="en-US" dirty="0" smtClean="0">
                <a:solidFill>
                  <a:schemeClr val="tx1"/>
                </a:solidFill>
                <a:latin typeface="fkGroteskNeue"/>
              </a:rPr>
              <a:t> Traditional </a:t>
            </a:r>
            <a:r>
              <a:rPr lang="en-US" dirty="0">
                <a:solidFill>
                  <a:schemeClr val="tx1"/>
                </a:solidFill>
                <a:latin typeface="fkGroteskNeue"/>
              </a:rPr>
              <a:t>single-core ADCs cannot simultaneously achieve high sampling rates and high SNR.</a:t>
            </a:r>
          </a:p>
          <a:p>
            <a:pPr algn="just">
              <a:buFont typeface="Wingdings" panose="05000000000000000000" pitchFamily="2" charset="2"/>
              <a:buChar char="q"/>
            </a:pPr>
            <a:r>
              <a:rPr lang="en-US" dirty="0" smtClean="0">
                <a:solidFill>
                  <a:schemeClr val="tx1"/>
                </a:solidFill>
                <a:latin typeface="fkGroteskNeue"/>
              </a:rPr>
              <a:t> Technology </a:t>
            </a:r>
            <a:r>
              <a:rPr lang="en-US" dirty="0">
                <a:solidFill>
                  <a:schemeClr val="tx1"/>
                </a:solidFill>
                <a:latin typeface="fkGroteskNeue"/>
              </a:rPr>
              <a:t>trend: Parallelization through interleaving for bandwidth scaling.</a:t>
            </a:r>
          </a:p>
          <a:p>
            <a:endParaRPr lang="en-US" dirty="0"/>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C55AA67B-612F-40A3-A94B-7A540A0AA50C}"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13</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8" name="Rectangle 7"/>
          <p:cNvSpPr/>
          <p:nvPr/>
        </p:nvSpPr>
        <p:spPr>
          <a:xfrm>
            <a:off x="1127760" y="3389882"/>
            <a:ext cx="10744200" cy="1754326"/>
          </a:xfrm>
          <a:prstGeom prst="rect">
            <a:avLst/>
          </a:prstGeom>
        </p:spPr>
        <p:txBody>
          <a:bodyPr wrap="square">
            <a:spAutoFit/>
          </a:bodyPr>
          <a:lstStyle/>
          <a:p>
            <a:pPr algn="ctr"/>
            <a:r>
              <a:rPr lang="en-US" sz="2400" b="1" dirty="0">
                <a:solidFill>
                  <a:srgbClr val="C00000"/>
                </a:solidFill>
                <a:latin typeface="fkGrotesk"/>
              </a:rPr>
              <a:t>What is Interleaving in ADCs</a:t>
            </a:r>
            <a:r>
              <a:rPr lang="en-US" sz="2400" b="1" dirty="0" smtClean="0">
                <a:solidFill>
                  <a:srgbClr val="C00000"/>
                </a:solidFill>
                <a:latin typeface="fkGrotesk"/>
              </a:rPr>
              <a:t>?</a:t>
            </a:r>
          </a:p>
          <a:p>
            <a:pPr algn="ctr"/>
            <a:endParaRPr lang="en-US" sz="2400" b="1" dirty="0">
              <a:solidFill>
                <a:srgbClr val="C00000"/>
              </a:solidFill>
              <a:latin typeface="fkGrotesk"/>
            </a:endParaRPr>
          </a:p>
          <a:p>
            <a:pPr marL="285750" indent="-285750" algn="just">
              <a:buFont typeface="Wingdings" panose="05000000000000000000" pitchFamily="2" charset="2"/>
              <a:buChar char="q"/>
            </a:pPr>
            <a:r>
              <a:rPr lang="en-US" sz="2000" dirty="0" smtClean="0">
                <a:latin typeface="fkGroteskNeue"/>
              </a:rPr>
              <a:t> </a:t>
            </a:r>
            <a:r>
              <a:rPr lang="en-US" sz="2000" b="1" dirty="0" smtClean="0">
                <a:solidFill>
                  <a:srgbClr val="00B050"/>
                </a:solidFill>
                <a:latin typeface="fkGroteskNeue"/>
              </a:rPr>
              <a:t>Splits </a:t>
            </a:r>
            <a:r>
              <a:rPr lang="en-US" sz="2000" b="1" dirty="0">
                <a:solidFill>
                  <a:srgbClr val="00B050"/>
                </a:solidFill>
                <a:latin typeface="fkGroteskNeue"/>
              </a:rPr>
              <a:t>conversion </a:t>
            </a:r>
            <a:r>
              <a:rPr lang="en-US" sz="2000" dirty="0">
                <a:latin typeface="fkGroteskNeue"/>
              </a:rPr>
              <a:t>across multiple lower-rate ADCs working in parallel.</a:t>
            </a:r>
          </a:p>
          <a:p>
            <a:pPr marL="285750" indent="-285750" algn="just">
              <a:buFont typeface="Wingdings" panose="05000000000000000000" pitchFamily="2" charset="2"/>
              <a:buChar char="q"/>
            </a:pPr>
            <a:r>
              <a:rPr lang="en-US" sz="2000" b="1" dirty="0" smtClean="0">
                <a:latin typeface="fkGroteskNeue"/>
              </a:rPr>
              <a:t> </a:t>
            </a:r>
            <a:r>
              <a:rPr lang="en-US" sz="2000" b="1" dirty="0" smtClean="0">
                <a:solidFill>
                  <a:srgbClr val="00B050"/>
                </a:solidFill>
                <a:latin typeface="fkGroteskNeue"/>
              </a:rPr>
              <a:t>Effective </a:t>
            </a:r>
            <a:r>
              <a:rPr lang="en-US" sz="2000" b="1" dirty="0">
                <a:solidFill>
                  <a:srgbClr val="00B050"/>
                </a:solidFill>
                <a:latin typeface="fkGroteskNeue"/>
              </a:rPr>
              <a:t>sampling rate </a:t>
            </a:r>
            <a:r>
              <a:rPr lang="en-US" sz="2000" dirty="0" smtClean="0">
                <a:latin typeface="fkGroteskNeue"/>
              </a:rPr>
              <a:t>=</a:t>
            </a:r>
            <a:r>
              <a:rPr lang="en-US" sz="2000" dirty="0">
                <a:latin typeface="fkGroteskNeue"/>
              </a:rPr>
              <a:t> </a:t>
            </a:r>
            <a:r>
              <a:rPr lang="en-US" sz="2000" i="1" dirty="0" err="1" smtClean="0">
                <a:latin typeface="KaTeX_Math"/>
              </a:rPr>
              <a:t>N</a:t>
            </a:r>
            <a:r>
              <a:rPr lang="en-US" sz="2000" dirty="0" err="1" smtClean="0">
                <a:latin typeface="KaTeX_Main"/>
              </a:rPr>
              <a:t>×</a:t>
            </a:r>
            <a:r>
              <a:rPr lang="en-US" sz="2000" i="1" dirty="0" err="1" smtClean="0">
                <a:latin typeface="KaTeX_Math"/>
              </a:rPr>
              <a:t>f</a:t>
            </a:r>
            <a:r>
              <a:rPr lang="en-US" sz="2000" i="1" baseline="-25000" dirty="0" err="1" smtClean="0">
                <a:latin typeface="KaTeX_Math"/>
              </a:rPr>
              <a:t>core</a:t>
            </a:r>
            <a:r>
              <a:rPr lang="en-US" sz="2000" dirty="0">
                <a:latin typeface="fkGroteskNeue"/>
              </a:rPr>
              <a:t> where N is number of sub-ADCs.</a:t>
            </a:r>
          </a:p>
          <a:p>
            <a:pPr marL="285750" indent="-285750" algn="just">
              <a:buFont typeface="Wingdings" panose="05000000000000000000" pitchFamily="2" charset="2"/>
              <a:buChar char="q"/>
            </a:pPr>
            <a:r>
              <a:rPr lang="en-US" sz="2000" dirty="0" smtClean="0">
                <a:latin typeface="fkGroteskNeue"/>
              </a:rPr>
              <a:t> Each </a:t>
            </a:r>
            <a:r>
              <a:rPr lang="en-US" sz="2000" dirty="0">
                <a:latin typeface="fkGroteskNeue"/>
              </a:rPr>
              <a:t>core is clocked by a phase-shifted version of the master clock</a:t>
            </a:r>
            <a:r>
              <a:rPr lang="en-US" dirty="0">
                <a:latin typeface="fkGroteskNeue"/>
              </a:rPr>
              <a:t>.</a:t>
            </a:r>
            <a:endParaRPr lang="en-US" b="0" i="0" dirty="0">
              <a:effectLst/>
              <a:latin typeface="fkGroteskNeue"/>
            </a:endParaRPr>
          </a:p>
        </p:txBody>
      </p:sp>
      <p:sp>
        <p:nvSpPr>
          <p:cNvPr id="9" name="Rectangle 8"/>
          <p:cNvSpPr/>
          <p:nvPr/>
        </p:nvSpPr>
        <p:spPr>
          <a:xfrm>
            <a:off x="492760" y="1275081"/>
            <a:ext cx="11379200" cy="19761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1010920" y="3423921"/>
            <a:ext cx="9550400" cy="19761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47766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fkGrotesk"/>
              </a:rPr>
              <a:t>Four-Way Time Interleaved ADC </a:t>
            </a:r>
            <a:r>
              <a:rPr lang="en-US" dirty="0" smtClean="0">
                <a:latin typeface="fkGrotesk"/>
              </a:rPr>
              <a:t>Architecture</a:t>
            </a:r>
            <a:endParaRPr lang="en-US" dirty="0"/>
          </a:p>
        </p:txBody>
      </p:sp>
      <p:sp>
        <p:nvSpPr>
          <p:cNvPr id="3" name="Text Placeholder 2"/>
          <p:cNvSpPr>
            <a:spLocks noGrp="1"/>
          </p:cNvSpPr>
          <p:nvPr>
            <p:ph type="body" idx="1"/>
          </p:nvPr>
        </p:nvSpPr>
        <p:spPr>
          <a:xfrm>
            <a:off x="699528" y="1163913"/>
            <a:ext cx="6676631" cy="2254927"/>
          </a:xfrm>
        </p:spPr>
        <p:txBody>
          <a:bodyPr/>
          <a:lstStyle/>
          <a:p>
            <a:pPr algn="just">
              <a:buFont typeface="Wingdings" panose="05000000000000000000" pitchFamily="2" charset="2"/>
              <a:buChar char="q"/>
            </a:pPr>
            <a:r>
              <a:rPr lang="en-US" dirty="0" smtClean="0">
                <a:solidFill>
                  <a:schemeClr val="tx1"/>
                </a:solidFill>
                <a:latin typeface="fkGroteskNeue"/>
              </a:rPr>
              <a:t> </a:t>
            </a:r>
            <a:r>
              <a:rPr lang="en-US" b="1" dirty="0" smtClean="0">
                <a:solidFill>
                  <a:srgbClr val="00B050"/>
                </a:solidFill>
                <a:latin typeface="fkGroteskNeue"/>
              </a:rPr>
              <a:t>Four </a:t>
            </a:r>
            <a:r>
              <a:rPr lang="en-US" b="1" dirty="0">
                <a:solidFill>
                  <a:srgbClr val="00B050"/>
                </a:solidFill>
                <a:latin typeface="fkGroteskNeue"/>
              </a:rPr>
              <a:t>parallel ADCs; </a:t>
            </a:r>
            <a:r>
              <a:rPr lang="en-US" dirty="0">
                <a:solidFill>
                  <a:schemeClr val="tx1"/>
                </a:solidFill>
                <a:latin typeface="fkGroteskNeue"/>
              </a:rPr>
              <a:t>clock inputs CK&lt;1&gt; to CK&lt;4&gt; staggered by 90°.</a:t>
            </a:r>
          </a:p>
          <a:p>
            <a:pPr algn="just">
              <a:buFont typeface="Wingdings" panose="05000000000000000000" pitchFamily="2" charset="2"/>
              <a:buChar char="q"/>
            </a:pPr>
            <a:r>
              <a:rPr lang="en-US" dirty="0" smtClean="0">
                <a:solidFill>
                  <a:schemeClr val="tx1"/>
                </a:solidFill>
                <a:latin typeface="fkGroteskNeue"/>
              </a:rPr>
              <a:t> </a:t>
            </a:r>
            <a:r>
              <a:rPr lang="en-US" b="1" dirty="0" smtClean="0">
                <a:solidFill>
                  <a:srgbClr val="00B050"/>
                </a:solidFill>
                <a:latin typeface="fkGroteskNeue"/>
              </a:rPr>
              <a:t>Input </a:t>
            </a:r>
            <a:r>
              <a:rPr lang="en-US" b="1" dirty="0">
                <a:solidFill>
                  <a:srgbClr val="00B050"/>
                </a:solidFill>
                <a:latin typeface="fkGroteskNeue"/>
              </a:rPr>
              <a:t>sampling is distributed; </a:t>
            </a:r>
            <a:r>
              <a:rPr lang="en-US" dirty="0">
                <a:solidFill>
                  <a:schemeClr val="tx1"/>
                </a:solidFill>
                <a:latin typeface="fkGroteskNeue"/>
              </a:rPr>
              <a:t>each core processes one in four samples.</a:t>
            </a:r>
          </a:p>
          <a:p>
            <a:pPr algn="just">
              <a:buFont typeface="Wingdings" panose="05000000000000000000" pitchFamily="2" charset="2"/>
              <a:buChar char="q"/>
            </a:pPr>
            <a:r>
              <a:rPr lang="en-US" dirty="0">
                <a:solidFill>
                  <a:schemeClr val="tx1"/>
                </a:solidFill>
                <a:latin typeface="fkGroteskNeue"/>
              </a:rPr>
              <a:t> </a:t>
            </a:r>
            <a:r>
              <a:rPr lang="en-US" b="1" dirty="0" smtClean="0">
                <a:solidFill>
                  <a:srgbClr val="00B050"/>
                </a:solidFill>
                <a:latin typeface="fkGroteskNeue"/>
              </a:rPr>
              <a:t>Outputs </a:t>
            </a:r>
            <a:r>
              <a:rPr lang="en-US" b="1" dirty="0">
                <a:solidFill>
                  <a:srgbClr val="00B050"/>
                </a:solidFill>
                <a:latin typeface="fkGroteskNeue"/>
              </a:rPr>
              <a:t>time-aligned </a:t>
            </a:r>
            <a:r>
              <a:rPr lang="en-US" dirty="0">
                <a:solidFill>
                  <a:schemeClr val="tx1"/>
                </a:solidFill>
                <a:latin typeface="fkGroteskNeue"/>
              </a:rPr>
              <a:t>and merged into a single, high-rate data stream</a:t>
            </a:r>
            <a:r>
              <a:rPr lang="en-US" dirty="0" smtClean="0">
                <a:solidFill>
                  <a:schemeClr val="tx1"/>
                </a:solidFill>
                <a:latin typeface="fkGroteskNeue"/>
              </a:rPr>
              <a:t>.</a:t>
            </a:r>
            <a:endParaRPr lang="en-US" dirty="0">
              <a:solidFill>
                <a:schemeClr val="tx1"/>
              </a:solidFill>
              <a:latin typeface="fkGroteskNeue"/>
            </a:endParaRPr>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68D911D-DACB-48FB-9F4C-41E6EF3141DD}"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14</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pic>
        <p:nvPicPr>
          <p:cNvPr id="7" name="Picture 6"/>
          <p:cNvPicPr>
            <a:picLocks noChangeAspect="1"/>
          </p:cNvPicPr>
          <p:nvPr/>
        </p:nvPicPr>
        <p:blipFill>
          <a:blip r:embed="rId2"/>
          <a:stretch>
            <a:fillRect/>
          </a:stretch>
        </p:blipFill>
        <p:spPr>
          <a:xfrm>
            <a:off x="7542441" y="1077857"/>
            <a:ext cx="4649559" cy="3453059"/>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736521027"/>
              </p:ext>
            </p:extLst>
          </p:nvPr>
        </p:nvGraphicFramePr>
        <p:xfrm>
          <a:off x="434146" y="3663488"/>
          <a:ext cx="7033453" cy="2255520"/>
        </p:xfrm>
        <a:graphic>
          <a:graphicData uri="http://schemas.openxmlformats.org/drawingml/2006/table">
            <a:tbl>
              <a:tblPr>
                <a:tableStyleId>{616DA210-FB5B-4158-B5E0-FEB733F419BA}</a:tableStyleId>
              </a:tblPr>
              <a:tblGrid>
                <a:gridCol w="2395493">
                  <a:extLst>
                    <a:ext uri="{9D8B030D-6E8A-4147-A177-3AD203B41FA5}">
                      <a16:colId xmlns:a16="http://schemas.microsoft.com/office/drawing/2014/main" val="79749051"/>
                    </a:ext>
                  </a:extLst>
                </a:gridCol>
                <a:gridCol w="2425132">
                  <a:extLst>
                    <a:ext uri="{9D8B030D-6E8A-4147-A177-3AD203B41FA5}">
                      <a16:colId xmlns:a16="http://schemas.microsoft.com/office/drawing/2014/main" val="533775065"/>
                    </a:ext>
                  </a:extLst>
                </a:gridCol>
                <a:gridCol w="2212828">
                  <a:extLst>
                    <a:ext uri="{9D8B030D-6E8A-4147-A177-3AD203B41FA5}">
                      <a16:colId xmlns:a16="http://schemas.microsoft.com/office/drawing/2014/main" val="3833380404"/>
                    </a:ext>
                  </a:extLst>
                </a:gridCol>
              </a:tblGrid>
              <a:tr h="0">
                <a:tc>
                  <a:txBody>
                    <a:bodyPr/>
                    <a:lstStyle/>
                    <a:p>
                      <a:pPr algn="ctr"/>
                      <a:r>
                        <a:rPr lang="en-US" sz="1800" b="1" dirty="0">
                          <a:solidFill>
                            <a:srgbClr val="002060"/>
                          </a:solidFill>
                          <a:effectLst/>
                        </a:rPr>
                        <a:t>Aspect</a:t>
                      </a:r>
                    </a:p>
                  </a:txBody>
                  <a:tcPr marL="50800" marR="50800" marT="50800" marB="50800" anchor="ctr">
                    <a:solidFill>
                      <a:schemeClr val="bg1">
                        <a:lumMod val="75000"/>
                      </a:schemeClr>
                    </a:solidFill>
                  </a:tcPr>
                </a:tc>
                <a:tc>
                  <a:txBody>
                    <a:bodyPr/>
                    <a:lstStyle/>
                    <a:p>
                      <a:pPr algn="ctr"/>
                      <a:r>
                        <a:rPr lang="en-US" sz="1800" b="1" dirty="0">
                          <a:solidFill>
                            <a:srgbClr val="002060"/>
                          </a:solidFill>
                          <a:effectLst/>
                        </a:rPr>
                        <a:t>Interleaved ADCs</a:t>
                      </a:r>
                    </a:p>
                  </a:txBody>
                  <a:tcPr marL="50800" marR="50800" marT="50800" marB="50800" anchor="ctr">
                    <a:solidFill>
                      <a:schemeClr val="bg1">
                        <a:lumMod val="75000"/>
                      </a:schemeClr>
                    </a:solidFill>
                  </a:tcPr>
                </a:tc>
                <a:tc>
                  <a:txBody>
                    <a:bodyPr/>
                    <a:lstStyle/>
                    <a:p>
                      <a:pPr algn="ctr"/>
                      <a:r>
                        <a:rPr lang="en-US" sz="1800" b="1" dirty="0">
                          <a:solidFill>
                            <a:srgbClr val="002060"/>
                          </a:solidFill>
                          <a:effectLst/>
                        </a:rPr>
                        <a:t>Single-Core ADCs</a:t>
                      </a:r>
                    </a:p>
                  </a:txBody>
                  <a:tcPr marL="50800" marR="50800" marT="50800" marB="50800" anchor="ctr">
                    <a:solidFill>
                      <a:schemeClr val="bg1">
                        <a:lumMod val="75000"/>
                      </a:schemeClr>
                    </a:solidFill>
                  </a:tcPr>
                </a:tc>
                <a:extLst>
                  <a:ext uri="{0D108BD9-81ED-4DB2-BD59-A6C34878D82A}">
                    <a16:rowId xmlns:a16="http://schemas.microsoft.com/office/drawing/2014/main" val="1935686937"/>
                  </a:ext>
                </a:extLst>
              </a:tr>
              <a:tr h="0">
                <a:tc>
                  <a:txBody>
                    <a:bodyPr/>
                    <a:lstStyle/>
                    <a:p>
                      <a:pPr algn="ctr"/>
                      <a:r>
                        <a:rPr lang="en-US">
                          <a:effectLst/>
                        </a:rPr>
                        <a:t>Throughput</a:t>
                      </a:r>
                    </a:p>
                  </a:txBody>
                  <a:tcPr marL="50800" marR="50800" marT="50800" marB="50800" anchor="ctr"/>
                </a:tc>
                <a:tc>
                  <a:txBody>
                    <a:bodyPr/>
                    <a:lstStyle/>
                    <a:p>
                      <a:pPr algn="ctr"/>
                      <a:r>
                        <a:rPr lang="en-US">
                          <a:effectLst/>
                        </a:rPr>
                        <a:t>Very high (scalable)</a:t>
                      </a:r>
                    </a:p>
                  </a:txBody>
                  <a:tcPr marL="50800" marR="50800" marT="50800" marB="50800" anchor="ctr"/>
                </a:tc>
                <a:tc>
                  <a:txBody>
                    <a:bodyPr/>
                    <a:lstStyle/>
                    <a:p>
                      <a:pPr algn="ctr"/>
                      <a:r>
                        <a:rPr lang="en-US" b="1" dirty="0">
                          <a:solidFill>
                            <a:srgbClr val="C00000"/>
                          </a:solidFill>
                          <a:effectLst/>
                        </a:rPr>
                        <a:t>Limited</a:t>
                      </a:r>
                    </a:p>
                  </a:txBody>
                  <a:tcPr marL="50800" marR="50800" marT="50800" marB="50800" anchor="ctr"/>
                </a:tc>
                <a:extLst>
                  <a:ext uri="{0D108BD9-81ED-4DB2-BD59-A6C34878D82A}">
                    <a16:rowId xmlns:a16="http://schemas.microsoft.com/office/drawing/2014/main" val="3477941609"/>
                  </a:ext>
                </a:extLst>
              </a:tr>
              <a:tr h="0">
                <a:tc>
                  <a:txBody>
                    <a:bodyPr/>
                    <a:lstStyle/>
                    <a:p>
                      <a:pPr algn="ctr"/>
                      <a:r>
                        <a:rPr lang="en-US" dirty="0">
                          <a:effectLst/>
                        </a:rPr>
                        <a:t>Power Efficiency</a:t>
                      </a:r>
                    </a:p>
                  </a:txBody>
                  <a:tcPr marL="50800" marR="50800" marT="50800" marB="50800" anchor="ctr"/>
                </a:tc>
                <a:tc>
                  <a:txBody>
                    <a:bodyPr/>
                    <a:lstStyle/>
                    <a:p>
                      <a:pPr algn="ctr"/>
                      <a:r>
                        <a:rPr lang="en-US" dirty="0">
                          <a:effectLst/>
                        </a:rPr>
                        <a:t>Higher at multi-</a:t>
                      </a:r>
                      <a:r>
                        <a:rPr lang="en-US" dirty="0" err="1">
                          <a:effectLst/>
                        </a:rPr>
                        <a:t>GSps</a:t>
                      </a:r>
                      <a:endParaRPr lang="en-US" dirty="0">
                        <a:effectLst/>
                      </a:endParaRPr>
                    </a:p>
                  </a:txBody>
                  <a:tcPr marL="50800" marR="50800" marT="50800" marB="50800" anchor="ctr"/>
                </a:tc>
                <a:tc>
                  <a:txBody>
                    <a:bodyPr/>
                    <a:lstStyle/>
                    <a:p>
                      <a:pPr algn="ctr"/>
                      <a:r>
                        <a:rPr lang="en-US" dirty="0">
                          <a:effectLst/>
                        </a:rPr>
                        <a:t>Lower at multi-</a:t>
                      </a:r>
                      <a:r>
                        <a:rPr lang="en-US" dirty="0" err="1">
                          <a:effectLst/>
                        </a:rPr>
                        <a:t>GSps</a:t>
                      </a:r>
                      <a:endParaRPr lang="en-US" dirty="0">
                        <a:effectLst/>
                      </a:endParaRPr>
                    </a:p>
                  </a:txBody>
                  <a:tcPr marL="50800" marR="50800" marT="50800" marB="50800" anchor="ctr"/>
                </a:tc>
                <a:extLst>
                  <a:ext uri="{0D108BD9-81ED-4DB2-BD59-A6C34878D82A}">
                    <a16:rowId xmlns:a16="http://schemas.microsoft.com/office/drawing/2014/main" val="408476038"/>
                  </a:ext>
                </a:extLst>
              </a:tr>
              <a:tr h="0">
                <a:tc>
                  <a:txBody>
                    <a:bodyPr/>
                    <a:lstStyle/>
                    <a:p>
                      <a:pPr algn="ctr"/>
                      <a:r>
                        <a:rPr lang="en-US">
                          <a:effectLst/>
                        </a:rPr>
                        <a:t>Channel Matching</a:t>
                      </a:r>
                    </a:p>
                  </a:txBody>
                  <a:tcPr marL="50800" marR="50800" marT="50800" marB="50800" anchor="ctr"/>
                </a:tc>
                <a:tc>
                  <a:txBody>
                    <a:bodyPr/>
                    <a:lstStyle/>
                    <a:p>
                      <a:pPr algn="ctr"/>
                      <a:r>
                        <a:rPr lang="en-US" b="1" dirty="0">
                          <a:solidFill>
                            <a:srgbClr val="C00000"/>
                          </a:solidFill>
                          <a:effectLst/>
                        </a:rPr>
                        <a:t>Needs calibration</a:t>
                      </a:r>
                    </a:p>
                  </a:txBody>
                  <a:tcPr marL="50800" marR="50800" marT="50800" marB="50800" anchor="ctr"/>
                </a:tc>
                <a:tc>
                  <a:txBody>
                    <a:bodyPr/>
                    <a:lstStyle/>
                    <a:p>
                      <a:pPr algn="ctr"/>
                      <a:r>
                        <a:rPr lang="en-US">
                          <a:effectLst/>
                        </a:rPr>
                        <a:t>Intrinsic</a:t>
                      </a:r>
                    </a:p>
                  </a:txBody>
                  <a:tcPr marL="50800" marR="50800" marT="50800" marB="50800" anchor="ctr"/>
                </a:tc>
                <a:extLst>
                  <a:ext uri="{0D108BD9-81ED-4DB2-BD59-A6C34878D82A}">
                    <a16:rowId xmlns:a16="http://schemas.microsoft.com/office/drawing/2014/main" val="2731905509"/>
                  </a:ext>
                </a:extLst>
              </a:tr>
              <a:tr h="0">
                <a:tc>
                  <a:txBody>
                    <a:bodyPr/>
                    <a:lstStyle/>
                    <a:p>
                      <a:pPr algn="ctr"/>
                      <a:r>
                        <a:rPr lang="en-US">
                          <a:effectLst/>
                        </a:rPr>
                        <a:t>Design Complexity</a:t>
                      </a:r>
                    </a:p>
                  </a:txBody>
                  <a:tcPr marL="50800" marR="50800" marT="50800" marB="50800" anchor="ctr"/>
                </a:tc>
                <a:tc>
                  <a:txBody>
                    <a:bodyPr/>
                    <a:lstStyle/>
                    <a:p>
                      <a:pPr algn="r"/>
                      <a:r>
                        <a:rPr lang="en-US" b="1" dirty="0">
                          <a:effectLst/>
                        </a:rPr>
                        <a:t>High</a:t>
                      </a:r>
                    </a:p>
                  </a:txBody>
                  <a:tcPr marL="50800" marR="50800" marT="50800" marB="50800" anchor="ctr"/>
                </a:tc>
                <a:tc>
                  <a:txBody>
                    <a:bodyPr/>
                    <a:lstStyle/>
                    <a:p>
                      <a:pPr algn="ctr"/>
                      <a:r>
                        <a:rPr lang="en-US">
                          <a:effectLst/>
                        </a:rPr>
                        <a:t>Moderate</a:t>
                      </a:r>
                    </a:p>
                  </a:txBody>
                  <a:tcPr marL="50800" marR="50800" marT="50800" marB="50800" anchor="ctr"/>
                </a:tc>
                <a:extLst>
                  <a:ext uri="{0D108BD9-81ED-4DB2-BD59-A6C34878D82A}">
                    <a16:rowId xmlns:a16="http://schemas.microsoft.com/office/drawing/2014/main" val="43079733"/>
                  </a:ext>
                </a:extLst>
              </a:tr>
              <a:tr h="0">
                <a:tc>
                  <a:txBody>
                    <a:bodyPr/>
                    <a:lstStyle/>
                    <a:p>
                      <a:pPr algn="ctr"/>
                      <a:r>
                        <a:rPr lang="en-US">
                          <a:effectLst/>
                        </a:rPr>
                        <a:t>Area</a:t>
                      </a:r>
                    </a:p>
                  </a:txBody>
                  <a:tcPr marL="50800" marR="50800" marT="50800" marB="50800" anchor="ctr"/>
                </a:tc>
                <a:tc>
                  <a:txBody>
                    <a:bodyPr/>
                    <a:lstStyle/>
                    <a:p>
                      <a:pPr algn="ctr"/>
                      <a:r>
                        <a:rPr lang="en-US" dirty="0">
                          <a:effectLst/>
                        </a:rPr>
                        <a:t>Lower per </a:t>
                      </a:r>
                      <a:r>
                        <a:rPr lang="en-US" dirty="0" err="1">
                          <a:effectLst/>
                        </a:rPr>
                        <a:t>GSps</a:t>
                      </a:r>
                      <a:endParaRPr lang="en-US" dirty="0">
                        <a:effectLst/>
                      </a:endParaRPr>
                    </a:p>
                  </a:txBody>
                  <a:tcPr marL="50800" marR="50800" marT="50800" marB="50800" anchor="ctr"/>
                </a:tc>
                <a:tc>
                  <a:txBody>
                    <a:bodyPr/>
                    <a:lstStyle/>
                    <a:p>
                      <a:pPr algn="ctr"/>
                      <a:r>
                        <a:rPr lang="en-US" b="1" dirty="0">
                          <a:solidFill>
                            <a:srgbClr val="C00000"/>
                          </a:solidFill>
                          <a:effectLst/>
                        </a:rPr>
                        <a:t>Higher</a:t>
                      </a:r>
                    </a:p>
                  </a:txBody>
                  <a:tcPr marL="50800" marR="50800" marT="50800" marB="50800" anchor="ctr"/>
                </a:tc>
                <a:extLst>
                  <a:ext uri="{0D108BD9-81ED-4DB2-BD59-A6C34878D82A}">
                    <a16:rowId xmlns:a16="http://schemas.microsoft.com/office/drawing/2014/main" val="4276201340"/>
                  </a:ext>
                </a:extLst>
              </a:tr>
            </a:tbl>
          </a:graphicData>
        </a:graphic>
      </p:graphicFrame>
      <p:sp>
        <p:nvSpPr>
          <p:cNvPr id="9" name="Rectangle 8"/>
          <p:cNvSpPr/>
          <p:nvPr/>
        </p:nvSpPr>
        <p:spPr>
          <a:xfrm>
            <a:off x="508000" y="1158240"/>
            <a:ext cx="6929120" cy="231139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6873324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411480" y="1115964"/>
            <a:ext cx="11780520" cy="4673328"/>
          </a:xfrm>
        </p:spPr>
        <p:txBody>
          <a:bodyPr>
            <a:normAutofit/>
          </a:bodyPr>
          <a:lstStyle/>
          <a:p>
            <a:pPr marL="0" indent="0" algn="ctr">
              <a:buNone/>
            </a:pPr>
            <a:r>
              <a:rPr lang="en-US" b="1" dirty="0">
                <a:solidFill>
                  <a:srgbClr val="C00000"/>
                </a:solidFill>
                <a:latin typeface="fkGrotesk"/>
              </a:rPr>
              <a:t>Clocking and Synchronization</a:t>
            </a:r>
          </a:p>
          <a:p>
            <a:pPr>
              <a:buFont typeface="Wingdings" panose="05000000000000000000" pitchFamily="2" charset="2"/>
              <a:buChar char="q"/>
            </a:pPr>
            <a:r>
              <a:rPr lang="en-US" sz="2200" dirty="0">
                <a:solidFill>
                  <a:schemeClr val="tx1"/>
                </a:solidFill>
                <a:latin typeface="fkGroteskNeue"/>
              </a:rPr>
              <a:t>Multiphase clock generation typically by PLL or DLL circuits for </a:t>
            </a:r>
            <a:r>
              <a:rPr lang="en-US" sz="2200" b="1" dirty="0">
                <a:solidFill>
                  <a:srgbClr val="00B050"/>
                </a:solidFill>
                <a:latin typeface="fkGroteskNeue"/>
              </a:rPr>
              <a:t>precision phase alignment.</a:t>
            </a:r>
          </a:p>
          <a:p>
            <a:pPr>
              <a:buFont typeface="Wingdings" panose="05000000000000000000" pitchFamily="2" charset="2"/>
              <a:buChar char="q"/>
            </a:pPr>
            <a:r>
              <a:rPr lang="en-US" sz="2200" b="1" i="1" dirty="0">
                <a:solidFill>
                  <a:srgbClr val="00B050"/>
                </a:solidFill>
                <a:latin typeface="fkGroteskNeue"/>
              </a:rPr>
              <a:t>Clock integrity crucial: </a:t>
            </a:r>
            <a:r>
              <a:rPr lang="en-US" sz="2200" dirty="0">
                <a:solidFill>
                  <a:schemeClr val="tx1"/>
                </a:solidFill>
                <a:latin typeface="fkGroteskNeue"/>
              </a:rPr>
              <a:t>phase skew and jitter directly impact performance.</a:t>
            </a:r>
          </a:p>
          <a:p>
            <a:pPr>
              <a:buFont typeface="Wingdings" panose="05000000000000000000" pitchFamily="2" charset="2"/>
              <a:buChar char="q"/>
            </a:pPr>
            <a:r>
              <a:rPr lang="en-US" sz="2200" b="1" dirty="0" smtClean="0">
                <a:solidFill>
                  <a:srgbClr val="00B050"/>
                </a:solidFill>
                <a:latin typeface="fkGroteskNeue"/>
              </a:rPr>
              <a:t>Block </a:t>
            </a:r>
            <a:r>
              <a:rPr lang="en-US" sz="2200" b="1" dirty="0">
                <a:solidFill>
                  <a:srgbClr val="00B050"/>
                </a:solidFill>
                <a:latin typeface="fkGroteskNeue"/>
              </a:rPr>
              <a:t>diagram: Show PLL generating all four phase clocks</a:t>
            </a:r>
            <a:r>
              <a:rPr lang="en-US" sz="2200" b="1" dirty="0" smtClean="0">
                <a:solidFill>
                  <a:srgbClr val="00B050"/>
                </a:solidFill>
                <a:latin typeface="fkGroteskNeue"/>
              </a:rPr>
              <a:t>.</a:t>
            </a:r>
            <a:endParaRPr lang="en-US" sz="2200" b="1" dirty="0">
              <a:solidFill>
                <a:srgbClr val="00B050"/>
              </a:solidFill>
              <a:latin typeface="fkGroteskNeue"/>
            </a:endParaRPr>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C7A00D7-F7E1-406D-9127-2D08FB85FDD5}"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15</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7" name="Rectangle 6"/>
          <p:cNvSpPr/>
          <p:nvPr/>
        </p:nvSpPr>
        <p:spPr>
          <a:xfrm>
            <a:off x="325120" y="1483361"/>
            <a:ext cx="11800840" cy="138683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391160" y="2946738"/>
            <a:ext cx="11739880" cy="1815882"/>
          </a:xfrm>
          <a:prstGeom prst="rect">
            <a:avLst/>
          </a:prstGeom>
        </p:spPr>
        <p:txBody>
          <a:bodyPr wrap="square">
            <a:spAutoFit/>
          </a:bodyPr>
          <a:lstStyle/>
          <a:p>
            <a:pPr algn="ctr"/>
            <a:r>
              <a:rPr lang="en-US" sz="2400" b="1" dirty="0">
                <a:solidFill>
                  <a:srgbClr val="C00000"/>
                </a:solidFill>
                <a:latin typeface="fkGrotesk"/>
              </a:rPr>
              <a:t>Performance Advantages</a:t>
            </a:r>
          </a:p>
          <a:p>
            <a:pPr marL="342900" indent="-342900">
              <a:buFont typeface="Wingdings" panose="05000000000000000000" pitchFamily="2" charset="2"/>
              <a:buChar char="q"/>
            </a:pPr>
            <a:r>
              <a:rPr lang="en-US" sz="2200" dirty="0">
                <a:latin typeface="fkGroteskNeue"/>
              </a:rPr>
              <a:t>Enables multi-</a:t>
            </a:r>
            <a:r>
              <a:rPr lang="en-US" sz="2200" dirty="0" err="1">
                <a:latin typeface="fkGroteskNeue"/>
              </a:rPr>
              <a:t>GSps</a:t>
            </a:r>
            <a:r>
              <a:rPr lang="en-US" sz="2200" dirty="0">
                <a:latin typeface="fkGroteskNeue"/>
              </a:rPr>
              <a:t> sampling using </a:t>
            </a:r>
            <a:r>
              <a:rPr lang="en-US" sz="2200" b="1" dirty="0">
                <a:solidFill>
                  <a:srgbClr val="00B050"/>
                </a:solidFill>
                <a:latin typeface="fkGroteskNeue"/>
              </a:rPr>
              <a:t>moderate-speed ADC cores</a:t>
            </a:r>
            <a:r>
              <a:rPr lang="en-US" sz="2200" dirty="0">
                <a:latin typeface="fkGroteskNeue"/>
              </a:rPr>
              <a:t>.</a:t>
            </a:r>
          </a:p>
          <a:p>
            <a:pPr marL="342900" indent="-342900">
              <a:buFont typeface="Wingdings" panose="05000000000000000000" pitchFamily="2" charset="2"/>
              <a:buChar char="q"/>
            </a:pPr>
            <a:r>
              <a:rPr lang="en-US" sz="2200" b="1" dirty="0">
                <a:latin typeface="fkGroteskNeue"/>
              </a:rPr>
              <a:t>Power efficiency: </a:t>
            </a:r>
            <a:r>
              <a:rPr lang="en-US" sz="2200" b="1" dirty="0">
                <a:solidFill>
                  <a:srgbClr val="00B050"/>
                </a:solidFill>
                <a:latin typeface="fkGroteskNeue"/>
              </a:rPr>
              <a:t>Parallelism reduces per-channel speed requirement</a:t>
            </a:r>
            <a:r>
              <a:rPr lang="en-US" sz="2200" dirty="0">
                <a:latin typeface="fkGroteskNeue"/>
              </a:rPr>
              <a:t>, enabling lower power operation.</a:t>
            </a:r>
          </a:p>
          <a:p>
            <a:pPr marL="342900" indent="-342900">
              <a:buFont typeface="Wingdings" panose="05000000000000000000" pitchFamily="2" charset="2"/>
              <a:buChar char="q"/>
            </a:pPr>
            <a:r>
              <a:rPr lang="en-US" sz="2200" b="1" dirty="0">
                <a:latin typeface="fkGroteskNeue"/>
              </a:rPr>
              <a:t>Scalable: </a:t>
            </a:r>
            <a:r>
              <a:rPr lang="en-US" sz="2200" b="1" dirty="0">
                <a:solidFill>
                  <a:srgbClr val="00B050"/>
                </a:solidFill>
                <a:latin typeface="fkGroteskNeue"/>
              </a:rPr>
              <a:t>Architecture expands easily to 8, 16, or more channels</a:t>
            </a:r>
            <a:r>
              <a:rPr lang="en-US" sz="2200" dirty="0">
                <a:latin typeface="fkGroteskNeue"/>
              </a:rPr>
              <a:t>.</a:t>
            </a:r>
            <a:endParaRPr lang="en-US" sz="2200" b="0" i="0" dirty="0">
              <a:effectLst/>
              <a:latin typeface="fkGroteskNeue"/>
            </a:endParaRPr>
          </a:p>
        </p:txBody>
      </p:sp>
      <p:sp>
        <p:nvSpPr>
          <p:cNvPr id="9" name="Rectangle 8"/>
          <p:cNvSpPr/>
          <p:nvPr/>
        </p:nvSpPr>
        <p:spPr>
          <a:xfrm>
            <a:off x="391160" y="3378201"/>
            <a:ext cx="11800840" cy="138683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6321829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614698" y="1502044"/>
            <a:ext cx="5455902" cy="4673328"/>
          </a:xfrm>
        </p:spPr>
        <p:txBody>
          <a:bodyPr/>
          <a:lstStyle/>
          <a:p>
            <a:pPr marL="0" indent="0" algn="ctr">
              <a:buNone/>
            </a:pPr>
            <a:r>
              <a:rPr lang="en-US" b="1" dirty="0">
                <a:solidFill>
                  <a:srgbClr val="C00000"/>
                </a:solidFill>
                <a:latin typeface="fkGrotesk"/>
              </a:rPr>
              <a:t>Technical Challenges</a:t>
            </a:r>
          </a:p>
          <a:p>
            <a:pPr algn="just">
              <a:buFont typeface="Wingdings" panose="05000000000000000000" pitchFamily="2" charset="2"/>
              <a:buChar char="q"/>
            </a:pPr>
            <a:r>
              <a:rPr lang="en-US" sz="2000" dirty="0">
                <a:solidFill>
                  <a:schemeClr val="tx1"/>
                </a:solidFill>
                <a:latin typeface="fkGroteskNeue"/>
              </a:rPr>
              <a:t>Inter-channel mismatches:</a:t>
            </a:r>
          </a:p>
          <a:p>
            <a:pPr lvl="1" algn="just">
              <a:buFont typeface="Wingdings" panose="05000000000000000000" pitchFamily="2" charset="2"/>
              <a:buChar char="q"/>
            </a:pPr>
            <a:r>
              <a:rPr lang="en-US" sz="2000" dirty="0">
                <a:latin typeface="fkGroteskNeue"/>
              </a:rPr>
              <a:t>Gain, offset, and especially timing skew induce spurs.</a:t>
            </a:r>
          </a:p>
          <a:p>
            <a:pPr algn="just">
              <a:buFont typeface="Wingdings" panose="05000000000000000000" pitchFamily="2" charset="2"/>
              <a:buChar char="q"/>
            </a:pPr>
            <a:r>
              <a:rPr lang="en-US" sz="2000" dirty="0">
                <a:solidFill>
                  <a:schemeClr val="tx1"/>
                </a:solidFill>
                <a:latin typeface="fkGroteskNeue"/>
              </a:rPr>
              <a:t>Data alignment logic needed at digital output.</a:t>
            </a:r>
          </a:p>
          <a:p>
            <a:pPr algn="just">
              <a:buFont typeface="Wingdings" panose="05000000000000000000" pitchFamily="2" charset="2"/>
              <a:buChar char="q"/>
            </a:pPr>
            <a:r>
              <a:rPr lang="en-US" sz="2000" dirty="0">
                <a:solidFill>
                  <a:schemeClr val="tx1"/>
                </a:solidFill>
                <a:latin typeface="fkGroteskNeue"/>
              </a:rPr>
              <a:t>Demands comprehensive background calibration (DSP-based) for high linearity.</a:t>
            </a:r>
          </a:p>
          <a:p>
            <a:pPr algn="just">
              <a:buFont typeface="Wingdings" panose="05000000000000000000" pitchFamily="2" charset="2"/>
              <a:buChar char="q"/>
            </a:pPr>
            <a:r>
              <a:rPr lang="en-US" sz="2000" dirty="0">
                <a:solidFill>
                  <a:schemeClr val="tx1"/>
                </a:solidFill>
                <a:latin typeface="fkGroteskNeue"/>
              </a:rPr>
              <a:t>Clock generation and distribution become critical bottlenecks at high N.</a:t>
            </a:r>
          </a:p>
          <a:p>
            <a:endParaRPr lang="en-US" dirty="0"/>
          </a:p>
        </p:txBody>
      </p:sp>
      <p:sp>
        <p:nvSpPr>
          <p:cNvPr id="4" name="Footer Placeholder 3"/>
          <p:cNvSpPr>
            <a:spLocks noGrp="1"/>
          </p:cNvSpPr>
          <p:nvPr>
            <p:ph type="ftr" sz="quarter" idx="5"/>
          </p:nvPr>
        </p:nvSpPr>
        <p:spPr/>
        <p:txBody>
          <a:bodyPr/>
          <a:lstStyle/>
          <a:p>
            <a:pPr marL="13335" marR="0" lvl="0" indent="0" algn="ctr"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Verdana"/>
                <a:ea typeface="맑은 고딕"/>
              </a:rPr>
              <a:t>5-Day International Workshop on “Recent Advances in Semiconductor and Emerging Devices for Chip Design” © Neeraj Mishra</a:t>
            </a:r>
            <a:endParaRPr kumimoji="0" lang="en-US" sz="1200" b="0" i="0" u="none" strike="noStrike" kern="1200" cap="none" spc="-10" normalizeH="0" baseline="0" noProof="0" dirty="0">
              <a:ln>
                <a:noFill/>
              </a:ln>
              <a:solidFill>
                <a:prstClr val="black"/>
              </a:solidFill>
              <a:effectLst/>
              <a:uLnTx/>
              <a:uFillTx/>
              <a:latin typeface="Verdana"/>
              <a:ea typeface="맑은 고딕"/>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fld id="{41517423-0A90-46A1-AC76-FAE37D4CFE49}" type="datetime1">
              <a:rPr kumimoji="0" lang="en-US" altLang="ko-KR" sz="1200" b="0" i="0" u="none" strike="noStrike" kern="1200" cap="none" spc="-10" normalizeH="0" baseline="0" noProof="0" smtClean="0">
                <a:ln>
                  <a:noFill/>
                </a:ln>
                <a:solidFill>
                  <a:prstClr val="black"/>
                </a:solidFill>
                <a:effectLst/>
                <a:uLnTx/>
                <a:uFillTx/>
                <a:latin typeface="Verdana"/>
                <a:ea typeface="맑은 고딕"/>
              </a:rPr>
              <a:t>9/1/2026</a:t>
            </a:fld>
            <a:endParaRPr kumimoji="0" lang="en-US" altLang="ko-KR" sz="1200" b="0" i="0" u="none" strike="noStrike" kern="1200" cap="none" spc="-10" normalizeH="0" baseline="0" noProof="0" dirty="0">
              <a:ln>
                <a:noFill/>
              </a:ln>
              <a:solidFill>
                <a:prstClr val="black"/>
              </a:solidFill>
              <a:effectLst/>
              <a:uLnTx/>
              <a:uFillTx/>
              <a:latin typeface="Verdana"/>
              <a:ea typeface="맑은 고딕"/>
            </a:endParaRPr>
          </a:p>
        </p:txBody>
      </p:sp>
      <p:sp>
        <p:nvSpPr>
          <p:cNvPr id="6" name="Slide Number Placeholder 5"/>
          <p:cNvSpPr>
            <a:spLocks noGrp="1"/>
          </p:cNvSpPr>
          <p:nvPr>
            <p:ph type="sldNum" sz="quarter" idx="7"/>
          </p:nvPr>
        </p:nvSpPr>
        <p:spPr/>
        <p:txBody>
          <a:bodyPr/>
          <a:lstStyle/>
          <a:p>
            <a:pPr marL="135255" marR="0" lvl="0" indent="0" algn="r" defTabSz="914400" rtl="0" eaLnBrk="1" fontAlgn="auto" latinLnBrk="0" hangingPunct="1">
              <a:lnSpc>
                <a:spcPct val="100000"/>
              </a:lnSpc>
              <a:spcBef>
                <a:spcPts val="110"/>
              </a:spcBef>
              <a:spcAft>
                <a:spcPts val="0"/>
              </a:spcAft>
              <a:buClrTx/>
              <a:buSzTx/>
              <a:buFontTx/>
              <a:buNone/>
              <a:tabLst/>
              <a:defRPr/>
            </a:pPr>
            <a:fld id="{81D60167-4931-47E6-BA6A-407CBD079E47}" type="slidenum">
              <a:rPr kumimoji="0" lang="en-US" sz="1200" b="0" i="0" u="none" strike="noStrike" kern="1200" cap="none" spc="-50" normalizeH="0" baseline="0" noProof="0" smtClean="0">
                <a:ln>
                  <a:noFill/>
                </a:ln>
                <a:solidFill>
                  <a:prstClr val="black"/>
                </a:solidFill>
                <a:effectLst/>
                <a:uLnTx/>
                <a:uFillTx/>
                <a:latin typeface="Verdana"/>
                <a:ea typeface="맑은 고딕"/>
              </a:rPr>
              <a:pPr marL="135255" marR="0" lvl="0" indent="0" algn="r" defTabSz="914400" rtl="0" eaLnBrk="1" fontAlgn="auto" latinLnBrk="0" hangingPunct="1">
                <a:lnSpc>
                  <a:spcPct val="100000"/>
                </a:lnSpc>
                <a:spcBef>
                  <a:spcPts val="110"/>
                </a:spcBef>
                <a:spcAft>
                  <a:spcPts val="0"/>
                </a:spcAft>
                <a:buClrTx/>
                <a:buSzTx/>
                <a:buFontTx/>
                <a:buNone/>
                <a:tabLst/>
                <a:defRPr/>
              </a:pPr>
              <a:t>16</a:t>
            </a:fld>
            <a:endParaRPr kumimoji="0" lang="en-US" sz="1200" b="0" i="0" u="none" strike="noStrike" kern="1200" cap="none" spc="-50" normalizeH="0" baseline="0" noProof="0" dirty="0">
              <a:ln>
                <a:noFill/>
              </a:ln>
              <a:solidFill>
                <a:prstClr val="black"/>
              </a:solidFill>
              <a:effectLst/>
              <a:uLnTx/>
              <a:uFillTx/>
              <a:latin typeface="Verdana"/>
              <a:ea typeface="맑은 고딕"/>
            </a:endParaRPr>
          </a:p>
        </p:txBody>
      </p:sp>
      <p:sp>
        <p:nvSpPr>
          <p:cNvPr id="8" name="Text Placeholder 2"/>
          <p:cNvSpPr txBox="1">
            <a:spLocks/>
          </p:cNvSpPr>
          <p:nvPr/>
        </p:nvSpPr>
        <p:spPr>
          <a:xfrm>
            <a:off x="6527818" y="1552844"/>
            <a:ext cx="5455902" cy="4673328"/>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BFBFBF"/>
                </a:solidFill>
                <a:latin typeface="Verdana"/>
                <a:ea typeface="+mn-ea"/>
                <a:cs typeface="Verdan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solidFill>
                  <a:srgbClr val="C00000"/>
                </a:solidFill>
                <a:latin typeface="fkGrotesk"/>
              </a:rPr>
              <a:t>Calibration &amp; Digital Correction</a:t>
            </a:r>
          </a:p>
          <a:p>
            <a:pPr marL="342900" indent="-342900">
              <a:buFont typeface="Wingdings" panose="05000000000000000000" pitchFamily="2" charset="2"/>
              <a:buChar char="q"/>
            </a:pPr>
            <a:r>
              <a:rPr lang="en-US" sz="2000" dirty="0">
                <a:solidFill>
                  <a:schemeClr val="tx1"/>
                </a:solidFill>
                <a:latin typeface="fkGroteskNeue"/>
              </a:rPr>
              <a:t>Modern systems implement real-time DSP correction for:</a:t>
            </a:r>
          </a:p>
          <a:p>
            <a:pPr marL="800100" lvl="1" indent="-342900">
              <a:buFont typeface="Wingdings" panose="05000000000000000000" pitchFamily="2" charset="2"/>
              <a:buChar char="q"/>
            </a:pPr>
            <a:r>
              <a:rPr lang="en-US" sz="2000" b="1" dirty="0">
                <a:solidFill>
                  <a:srgbClr val="C00000"/>
                </a:solidFill>
                <a:latin typeface="fkGroteskNeue"/>
              </a:rPr>
              <a:t>Gain mismatch</a:t>
            </a:r>
          </a:p>
          <a:p>
            <a:pPr marL="800100" lvl="1" indent="-342900">
              <a:buFont typeface="Wingdings" panose="05000000000000000000" pitchFamily="2" charset="2"/>
              <a:buChar char="q"/>
            </a:pPr>
            <a:r>
              <a:rPr lang="en-US" sz="2000" b="1" dirty="0">
                <a:solidFill>
                  <a:srgbClr val="C00000"/>
                </a:solidFill>
                <a:latin typeface="fkGroteskNeue"/>
              </a:rPr>
              <a:t>Offset mismatch</a:t>
            </a:r>
          </a:p>
          <a:p>
            <a:pPr marL="800100" lvl="1" indent="-342900">
              <a:buFont typeface="Wingdings" panose="05000000000000000000" pitchFamily="2" charset="2"/>
              <a:buChar char="q"/>
            </a:pPr>
            <a:r>
              <a:rPr lang="en-US" sz="2000" b="1" dirty="0">
                <a:solidFill>
                  <a:srgbClr val="C00000"/>
                </a:solidFill>
                <a:latin typeface="fkGroteskNeue"/>
              </a:rPr>
              <a:t>Timing skew/jitter</a:t>
            </a:r>
          </a:p>
          <a:p>
            <a:pPr marL="342900" indent="-342900">
              <a:buFont typeface="Wingdings" panose="05000000000000000000" pitchFamily="2" charset="2"/>
              <a:buChar char="q"/>
            </a:pPr>
            <a:r>
              <a:rPr lang="en-US" sz="2000" dirty="0">
                <a:solidFill>
                  <a:schemeClr val="tx1"/>
                </a:solidFill>
                <a:latin typeface="fkGroteskNeue"/>
              </a:rPr>
              <a:t>Enables sustained high ENOB, even under process/drift </a:t>
            </a:r>
            <a:r>
              <a:rPr lang="en-US" sz="2000" dirty="0" smtClean="0">
                <a:solidFill>
                  <a:schemeClr val="tx1"/>
                </a:solidFill>
                <a:latin typeface="fkGroteskNeue"/>
              </a:rPr>
              <a:t>variations.</a:t>
            </a:r>
          </a:p>
          <a:p>
            <a:pPr marL="0" indent="0">
              <a:buNone/>
            </a:pPr>
            <a:endParaRPr lang="en-US" dirty="0"/>
          </a:p>
        </p:txBody>
      </p:sp>
      <p:sp>
        <p:nvSpPr>
          <p:cNvPr id="9" name="Rectangle 8"/>
          <p:cNvSpPr/>
          <p:nvPr/>
        </p:nvSpPr>
        <p:spPr>
          <a:xfrm>
            <a:off x="391160" y="1905001"/>
            <a:ext cx="5801360" cy="2712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6390640" y="1910081"/>
            <a:ext cx="5801360" cy="2712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Rectangle 10"/>
          <p:cNvSpPr/>
          <p:nvPr/>
        </p:nvSpPr>
        <p:spPr>
          <a:xfrm>
            <a:off x="370840" y="5054938"/>
            <a:ext cx="11724640" cy="923330"/>
          </a:xfrm>
          <a:prstGeom prst="rect">
            <a:avLst/>
          </a:prstGeom>
        </p:spPr>
        <p:txBody>
          <a:bodyPr wrap="square">
            <a:spAutoFit/>
          </a:bodyPr>
          <a:lstStyle/>
          <a:p>
            <a:pPr marL="285750" indent="-285750">
              <a:buFont typeface="Wingdings" panose="05000000000000000000" pitchFamily="2" charset="2"/>
              <a:buChar char="q"/>
            </a:pPr>
            <a:r>
              <a:rPr lang="en-US" dirty="0">
                <a:latin typeface="fkGroteskNeue"/>
              </a:rPr>
              <a:t>Time-interleaved ADCs are foundational for next-generation </a:t>
            </a:r>
            <a:r>
              <a:rPr lang="en-US" dirty="0" err="1" smtClean="0">
                <a:latin typeface="fkGroteskNeue"/>
              </a:rPr>
              <a:t>giga</a:t>
            </a:r>
            <a:r>
              <a:rPr lang="en-US" dirty="0" smtClean="0">
                <a:latin typeface="fkGroteskNeue"/>
              </a:rPr>
              <a:t> sample </a:t>
            </a:r>
            <a:r>
              <a:rPr lang="en-US" dirty="0">
                <a:latin typeface="fkGroteskNeue"/>
              </a:rPr>
              <a:t>bandwidth in compact, efficient </a:t>
            </a:r>
            <a:r>
              <a:rPr lang="en-US" dirty="0" err="1">
                <a:latin typeface="fkGroteskNeue"/>
              </a:rPr>
              <a:t>SoCs</a:t>
            </a:r>
            <a:r>
              <a:rPr lang="en-US" dirty="0">
                <a:latin typeface="fkGroteskNeue"/>
              </a:rPr>
              <a:t>.</a:t>
            </a:r>
          </a:p>
          <a:p>
            <a:pPr marL="285750" indent="-285750">
              <a:buFont typeface="Wingdings" panose="05000000000000000000" pitchFamily="2" charset="2"/>
              <a:buChar char="q"/>
            </a:pPr>
            <a:r>
              <a:rPr lang="en-US" dirty="0">
                <a:latin typeface="fkGroteskNeue"/>
              </a:rPr>
              <a:t>Clocking strategy, calibration, and digital correction are enablers of exceptional performance.</a:t>
            </a:r>
          </a:p>
          <a:p>
            <a:pPr marL="285750" indent="-285750">
              <a:buFont typeface="Wingdings" panose="05000000000000000000" pitchFamily="2" charset="2"/>
              <a:buChar char="q"/>
            </a:pPr>
            <a:r>
              <a:rPr lang="en-US" dirty="0">
                <a:latin typeface="fkGroteskNeue"/>
              </a:rPr>
              <a:t>Architecture aligns with industry shifts toward multi-functional, broadband, software-defined platforms</a:t>
            </a:r>
            <a:endParaRPr lang="en-US" b="0" i="0" dirty="0">
              <a:effectLst/>
              <a:latin typeface="fkGroteskNeue"/>
            </a:endParaRPr>
          </a:p>
        </p:txBody>
      </p:sp>
    </p:spTree>
    <p:extLst>
      <p:ext uri="{BB962C8B-B14F-4D97-AF65-F5344CB8AC3E}">
        <p14:creationId xmlns:p14="http://schemas.microsoft.com/office/powerpoint/2010/main" val="140810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14C2AB5-83C8-BBFF-B559-F331182DFC0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273" name="Rectangle 272">
            <a:extLst>
              <a:ext uri="{FF2B5EF4-FFF2-40B4-BE49-F238E27FC236}">
                <a16:creationId xmlns:a16="http://schemas.microsoft.com/office/drawing/2014/main" id="{DCA127D9-DA98-4270-455A-CBB92EA55E72}"/>
              </a:ext>
            </a:extLst>
          </p:cNvPr>
          <p:cNvSpPr/>
          <p:nvPr/>
        </p:nvSpPr>
        <p:spPr>
          <a:xfrm>
            <a:off x="134106" y="756967"/>
            <a:ext cx="4938559" cy="5546555"/>
          </a:xfrm>
          <a:prstGeom prst="rect">
            <a:avLst/>
          </a:prstGeom>
          <a:solidFill>
            <a:schemeClr val="bg1">
              <a:lumMod val="95000"/>
            </a:schemeClr>
          </a:solidFill>
          <a:ln w="2857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
        <p:nvSpPr>
          <p:cNvPr id="5" name="TextBox 4">
            <a:extLst>
              <a:ext uri="{FF2B5EF4-FFF2-40B4-BE49-F238E27FC236}">
                <a16:creationId xmlns:a16="http://schemas.microsoft.com/office/drawing/2014/main" id="{C40DB5F0-0350-50AE-665E-057E3D9CC366}"/>
              </a:ext>
            </a:extLst>
          </p:cNvPr>
          <p:cNvSpPr txBox="1"/>
          <p:nvPr/>
        </p:nvSpPr>
        <p:spPr>
          <a:xfrm>
            <a:off x="134105" y="737383"/>
            <a:ext cx="4938559" cy="5632311"/>
          </a:xfrm>
          <a:prstGeom prst="rect">
            <a:avLst/>
          </a:prstGeom>
          <a:noFill/>
        </p:spPr>
        <p:txBody>
          <a:bodyPr wrap="square">
            <a:spAutoFit/>
          </a:bodyPr>
          <a:lstStyle/>
          <a:p>
            <a:pPr algn="ctr"/>
            <a:r>
              <a:rPr lang="en-US" b="1" dirty="0">
                <a:solidFill>
                  <a:srgbClr val="C00000"/>
                </a:solidFill>
                <a:latin typeface="fkGrotesk"/>
              </a:rPr>
              <a:t>Working Principle</a:t>
            </a:r>
          </a:p>
          <a:p>
            <a:pPr algn="just"/>
            <a:r>
              <a:rPr lang="en-US" dirty="0">
                <a:latin typeface="fkGroteskNeue"/>
              </a:rPr>
              <a:t>At the heart of the interleaved ADC is the distribution of input sampling across multiple parallel ADC cores—here, four sub-ADCs—each clocked at a phase-shifted clock signal </a:t>
            </a:r>
            <a:r>
              <a:rPr lang="en-US" dirty="0" smtClean="0">
                <a:latin typeface="fkGroteskNeue"/>
              </a:rPr>
              <a:t>(</a:t>
            </a:r>
            <a:r>
              <a:rPr lang="en-US" i="1" dirty="0" smtClean="0">
                <a:latin typeface="KaTeX_Math"/>
              </a:rPr>
              <a:t>CK</a:t>
            </a:r>
            <a:r>
              <a:rPr lang="en-US" baseline="-25000" dirty="0" smtClean="0">
                <a:latin typeface="KaTeX_Main"/>
              </a:rPr>
              <a:t>1</a:t>
            </a:r>
            <a:r>
              <a:rPr lang="en-US" dirty="0">
                <a:latin typeface="fkGroteskNeue"/>
              </a:rPr>
              <a:t> to </a:t>
            </a:r>
            <a:r>
              <a:rPr lang="en-US" i="1" dirty="0" smtClean="0">
                <a:latin typeface="KaTeX_Math"/>
              </a:rPr>
              <a:t>CK</a:t>
            </a:r>
            <a:r>
              <a:rPr lang="en-US" baseline="-25000" dirty="0" smtClean="0">
                <a:latin typeface="KaTeX_Main"/>
              </a:rPr>
              <a:t>4</a:t>
            </a:r>
            <a:r>
              <a:rPr lang="en-US" dirty="0">
                <a:latin typeface="fkGroteskNeue"/>
              </a:rPr>
              <a:t>). The clock signals are generated using a clock phase generator, often realized via a precision PLL-based multiphase clock source, which outputs </a:t>
            </a:r>
            <a:r>
              <a:rPr lang="en-US" i="1" dirty="0" smtClean="0">
                <a:latin typeface="KaTeX_Math"/>
              </a:rPr>
              <a:t>N</a:t>
            </a:r>
            <a:r>
              <a:rPr lang="en-US" dirty="0" smtClean="0">
                <a:latin typeface="KaTeX_Main"/>
              </a:rPr>
              <a:t>=4</a:t>
            </a:r>
            <a:r>
              <a:rPr lang="en-US" dirty="0">
                <a:latin typeface="fkGroteskNeue"/>
              </a:rPr>
              <a:t> clock phases offset by 90° intervals</a:t>
            </a:r>
            <a:r>
              <a:rPr lang="en-US" dirty="0" smtClean="0">
                <a:latin typeface="fkGroteskNeue"/>
              </a:rPr>
              <a:t>.</a:t>
            </a:r>
          </a:p>
          <a:p>
            <a:pPr algn="just"/>
            <a:endParaRPr lang="en-US" dirty="0">
              <a:latin typeface="fkGroteskNeue"/>
            </a:endParaRPr>
          </a:p>
          <a:p>
            <a:pPr marL="285750" indent="-285750" algn="just">
              <a:buFont typeface="Wingdings" panose="05000000000000000000" pitchFamily="2" charset="2"/>
              <a:buChar char="q"/>
            </a:pPr>
            <a:r>
              <a:rPr lang="en-US" b="1" dirty="0">
                <a:solidFill>
                  <a:srgbClr val="00B050"/>
                </a:solidFill>
                <a:latin typeface="fkGroteskNeue"/>
              </a:rPr>
              <a:t>Input Buffering and Data Path</a:t>
            </a:r>
            <a:r>
              <a:rPr lang="en-US" b="1" dirty="0" smtClean="0">
                <a:solidFill>
                  <a:srgbClr val="00B050"/>
                </a:solidFill>
                <a:latin typeface="fkGroteskNeue"/>
              </a:rPr>
              <a:t>:</a:t>
            </a:r>
            <a:r>
              <a:rPr lang="en-US" dirty="0">
                <a:latin typeface="fkGroteskNeue"/>
              </a:rPr>
              <a:t/>
            </a:r>
            <a:br>
              <a:rPr lang="en-US" dirty="0">
                <a:latin typeface="fkGroteskNeue"/>
              </a:rPr>
            </a:br>
            <a:r>
              <a:rPr lang="en-US" dirty="0">
                <a:latin typeface="fkGroteskNeue"/>
              </a:rPr>
              <a:t>The analog input </a:t>
            </a:r>
            <a:r>
              <a:rPr lang="en-US" i="1" dirty="0" smtClean="0">
                <a:latin typeface="KaTeX_Math"/>
              </a:rPr>
              <a:t>A</a:t>
            </a:r>
            <a:r>
              <a:rPr lang="en-US" i="1" baseline="-25000" dirty="0" smtClean="0">
                <a:latin typeface="KaTeX_Math"/>
              </a:rPr>
              <a:t>IN</a:t>
            </a:r>
            <a:r>
              <a:rPr lang="en-US" dirty="0">
                <a:latin typeface="fkGroteskNeue"/>
              </a:rPr>
              <a:t> is buffered and simultaneously routed to the sample-and-hold stages of all four ADC cores. Each core samples the same analog signal at periodic intervals, but those intervals are staggered such that each converter operates at </a:t>
            </a:r>
            <a:r>
              <a:rPr lang="en-US" i="1" dirty="0" smtClean="0">
                <a:latin typeface="KaTeX_Math"/>
              </a:rPr>
              <a:t>F</a:t>
            </a:r>
            <a:r>
              <a:rPr lang="en-US" i="1" baseline="-25000" dirty="0" smtClean="0">
                <a:latin typeface="KaTeX_Math"/>
              </a:rPr>
              <a:t>S</a:t>
            </a:r>
            <a:r>
              <a:rPr lang="en-US" dirty="0" smtClean="0">
                <a:latin typeface="KaTeX_Main"/>
              </a:rPr>
              <a:t>/4</a:t>
            </a:r>
            <a:r>
              <a:rPr lang="en-US" dirty="0">
                <a:latin typeface="fkGroteskNeue"/>
              </a:rPr>
              <a:t>, where </a:t>
            </a:r>
            <a:r>
              <a:rPr lang="en-US" i="1" dirty="0" smtClean="0">
                <a:latin typeface="KaTeX_Math"/>
              </a:rPr>
              <a:t>F</a:t>
            </a:r>
            <a:r>
              <a:rPr lang="en-US" i="1" baseline="-25000" dirty="0" smtClean="0">
                <a:latin typeface="KaTeX_Math"/>
              </a:rPr>
              <a:t>S</a:t>
            </a:r>
            <a:r>
              <a:rPr lang="en-US" dirty="0">
                <a:latin typeface="fkGroteskNeue"/>
              </a:rPr>
              <a:t> denotes the desired overall sampling rate</a:t>
            </a:r>
            <a:r>
              <a:rPr lang="en-US" dirty="0" smtClean="0">
                <a:latin typeface="fkGroteskNeue"/>
              </a:rPr>
              <a:t>.</a:t>
            </a:r>
            <a:endParaRPr lang="en-US" dirty="0">
              <a:latin typeface="fkGroteskNeue"/>
            </a:endParaRPr>
          </a:p>
        </p:txBody>
      </p:sp>
      <p:sp>
        <p:nvSpPr>
          <p:cNvPr id="7" name="Title 1">
            <a:extLst>
              <a:ext uri="{FF2B5EF4-FFF2-40B4-BE49-F238E27FC236}">
                <a16:creationId xmlns:a16="http://schemas.microsoft.com/office/drawing/2014/main" id="{8C3FA992-ED76-CDCC-4BC9-93128BC100AE}"/>
              </a:ext>
            </a:extLst>
          </p:cNvPr>
          <p:cNvSpPr txBox="1">
            <a:spLocks/>
          </p:cNvSpPr>
          <p:nvPr/>
        </p:nvSpPr>
        <p:spPr>
          <a:xfrm>
            <a:off x="0" y="0"/>
            <a:ext cx="10043160" cy="508832"/>
          </a:xfrm>
          <a:prstGeom prst="rect">
            <a:avLst/>
          </a:prstGeom>
        </p:spPr>
        <p:txBody>
          <a:bodyPr>
            <a:noAutofit/>
          </a:bodyPr>
          <a:lstStyle>
            <a:lvl1pPr algn="l" defTabSz="914400" rtl="0" eaLnBrk="1" latinLnBrk="0" hangingPunct="1">
              <a:spcBef>
                <a:spcPct val="0"/>
              </a:spcBef>
              <a:buNone/>
              <a:defRPr lang="nl-BE" sz="3600" kern="1200" baseline="0" dirty="0">
                <a:solidFill>
                  <a:schemeClr val="tx2"/>
                </a:solidFill>
                <a:latin typeface="Arial" pitchFamily="34" charset="0"/>
                <a:ea typeface="+mj-ea"/>
                <a:cs typeface="Arial" pitchFamily="34" charset="0"/>
              </a:defRPr>
            </a:lvl1pPr>
          </a:lstStyle>
          <a:p>
            <a:r>
              <a:rPr lang="en-GB" sz="3200" b="1" dirty="0">
                <a:solidFill>
                  <a:srgbClr val="002060"/>
                </a:solidFill>
                <a:latin typeface="+mn-lt"/>
                <a:cs typeface="Times New Roman" panose="02020603050405020304" pitchFamily="18" charset="0"/>
              </a:rPr>
              <a:t>Four-way interleaved Analog-to-Digital Converter</a:t>
            </a:r>
            <a:endParaRPr lang="en-IN" sz="3200" b="1" dirty="0">
              <a:solidFill>
                <a:srgbClr val="002060"/>
              </a:solidFill>
              <a:latin typeface="+mn-lt"/>
              <a:cs typeface="Times New Roman" panose="02020603050405020304" pitchFamily="18" charset="0"/>
            </a:endParaRPr>
          </a:p>
        </p:txBody>
      </p:sp>
      <p:pic>
        <p:nvPicPr>
          <p:cNvPr id="523" name="Picture 522">
            <a:extLst>
              <a:ext uri="{FF2B5EF4-FFF2-40B4-BE49-F238E27FC236}">
                <a16:creationId xmlns:a16="http://schemas.microsoft.com/office/drawing/2014/main" id="{C2AF7518-FB0F-B6BC-94FD-9FE50ABD98B1}"/>
              </a:ext>
            </a:extLst>
          </p:cNvPr>
          <p:cNvPicPr>
            <a:picLocks noChangeAspect="1"/>
          </p:cNvPicPr>
          <p:nvPr/>
        </p:nvPicPr>
        <p:blipFill>
          <a:blip r:embed="rId2"/>
          <a:stretch>
            <a:fillRect/>
          </a:stretch>
        </p:blipFill>
        <p:spPr>
          <a:xfrm>
            <a:off x="5706534" y="2232610"/>
            <a:ext cx="5401734" cy="4012430"/>
          </a:xfrm>
          <a:prstGeom prst="rect">
            <a:avLst/>
          </a:prstGeom>
        </p:spPr>
      </p:pic>
      <p:sp>
        <p:nvSpPr>
          <p:cNvPr id="8" name="Date Placeholder 7"/>
          <p:cNvSpPr>
            <a:spLocks noGrp="1"/>
          </p:cNvSpPr>
          <p:nvPr>
            <p:ph type="dt" sz="half" idx="10"/>
          </p:nvPr>
        </p:nvSpPr>
        <p:spPr/>
        <p:txBody>
          <a:bodyPr/>
          <a:lstStyle/>
          <a:p>
            <a:fld id="{D3F05AC4-1354-4517-9DA6-AD7F8348F440}" type="datetime1">
              <a:rPr lang="en-US" smtClean="0"/>
              <a:t>9/1/2026</a:t>
            </a:fld>
            <a:endParaRPr lang="en-BE"/>
          </a:p>
        </p:txBody>
      </p:sp>
      <p:sp>
        <p:nvSpPr>
          <p:cNvPr id="9" name="Footer Placeholder 8"/>
          <p:cNvSpPr>
            <a:spLocks noGrp="1"/>
          </p:cNvSpPr>
          <p:nvPr>
            <p:ph type="ftr" sz="quarter" idx="11"/>
          </p:nvPr>
        </p:nvSpPr>
        <p:spPr>
          <a:xfrm>
            <a:off x="3363478" y="6419849"/>
            <a:ext cx="4942322" cy="365125"/>
          </a:xfrm>
        </p:spPr>
        <p:txBody>
          <a:bodyPr/>
          <a:lstStyle/>
          <a:p>
            <a:r>
              <a:rPr lang="en-US" smtClean="0"/>
              <a:t>5-Day International Workshop on “Recent Advances in Semiconductor and Emerging Devices for Chip Design” © Neeraj Mishra</a:t>
            </a:r>
            <a:endParaRPr lang="en-BE" dirty="0"/>
          </a:p>
        </p:txBody>
      </p:sp>
      <p:sp>
        <p:nvSpPr>
          <p:cNvPr id="10" name="Slide Number Placeholder 9"/>
          <p:cNvSpPr>
            <a:spLocks noGrp="1"/>
          </p:cNvSpPr>
          <p:nvPr>
            <p:ph type="sldNum" sz="quarter" idx="12"/>
          </p:nvPr>
        </p:nvSpPr>
        <p:spPr/>
        <p:txBody>
          <a:bodyPr/>
          <a:lstStyle/>
          <a:p>
            <a:fld id="{60331F8A-FA1D-427D-B40D-66DA77956C52}" type="slidenum">
              <a:rPr lang="en-BE" smtClean="0"/>
              <a:t>17</a:t>
            </a:fld>
            <a:endParaRPr lang="en-BE"/>
          </a:p>
        </p:txBody>
      </p:sp>
      <p:sp>
        <p:nvSpPr>
          <p:cNvPr id="2" name="Rectangle 1"/>
          <p:cNvSpPr/>
          <p:nvPr/>
        </p:nvSpPr>
        <p:spPr>
          <a:xfrm>
            <a:off x="5164667" y="1002437"/>
            <a:ext cx="7027333" cy="1200329"/>
          </a:xfrm>
          <a:prstGeom prst="rect">
            <a:avLst/>
          </a:prstGeom>
        </p:spPr>
        <p:txBody>
          <a:bodyPr wrap="square">
            <a:spAutoFit/>
          </a:bodyPr>
          <a:lstStyle/>
          <a:p>
            <a:pPr algn="just"/>
            <a:r>
              <a:rPr lang="en-US" dirty="0"/>
              <a:t>This </a:t>
            </a:r>
            <a:r>
              <a:rPr lang="en-US" dirty="0" smtClean="0"/>
              <a:t>details </a:t>
            </a:r>
            <a:r>
              <a:rPr lang="en-US" dirty="0"/>
              <a:t>the operational principle and architectural organization of a four-channel time-interleaved ADC system, designed to deliver the high-throughput, high-dynamic-range performance demanded by advanced communication receivers and mixed-signal front-ends.</a:t>
            </a:r>
          </a:p>
        </p:txBody>
      </p:sp>
      <p:sp>
        <p:nvSpPr>
          <p:cNvPr id="11" name="Rectangle 10">
            <a:extLst>
              <a:ext uri="{FF2B5EF4-FFF2-40B4-BE49-F238E27FC236}">
                <a16:creationId xmlns:a16="http://schemas.microsoft.com/office/drawing/2014/main" id="{DCA127D9-DA98-4270-455A-CBB92EA55E72}"/>
              </a:ext>
            </a:extLst>
          </p:cNvPr>
          <p:cNvSpPr/>
          <p:nvPr/>
        </p:nvSpPr>
        <p:spPr>
          <a:xfrm>
            <a:off x="5169656" y="1022350"/>
            <a:ext cx="6965194" cy="5289550"/>
          </a:xfrm>
          <a:prstGeom prst="rect">
            <a:avLst/>
          </a:prstGeom>
          <a:noFill/>
          <a:ln w="2857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Tree>
    <p:extLst>
      <p:ext uri="{BB962C8B-B14F-4D97-AF65-F5344CB8AC3E}">
        <p14:creationId xmlns:p14="http://schemas.microsoft.com/office/powerpoint/2010/main" val="449103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 grpId="0" animBg="1"/>
      <p:bldP spid="5"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14C2AB5-83C8-BBFF-B559-F331182DFC0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Arial"/>
              <a:ea typeface="맑은 고딕"/>
              <a:cs typeface="+mn-cs"/>
            </a:endParaRPr>
          </a:p>
        </p:txBody>
      </p:sp>
      <p:sp>
        <p:nvSpPr>
          <p:cNvPr id="273" name="Rectangle 272">
            <a:extLst>
              <a:ext uri="{FF2B5EF4-FFF2-40B4-BE49-F238E27FC236}">
                <a16:creationId xmlns:a16="http://schemas.microsoft.com/office/drawing/2014/main" id="{DCA127D9-DA98-4270-455A-CBB92EA55E72}"/>
              </a:ext>
            </a:extLst>
          </p:cNvPr>
          <p:cNvSpPr/>
          <p:nvPr/>
        </p:nvSpPr>
        <p:spPr>
          <a:xfrm>
            <a:off x="159506" y="994034"/>
            <a:ext cx="5955544" cy="5313634"/>
          </a:xfrm>
          <a:prstGeom prst="rect">
            <a:avLst/>
          </a:prstGeom>
          <a:solidFill>
            <a:schemeClr val="bg1">
              <a:lumMod val="95000"/>
            </a:schemeClr>
          </a:solidFill>
          <a:ln w="28575">
            <a:solidFill>
              <a:srgbClr val="00206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noFill/>
              </a:ln>
              <a:solidFill>
                <a:prstClr val="white"/>
              </a:solidFill>
              <a:effectLst/>
              <a:uLnTx/>
              <a:uFillTx/>
              <a:latin typeface="Arial"/>
              <a:ea typeface="맑은 고딕"/>
              <a:cs typeface="+mn-cs"/>
            </a:endParaRPr>
          </a:p>
        </p:txBody>
      </p:sp>
      <p:sp>
        <p:nvSpPr>
          <p:cNvPr id="5" name="TextBox 4">
            <a:extLst>
              <a:ext uri="{FF2B5EF4-FFF2-40B4-BE49-F238E27FC236}">
                <a16:creationId xmlns:a16="http://schemas.microsoft.com/office/drawing/2014/main" id="{C40DB5F0-0350-50AE-665E-057E3D9CC366}"/>
              </a:ext>
            </a:extLst>
          </p:cNvPr>
          <p:cNvSpPr txBox="1"/>
          <p:nvPr/>
        </p:nvSpPr>
        <p:spPr>
          <a:xfrm>
            <a:off x="151039" y="982916"/>
            <a:ext cx="5906861" cy="5355312"/>
          </a:xfrm>
          <a:prstGeom prst="rect">
            <a:avLst/>
          </a:prstGeom>
          <a:noFill/>
        </p:spPr>
        <p:txBody>
          <a:bodyPr wrap="square">
            <a:spAutoFit/>
          </a:bodyPr>
          <a:lstStyle/>
          <a:p>
            <a:pPr marL="285750" indent="-285750" algn="ctr">
              <a:buFont typeface="Wingdings" panose="05000000000000000000" pitchFamily="2" charset="2"/>
              <a:buChar char="q"/>
            </a:pPr>
            <a:r>
              <a:rPr lang="en-US" b="1" dirty="0">
                <a:solidFill>
                  <a:srgbClr val="00B050"/>
                </a:solidFill>
                <a:latin typeface="fkGroteskNeue"/>
              </a:rPr>
              <a:t>Sampling Phases</a:t>
            </a:r>
            <a:r>
              <a:rPr lang="en-US" b="1" dirty="0" smtClean="0">
                <a:solidFill>
                  <a:srgbClr val="00B050"/>
                </a:solidFill>
                <a:latin typeface="fkGroteskNeue"/>
              </a:rPr>
              <a:t>:</a:t>
            </a:r>
          </a:p>
          <a:p>
            <a:pPr lvl="1" algn="just"/>
            <a:r>
              <a:rPr lang="en-US" dirty="0" smtClean="0">
                <a:latin typeface="fkGroteskNeue"/>
              </a:rPr>
              <a:t>Each </a:t>
            </a:r>
            <a:r>
              <a:rPr lang="en-US" dirty="0">
                <a:latin typeface="fkGroteskNeue"/>
              </a:rPr>
              <a:t>ADC receives a unique clock phase, ensuring the </a:t>
            </a:r>
            <a:r>
              <a:rPr lang="en-US" dirty="0" smtClean="0">
                <a:latin typeface="fkGroteskNeue"/>
              </a:rPr>
              <a:t>sampling instants</a:t>
            </a:r>
            <a:r>
              <a:rPr lang="en-US" dirty="0">
                <a:latin typeface="fkGroteskNeue"/>
              </a:rPr>
              <a:t> </a:t>
            </a:r>
            <a:r>
              <a:rPr lang="en-US" i="1" dirty="0" smtClean="0">
                <a:latin typeface="KaTeX_Math"/>
              </a:rPr>
              <a:t>T</a:t>
            </a:r>
            <a:r>
              <a:rPr lang="en-US" baseline="-25000" dirty="0" smtClean="0">
                <a:latin typeface="KaTeX_Main"/>
              </a:rPr>
              <a:t>1</a:t>
            </a:r>
            <a:r>
              <a:rPr lang="en-US" dirty="0" smtClean="0">
                <a:latin typeface="KaTeX_Main"/>
              </a:rPr>
              <a:t>,</a:t>
            </a:r>
            <a:r>
              <a:rPr lang="en-US" i="1" dirty="0" smtClean="0">
                <a:latin typeface="KaTeX_Math"/>
              </a:rPr>
              <a:t>T</a:t>
            </a:r>
            <a:r>
              <a:rPr lang="en-US" baseline="-25000" dirty="0" smtClean="0">
                <a:latin typeface="KaTeX_Main"/>
              </a:rPr>
              <a:t>2</a:t>
            </a:r>
            <a:r>
              <a:rPr lang="en-US" dirty="0" smtClean="0">
                <a:latin typeface="KaTeX_Main"/>
              </a:rPr>
              <a:t>,</a:t>
            </a:r>
            <a:r>
              <a:rPr lang="en-US" i="1" dirty="0" smtClean="0">
                <a:latin typeface="KaTeX_Math"/>
              </a:rPr>
              <a:t>T</a:t>
            </a:r>
            <a:r>
              <a:rPr lang="en-US" baseline="-25000" dirty="0" smtClean="0">
                <a:latin typeface="KaTeX_Main"/>
              </a:rPr>
              <a:t>3</a:t>
            </a:r>
            <a:r>
              <a:rPr lang="en-US" dirty="0" smtClean="0">
                <a:latin typeface="KaTeX_Main"/>
              </a:rPr>
              <a:t>,</a:t>
            </a:r>
            <a:r>
              <a:rPr lang="en-US" i="1" dirty="0" smtClean="0">
                <a:latin typeface="KaTeX_Math"/>
              </a:rPr>
              <a:t>T</a:t>
            </a:r>
            <a:r>
              <a:rPr lang="en-US" baseline="-25000" dirty="0" smtClean="0">
                <a:latin typeface="KaTeX_Main"/>
              </a:rPr>
              <a:t>4</a:t>
            </a:r>
            <a:r>
              <a:rPr lang="en-US" dirty="0">
                <a:latin typeface="fkGroteskNeue"/>
              </a:rPr>
              <a:t> are equally spaced within a single period </a:t>
            </a:r>
            <a:r>
              <a:rPr lang="en-US" i="1" dirty="0" smtClean="0">
                <a:latin typeface="KaTeX_Math"/>
              </a:rPr>
              <a:t>F</a:t>
            </a:r>
            <a:r>
              <a:rPr lang="en-US" i="1" baseline="-25000" dirty="0" smtClean="0">
                <a:latin typeface="KaTeX_Math"/>
              </a:rPr>
              <a:t>S</a:t>
            </a:r>
            <a:r>
              <a:rPr lang="en-US" dirty="0">
                <a:latin typeface="KaTeX_Main"/>
              </a:rPr>
              <a:t>−1</a:t>
            </a:r>
            <a:r>
              <a:rPr lang="en-US" dirty="0">
                <a:latin typeface="fkGroteskNeue"/>
              </a:rPr>
              <a:t>. This subdivides the input’s time axis, allowing interleaved conversion and higher aggregate sample throughput</a:t>
            </a:r>
            <a:r>
              <a:rPr lang="en-US" dirty="0" smtClean="0">
                <a:latin typeface="fkGroteskNeue"/>
              </a:rPr>
              <a:t>.</a:t>
            </a:r>
          </a:p>
          <a:p>
            <a:pPr lvl="1" algn="just"/>
            <a:endParaRPr lang="en-US" dirty="0">
              <a:latin typeface="fkGroteskNeue"/>
            </a:endParaRPr>
          </a:p>
          <a:p>
            <a:pPr marL="285750" indent="-285750" algn="ctr">
              <a:buFont typeface="Wingdings" panose="05000000000000000000" pitchFamily="2" charset="2"/>
              <a:buChar char="q"/>
            </a:pPr>
            <a:r>
              <a:rPr lang="en-US" b="1" dirty="0">
                <a:solidFill>
                  <a:srgbClr val="00B050"/>
                </a:solidFill>
                <a:latin typeface="fkGroteskNeue"/>
              </a:rPr>
              <a:t>Data Alignment </a:t>
            </a:r>
            <a:r>
              <a:rPr lang="en-US" b="1" dirty="0" smtClean="0">
                <a:solidFill>
                  <a:srgbClr val="00B050"/>
                </a:solidFill>
                <a:latin typeface="fkGroteskNeue"/>
              </a:rPr>
              <a:t>Logic:</a:t>
            </a:r>
          </a:p>
          <a:p>
            <a:pPr lvl="1" algn="just"/>
            <a:r>
              <a:rPr lang="en-US" dirty="0" smtClean="0">
                <a:latin typeface="fkGroteskNeue"/>
              </a:rPr>
              <a:t>Parallel digital outputs (</a:t>
            </a:r>
            <a:r>
              <a:rPr lang="en-US" i="1" dirty="0" smtClean="0">
                <a:latin typeface="KaTeX_Math"/>
              </a:rPr>
              <a:t>D</a:t>
            </a:r>
            <a:r>
              <a:rPr lang="en-US" baseline="-25000" dirty="0" smtClean="0">
                <a:latin typeface="KaTeX_Main"/>
              </a:rPr>
              <a:t>1</a:t>
            </a:r>
            <a:r>
              <a:rPr lang="en-US" dirty="0" smtClean="0">
                <a:latin typeface="KaTeX_Main"/>
              </a:rPr>
              <a:t>,</a:t>
            </a:r>
            <a:r>
              <a:rPr lang="en-US" i="1" dirty="0" smtClean="0">
                <a:latin typeface="KaTeX_Math"/>
              </a:rPr>
              <a:t>D</a:t>
            </a:r>
            <a:r>
              <a:rPr lang="en-US" baseline="-25000" dirty="0" smtClean="0">
                <a:latin typeface="KaTeX_Main"/>
              </a:rPr>
              <a:t>2</a:t>
            </a:r>
            <a:r>
              <a:rPr lang="en-US" dirty="0" smtClean="0">
                <a:latin typeface="KaTeX_Main"/>
              </a:rPr>
              <a:t>,</a:t>
            </a:r>
            <a:r>
              <a:rPr lang="en-US" i="1" dirty="0" smtClean="0">
                <a:latin typeface="KaTeX_Math"/>
              </a:rPr>
              <a:t>D</a:t>
            </a:r>
            <a:r>
              <a:rPr lang="en-US" baseline="-25000" dirty="0" smtClean="0">
                <a:latin typeface="KaTeX_Main"/>
              </a:rPr>
              <a:t>3</a:t>
            </a:r>
            <a:r>
              <a:rPr lang="en-US" dirty="0" smtClean="0">
                <a:latin typeface="KaTeX_Main"/>
              </a:rPr>
              <a:t>,</a:t>
            </a:r>
            <a:r>
              <a:rPr lang="en-US" i="1" dirty="0" smtClean="0">
                <a:latin typeface="KaTeX_Math"/>
              </a:rPr>
              <a:t>D</a:t>
            </a:r>
            <a:r>
              <a:rPr lang="en-US" baseline="-25000" dirty="0" smtClean="0">
                <a:latin typeface="KaTeX_Main"/>
              </a:rPr>
              <a:t>4</a:t>
            </a:r>
            <a:r>
              <a:rPr lang="en-US" dirty="0" smtClean="0">
                <a:latin typeface="fkGroteskNeue"/>
              </a:rPr>
              <a:t>) are time-aligned and dynamically multiplexed, reconstructing a single, uniformly spaced output data stream at </a:t>
            </a:r>
            <a:r>
              <a:rPr lang="en-US" i="1" dirty="0" smtClean="0">
                <a:latin typeface="KaTeX_Math"/>
              </a:rPr>
              <a:t>F</a:t>
            </a:r>
            <a:r>
              <a:rPr lang="en-US" i="1" baseline="-25000" dirty="0" smtClean="0">
                <a:latin typeface="KaTeX_Math"/>
              </a:rPr>
              <a:t>S</a:t>
            </a:r>
            <a:r>
              <a:rPr lang="en-US" dirty="0" smtClean="0">
                <a:latin typeface="fkGroteskNeue"/>
              </a:rPr>
              <a:t>.</a:t>
            </a:r>
          </a:p>
          <a:p>
            <a:pPr lvl="1" algn="just"/>
            <a:endParaRPr lang="en-US" dirty="0" smtClean="0">
              <a:latin typeface="fkGroteskNeue"/>
            </a:endParaRPr>
          </a:p>
          <a:p>
            <a:pPr marL="285750" indent="-285750" algn="ctr">
              <a:buFont typeface="Wingdings" panose="05000000000000000000" pitchFamily="2" charset="2"/>
              <a:buChar char="q"/>
            </a:pPr>
            <a:r>
              <a:rPr lang="en-US" b="1" dirty="0" smtClean="0">
                <a:solidFill>
                  <a:srgbClr val="00B050"/>
                </a:solidFill>
                <a:latin typeface="fkGroteskNeue"/>
              </a:rPr>
              <a:t>Clock </a:t>
            </a:r>
            <a:r>
              <a:rPr lang="en-US" b="1" dirty="0">
                <a:solidFill>
                  <a:srgbClr val="00B050"/>
                </a:solidFill>
                <a:latin typeface="fkGroteskNeue"/>
              </a:rPr>
              <a:t>Generation</a:t>
            </a:r>
            <a:r>
              <a:rPr lang="en-US" b="1" dirty="0" smtClean="0">
                <a:solidFill>
                  <a:srgbClr val="00B050"/>
                </a:solidFill>
                <a:latin typeface="fkGroteskNeue"/>
              </a:rPr>
              <a:t>:</a:t>
            </a:r>
          </a:p>
          <a:p>
            <a:pPr lvl="1" algn="just"/>
            <a:r>
              <a:rPr lang="en-US" dirty="0" smtClean="0">
                <a:latin typeface="fkGroteskNeue"/>
              </a:rPr>
              <a:t>Precision clock generation—implemented with a PLL, phase-frequency detector (PFD), charge pump (CP), and loop filter—ensures low-jitter, phase-coherent drive of all ADC channels, minimizing timing skew and maintaining sampling integrity.</a:t>
            </a:r>
            <a:endParaRPr lang="en-US" b="0" i="0" dirty="0">
              <a:effectLst/>
              <a:latin typeface="fkGroteskNeue"/>
            </a:endParaRPr>
          </a:p>
        </p:txBody>
      </p:sp>
      <p:sp>
        <p:nvSpPr>
          <p:cNvPr id="7" name="Title 1">
            <a:extLst>
              <a:ext uri="{FF2B5EF4-FFF2-40B4-BE49-F238E27FC236}">
                <a16:creationId xmlns:a16="http://schemas.microsoft.com/office/drawing/2014/main" id="{8C3FA992-ED76-CDCC-4BC9-93128BC100AE}"/>
              </a:ext>
            </a:extLst>
          </p:cNvPr>
          <p:cNvSpPr txBox="1">
            <a:spLocks/>
          </p:cNvSpPr>
          <p:nvPr/>
        </p:nvSpPr>
        <p:spPr>
          <a:xfrm>
            <a:off x="0" y="0"/>
            <a:ext cx="10043160" cy="508832"/>
          </a:xfrm>
          <a:prstGeom prst="rect">
            <a:avLst/>
          </a:prstGeom>
        </p:spPr>
        <p:txBody>
          <a:bodyPr>
            <a:noAutofit/>
          </a:bodyPr>
          <a:lstStyle>
            <a:lvl1pPr algn="l" defTabSz="914400" rtl="0" eaLnBrk="1" latinLnBrk="0" hangingPunct="1">
              <a:spcBef>
                <a:spcPct val="0"/>
              </a:spcBef>
              <a:buNone/>
              <a:defRPr lang="nl-BE" sz="3600" kern="1200" baseline="0" dirty="0">
                <a:solidFill>
                  <a:schemeClr val="tx2"/>
                </a:solidFill>
                <a:latin typeface="Arial" pitchFamily="34" charset="0"/>
                <a:ea typeface="+mj-ea"/>
                <a:cs typeface="Arial"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002060"/>
                </a:solidFill>
                <a:effectLst/>
                <a:uLnTx/>
                <a:uFillTx/>
                <a:latin typeface="Arial"/>
                <a:ea typeface="맑은 고딕"/>
                <a:cs typeface="Times New Roman" panose="02020603050405020304" pitchFamily="18" charset="0"/>
              </a:rPr>
              <a:t>Four-way interleaved Analog-to-Digital Converter</a:t>
            </a:r>
            <a:endParaRPr kumimoji="0" lang="en-IN" sz="3200" b="1" i="0" u="none" strike="noStrike" kern="1200" cap="none" spc="0" normalizeH="0" baseline="0" noProof="0" dirty="0">
              <a:ln>
                <a:noFill/>
              </a:ln>
              <a:solidFill>
                <a:srgbClr val="002060"/>
              </a:solidFill>
              <a:effectLst/>
              <a:uLnTx/>
              <a:uFillTx/>
              <a:latin typeface="Arial"/>
              <a:ea typeface="맑은 고딕"/>
              <a:cs typeface="Times New Roman" panose="02020603050405020304" pitchFamily="18" charset="0"/>
            </a:endParaRPr>
          </a:p>
        </p:txBody>
      </p:sp>
      <p:pic>
        <p:nvPicPr>
          <p:cNvPr id="523" name="Picture 522">
            <a:extLst>
              <a:ext uri="{FF2B5EF4-FFF2-40B4-BE49-F238E27FC236}">
                <a16:creationId xmlns:a16="http://schemas.microsoft.com/office/drawing/2014/main" id="{C2AF7518-FB0F-B6BC-94FD-9FE50ABD98B1}"/>
              </a:ext>
            </a:extLst>
          </p:cNvPr>
          <p:cNvPicPr>
            <a:picLocks noChangeAspect="1"/>
          </p:cNvPicPr>
          <p:nvPr/>
        </p:nvPicPr>
        <p:blipFill>
          <a:blip r:embed="rId2"/>
          <a:stretch>
            <a:fillRect/>
          </a:stretch>
        </p:blipFill>
        <p:spPr>
          <a:xfrm>
            <a:off x="6212416" y="1269526"/>
            <a:ext cx="5916329" cy="4394673"/>
          </a:xfrm>
          <a:prstGeom prst="rect">
            <a:avLst/>
          </a:prstGeom>
        </p:spPr>
      </p:pic>
      <p:sp>
        <p:nvSpPr>
          <p:cNvPr id="8" name="Date Placeholder 7"/>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A576769-471C-4FD5-8A49-9C520DB61ED2}" type="datetime1">
              <a:rPr kumimoji="0" lang="en-US" altLang="ko-KR"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9/1/2026</a:t>
            </a:fld>
            <a:endParaRPr kumimoji="0" lang="en-BE" altLang="ko-KR"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9" name="Footer Placeholder 8"/>
          <p:cNvSpPr>
            <a:spLocks noGrp="1"/>
          </p:cNvSpPr>
          <p:nvPr>
            <p:ph type="ftr" sz="quarter" idx="11"/>
          </p:nvPr>
        </p:nvSpPr>
        <p:spPr>
          <a:xfrm>
            <a:off x="3363478" y="6419849"/>
            <a:ext cx="4942322"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t>5-Day International Workshop on “Recent Advances in Semiconductor and Emerging Devices for Chip Design” © Neeraj Mishra</a:t>
            </a:r>
            <a:endParaRPr kumimoji="0" lang="en-BE" sz="1400" b="1"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400" b="1" i="0" u="none" strike="noStrike" kern="1200" cap="none" spc="0" normalizeH="0" baseline="0" noProof="0" smtClean="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BE" sz="1400" b="1" i="0" u="none" strike="noStrike" kern="1200" cap="none" spc="0" normalizeH="0" baseline="0" noProof="0">
              <a:ln>
                <a:noFill/>
              </a:ln>
              <a:solidFill>
                <a:prstClr val="black">
                  <a:lumMod val="75000"/>
                  <a:lumOff val="25000"/>
                </a:prstClr>
              </a:solidFill>
              <a:effectLst/>
              <a:uLnTx/>
              <a:uFillTx/>
              <a:latin typeface="Arial" panose="020B0604020202020204" pitchFamily="34" charset="0"/>
              <a:ea typeface="맑은 고딕"/>
              <a:cs typeface="Arial" panose="020B0604020202020204" pitchFamily="34" charset="0"/>
            </a:endParaRPr>
          </a:p>
        </p:txBody>
      </p:sp>
    </p:spTree>
    <p:extLst>
      <p:ext uri="{BB962C8B-B14F-4D97-AF65-F5344CB8AC3E}">
        <p14:creationId xmlns:p14="http://schemas.microsoft.com/office/powerpoint/2010/main" val="722606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 grpId="0" animBg="1"/>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A6A18C-5DAD-4D94-B5B8-1669E43D3E08}" type="datetime1">
              <a:rPr lang="en-US" smtClean="0"/>
              <a:t>9/1/2026</a:t>
            </a:fld>
            <a:endParaRPr lang="en-BE"/>
          </a:p>
        </p:txBody>
      </p:sp>
      <p:sp>
        <p:nvSpPr>
          <p:cNvPr id="3" name="Footer Placeholder 2"/>
          <p:cNvSpPr>
            <a:spLocks noGrp="1"/>
          </p:cNvSpPr>
          <p:nvPr>
            <p:ph type="ftr" sz="quarter" idx="11"/>
          </p:nvPr>
        </p:nvSpPr>
        <p:spPr>
          <a:xfrm>
            <a:off x="3632718" y="6442075"/>
            <a:ext cx="4933432" cy="365125"/>
          </a:xfrm>
        </p:spPr>
        <p:txBody>
          <a:bodyPr/>
          <a:lstStyle/>
          <a:p>
            <a:r>
              <a:rPr lang="en-US" dirty="0"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19</a:t>
            </a:fld>
            <a:endParaRPr lang="en-BE"/>
          </a:p>
        </p:txBody>
      </p:sp>
      <p:sp>
        <p:nvSpPr>
          <p:cNvPr id="5" name="Rectangle 4"/>
          <p:cNvSpPr/>
          <p:nvPr/>
        </p:nvSpPr>
        <p:spPr>
          <a:xfrm>
            <a:off x="514350" y="1126847"/>
            <a:ext cx="11410950" cy="5078313"/>
          </a:xfrm>
          <a:prstGeom prst="rect">
            <a:avLst/>
          </a:prstGeom>
        </p:spPr>
        <p:txBody>
          <a:bodyPr wrap="square">
            <a:spAutoFit/>
          </a:bodyPr>
          <a:lstStyle/>
          <a:p>
            <a:pPr marL="285750" indent="-285750" algn="ctr">
              <a:buFont typeface="Wingdings" panose="05000000000000000000" pitchFamily="2" charset="2"/>
              <a:buChar char="q"/>
            </a:pPr>
            <a:r>
              <a:rPr lang="en-US" b="1" dirty="0" smtClean="0">
                <a:solidFill>
                  <a:srgbClr val="00B050"/>
                </a:solidFill>
              </a:rPr>
              <a:t>Throughput </a:t>
            </a:r>
            <a:r>
              <a:rPr lang="en-US" b="1" dirty="0">
                <a:solidFill>
                  <a:srgbClr val="00B050"/>
                </a:solidFill>
              </a:rPr>
              <a:t>and SNR Enhancement:</a:t>
            </a:r>
            <a:r>
              <a:rPr lang="en-US" dirty="0"/>
              <a:t/>
            </a:r>
            <a:br>
              <a:rPr lang="en-US" dirty="0"/>
            </a:br>
            <a:r>
              <a:rPr lang="en-US" dirty="0"/>
              <a:t>The interleaved topology multiplies the effective sampling rate by the number of sub-converters, directly addressing the tradeoff between dynamic range and sample rate. SNR is tied to high sampling rates, but true interleaved SNR hinges on matching accuracy, inter-channel gain/offset, and clock skew</a:t>
            </a:r>
            <a:r>
              <a:rPr lang="en-US" dirty="0" smtClean="0"/>
              <a:t>.</a:t>
            </a:r>
          </a:p>
          <a:p>
            <a:pPr marL="285750" indent="-285750" algn="ctr">
              <a:buFont typeface="Wingdings" panose="05000000000000000000" pitchFamily="2" charset="2"/>
              <a:buChar char="q"/>
            </a:pPr>
            <a:endParaRPr lang="en-US" dirty="0"/>
          </a:p>
          <a:p>
            <a:pPr marL="285750" indent="-285750" algn="ctr">
              <a:buFont typeface="Wingdings" panose="05000000000000000000" pitchFamily="2" charset="2"/>
              <a:buChar char="q"/>
            </a:pPr>
            <a:r>
              <a:rPr lang="en-US" b="1" dirty="0">
                <a:solidFill>
                  <a:srgbClr val="00B050"/>
                </a:solidFill>
              </a:rPr>
              <a:t>Data Integrity Challenges:</a:t>
            </a:r>
            <a:r>
              <a:rPr lang="en-US" dirty="0"/>
              <a:t/>
            </a:r>
            <a:br>
              <a:rPr lang="en-US" dirty="0"/>
            </a:br>
            <a:r>
              <a:rPr lang="en-US" dirty="0"/>
              <a:t>Interleaved ADCs demand extremely tight control of inter-channel mismatch (timing, gain, offset, bandwidth). Even minor disparities introduce spurious tones and degrade spectral performance, especially for wideband input signals</a:t>
            </a:r>
            <a:r>
              <a:rPr lang="en-US" dirty="0" smtClean="0"/>
              <a:t>.</a:t>
            </a:r>
          </a:p>
          <a:p>
            <a:pPr marL="285750" indent="-285750" algn="ctr">
              <a:buFont typeface="Wingdings" panose="05000000000000000000" pitchFamily="2" charset="2"/>
              <a:buChar char="q"/>
            </a:pPr>
            <a:endParaRPr lang="en-US" dirty="0"/>
          </a:p>
          <a:p>
            <a:pPr marL="285750" indent="-285750" algn="ctr">
              <a:buFont typeface="Wingdings" panose="05000000000000000000" pitchFamily="2" charset="2"/>
              <a:buChar char="q"/>
            </a:pPr>
            <a:r>
              <a:rPr lang="en-US" b="1" dirty="0">
                <a:solidFill>
                  <a:srgbClr val="00B050"/>
                </a:solidFill>
              </a:rPr>
              <a:t>Clocking Requirements:</a:t>
            </a:r>
            <a:r>
              <a:rPr lang="en-US" dirty="0"/>
              <a:t/>
            </a:r>
            <a:br>
              <a:rPr lang="en-US" dirty="0"/>
            </a:br>
            <a:r>
              <a:rPr lang="en-US" dirty="0"/>
              <a:t>Clock sources must maintain minimal phase error and jitter across all channels. PLL/DLL-based schemes for generating quadrature or multiphase clocks are critical, with automated skew calibration and </a:t>
            </a:r>
            <a:r>
              <a:rPr lang="en-US" dirty="0" err="1"/>
              <a:t>deskew</a:t>
            </a:r>
            <a:r>
              <a:rPr lang="en-US" dirty="0"/>
              <a:t> circuitry often employed in silicon</a:t>
            </a:r>
            <a:r>
              <a:rPr lang="en-US" dirty="0" smtClean="0"/>
              <a:t>.</a:t>
            </a:r>
          </a:p>
          <a:p>
            <a:pPr marL="285750" indent="-285750" algn="ctr">
              <a:buFont typeface="Wingdings" panose="05000000000000000000" pitchFamily="2" charset="2"/>
              <a:buChar char="q"/>
            </a:pPr>
            <a:endParaRPr lang="en-US" dirty="0"/>
          </a:p>
          <a:p>
            <a:pPr marL="285750" indent="-285750" algn="ctr">
              <a:buFont typeface="Wingdings" panose="05000000000000000000" pitchFamily="2" charset="2"/>
              <a:buChar char="q"/>
            </a:pPr>
            <a:r>
              <a:rPr lang="en-US" b="1" dirty="0">
                <a:solidFill>
                  <a:srgbClr val="00B050"/>
                </a:solidFill>
              </a:rPr>
              <a:t>Digital Correction:</a:t>
            </a:r>
            <a:r>
              <a:rPr lang="en-US" dirty="0"/>
              <a:t/>
            </a:r>
            <a:br>
              <a:rPr lang="en-US" dirty="0"/>
            </a:br>
            <a:r>
              <a:rPr lang="en-US" dirty="0"/>
              <a:t>Modern systems incorporate on-chip DSP for background calibration, correcting for offset, gain, timing errors, and mixer aliasing, enabling dynamic adaptation to process, voltage, and temperature shifts</a:t>
            </a:r>
            <a:endParaRPr lang="en-US" b="0" i="0" dirty="0">
              <a:effectLst/>
            </a:endParaRPr>
          </a:p>
        </p:txBody>
      </p:sp>
      <p:sp>
        <p:nvSpPr>
          <p:cNvPr id="6" name="Rectangle 5"/>
          <p:cNvSpPr/>
          <p:nvPr/>
        </p:nvSpPr>
        <p:spPr>
          <a:xfrm>
            <a:off x="3853331" y="169664"/>
            <a:ext cx="4288353" cy="646331"/>
          </a:xfrm>
          <a:prstGeom prst="rect">
            <a:avLst/>
          </a:prstGeom>
        </p:spPr>
        <p:txBody>
          <a:bodyPr wrap="none">
            <a:spAutoFit/>
          </a:bodyPr>
          <a:lstStyle/>
          <a:p>
            <a:pPr lvl="0"/>
            <a:r>
              <a:rPr lang="en-US" sz="3600" b="1" dirty="0">
                <a:latin typeface="fkGrotesk"/>
              </a:rPr>
              <a:t>Advanced Insights</a:t>
            </a:r>
          </a:p>
        </p:txBody>
      </p:sp>
      <p:sp>
        <p:nvSpPr>
          <p:cNvPr id="7" name="Rectangle 6"/>
          <p:cNvSpPr/>
          <p:nvPr/>
        </p:nvSpPr>
        <p:spPr>
          <a:xfrm>
            <a:off x="883920" y="1463041"/>
            <a:ext cx="11099800" cy="8991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878840" y="2834641"/>
            <a:ext cx="11099800" cy="8991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939800" y="4216401"/>
            <a:ext cx="11099800" cy="8991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Rectangle 10"/>
          <p:cNvSpPr/>
          <p:nvPr/>
        </p:nvSpPr>
        <p:spPr>
          <a:xfrm>
            <a:off x="929640" y="5613401"/>
            <a:ext cx="11099800" cy="6299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8349727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9DD72-0472-4432-9216-0988A5E2560D}" type="datetime1">
              <a:rPr lang="en-US" smtClean="0"/>
              <a:t>9/1/2026</a:t>
            </a:fld>
            <a:endParaRPr lang="en-BE"/>
          </a:p>
        </p:txBody>
      </p:sp>
      <p:sp>
        <p:nvSpPr>
          <p:cNvPr id="3" name="Footer Placeholder 2"/>
          <p:cNvSpPr>
            <a:spLocks noGrp="1"/>
          </p:cNvSpPr>
          <p:nvPr>
            <p:ph type="ftr" sz="quarter" idx="11"/>
          </p:nvPr>
        </p:nvSpPr>
        <p:spPr>
          <a:xfrm>
            <a:off x="3632718" y="6442075"/>
            <a:ext cx="4933432" cy="365125"/>
          </a:xfrm>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20</a:t>
            </a:fld>
            <a:endParaRPr lang="en-BE"/>
          </a:p>
        </p:txBody>
      </p:sp>
      <p:graphicFrame>
        <p:nvGraphicFramePr>
          <p:cNvPr id="5" name="Table 4"/>
          <p:cNvGraphicFramePr>
            <a:graphicFrameLocks noGrp="1"/>
          </p:cNvGraphicFramePr>
          <p:nvPr>
            <p:extLst>
              <p:ext uri="{D42A27DB-BD31-4B8C-83A1-F6EECF244321}">
                <p14:modId xmlns:p14="http://schemas.microsoft.com/office/powerpoint/2010/main" val="830857361"/>
              </p:ext>
            </p:extLst>
          </p:nvPr>
        </p:nvGraphicFramePr>
        <p:xfrm>
          <a:off x="766763" y="4098925"/>
          <a:ext cx="11120437" cy="2072640"/>
        </p:xfrm>
        <a:graphic>
          <a:graphicData uri="http://schemas.openxmlformats.org/drawingml/2006/table">
            <a:tbl>
              <a:tblPr>
                <a:tableStyleId>{616DA210-FB5B-4158-B5E0-FEB733F419BA}</a:tableStyleId>
              </a:tblPr>
              <a:tblGrid>
                <a:gridCol w="2122487">
                  <a:extLst>
                    <a:ext uri="{9D8B030D-6E8A-4147-A177-3AD203B41FA5}">
                      <a16:colId xmlns:a16="http://schemas.microsoft.com/office/drawing/2014/main" val="892431061"/>
                    </a:ext>
                  </a:extLst>
                </a:gridCol>
                <a:gridCol w="4203700">
                  <a:extLst>
                    <a:ext uri="{9D8B030D-6E8A-4147-A177-3AD203B41FA5}">
                      <a16:colId xmlns:a16="http://schemas.microsoft.com/office/drawing/2014/main" val="3790660784"/>
                    </a:ext>
                  </a:extLst>
                </a:gridCol>
                <a:gridCol w="4794250">
                  <a:extLst>
                    <a:ext uri="{9D8B030D-6E8A-4147-A177-3AD203B41FA5}">
                      <a16:colId xmlns:a16="http://schemas.microsoft.com/office/drawing/2014/main" val="1620760784"/>
                    </a:ext>
                  </a:extLst>
                </a:gridCol>
              </a:tblGrid>
              <a:tr h="0">
                <a:tc>
                  <a:txBody>
                    <a:bodyPr/>
                    <a:lstStyle/>
                    <a:p>
                      <a:pPr algn="ctr"/>
                      <a:r>
                        <a:rPr lang="en-US" sz="1600" dirty="0">
                          <a:effectLst/>
                        </a:rPr>
                        <a:t>Parameter</a:t>
                      </a:r>
                      <a:endParaRPr lang="en-US" sz="1600" b="1" dirty="0">
                        <a:effectLst/>
                      </a:endParaRPr>
                    </a:p>
                  </a:txBody>
                  <a:tcPr marL="50800" marR="50800" marT="50800" marB="50800" anchor="ctr"/>
                </a:tc>
                <a:tc>
                  <a:txBody>
                    <a:bodyPr/>
                    <a:lstStyle/>
                    <a:p>
                      <a:pPr algn="ctr"/>
                      <a:r>
                        <a:rPr lang="en-US" sz="1600">
                          <a:effectLst/>
                        </a:rPr>
                        <a:t>Interleaved ADC (N=4)</a:t>
                      </a:r>
                      <a:endParaRPr lang="en-US" sz="1600" b="1">
                        <a:effectLst/>
                      </a:endParaRPr>
                    </a:p>
                  </a:txBody>
                  <a:tcPr marL="50800" marR="50800" marT="50800" marB="50800" anchor="ctr"/>
                </a:tc>
                <a:tc>
                  <a:txBody>
                    <a:bodyPr/>
                    <a:lstStyle/>
                    <a:p>
                      <a:pPr algn="ctr"/>
                      <a:r>
                        <a:rPr lang="en-US" sz="1600">
                          <a:effectLst/>
                        </a:rPr>
                        <a:t>Single-Core High-Speed ADC</a:t>
                      </a:r>
                      <a:endParaRPr lang="en-US" sz="1600" b="1">
                        <a:effectLst/>
                      </a:endParaRPr>
                    </a:p>
                  </a:txBody>
                  <a:tcPr marL="50800" marR="50800" marT="50800" marB="50800" anchor="ctr"/>
                </a:tc>
                <a:extLst>
                  <a:ext uri="{0D108BD9-81ED-4DB2-BD59-A6C34878D82A}">
                    <a16:rowId xmlns:a16="http://schemas.microsoft.com/office/drawing/2014/main" val="3654757602"/>
                  </a:ext>
                </a:extLst>
              </a:tr>
              <a:tr h="0">
                <a:tc>
                  <a:txBody>
                    <a:bodyPr/>
                    <a:lstStyle/>
                    <a:p>
                      <a:pPr algn="ctr"/>
                      <a:r>
                        <a:rPr lang="en-US" sz="1600" dirty="0">
                          <a:effectLst/>
                        </a:rPr>
                        <a:t>Throughput</a:t>
                      </a:r>
                    </a:p>
                  </a:txBody>
                  <a:tcPr marL="50800" marR="50800" marT="50800" marB="50800" anchor="ctr"/>
                </a:tc>
                <a:tc>
                  <a:txBody>
                    <a:bodyPr/>
                    <a:lstStyle/>
                    <a:p>
                      <a:pPr algn="ctr"/>
                      <a:r>
                        <a:rPr lang="en-US" sz="1600" dirty="0">
                          <a:effectLst/>
                        </a:rPr>
                        <a:t>4× increase, scalable with N</a:t>
                      </a:r>
                    </a:p>
                  </a:txBody>
                  <a:tcPr marL="50800" marR="50800" marT="50800" marB="50800" anchor="ctr"/>
                </a:tc>
                <a:tc>
                  <a:txBody>
                    <a:bodyPr/>
                    <a:lstStyle/>
                    <a:p>
                      <a:pPr algn="ctr"/>
                      <a:r>
                        <a:rPr lang="en-US" sz="1600">
                          <a:effectLst/>
                        </a:rPr>
                        <a:t>Limited by physical core speed</a:t>
                      </a:r>
                    </a:p>
                  </a:txBody>
                  <a:tcPr marL="50800" marR="50800" marT="50800" marB="50800" anchor="ctr"/>
                </a:tc>
                <a:extLst>
                  <a:ext uri="{0D108BD9-81ED-4DB2-BD59-A6C34878D82A}">
                    <a16:rowId xmlns:a16="http://schemas.microsoft.com/office/drawing/2014/main" val="3496307463"/>
                  </a:ext>
                </a:extLst>
              </a:tr>
              <a:tr h="0">
                <a:tc>
                  <a:txBody>
                    <a:bodyPr/>
                    <a:lstStyle/>
                    <a:p>
                      <a:pPr algn="ctr"/>
                      <a:r>
                        <a:rPr lang="en-US" sz="1600">
                          <a:effectLst/>
                        </a:rPr>
                        <a:t>Dynamic Range</a:t>
                      </a:r>
                    </a:p>
                  </a:txBody>
                  <a:tcPr marL="50800" marR="50800" marT="50800" marB="50800" anchor="ctr"/>
                </a:tc>
                <a:tc>
                  <a:txBody>
                    <a:bodyPr/>
                    <a:lstStyle/>
                    <a:p>
                      <a:pPr algn="ctr"/>
                      <a:r>
                        <a:rPr lang="en-US" sz="1600" dirty="0">
                          <a:effectLst/>
                        </a:rPr>
                        <a:t>Can achieve high with proper calibration</a:t>
                      </a:r>
                    </a:p>
                  </a:txBody>
                  <a:tcPr marL="50800" marR="50800" marT="50800" marB="50800" anchor="ctr"/>
                </a:tc>
                <a:tc>
                  <a:txBody>
                    <a:bodyPr/>
                    <a:lstStyle/>
                    <a:p>
                      <a:pPr algn="ctr"/>
                      <a:r>
                        <a:rPr lang="en-US" sz="1600">
                          <a:effectLst/>
                        </a:rPr>
                        <a:t>Can suffer at max sample rates</a:t>
                      </a:r>
                    </a:p>
                  </a:txBody>
                  <a:tcPr marL="50800" marR="50800" marT="50800" marB="50800" anchor="ctr"/>
                </a:tc>
                <a:extLst>
                  <a:ext uri="{0D108BD9-81ED-4DB2-BD59-A6C34878D82A}">
                    <a16:rowId xmlns:a16="http://schemas.microsoft.com/office/drawing/2014/main" val="2909553753"/>
                  </a:ext>
                </a:extLst>
              </a:tr>
              <a:tr h="0">
                <a:tc>
                  <a:txBody>
                    <a:bodyPr/>
                    <a:lstStyle/>
                    <a:p>
                      <a:pPr algn="ctr"/>
                      <a:r>
                        <a:rPr lang="en-US" sz="1600">
                          <a:effectLst/>
                        </a:rPr>
                        <a:t>Power/Area Efficiency</a:t>
                      </a:r>
                    </a:p>
                  </a:txBody>
                  <a:tcPr marL="50800" marR="50800" marT="50800" marB="50800" anchor="ctr"/>
                </a:tc>
                <a:tc>
                  <a:txBody>
                    <a:bodyPr/>
                    <a:lstStyle/>
                    <a:p>
                      <a:pPr algn="ctr"/>
                      <a:r>
                        <a:rPr lang="en-US" sz="1600" dirty="0">
                          <a:effectLst/>
                        </a:rPr>
                        <a:t>Superior at high aggregate rates</a:t>
                      </a:r>
                    </a:p>
                  </a:txBody>
                  <a:tcPr marL="50800" marR="50800" marT="50800" marB="50800" anchor="ctr"/>
                </a:tc>
                <a:tc>
                  <a:txBody>
                    <a:bodyPr/>
                    <a:lstStyle/>
                    <a:p>
                      <a:pPr algn="ctr"/>
                      <a:r>
                        <a:rPr lang="en-US" sz="1600">
                          <a:effectLst/>
                        </a:rPr>
                        <a:t>High power for single channel at high speed</a:t>
                      </a:r>
                    </a:p>
                  </a:txBody>
                  <a:tcPr marL="50800" marR="50800" marT="50800" marB="50800" anchor="ctr"/>
                </a:tc>
                <a:extLst>
                  <a:ext uri="{0D108BD9-81ED-4DB2-BD59-A6C34878D82A}">
                    <a16:rowId xmlns:a16="http://schemas.microsoft.com/office/drawing/2014/main" val="1320574662"/>
                  </a:ext>
                </a:extLst>
              </a:tr>
              <a:tr h="0">
                <a:tc>
                  <a:txBody>
                    <a:bodyPr/>
                    <a:lstStyle/>
                    <a:p>
                      <a:pPr algn="ctr"/>
                      <a:r>
                        <a:rPr lang="en-US" sz="1600">
                          <a:effectLst/>
                        </a:rPr>
                        <a:t>Design Complexity</a:t>
                      </a:r>
                    </a:p>
                  </a:txBody>
                  <a:tcPr marL="50800" marR="50800" marT="50800" marB="50800" anchor="ctr"/>
                </a:tc>
                <a:tc>
                  <a:txBody>
                    <a:bodyPr/>
                    <a:lstStyle/>
                    <a:p>
                      <a:pPr algn="ctr"/>
                      <a:r>
                        <a:rPr lang="en-US" sz="1600" dirty="0">
                          <a:effectLst/>
                        </a:rPr>
                        <a:t>Elevated—needs clock alignment, calibration</a:t>
                      </a:r>
                    </a:p>
                  </a:txBody>
                  <a:tcPr marL="50800" marR="50800" marT="50800" marB="50800" anchor="ctr"/>
                </a:tc>
                <a:tc>
                  <a:txBody>
                    <a:bodyPr/>
                    <a:lstStyle/>
                    <a:p>
                      <a:pPr algn="ctr"/>
                      <a:r>
                        <a:rPr lang="en-US" sz="1600" dirty="0">
                          <a:effectLst/>
                        </a:rPr>
                        <a:t>Simpler routing, but critical layout/power bottlenecks</a:t>
                      </a:r>
                    </a:p>
                  </a:txBody>
                  <a:tcPr marL="50800" marR="50800" marT="50800" marB="50800" anchor="ctr"/>
                </a:tc>
                <a:extLst>
                  <a:ext uri="{0D108BD9-81ED-4DB2-BD59-A6C34878D82A}">
                    <a16:rowId xmlns:a16="http://schemas.microsoft.com/office/drawing/2014/main" val="3879472751"/>
                  </a:ext>
                </a:extLst>
              </a:tr>
              <a:tr h="0">
                <a:tc>
                  <a:txBody>
                    <a:bodyPr/>
                    <a:lstStyle/>
                    <a:p>
                      <a:pPr algn="ctr"/>
                      <a:r>
                        <a:rPr lang="en-US" sz="1600">
                          <a:effectLst/>
                        </a:rPr>
                        <a:t>Mismatch/Spurs</a:t>
                      </a:r>
                    </a:p>
                  </a:txBody>
                  <a:tcPr marL="50800" marR="50800" marT="50800" marB="50800" anchor="ctr"/>
                </a:tc>
                <a:tc>
                  <a:txBody>
                    <a:bodyPr/>
                    <a:lstStyle/>
                    <a:p>
                      <a:pPr algn="ctr"/>
                      <a:r>
                        <a:rPr lang="en-US" sz="1600" dirty="0">
                          <a:effectLst/>
                        </a:rPr>
                        <a:t>Requires advanced background calibration</a:t>
                      </a:r>
                    </a:p>
                  </a:txBody>
                  <a:tcPr marL="50800" marR="50800" marT="50800" marB="50800" anchor="ctr"/>
                </a:tc>
                <a:tc>
                  <a:txBody>
                    <a:bodyPr/>
                    <a:lstStyle/>
                    <a:p>
                      <a:pPr algn="ctr"/>
                      <a:r>
                        <a:rPr lang="en-US" sz="1600" dirty="0">
                          <a:effectLst/>
                        </a:rPr>
                        <a:t>Intrinsic matching, but at speed limits</a:t>
                      </a:r>
                    </a:p>
                  </a:txBody>
                  <a:tcPr marL="50800" marR="50800" marT="50800" marB="50800" anchor="ctr"/>
                </a:tc>
                <a:extLst>
                  <a:ext uri="{0D108BD9-81ED-4DB2-BD59-A6C34878D82A}">
                    <a16:rowId xmlns:a16="http://schemas.microsoft.com/office/drawing/2014/main" val="2873295986"/>
                  </a:ext>
                </a:extLst>
              </a:tr>
            </a:tbl>
          </a:graphicData>
        </a:graphic>
      </p:graphicFrame>
      <p:pic>
        <p:nvPicPr>
          <p:cNvPr id="6" name="Picture 5">
            <a:extLst>
              <a:ext uri="{FF2B5EF4-FFF2-40B4-BE49-F238E27FC236}">
                <a16:creationId xmlns:a16="http://schemas.microsoft.com/office/drawing/2014/main" id="{C2AF7518-FB0F-B6BC-94FD-9FE50ABD98B1}"/>
              </a:ext>
            </a:extLst>
          </p:cNvPr>
          <p:cNvPicPr>
            <a:picLocks noChangeAspect="1"/>
          </p:cNvPicPr>
          <p:nvPr/>
        </p:nvPicPr>
        <p:blipFill>
          <a:blip r:embed="rId2"/>
          <a:stretch>
            <a:fillRect/>
          </a:stretch>
        </p:blipFill>
        <p:spPr>
          <a:xfrm>
            <a:off x="7979834" y="1088072"/>
            <a:ext cx="3945466" cy="2930708"/>
          </a:xfrm>
          <a:prstGeom prst="rect">
            <a:avLst/>
          </a:prstGeom>
        </p:spPr>
      </p:pic>
      <p:sp>
        <p:nvSpPr>
          <p:cNvPr id="7" name="Rectangle 6"/>
          <p:cNvSpPr/>
          <p:nvPr/>
        </p:nvSpPr>
        <p:spPr>
          <a:xfrm>
            <a:off x="571500" y="1699736"/>
            <a:ext cx="7099300" cy="1200329"/>
          </a:xfrm>
          <a:prstGeom prst="rect">
            <a:avLst/>
          </a:prstGeom>
        </p:spPr>
        <p:txBody>
          <a:bodyPr wrap="square">
            <a:spAutoFit/>
          </a:bodyPr>
          <a:lstStyle/>
          <a:p>
            <a:pPr lvl="0" algn="just"/>
            <a:r>
              <a:rPr lang="en-US" dirty="0">
                <a:solidFill>
                  <a:prstClr val="black"/>
                </a:solidFill>
              </a:rPr>
              <a:t>This details the operational principle and architectural organization of a four-channel time-interleaved ADC system, designed to deliver the high-throughput, high-dynamic-range performance demanded by advanced communication receivers and mixed-signal front-ends.</a:t>
            </a:r>
          </a:p>
        </p:txBody>
      </p:sp>
      <p:sp>
        <p:nvSpPr>
          <p:cNvPr id="8" name="Title 1">
            <a:extLst>
              <a:ext uri="{FF2B5EF4-FFF2-40B4-BE49-F238E27FC236}">
                <a16:creationId xmlns:a16="http://schemas.microsoft.com/office/drawing/2014/main" id="{8C3FA992-ED76-CDCC-4BC9-93128BC100AE}"/>
              </a:ext>
            </a:extLst>
          </p:cNvPr>
          <p:cNvSpPr txBox="1">
            <a:spLocks/>
          </p:cNvSpPr>
          <p:nvPr/>
        </p:nvSpPr>
        <p:spPr>
          <a:xfrm>
            <a:off x="749300" y="381000"/>
            <a:ext cx="10043160" cy="508832"/>
          </a:xfrm>
          <a:prstGeom prst="rect">
            <a:avLst/>
          </a:prstGeom>
        </p:spPr>
        <p:txBody>
          <a:bodyPr>
            <a:noAutofit/>
          </a:bodyPr>
          <a:lstStyle>
            <a:lvl1pPr algn="l" defTabSz="914400" rtl="0" eaLnBrk="1" latinLnBrk="0" hangingPunct="1">
              <a:spcBef>
                <a:spcPct val="0"/>
              </a:spcBef>
              <a:buNone/>
              <a:defRPr lang="nl-BE" sz="3600" kern="1200" baseline="0" dirty="0">
                <a:solidFill>
                  <a:schemeClr val="tx2"/>
                </a:solidFill>
                <a:latin typeface="Arial" pitchFamily="34" charset="0"/>
                <a:ea typeface="+mj-ea"/>
                <a:cs typeface="Arial"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3200" b="1" i="0" u="none" strike="noStrike" kern="1200" cap="none" spc="0" normalizeH="0" baseline="0" noProof="0" dirty="0">
                <a:ln>
                  <a:noFill/>
                </a:ln>
                <a:solidFill>
                  <a:srgbClr val="002060"/>
                </a:solidFill>
                <a:effectLst/>
                <a:uLnTx/>
                <a:uFillTx/>
                <a:latin typeface="Arial"/>
                <a:ea typeface="맑은 고딕"/>
                <a:cs typeface="Times New Roman" panose="02020603050405020304" pitchFamily="18" charset="0"/>
              </a:rPr>
              <a:t>Four-way interleaved Analog-to-Digital Converter</a:t>
            </a:r>
            <a:endParaRPr kumimoji="0" lang="en-IN" sz="3200" b="1" i="0" u="none" strike="noStrike" kern="1200" cap="none" spc="0" normalizeH="0" baseline="0" noProof="0" dirty="0">
              <a:ln>
                <a:noFill/>
              </a:ln>
              <a:solidFill>
                <a:srgbClr val="002060"/>
              </a:solidFill>
              <a:effectLst/>
              <a:uLnTx/>
              <a:uFillTx/>
              <a:latin typeface="Arial"/>
              <a:ea typeface="맑은 고딕"/>
              <a:cs typeface="Times New Roman" panose="02020603050405020304" pitchFamily="18" charset="0"/>
            </a:endParaRPr>
          </a:p>
        </p:txBody>
      </p:sp>
      <p:sp>
        <p:nvSpPr>
          <p:cNvPr id="9" name="Rectangle 8"/>
          <p:cNvSpPr/>
          <p:nvPr/>
        </p:nvSpPr>
        <p:spPr>
          <a:xfrm>
            <a:off x="447040" y="1747520"/>
            <a:ext cx="7269480" cy="120903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2711409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D9B020-FD4D-4C90-9AF6-4DBA0A39ABFF}" type="datetime1">
              <a:rPr lang="en-US" smtClean="0"/>
              <a:t>9/1/2026</a:t>
            </a:fld>
            <a:endParaRPr lang="en-BE"/>
          </a:p>
        </p:txBody>
      </p:sp>
      <p:sp>
        <p:nvSpPr>
          <p:cNvPr id="3" name="Footer Placeholder 2"/>
          <p:cNvSpPr>
            <a:spLocks noGrp="1"/>
          </p:cNvSpPr>
          <p:nvPr>
            <p:ph type="ftr" sz="quarter" idx="11"/>
          </p:nvPr>
        </p:nvSpPr>
        <p:spPr>
          <a:xfrm>
            <a:off x="3632718" y="6442075"/>
            <a:ext cx="492200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21</a:t>
            </a:fld>
            <a:endParaRPr lang="en-BE"/>
          </a:p>
        </p:txBody>
      </p:sp>
      <p:sp>
        <p:nvSpPr>
          <p:cNvPr id="5" name="Rectangle 4"/>
          <p:cNvSpPr/>
          <p:nvPr/>
        </p:nvSpPr>
        <p:spPr>
          <a:xfrm>
            <a:off x="345440" y="5169376"/>
            <a:ext cx="11780520" cy="646331"/>
          </a:xfrm>
          <a:prstGeom prst="rect">
            <a:avLst/>
          </a:prstGeom>
        </p:spPr>
        <p:txBody>
          <a:bodyPr wrap="square">
            <a:spAutoFit/>
          </a:bodyPr>
          <a:lstStyle/>
          <a:p>
            <a:r>
              <a:rPr lang="en-US" dirty="0" smtClean="0">
                <a:latin typeface="fkGroteskNeue"/>
              </a:rPr>
              <a:t>The </a:t>
            </a:r>
            <a:r>
              <a:rPr lang="en-US" dirty="0">
                <a:latin typeface="fkGroteskNeue"/>
              </a:rPr>
              <a:t>architecture and conversion principle of a single-phase VCO-based ADC—a core building block for ultra-low power sensor interfaces, time-domain mixed-signal conversion, and emerging event-driven signal processing ICs.</a:t>
            </a:r>
            <a:endParaRPr lang="en-US" dirty="0"/>
          </a:p>
        </p:txBody>
      </p:sp>
      <p:sp>
        <p:nvSpPr>
          <p:cNvPr id="6" name="Rectangle 5">
            <a:extLst>
              <a:ext uri="{FF2B5EF4-FFF2-40B4-BE49-F238E27FC236}">
                <a16:creationId xmlns:a16="http://schemas.microsoft.com/office/drawing/2014/main" id="{5831F661-E328-FA14-DF75-0827A15248BA}"/>
              </a:ext>
            </a:extLst>
          </p:cNvPr>
          <p:cNvSpPr/>
          <p:nvPr/>
        </p:nvSpPr>
        <p:spPr>
          <a:xfrm>
            <a:off x="731627" y="1419089"/>
            <a:ext cx="11460373" cy="3469334"/>
          </a:xfrm>
          <a:prstGeom prst="rect">
            <a:avLst/>
          </a:prstGeom>
          <a:solidFill>
            <a:schemeClr val="bg1">
              <a:lumMod val="9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pic>
        <p:nvPicPr>
          <p:cNvPr id="7" name="Picture 6">
            <a:extLst>
              <a:ext uri="{FF2B5EF4-FFF2-40B4-BE49-F238E27FC236}">
                <a16:creationId xmlns:a16="http://schemas.microsoft.com/office/drawing/2014/main" id="{D12D9DDF-FE46-CDC6-326A-D88906D5700E}"/>
              </a:ext>
            </a:extLst>
          </p:cNvPr>
          <p:cNvPicPr>
            <a:picLocks noChangeAspect="1"/>
          </p:cNvPicPr>
          <p:nvPr/>
        </p:nvPicPr>
        <p:blipFill>
          <a:blip r:embed="rId2"/>
          <a:stretch>
            <a:fillRect/>
          </a:stretch>
        </p:blipFill>
        <p:spPr>
          <a:xfrm>
            <a:off x="624840" y="1454923"/>
            <a:ext cx="11549074" cy="3341834"/>
          </a:xfrm>
          <a:prstGeom prst="rect">
            <a:avLst/>
          </a:prstGeom>
        </p:spPr>
      </p:pic>
      <p:sp>
        <p:nvSpPr>
          <p:cNvPr id="8" name="Rectangle 7"/>
          <p:cNvSpPr/>
          <p:nvPr/>
        </p:nvSpPr>
        <p:spPr>
          <a:xfrm>
            <a:off x="691568" y="301973"/>
            <a:ext cx="6114944" cy="584775"/>
          </a:xfrm>
          <a:prstGeom prst="rect">
            <a:avLst/>
          </a:prstGeom>
        </p:spPr>
        <p:txBody>
          <a:bodyPr wrap="none">
            <a:spAutoFit/>
          </a:bodyPr>
          <a:lstStyle/>
          <a:p>
            <a:pPr lvl="0" algn="just" fontAlgn="base">
              <a:spcBef>
                <a:spcPct val="0"/>
              </a:spcBef>
              <a:spcAft>
                <a:spcPct val="0"/>
              </a:spcAft>
            </a:pPr>
            <a:r>
              <a:rPr lang="en-US" sz="3200" b="1" dirty="0">
                <a:solidFill>
                  <a:srgbClr val="002060"/>
                </a:solidFill>
                <a:cs typeface="Times New Roman" pitchFamily="18" charset="0"/>
              </a:rPr>
              <a:t>Single-Phase VCO-Based ADC</a:t>
            </a:r>
          </a:p>
        </p:txBody>
      </p:sp>
    </p:spTree>
    <p:extLst>
      <p:ext uri="{BB962C8B-B14F-4D97-AF65-F5344CB8AC3E}">
        <p14:creationId xmlns:p14="http://schemas.microsoft.com/office/powerpoint/2010/main" val="2599262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E3BAF0-A5AC-4E87-A114-DAE32142AD0A}" type="datetime1">
              <a:rPr lang="en-US" smtClean="0"/>
              <a:t>9/1/2026</a:t>
            </a:fld>
            <a:endParaRPr lang="en-BE"/>
          </a:p>
        </p:txBody>
      </p:sp>
      <p:sp>
        <p:nvSpPr>
          <p:cNvPr id="3" name="Footer Placeholder 2"/>
          <p:cNvSpPr>
            <a:spLocks noGrp="1"/>
          </p:cNvSpPr>
          <p:nvPr>
            <p:ph type="ftr" sz="quarter" idx="11"/>
          </p:nvPr>
        </p:nvSpPr>
        <p:spPr>
          <a:xfrm>
            <a:off x="3632718" y="6442075"/>
            <a:ext cx="512520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22</a:t>
            </a:fld>
            <a:endParaRPr lang="en-BE"/>
          </a:p>
        </p:txBody>
      </p:sp>
      <p:sp>
        <p:nvSpPr>
          <p:cNvPr id="5" name="Rectangle 4"/>
          <p:cNvSpPr/>
          <p:nvPr/>
        </p:nvSpPr>
        <p:spPr>
          <a:xfrm>
            <a:off x="721360" y="1159917"/>
            <a:ext cx="5603240" cy="2031325"/>
          </a:xfrm>
          <a:prstGeom prst="rect">
            <a:avLst/>
          </a:prstGeom>
        </p:spPr>
        <p:txBody>
          <a:bodyPr wrap="square">
            <a:spAutoFit/>
          </a:bodyPr>
          <a:lstStyle/>
          <a:p>
            <a:pPr algn="ctr"/>
            <a:r>
              <a:rPr lang="en-US" b="1" dirty="0">
                <a:solidFill>
                  <a:srgbClr val="C00000"/>
                </a:solidFill>
                <a:latin typeface="fkGroteskNeue"/>
              </a:rPr>
              <a:t>Core Structure</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The ADC is composed of a voltage-controlled ring oscillator, a digital counter, and a sample register. The analog input voltage </a:t>
            </a:r>
            <a:r>
              <a:rPr lang="en-US" dirty="0" smtClean="0">
                <a:latin typeface="fkGroteskNeue"/>
              </a:rPr>
              <a:t>(</a:t>
            </a:r>
            <a:r>
              <a:rPr lang="en-US" i="1" dirty="0" err="1" smtClean="0">
                <a:latin typeface="KaTeX_Math"/>
              </a:rPr>
              <a:t>V</a:t>
            </a:r>
            <a:r>
              <a:rPr lang="en-US" i="1" baseline="-25000" dirty="0" err="1" smtClean="0">
                <a:latin typeface="KaTeX_Math"/>
              </a:rPr>
              <a:t>control</a:t>
            </a:r>
            <a:r>
              <a:rPr lang="en-US" dirty="0">
                <a:latin typeface="fkGroteskNeue"/>
              </a:rPr>
              <a:t>) directly tunes the oscillator's frequency by modulating the delay of inverter stages.</a:t>
            </a:r>
            <a:endParaRPr lang="en-US" b="0" i="0" dirty="0">
              <a:effectLst/>
              <a:latin typeface="fkGroteskNeue"/>
            </a:endParaRPr>
          </a:p>
        </p:txBody>
      </p:sp>
      <p:sp>
        <p:nvSpPr>
          <p:cNvPr id="6" name="Rectangle 5"/>
          <p:cNvSpPr/>
          <p:nvPr/>
        </p:nvSpPr>
        <p:spPr>
          <a:xfrm>
            <a:off x="6543040" y="1278096"/>
            <a:ext cx="5582920" cy="1754326"/>
          </a:xfrm>
          <a:prstGeom prst="rect">
            <a:avLst/>
          </a:prstGeom>
        </p:spPr>
        <p:txBody>
          <a:bodyPr wrap="square">
            <a:spAutoFit/>
          </a:bodyPr>
          <a:lstStyle/>
          <a:p>
            <a:pPr algn="ctr"/>
            <a:r>
              <a:rPr lang="en-US" b="1" dirty="0">
                <a:solidFill>
                  <a:srgbClr val="C00000"/>
                </a:solidFill>
                <a:latin typeface="fkGroteskNeue"/>
              </a:rPr>
              <a:t>Frequency Modulation and Counting</a:t>
            </a:r>
            <a:r>
              <a:rPr lang="en-US" b="1" dirty="0" smtClean="0">
                <a:solidFill>
                  <a:srgbClr val="C00000"/>
                </a:solidFill>
                <a:latin typeface="fkGroteskNeue"/>
              </a:rPr>
              <a:t>:</a:t>
            </a:r>
          </a:p>
          <a:p>
            <a:pPr algn="ctr"/>
            <a:endParaRPr lang="en-US" b="1" dirty="0" smtClean="0">
              <a:solidFill>
                <a:srgbClr val="C00000"/>
              </a:solidFill>
              <a:latin typeface="fkGroteskNeue"/>
            </a:endParaRPr>
          </a:p>
          <a:p>
            <a:pPr algn="just"/>
            <a:r>
              <a:rPr lang="en-US" dirty="0" smtClean="0">
                <a:latin typeface="fkGroteskNeue"/>
              </a:rPr>
              <a:t>When</a:t>
            </a:r>
            <a:r>
              <a:rPr lang="en-US" dirty="0">
                <a:latin typeface="fkGroteskNeue"/>
              </a:rPr>
              <a:t> </a:t>
            </a:r>
            <a:r>
              <a:rPr lang="en-US" i="1" dirty="0" err="1" smtClean="0">
                <a:latin typeface="KaTeX_Math"/>
              </a:rPr>
              <a:t>V</a:t>
            </a:r>
            <a:r>
              <a:rPr lang="en-US" i="1" baseline="-25000" dirty="0" err="1" smtClean="0">
                <a:latin typeface="KaTeX_Math"/>
              </a:rPr>
              <a:t>control</a:t>
            </a:r>
            <a:r>
              <a:rPr lang="en-US" dirty="0">
                <a:latin typeface="fkGroteskNeue"/>
              </a:rPr>
              <a:t> increases, the oscillator's frequency rises, producing more transitions (edges) per unit time. Each inverter’s output </a:t>
            </a:r>
            <a:r>
              <a:rPr lang="en-US" dirty="0" smtClean="0">
                <a:latin typeface="fkGroteskNeue"/>
              </a:rPr>
              <a:t>(</a:t>
            </a:r>
            <a:r>
              <a:rPr lang="en-US" i="1" dirty="0" smtClean="0">
                <a:latin typeface="KaTeX_Math"/>
              </a:rPr>
              <a:t>O</a:t>
            </a:r>
            <a:r>
              <a:rPr lang="en-US" baseline="-25000" dirty="0" smtClean="0">
                <a:latin typeface="KaTeX_Main"/>
              </a:rPr>
              <a:t>1</a:t>
            </a:r>
            <a:r>
              <a:rPr lang="en-US" dirty="0" smtClean="0">
                <a:latin typeface="KaTeX_Main"/>
              </a:rPr>
              <a:t>,</a:t>
            </a:r>
            <a:r>
              <a:rPr lang="en-US" i="1" dirty="0" smtClean="0">
                <a:latin typeface="KaTeX_Math"/>
              </a:rPr>
              <a:t>O</a:t>
            </a:r>
            <a:r>
              <a:rPr lang="en-US" baseline="-25000" dirty="0" smtClean="0">
                <a:latin typeface="KaTeX_Main"/>
              </a:rPr>
              <a:t>2</a:t>
            </a:r>
            <a:r>
              <a:rPr lang="en-US" dirty="0" smtClean="0">
                <a:latin typeface="KaTeX_Main"/>
              </a:rPr>
              <a:t>,</a:t>
            </a:r>
            <a:r>
              <a:rPr lang="en-US" i="1" dirty="0" smtClean="0">
                <a:latin typeface="KaTeX_Math"/>
              </a:rPr>
              <a:t>O</a:t>
            </a:r>
            <a:r>
              <a:rPr lang="en-US" baseline="-25000" dirty="0" smtClean="0">
                <a:latin typeface="KaTeX_Main"/>
              </a:rPr>
              <a:t>3</a:t>
            </a:r>
            <a:r>
              <a:rPr lang="en-US" dirty="0">
                <a:latin typeface="KaTeX_Main"/>
              </a:rPr>
              <a:t>...</a:t>
            </a:r>
            <a:r>
              <a:rPr lang="en-US" dirty="0">
                <a:latin typeface="fkGroteskNeue"/>
              </a:rPr>
              <a:t>) forms a phase in the oscillator’s cycle.</a:t>
            </a:r>
            <a:endParaRPr lang="en-US" b="0" i="0" dirty="0">
              <a:effectLst/>
              <a:latin typeface="fkGroteskNeue"/>
            </a:endParaRPr>
          </a:p>
        </p:txBody>
      </p:sp>
      <p:sp>
        <p:nvSpPr>
          <p:cNvPr id="7" name="Rectangle 6"/>
          <p:cNvSpPr/>
          <p:nvPr/>
        </p:nvSpPr>
        <p:spPr>
          <a:xfrm>
            <a:off x="528320" y="3882797"/>
            <a:ext cx="5593080" cy="2308324"/>
          </a:xfrm>
          <a:prstGeom prst="rect">
            <a:avLst/>
          </a:prstGeom>
        </p:spPr>
        <p:txBody>
          <a:bodyPr wrap="square">
            <a:spAutoFit/>
          </a:bodyPr>
          <a:lstStyle/>
          <a:p>
            <a:pPr algn="ctr"/>
            <a:r>
              <a:rPr lang="en-US" b="1" dirty="0">
                <a:solidFill>
                  <a:srgbClr val="C00000"/>
                </a:solidFill>
                <a:latin typeface="fkGroteskNeue"/>
              </a:rPr>
              <a:t>Digital Conversion through Edge Counting</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The output edges from one oscillator phase are counted over a defined sampling period by the counter block. At the conclusion of each sampling period (marked by a reference clock event), the register latches the current count value, which is then provided as the ADC output.</a:t>
            </a:r>
            <a:endParaRPr lang="en-US" b="0" i="0" dirty="0">
              <a:effectLst/>
              <a:latin typeface="fkGroteskNeue"/>
            </a:endParaRPr>
          </a:p>
        </p:txBody>
      </p:sp>
      <p:sp>
        <p:nvSpPr>
          <p:cNvPr id="8" name="Rectangle 7"/>
          <p:cNvSpPr/>
          <p:nvPr/>
        </p:nvSpPr>
        <p:spPr>
          <a:xfrm>
            <a:off x="6522720" y="3857397"/>
            <a:ext cx="5669280" cy="2031325"/>
          </a:xfrm>
          <a:prstGeom prst="rect">
            <a:avLst/>
          </a:prstGeom>
        </p:spPr>
        <p:txBody>
          <a:bodyPr wrap="square">
            <a:spAutoFit/>
          </a:bodyPr>
          <a:lstStyle/>
          <a:p>
            <a:pPr algn="ctr"/>
            <a:r>
              <a:rPr lang="en-US" b="1" dirty="0">
                <a:solidFill>
                  <a:srgbClr val="C00000"/>
                </a:solidFill>
                <a:latin typeface="fkGroteskNeue"/>
              </a:rPr>
              <a:t>Period Reset and Repeat</a:t>
            </a:r>
            <a:r>
              <a:rPr lang="en-US" b="1" dirty="0" smtClean="0">
                <a:solidFill>
                  <a:srgbClr val="C00000"/>
                </a:solidFill>
                <a:latin typeface="fkGroteskNeue"/>
              </a:rPr>
              <a:t>:</a:t>
            </a:r>
          </a:p>
          <a:p>
            <a:pPr algn="just"/>
            <a:r>
              <a:rPr lang="en-US" dirty="0">
                <a:latin typeface="fkGroteskNeue"/>
              </a:rPr>
              <a:t/>
            </a:r>
            <a:br>
              <a:rPr lang="en-US" dirty="0">
                <a:latin typeface="fkGroteskNeue"/>
              </a:rPr>
            </a:br>
            <a:r>
              <a:rPr lang="en-US" dirty="0">
                <a:latin typeface="fkGroteskNeue"/>
              </a:rPr>
              <a:t>After sampling, the counter is reset for the next interval, and the process is repeated to generate the ongoing digital output stream. The resulting digital code is directly correlated to the analog input, as higher input voltages yield higher counts per cycle.</a:t>
            </a:r>
            <a:endParaRPr lang="en-US" b="0" i="0" dirty="0">
              <a:effectLst/>
              <a:latin typeface="fkGroteskNeue"/>
            </a:endParaRPr>
          </a:p>
        </p:txBody>
      </p:sp>
      <p:sp>
        <p:nvSpPr>
          <p:cNvPr id="9" name="Rectangle 8"/>
          <p:cNvSpPr/>
          <p:nvPr/>
        </p:nvSpPr>
        <p:spPr>
          <a:xfrm>
            <a:off x="635000" y="1600201"/>
            <a:ext cx="574548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0" name="Rectangle 9"/>
          <p:cNvSpPr/>
          <p:nvPr/>
        </p:nvSpPr>
        <p:spPr>
          <a:xfrm>
            <a:off x="538480" y="4455161"/>
            <a:ext cx="574548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1" name="Rectangle 10"/>
          <p:cNvSpPr/>
          <p:nvPr/>
        </p:nvSpPr>
        <p:spPr>
          <a:xfrm>
            <a:off x="6578600" y="1610361"/>
            <a:ext cx="561340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Rectangle 11"/>
          <p:cNvSpPr/>
          <p:nvPr/>
        </p:nvSpPr>
        <p:spPr>
          <a:xfrm>
            <a:off x="6512560" y="4394201"/>
            <a:ext cx="5679440" cy="169671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Rectangle 12"/>
          <p:cNvSpPr/>
          <p:nvPr/>
        </p:nvSpPr>
        <p:spPr>
          <a:xfrm>
            <a:off x="269418" y="296893"/>
            <a:ext cx="8361328" cy="584775"/>
          </a:xfrm>
          <a:prstGeom prst="rect">
            <a:avLst/>
          </a:prstGeom>
        </p:spPr>
        <p:txBody>
          <a:bodyPr wrap="none">
            <a:spAutoFit/>
          </a:bodyPr>
          <a:lstStyle/>
          <a:p>
            <a:pPr lvl="0" algn="just" fontAlgn="base">
              <a:spcBef>
                <a:spcPct val="0"/>
              </a:spcBef>
              <a:spcAft>
                <a:spcPct val="0"/>
              </a:spcAft>
            </a:pPr>
            <a:r>
              <a:rPr lang="en-US" sz="3200" b="1" dirty="0" smtClean="0">
                <a:solidFill>
                  <a:srgbClr val="002060"/>
                </a:solidFill>
                <a:cs typeface="Times New Roman" pitchFamily="18" charset="0"/>
              </a:rPr>
              <a:t>Working of Single-Phase </a:t>
            </a:r>
            <a:r>
              <a:rPr lang="en-US" sz="3200" b="1" dirty="0">
                <a:solidFill>
                  <a:srgbClr val="002060"/>
                </a:solidFill>
                <a:cs typeface="Times New Roman" pitchFamily="18" charset="0"/>
              </a:rPr>
              <a:t>VCO-Based ADC</a:t>
            </a:r>
          </a:p>
        </p:txBody>
      </p:sp>
    </p:spTree>
    <p:extLst>
      <p:ext uri="{BB962C8B-B14F-4D97-AF65-F5344CB8AC3E}">
        <p14:creationId xmlns:p14="http://schemas.microsoft.com/office/powerpoint/2010/main" val="219445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6E7A83-5D0C-479C-B673-2135E83D00DF}" type="datetime1">
              <a:rPr lang="en-US" smtClean="0"/>
              <a:t>9/1/2026</a:t>
            </a:fld>
            <a:endParaRPr lang="en-BE"/>
          </a:p>
        </p:txBody>
      </p:sp>
      <p:sp>
        <p:nvSpPr>
          <p:cNvPr id="3" name="Footer Placeholder 2"/>
          <p:cNvSpPr>
            <a:spLocks noGrp="1"/>
          </p:cNvSpPr>
          <p:nvPr>
            <p:ph type="ftr" sz="quarter" idx="11"/>
          </p:nvPr>
        </p:nvSpPr>
        <p:spPr>
          <a:xfrm>
            <a:off x="3632718" y="6442075"/>
            <a:ext cx="497280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23</a:t>
            </a:fld>
            <a:endParaRPr lang="en-BE"/>
          </a:p>
        </p:txBody>
      </p:sp>
      <p:sp>
        <p:nvSpPr>
          <p:cNvPr id="5" name="Rectangle 4"/>
          <p:cNvSpPr/>
          <p:nvPr/>
        </p:nvSpPr>
        <p:spPr>
          <a:xfrm>
            <a:off x="447040" y="3555782"/>
            <a:ext cx="11633200" cy="2893100"/>
          </a:xfrm>
          <a:prstGeom prst="rect">
            <a:avLst/>
          </a:prstGeom>
        </p:spPr>
        <p:txBody>
          <a:bodyPr wrap="square">
            <a:spAutoFit/>
          </a:bodyPr>
          <a:lstStyle/>
          <a:p>
            <a:pPr algn="ctr"/>
            <a:r>
              <a:rPr lang="en-US" sz="1600" b="1" dirty="0">
                <a:solidFill>
                  <a:srgbClr val="C00000"/>
                </a:solidFill>
                <a:latin typeface="fkGrotesk"/>
              </a:rPr>
              <a:t>Advanced Insights</a:t>
            </a:r>
          </a:p>
          <a:p>
            <a:pPr marL="285750" indent="-285750" algn="just">
              <a:buFont typeface="Wingdings" panose="05000000000000000000" pitchFamily="2" charset="2"/>
              <a:buChar char="q"/>
            </a:pPr>
            <a:r>
              <a:rPr lang="en-US" sz="1600" b="1" dirty="0">
                <a:solidFill>
                  <a:srgbClr val="00B050"/>
                </a:solidFill>
                <a:latin typeface="fkGroteskNeue"/>
              </a:rPr>
              <a:t>Conversion Principle</a:t>
            </a:r>
            <a:r>
              <a:rPr lang="en-US" sz="1600" b="1" dirty="0" smtClean="0">
                <a:solidFill>
                  <a:srgbClr val="00B050"/>
                </a:solidFill>
                <a:latin typeface="fkGroteskNeue"/>
              </a:rPr>
              <a:t>:</a:t>
            </a:r>
          </a:p>
          <a:p>
            <a:pPr lvl="1" algn="just"/>
            <a:r>
              <a:rPr lang="en-US" sz="1600" dirty="0" smtClean="0">
                <a:latin typeface="fkGroteskNeue"/>
              </a:rPr>
              <a:t>This </a:t>
            </a:r>
            <a:r>
              <a:rPr lang="en-US" sz="1600" dirty="0">
                <a:latin typeface="fkGroteskNeue"/>
              </a:rPr>
              <a:t>time-domain architecture translates amplitude information into frequency and then into an event count—a form of time-to-digital conversion</a:t>
            </a:r>
            <a:r>
              <a:rPr lang="en-US" sz="1600" dirty="0" smtClean="0">
                <a:latin typeface="fkGroteskNeue"/>
              </a:rPr>
              <a:t>.</a:t>
            </a:r>
          </a:p>
          <a:p>
            <a:pPr marL="285750" indent="-285750" algn="just">
              <a:buFont typeface="Wingdings" panose="05000000000000000000" pitchFamily="2" charset="2"/>
              <a:buChar char="q"/>
            </a:pPr>
            <a:r>
              <a:rPr lang="en-US" sz="1600" b="1" dirty="0" smtClean="0">
                <a:solidFill>
                  <a:srgbClr val="00B050"/>
                </a:solidFill>
                <a:latin typeface="fkGroteskNeue"/>
              </a:rPr>
              <a:t>Resolution </a:t>
            </a:r>
            <a:r>
              <a:rPr lang="en-US" sz="1600" b="1" dirty="0">
                <a:solidFill>
                  <a:srgbClr val="00B050"/>
                </a:solidFill>
                <a:latin typeface="fkGroteskNeue"/>
              </a:rPr>
              <a:t>Limitation</a:t>
            </a:r>
            <a:r>
              <a:rPr lang="en-US" sz="1600" b="1" dirty="0" smtClean="0">
                <a:solidFill>
                  <a:srgbClr val="00B050"/>
                </a:solidFill>
                <a:latin typeface="fkGroteskNeue"/>
              </a:rPr>
              <a:t>:</a:t>
            </a:r>
          </a:p>
          <a:p>
            <a:pPr lvl="1" algn="just"/>
            <a:r>
              <a:rPr lang="en-US" sz="1600" dirty="0" smtClean="0">
                <a:latin typeface="fkGroteskNeue"/>
              </a:rPr>
              <a:t>The precision of the ADC is limited by both the oscillator’s frequency range and the number of edges resolved within the reference period, making it less suitable for high-resolution signal acquisition but compelling for extreme low-power applications.</a:t>
            </a:r>
          </a:p>
          <a:p>
            <a:pPr marL="285750" indent="-285750">
              <a:buFont typeface="Wingdings" panose="05000000000000000000" pitchFamily="2" charset="2"/>
              <a:buChar char="q"/>
            </a:pPr>
            <a:r>
              <a:rPr lang="en-US" sz="1600" b="1" dirty="0" smtClean="0">
                <a:solidFill>
                  <a:srgbClr val="00B050"/>
                </a:solidFill>
                <a:latin typeface="fkGroteskNeue"/>
              </a:rPr>
              <a:t>Robustness </a:t>
            </a:r>
            <a:r>
              <a:rPr lang="en-US" sz="1600" b="1" dirty="0">
                <a:solidFill>
                  <a:srgbClr val="00B050"/>
                </a:solidFill>
                <a:latin typeface="fkGroteskNeue"/>
              </a:rPr>
              <a:t>and </a:t>
            </a:r>
            <a:r>
              <a:rPr lang="en-US" sz="1600" b="1" dirty="0" smtClean="0">
                <a:solidFill>
                  <a:srgbClr val="00B050"/>
                </a:solidFill>
                <a:latin typeface="fkGroteskNeue"/>
              </a:rPr>
              <a:t>Integration:</a:t>
            </a:r>
          </a:p>
          <a:p>
            <a:pPr lvl="1" algn="just"/>
            <a:r>
              <a:rPr lang="en-US" sz="1600" dirty="0" smtClean="0">
                <a:latin typeface="fkGroteskNeue"/>
              </a:rPr>
              <a:t>VCO-ADCs </a:t>
            </a:r>
            <a:r>
              <a:rPr lang="en-US" sz="1600" dirty="0">
                <a:latin typeface="fkGroteskNeue"/>
              </a:rPr>
              <a:t>offer simplification of analog front-ends, direct CMOS compatibility, and strong resilience to supply and process variations.</a:t>
            </a:r>
            <a:endParaRPr lang="en-US" sz="1600" b="0" i="0" dirty="0">
              <a:effectLst/>
              <a:latin typeface="fkGroteskNeue"/>
            </a:endParaRPr>
          </a:p>
        </p:txBody>
      </p:sp>
      <p:graphicFrame>
        <p:nvGraphicFramePr>
          <p:cNvPr id="6" name="Table 5"/>
          <p:cNvGraphicFramePr>
            <a:graphicFrameLocks noGrp="1"/>
          </p:cNvGraphicFramePr>
          <p:nvPr>
            <p:extLst>
              <p:ext uri="{D42A27DB-BD31-4B8C-83A1-F6EECF244321}">
                <p14:modId xmlns:p14="http://schemas.microsoft.com/office/powerpoint/2010/main" val="1875399923"/>
              </p:ext>
            </p:extLst>
          </p:nvPr>
        </p:nvGraphicFramePr>
        <p:xfrm>
          <a:off x="1249363" y="1125855"/>
          <a:ext cx="9896156" cy="2418080"/>
        </p:xfrm>
        <a:graphic>
          <a:graphicData uri="http://schemas.openxmlformats.org/drawingml/2006/table">
            <a:tbl>
              <a:tblPr>
                <a:tableStyleId>{616DA210-FB5B-4158-B5E0-FEB733F419BA}</a:tableStyleId>
              </a:tblPr>
              <a:tblGrid>
                <a:gridCol w="1976437">
                  <a:extLst>
                    <a:ext uri="{9D8B030D-6E8A-4147-A177-3AD203B41FA5}">
                      <a16:colId xmlns:a16="http://schemas.microsoft.com/office/drawing/2014/main" val="25218407"/>
                    </a:ext>
                  </a:extLst>
                </a:gridCol>
                <a:gridCol w="3677920">
                  <a:extLst>
                    <a:ext uri="{9D8B030D-6E8A-4147-A177-3AD203B41FA5}">
                      <a16:colId xmlns:a16="http://schemas.microsoft.com/office/drawing/2014/main" val="1988429386"/>
                    </a:ext>
                  </a:extLst>
                </a:gridCol>
                <a:gridCol w="4241799">
                  <a:extLst>
                    <a:ext uri="{9D8B030D-6E8A-4147-A177-3AD203B41FA5}">
                      <a16:colId xmlns:a16="http://schemas.microsoft.com/office/drawing/2014/main" val="4165097868"/>
                    </a:ext>
                  </a:extLst>
                </a:gridCol>
              </a:tblGrid>
              <a:tr h="0">
                <a:tc>
                  <a:txBody>
                    <a:bodyPr/>
                    <a:lstStyle/>
                    <a:p>
                      <a:pPr algn="ctr"/>
                      <a:r>
                        <a:rPr lang="en-US" sz="1600" b="1" dirty="0">
                          <a:solidFill>
                            <a:srgbClr val="C00000"/>
                          </a:solidFill>
                          <a:effectLst/>
                        </a:rPr>
                        <a:t>Feature</a:t>
                      </a:r>
                    </a:p>
                  </a:txBody>
                  <a:tcPr marL="50800" marR="50800" marT="50800" marB="50800" anchor="ctr">
                    <a:solidFill>
                      <a:schemeClr val="bg1">
                        <a:lumMod val="75000"/>
                      </a:schemeClr>
                    </a:solidFill>
                  </a:tcPr>
                </a:tc>
                <a:tc>
                  <a:txBody>
                    <a:bodyPr/>
                    <a:lstStyle/>
                    <a:p>
                      <a:pPr algn="ctr"/>
                      <a:r>
                        <a:rPr lang="en-US" sz="1600" b="1" dirty="0">
                          <a:solidFill>
                            <a:srgbClr val="C00000"/>
                          </a:solidFill>
                          <a:effectLst/>
                        </a:rPr>
                        <a:t>VCO-Based ADC</a:t>
                      </a:r>
                    </a:p>
                  </a:txBody>
                  <a:tcPr marL="50800" marR="50800" marT="50800" marB="50800" anchor="ctr">
                    <a:solidFill>
                      <a:schemeClr val="bg1">
                        <a:lumMod val="75000"/>
                      </a:schemeClr>
                    </a:solidFill>
                  </a:tcPr>
                </a:tc>
                <a:tc>
                  <a:txBody>
                    <a:bodyPr/>
                    <a:lstStyle/>
                    <a:p>
                      <a:pPr algn="ctr"/>
                      <a:r>
                        <a:rPr lang="en-US" sz="1600" b="1" dirty="0">
                          <a:solidFill>
                            <a:srgbClr val="C00000"/>
                          </a:solidFill>
                          <a:effectLst/>
                        </a:rPr>
                        <a:t>Classic ADC (SAR/Pipeline)</a:t>
                      </a:r>
                    </a:p>
                  </a:txBody>
                  <a:tcPr marL="50800" marR="50800" marT="50800" marB="50800" anchor="ctr">
                    <a:solidFill>
                      <a:schemeClr val="bg1">
                        <a:lumMod val="75000"/>
                      </a:schemeClr>
                    </a:solidFill>
                  </a:tcPr>
                </a:tc>
                <a:extLst>
                  <a:ext uri="{0D108BD9-81ED-4DB2-BD59-A6C34878D82A}">
                    <a16:rowId xmlns:a16="http://schemas.microsoft.com/office/drawing/2014/main" val="443462895"/>
                  </a:ext>
                </a:extLst>
              </a:tr>
              <a:tr h="0">
                <a:tc>
                  <a:txBody>
                    <a:bodyPr/>
                    <a:lstStyle/>
                    <a:p>
                      <a:pPr algn="ctr"/>
                      <a:r>
                        <a:rPr lang="en-US" sz="1600" b="1" dirty="0">
                          <a:solidFill>
                            <a:srgbClr val="00B050"/>
                          </a:solidFill>
                          <a:effectLst/>
                        </a:rPr>
                        <a:t>Power Efficiency</a:t>
                      </a:r>
                    </a:p>
                  </a:txBody>
                  <a:tcPr marL="50800" marR="50800" marT="50800" marB="50800" anchor="ctr"/>
                </a:tc>
                <a:tc>
                  <a:txBody>
                    <a:bodyPr/>
                    <a:lstStyle/>
                    <a:p>
                      <a:pPr algn="ctr"/>
                      <a:r>
                        <a:rPr lang="en-US" sz="1600">
                          <a:effectLst/>
                        </a:rPr>
                        <a:t>Ultra-low</a:t>
                      </a:r>
                    </a:p>
                  </a:txBody>
                  <a:tcPr marL="50800" marR="50800" marT="50800" marB="50800" anchor="ctr"/>
                </a:tc>
                <a:tc>
                  <a:txBody>
                    <a:bodyPr/>
                    <a:lstStyle/>
                    <a:p>
                      <a:pPr algn="ctr"/>
                      <a:r>
                        <a:rPr lang="en-US" sz="1600">
                          <a:effectLst/>
                        </a:rPr>
                        <a:t>Moderate to high</a:t>
                      </a:r>
                    </a:p>
                  </a:txBody>
                  <a:tcPr marL="50800" marR="50800" marT="50800" marB="50800" anchor="ctr"/>
                </a:tc>
                <a:extLst>
                  <a:ext uri="{0D108BD9-81ED-4DB2-BD59-A6C34878D82A}">
                    <a16:rowId xmlns:a16="http://schemas.microsoft.com/office/drawing/2014/main" val="1401122502"/>
                  </a:ext>
                </a:extLst>
              </a:tr>
              <a:tr h="0">
                <a:tc>
                  <a:txBody>
                    <a:bodyPr/>
                    <a:lstStyle/>
                    <a:p>
                      <a:pPr algn="ctr"/>
                      <a:r>
                        <a:rPr lang="en-US" sz="1600" b="1" dirty="0">
                          <a:solidFill>
                            <a:srgbClr val="00B050"/>
                          </a:solidFill>
                          <a:effectLst/>
                        </a:rPr>
                        <a:t>Area</a:t>
                      </a:r>
                    </a:p>
                  </a:txBody>
                  <a:tcPr marL="50800" marR="50800" marT="50800" marB="50800" anchor="ctr"/>
                </a:tc>
                <a:tc>
                  <a:txBody>
                    <a:bodyPr/>
                    <a:lstStyle/>
                    <a:p>
                      <a:pPr algn="ctr"/>
                      <a:r>
                        <a:rPr lang="en-US" sz="1600">
                          <a:effectLst/>
                        </a:rPr>
                        <a:t>Minimal, no capacitive arrays</a:t>
                      </a:r>
                    </a:p>
                  </a:txBody>
                  <a:tcPr marL="50800" marR="50800" marT="50800" marB="50800" anchor="ctr"/>
                </a:tc>
                <a:tc>
                  <a:txBody>
                    <a:bodyPr/>
                    <a:lstStyle/>
                    <a:p>
                      <a:pPr algn="ctr"/>
                      <a:r>
                        <a:rPr lang="en-US" sz="1600">
                          <a:effectLst/>
                        </a:rPr>
                        <a:t>Larger, especially with passive elements</a:t>
                      </a:r>
                    </a:p>
                  </a:txBody>
                  <a:tcPr marL="50800" marR="50800" marT="50800" marB="50800" anchor="ctr"/>
                </a:tc>
                <a:extLst>
                  <a:ext uri="{0D108BD9-81ED-4DB2-BD59-A6C34878D82A}">
                    <a16:rowId xmlns:a16="http://schemas.microsoft.com/office/drawing/2014/main" val="1794381247"/>
                  </a:ext>
                </a:extLst>
              </a:tr>
              <a:tr h="0">
                <a:tc>
                  <a:txBody>
                    <a:bodyPr/>
                    <a:lstStyle/>
                    <a:p>
                      <a:pPr algn="ctr"/>
                      <a:r>
                        <a:rPr lang="en-US" sz="1600" b="1" dirty="0">
                          <a:solidFill>
                            <a:srgbClr val="00B050"/>
                          </a:solidFill>
                          <a:effectLst/>
                        </a:rPr>
                        <a:t>Analog Complexity</a:t>
                      </a:r>
                    </a:p>
                  </a:txBody>
                  <a:tcPr marL="50800" marR="50800" marT="50800" marB="50800" anchor="ctr"/>
                </a:tc>
                <a:tc>
                  <a:txBody>
                    <a:bodyPr/>
                    <a:lstStyle/>
                    <a:p>
                      <a:pPr algn="ctr"/>
                      <a:r>
                        <a:rPr lang="en-US" sz="1600">
                          <a:effectLst/>
                        </a:rPr>
                        <a:t>Very low, all digital core</a:t>
                      </a:r>
                    </a:p>
                  </a:txBody>
                  <a:tcPr marL="50800" marR="50800" marT="50800" marB="50800" anchor="ctr"/>
                </a:tc>
                <a:tc>
                  <a:txBody>
                    <a:bodyPr/>
                    <a:lstStyle/>
                    <a:p>
                      <a:pPr algn="ctr"/>
                      <a:r>
                        <a:rPr lang="en-US" sz="1600">
                          <a:effectLst/>
                        </a:rPr>
                        <a:t>Substantial</a:t>
                      </a:r>
                    </a:p>
                  </a:txBody>
                  <a:tcPr marL="50800" marR="50800" marT="50800" marB="50800" anchor="ctr"/>
                </a:tc>
                <a:extLst>
                  <a:ext uri="{0D108BD9-81ED-4DB2-BD59-A6C34878D82A}">
                    <a16:rowId xmlns:a16="http://schemas.microsoft.com/office/drawing/2014/main" val="3594098461"/>
                  </a:ext>
                </a:extLst>
              </a:tr>
              <a:tr h="0">
                <a:tc>
                  <a:txBody>
                    <a:bodyPr/>
                    <a:lstStyle/>
                    <a:p>
                      <a:pPr algn="ctr"/>
                      <a:r>
                        <a:rPr lang="en-US" sz="1600" b="1" dirty="0">
                          <a:solidFill>
                            <a:srgbClr val="00B050"/>
                          </a:solidFill>
                          <a:effectLst/>
                        </a:rPr>
                        <a:t>Supply Sensitivity</a:t>
                      </a:r>
                    </a:p>
                  </a:txBody>
                  <a:tcPr marL="50800" marR="50800" marT="50800" marB="50800" anchor="ctr"/>
                </a:tc>
                <a:tc>
                  <a:txBody>
                    <a:bodyPr/>
                    <a:lstStyle/>
                    <a:p>
                      <a:pPr algn="ctr"/>
                      <a:r>
                        <a:rPr lang="en-US" sz="1600">
                          <a:effectLst/>
                        </a:rPr>
                        <a:t>Needs calibration (oscillator sensitivity)</a:t>
                      </a:r>
                    </a:p>
                  </a:txBody>
                  <a:tcPr marL="50800" marR="50800" marT="50800" marB="50800" anchor="ctr"/>
                </a:tc>
                <a:tc>
                  <a:txBody>
                    <a:bodyPr/>
                    <a:lstStyle/>
                    <a:p>
                      <a:pPr algn="ctr"/>
                      <a:r>
                        <a:rPr lang="en-US" sz="1600">
                          <a:effectLst/>
                        </a:rPr>
                        <a:t>Stable, but more analog circuitry</a:t>
                      </a:r>
                    </a:p>
                  </a:txBody>
                  <a:tcPr marL="50800" marR="50800" marT="50800" marB="50800" anchor="ctr"/>
                </a:tc>
                <a:extLst>
                  <a:ext uri="{0D108BD9-81ED-4DB2-BD59-A6C34878D82A}">
                    <a16:rowId xmlns:a16="http://schemas.microsoft.com/office/drawing/2014/main" val="3082381335"/>
                  </a:ext>
                </a:extLst>
              </a:tr>
              <a:tr h="0">
                <a:tc>
                  <a:txBody>
                    <a:bodyPr/>
                    <a:lstStyle/>
                    <a:p>
                      <a:pPr algn="ctr"/>
                      <a:r>
                        <a:rPr lang="en-US" sz="1600" b="1" dirty="0">
                          <a:solidFill>
                            <a:srgbClr val="00B050"/>
                          </a:solidFill>
                          <a:effectLst/>
                        </a:rPr>
                        <a:t>Linearity</a:t>
                      </a:r>
                    </a:p>
                  </a:txBody>
                  <a:tcPr marL="50800" marR="50800" marT="50800" marB="50800" anchor="ctr"/>
                </a:tc>
                <a:tc>
                  <a:txBody>
                    <a:bodyPr/>
                    <a:lstStyle/>
                    <a:p>
                      <a:pPr algn="ctr"/>
                      <a:r>
                        <a:rPr lang="en-US" sz="1600">
                          <a:effectLst/>
                        </a:rPr>
                        <a:t>Moderate, nonlinearity from VCO</a:t>
                      </a:r>
                    </a:p>
                  </a:txBody>
                  <a:tcPr marL="50800" marR="50800" marT="50800" marB="50800" anchor="ctr"/>
                </a:tc>
                <a:tc>
                  <a:txBody>
                    <a:bodyPr/>
                    <a:lstStyle/>
                    <a:p>
                      <a:pPr algn="ctr"/>
                      <a:r>
                        <a:rPr lang="en-US" sz="1600">
                          <a:effectLst/>
                        </a:rPr>
                        <a:t>High, with architectural corrections</a:t>
                      </a:r>
                    </a:p>
                  </a:txBody>
                  <a:tcPr marL="50800" marR="50800" marT="50800" marB="50800" anchor="ctr"/>
                </a:tc>
                <a:extLst>
                  <a:ext uri="{0D108BD9-81ED-4DB2-BD59-A6C34878D82A}">
                    <a16:rowId xmlns:a16="http://schemas.microsoft.com/office/drawing/2014/main" val="4199693211"/>
                  </a:ext>
                </a:extLst>
              </a:tr>
              <a:tr h="0">
                <a:tc>
                  <a:txBody>
                    <a:bodyPr/>
                    <a:lstStyle/>
                    <a:p>
                      <a:pPr algn="ctr"/>
                      <a:r>
                        <a:rPr lang="en-US" sz="1600" b="1" dirty="0">
                          <a:solidFill>
                            <a:srgbClr val="00B050"/>
                          </a:solidFill>
                          <a:effectLst/>
                        </a:rPr>
                        <a:t>Speed</a:t>
                      </a:r>
                    </a:p>
                  </a:txBody>
                  <a:tcPr marL="50800" marR="50800" marT="50800" marB="50800" anchor="ctr"/>
                </a:tc>
                <a:tc>
                  <a:txBody>
                    <a:bodyPr/>
                    <a:lstStyle/>
                    <a:p>
                      <a:pPr algn="ctr"/>
                      <a:r>
                        <a:rPr lang="en-US" sz="1600">
                          <a:effectLst/>
                        </a:rPr>
                        <a:t>High (for moderate resolution)</a:t>
                      </a:r>
                    </a:p>
                  </a:txBody>
                  <a:tcPr marL="50800" marR="50800" marT="50800" marB="50800" anchor="ctr"/>
                </a:tc>
                <a:tc>
                  <a:txBody>
                    <a:bodyPr/>
                    <a:lstStyle/>
                    <a:p>
                      <a:pPr algn="ctr"/>
                      <a:r>
                        <a:rPr lang="nn-NO" sz="1600" dirty="0">
                          <a:effectLst/>
                        </a:rPr>
                        <a:t>Variable: SAR slow, Pipeline fast</a:t>
                      </a:r>
                    </a:p>
                  </a:txBody>
                  <a:tcPr marL="50800" marR="50800" marT="50800" marB="50800" anchor="ctr"/>
                </a:tc>
                <a:extLst>
                  <a:ext uri="{0D108BD9-81ED-4DB2-BD59-A6C34878D82A}">
                    <a16:rowId xmlns:a16="http://schemas.microsoft.com/office/drawing/2014/main" val="2741254661"/>
                  </a:ext>
                </a:extLst>
              </a:tr>
            </a:tbl>
          </a:graphicData>
        </a:graphic>
      </p:graphicFrame>
      <p:sp>
        <p:nvSpPr>
          <p:cNvPr id="7" name="Rectangle 6"/>
          <p:cNvSpPr/>
          <p:nvPr/>
        </p:nvSpPr>
        <p:spPr>
          <a:xfrm>
            <a:off x="421640" y="3596641"/>
            <a:ext cx="11719560" cy="272795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237650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0B40F29-35C6-9994-1328-6F37C156A2C8}"/>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315" name="Rectangle 314">
            <a:extLst>
              <a:ext uri="{FF2B5EF4-FFF2-40B4-BE49-F238E27FC236}">
                <a16:creationId xmlns:a16="http://schemas.microsoft.com/office/drawing/2014/main" id="{5831F661-E328-FA14-DF75-0827A15248BA}"/>
              </a:ext>
            </a:extLst>
          </p:cNvPr>
          <p:cNvSpPr/>
          <p:nvPr/>
        </p:nvSpPr>
        <p:spPr>
          <a:xfrm>
            <a:off x="48486" y="765423"/>
            <a:ext cx="12098361" cy="3665800"/>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
        <p:nvSpPr>
          <p:cNvPr id="332" name="Rectangle 331">
            <a:extLst>
              <a:ext uri="{FF2B5EF4-FFF2-40B4-BE49-F238E27FC236}">
                <a16:creationId xmlns:a16="http://schemas.microsoft.com/office/drawing/2014/main" id="{50AF90E8-F7D5-1300-5C78-CE9ECC8C1B49}"/>
              </a:ext>
            </a:extLst>
          </p:cNvPr>
          <p:cNvSpPr/>
          <p:nvPr/>
        </p:nvSpPr>
        <p:spPr>
          <a:xfrm>
            <a:off x="74294" y="5009983"/>
            <a:ext cx="11968551" cy="1196453"/>
          </a:xfrm>
          <a:prstGeom prst="rect">
            <a:avLst/>
          </a:prstGeom>
          <a:solidFill>
            <a:schemeClr val="bg1">
              <a:lumMod val="95000"/>
            </a:schemeClr>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
        <p:nvSpPr>
          <p:cNvPr id="140" name="Rectangle 139"/>
          <p:cNvSpPr/>
          <p:nvPr/>
        </p:nvSpPr>
        <p:spPr>
          <a:xfrm>
            <a:off x="81217" y="4916884"/>
            <a:ext cx="11795735" cy="1323439"/>
          </a:xfrm>
          <a:prstGeom prst="rect">
            <a:avLst/>
          </a:prstGeom>
        </p:spPr>
        <p:txBody>
          <a:bodyPr wrap="square">
            <a:spAutoFit/>
          </a:bodyPr>
          <a:lstStyle/>
          <a:p>
            <a:pPr marL="285744" indent="-285744" algn="just">
              <a:buFont typeface="Arial" panose="020B0604020202020204" pitchFamily="34" charset="0"/>
              <a:buChar char="•"/>
            </a:pPr>
            <a:r>
              <a:rPr lang="en-US" sz="2000" dirty="0"/>
              <a:t>The Analog input signal modulates the VCO frequency via the tuning node, while the counter accumulates the number of transitioning edges during the sample period.</a:t>
            </a:r>
          </a:p>
          <a:p>
            <a:pPr marL="285744" indent="-285744" algn="just">
              <a:buFont typeface="Arial" panose="020B0604020202020204" pitchFamily="34" charset="0"/>
              <a:buChar char="•"/>
            </a:pPr>
            <a:r>
              <a:rPr lang="en-US" sz="2000" dirty="0"/>
              <a:t>At the end of each period, the resulting count is sampled by a register with the counter reset to zero, and the process is repeated. </a:t>
            </a:r>
          </a:p>
        </p:txBody>
      </p:sp>
      <p:sp>
        <p:nvSpPr>
          <p:cNvPr id="161" name="Rectangle 160"/>
          <p:cNvSpPr/>
          <p:nvPr/>
        </p:nvSpPr>
        <p:spPr>
          <a:xfrm>
            <a:off x="143306" y="4516441"/>
            <a:ext cx="12048694" cy="338554"/>
          </a:xfrm>
          <a:prstGeom prst="rect">
            <a:avLst/>
          </a:prstGeom>
        </p:spPr>
        <p:txBody>
          <a:bodyPr wrap="square">
            <a:spAutoFit/>
          </a:bodyPr>
          <a:lstStyle/>
          <a:p>
            <a:pPr algn="ctr"/>
            <a:r>
              <a:rPr lang="en-US" sz="1600" u="sng" dirty="0">
                <a:solidFill>
                  <a:srgbClr val="002060"/>
                </a:solidFill>
              </a:rPr>
              <a:t>The sampled count is proportional to the oscillation frequency of the VCO, and therefore the input signal level (Resolution is lesser)</a:t>
            </a:r>
          </a:p>
        </p:txBody>
      </p:sp>
      <p:sp>
        <p:nvSpPr>
          <p:cNvPr id="183" name="Rectangle 2"/>
          <p:cNvSpPr>
            <a:spLocks noChangeArrowheads="1"/>
          </p:cNvSpPr>
          <p:nvPr/>
        </p:nvSpPr>
        <p:spPr bwMode="auto">
          <a:xfrm>
            <a:off x="0" y="0"/>
            <a:ext cx="5121915"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just" fontAlgn="base">
              <a:spcBef>
                <a:spcPct val="0"/>
              </a:spcBef>
              <a:spcAft>
                <a:spcPct val="0"/>
              </a:spcAft>
            </a:pPr>
            <a:r>
              <a:rPr lang="en-US" sz="3200" b="1" dirty="0">
                <a:solidFill>
                  <a:srgbClr val="002060"/>
                </a:solidFill>
                <a:cs typeface="Times New Roman" pitchFamily="18" charset="0"/>
              </a:rPr>
              <a:t>Single-Phase VCO-Based ADC</a:t>
            </a:r>
          </a:p>
        </p:txBody>
      </p:sp>
      <p:pic>
        <p:nvPicPr>
          <p:cNvPr id="184" name="Picture 183">
            <a:extLst>
              <a:ext uri="{FF2B5EF4-FFF2-40B4-BE49-F238E27FC236}">
                <a16:creationId xmlns:a16="http://schemas.microsoft.com/office/drawing/2014/main" id="{D12D9DDF-FE46-CDC6-326A-D88906D5700E}"/>
              </a:ext>
            </a:extLst>
          </p:cNvPr>
          <p:cNvPicPr>
            <a:picLocks noChangeAspect="1"/>
          </p:cNvPicPr>
          <p:nvPr/>
        </p:nvPicPr>
        <p:blipFill>
          <a:blip r:embed="rId3"/>
          <a:stretch>
            <a:fillRect/>
          </a:stretch>
        </p:blipFill>
        <p:spPr>
          <a:xfrm>
            <a:off x="-63239" y="811686"/>
            <a:ext cx="12192000" cy="3527871"/>
          </a:xfrm>
          <a:prstGeom prst="rect">
            <a:avLst/>
          </a:prstGeom>
        </p:spPr>
      </p:pic>
      <p:sp>
        <p:nvSpPr>
          <p:cNvPr id="5" name="Date Placeholder 4"/>
          <p:cNvSpPr>
            <a:spLocks noGrp="1"/>
          </p:cNvSpPr>
          <p:nvPr>
            <p:ph type="dt" sz="half" idx="10"/>
          </p:nvPr>
        </p:nvSpPr>
        <p:spPr/>
        <p:txBody>
          <a:bodyPr/>
          <a:lstStyle/>
          <a:p>
            <a:fld id="{CD249435-BC8D-4EB1-A862-17569B9E8861}" type="datetime1">
              <a:rPr lang="en-US" smtClean="0"/>
              <a:t>9/1/2026</a:t>
            </a:fld>
            <a:endParaRPr lang="en-BE"/>
          </a:p>
        </p:txBody>
      </p:sp>
      <p:sp>
        <p:nvSpPr>
          <p:cNvPr id="7" name="Footer Placeholder 6"/>
          <p:cNvSpPr>
            <a:spLocks noGrp="1"/>
          </p:cNvSpPr>
          <p:nvPr>
            <p:ph type="ftr" sz="quarter" idx="11"/>
          </p:nvPr>
        </p:nvSpPr>
        <p:spPr>
          <a:xfrm>
            <a:off x="3515878" y="6395311"/>
            <a:ext cx="4957562" cy="365125"/>
          </a:xfrm>
        </p:spPr>
        <p:txBody>
          <a:bodyPr/>
          <a:lstStyle/>
          <a:p>
            <a:r>
              <a:rPr lang="en-US" smtClean="0"/>
              <a:t>5-Day International Workshop on “Recent Advances in Semiconductor and Emerging Devices for Chip Design” © Neeraj Mishra</a:t>
            </a:r>
            <a:endParaRPr lang="en-BE" dirty="0"/>
          </a:p>
        </p:txBody>
      </p:sp>
      <p:sp>
        <p:nvSpPr>
          <p:cNvPr id="15" name="Slide Number Placeholder 3">
            <a:extLst>
              <a:ext uri="{FF2B5EF4-FFF2-40B4-BE49-F238E27FC236}">
                <a16:creationId xmlns:a16="http://schemas.microsoft.com/office/drawing/2014/main" id="{CE3E486E-1852-0388-A7F9-C9647CB3ACAC}"/>
              </a:ext>
            </a:extLst>
          </p:cNvPr>
          <p:cNvSpPr>
            <a:spLocks noGrp="1"/>
          </p:cNvSpPr>
          <p:nvPr>
            <p:ph type="sldNum" sz="quarter" idx="12"/>
          </p:nvPr>
        </p:nvSpPr>
        <p:spPr>
          <a:xfrm>
            <a:off x="10711600" y="6442075"/>
            <a:ext cx="1248000" cy="338554"/>
          </a:xfrm>
        </p:spPr>
        <p:txBody>
          <a:bodyPr/>
          <a:lstStyle/>
          <a:p>
            <a:r>
              <a:rPr lang="en-IN" sz="1600" b="1" dirty="0" smtClean="0">
                <a:solidFill>
                  <a:schemeClr val="tx2"/>
                </a:solidFill>
              </a:rPr>
              <a:t>9</a:t>
            </a:r>
            <a:endParaRPr lang="en-IN" sz="1600" b="1" dirty="0">
              <a:solidFill>
                <a:schemeClr val="tx2"/>
              </a:solidFill>
            </a:endParaRPr>
          </a:p>
        </p:txBody>
      </p:sp>
    </p:spTree>
    <p:extLst>
      <p:ext uri="{BB962C8B-B14F-4D97-AF65-F5344CB8AC3E}">
        <p14:creationId xmlns:p14="http://schemas.microsoft.com/office/powerpoint/2010/main" val="328181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p:bldP spid="16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8F89592-D61A-0209-FC29-EC010501FC8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477" name="Rectangle 476">
            <a:extLst>
              <a:ext uri="{FF2B5EF4-FFF2-40B4-BE49-F238E27FC236}">
                <a16:creationId xmlns:a16="http://schemas.microsoft.com/office/drawing/2014/main" id="{4365C802-588F-08B1-22C4-6A7E49F0E6D5}"/>
              </a:ext>
            </a:extLst>
          </p:cNvPr>
          <p:cNvSpPr/>
          <p:nvPr/>
        </p:nvSpPr>
        <p:spPr>
          <a:xfrm>
            <a:off x="304800" y="695899"/>
            <a:ext cx="11842047" cy="4607622"/>
          </a:xfrm>
          <a:prstGeom prst="rect">
            <a:avLst/>
          </a:prstGeom>
          <a:solidFill>
            <a:schemeClr val="bg1">
              <a:lumMod val="95000"/>
            </a:schemeClr>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
        <p:nvSpPr>
          <p:cNvPr id="539" name="Rectangle 2"/>
          <p:cNvSpPr>
            <a:spLocks noChangeArrowheads="1"/>
          </p:cNvSpPr>
          <p:nvPr/>
        </p:nvSpPr>
        <p:spPr bwMode="auto">
          <a:xfrm>
            <a:off x="90241" y="0"/>
            <a:ext cx="4996881"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just" fontAlgn="base">
              <a:spcBef>
                <a:spcPct val="0"/>
              </a:spcBef>
              <a:spcAft>
                <a:spcPct val="0"/>
              </a:spcAft>
            </a:pPr>
            <a:r>
              <a:rPr lang="en-US" sz="3200" b="1" dirty="0">
                <a:solidFill>
                  <a:srgbClr val="002060"/>
                </a:solidFill>
                <a:cs typeface="Times New Roman" pitchFamily="18" charset="0"/>
              </a:rPr>
              <a:t>Multi-Phase VCO Based ADC</a:t>
            </a:r>
          </a:p>
        </p:txBody>
      </p:sp>
      <p:pic>
        <p:nvPicPr>
          <p:cNvPr id="456" name="Picture 455">
            <a:extLst>
              <a:ext uri="{FF2B5EF4-FFF2-40B4-BE49-F238E27FC236}">
                <a16:creationId xmlns:a16="http://schemas.microsoft.com/office/drawing/2014/main" id="{9663AE2B-EB7B-9E6A-5A5C-A6B392EE21F7}"/>
              </a:ext>
            </a:extLst>
          </p:cNvPr>
          <p:cNvPicPr>
            <a:picLocks noChangeAspect="1"/>
          </p:cNvPicPr>
          <p:nvPr/>
        </p:nvPicPr>
        <p:blipFill>
          <a:blip r:embed="rId2"/>
          <a:stretch>
            <a:fillRect/>
          </a:stretch>
        </p:blipFill>
        <p:spPr>
          <a:xfrm>
            <a:off x="5751966" y="0"/>
            <a:ext cx="548688" cy="548688"/>
          </a:xfrm>
          <a:prstGeom prst="rect">
            <a:avLst/>
          </a:prstGeom>
        </p:spPr>
      </p:pic>
      <p:pic>
        <p:nvPicPr>
          <p:cNvPr id="473" name="Picture 472" descr="A picture containing text&#10;&#10;Description automatically generated">
            <a:extLst>
              <a:ext uri="{FF2B5EF4-FFF2-40B4-BE49-F238E27FC236}">
                <a16:creationId xmlns:a16="http://schemas.microsoft.com/office/drawing/2014/main" id="{DD2570F8-6E10-51C1-5C31-0FDB20E8E8AC}"/>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artisticMarker/>
                    </a14:imgEffect>
                  </a14:imgLayer>
                </a14:imgProps>
              </a:ext>
              <a:ext uri="{28A0092B-C50C-407E-A947-70E740481C1C}">
                <a14:useLocalDpi xmlns:a14="http://schemas.microsoft.com/office/drawing/2010/main" val="0"/>
              </a:ext>
            </a:extLst>
          </a:blip>
          <a:stretch>
            <a:fillRect/>
          </a:stretch>
        </p:blipFill>
        <p:spPr>
          <a:xfrm>
            <a:off x="11424162" y="2417794"/>
            <a:ext cx="543519" cy="643295"/>
          </a:xfrm>
          <a:prstGeom prst="rect">
            <a:avLst/>
          </a:prstGeom>
        </p:spPr>
      </p:pic>
      <p:pic>
        <p:nvPicPr>
          <p:cNvPr id="454" name="Picture 453">
            <a:extLst>
              <a:ext uri="{FF2B5EF4-FFF2-40B4-BE49-F238E27FC236}">
                <a16:creationId xmlns:a16="http://schemas.microsoft.com/office/drawing/2014/main" id="{DE1DC265-E9F6-D051-A0B7-62BB5374A05E}"/>
              </a:ext>
            </a:extLst>
          </p:cNvPr>
          <p:cNvPicPr>
            <a:picLocks noChangeAspect="1"/>
          </p:cNvPicPr>
          <p:nvPr/>
        </p:nvPicPr>
        <p:blipFill>
          <a:blip r:embed="rId5"/>
          <a:stretch>
            <a:fillRect/>
          </a:stretch>
        </p:blipFill>
        <p:spPr>
          <a:xfrm>
            <a:off x="212995" y="737022"/>
            <a:ext cx="11211167" cy="4529263"/>
          </a:xfrm>
          <a:prstGeom prst="rect">
            <a:avLst/>
          </a:prstGeom>
        </p:spPr>
      </p:pic>
      <p:sp>
        <p:nvSpPr>
          <p:cNvPr id="5" name="Date Placeholder 4"/>
          <p:cNvSpPr>
            <a:spLocks noGrp="1"/>
          </p:cNvSpPr>
          <p:nvPr>
            <p:ph type="dt" sz="half" idx="10"/>
          </p:nvPr>
        </p:nvSpPr>
        <p:spPr/>
        <p:txBody>
          <a:bodyPr/>
          <a:lstStyle/>
          <a:p>
            <a:fld id="{6C26C668-F009-4199-B53E-8B40131A5AD1}" type="datetime1">
              <a:rPr lang="en-US" smtClean="0"/>
              <a:t>9/1/2026</a:t>
            </a:fld>
            <a:endParaRPr lang="en-BE"/>
          </a:p>
        </p:txBody>
      </p:sp>
      <p:sp>
        <p:nvSpPr>
          <p:cNvPr id="6" name="Footer Placeholder 5"/>
          <p:cNvSpPr>
            <a:spLocks noGrp="1"/>
          </p:cNvSpPr>
          <p:nvPr>
            <p:ph type="ftr" sz="quarter" idx="11"/>
          </p:nvPr>
        </p:nvSpPr>
        <p:spPr>
          <a:xfrm>
            <a:off x="2508250" y="6437671"/>
            <a:ext cx="5971539" cy="365125"/>
          </a:xfrm>
        </p:spPr>
        <p:txBody>
          <a:bodyPr/>
          <a:lstStyle/>
          <a:p>
            <a:r>
              <a:rPr lang="en-US" smtClean="0"/>
              <a:t>5-Day International Workshop on “Recent Advances in Semiconductor and Emerging Devices for Chip Design” © Neeraj Mishra</a:t>
            </a:r>
            <a:endParaRPr lang="en-BE" dirty="0"/>
          </a:p>
        </p:txBody>
      </p:sp>
      <p:sp>
        <p:nvSpPr>
          <p:cNvPr id="17" name="Slide Number Placeholder 3">
            <a:extLst>
              <a:ext uri="{FF2B5EF4-FFF2-40B4-BE49-F238E27FC236}">
                <a16:creationId xmlns:a16="http://schemas.microsoft.com/office/drawing/2014/main" id="{CE3E486E-1852-0388-A7F9-C9647CB3ACAC}"/>
              </a:ext>
            </a:extLst>
          </p:cNvPr>
          <p:cNvSpPr>
            <a:spLocks noGrp="1"/>
          </p:cNvSpPr>
          <p:nvPr>
            <p:ph type="sldNum" sz="quarter" idx="12"/>
          </p:nvPr>
        </p:nvSpPr>
        <p:spPr>
          <a:xfrm>
            <a:off x="10711600" y="6442075"/>
            <a:ext cx="1248000" cy="338554"/>
          </a:xfrm>
        </p:spPr>
        <p:txBody>
          <a:bodyPr/>
          <a:lstStyle/>
          <a:p>
            <a:r>
              <a:rPr lang="en-IN" sz="1600" dirty="0" smtClean="0">
                <a:solidFill>
                  <a:schemeClr val="tx2"/>
                </a:solidFill>
              </a:rPr>
              <a:t>10</a:t>
            </a:r>
            <a:endParaRPr lang="en-IN" sz="1600" b="1" dirty="0">
              <a:solidFill>
                <a:schemeClr val="tx2"/>
              </a:solidFill>
            </a:endParaRPr>
          </a:p>
        </p:txBody>
      </p:sp>
      <p:sp>
        <p:nvSpPr>
          <p:cNvPr id="2" name="Rectangle 1"/>
          <p:cNvSpPr/>
          <p:nvPr/>
        </p:nvSpPr>
        <p:spPr>
          <a:xfrm>
            <a:off x="406400" y="5362416"/>
            <a:ext cx="11846560" cy="923330"/>
          </a:xfrm>
          <a:prstGeom prst="rect">
            <a:avLst/>
          </a:prstGeom>
        </p:spPr>
        <p:txBody>
          <a:bodyPr wrap="square">
            <a:spAutoFit/>
          </a:bodyPr>
          <a:lstStyle/>
          <a:p>
            <a:r>
              <a:rPr lang="en-US" dirty="0" smtClean="0">
                <a:latin typeface="fkGroteskNeue"/>
              </a:rPr>
              <a:t>The </a:t>
            </a:r>
            <a:r>
              <a:rPr lang="en-US" dirty="0">
                <a:latin typeface="fkGroteskNeue"/>
              </a:rPr>
              <a:t>core architecture and time-domain working principle of a </a:t>
            </a:r>
            <a:r>
              <a:rPr lang="en-US" b="1" dirty="0">
                <a:solidFill>
                  <a:srgbClr val="00B050"/>
                </a:solidFill>
                <a:latin typeface="fkGroteskNeue"/>
              </a:rPr>
              <a:t>multi-phase VCO-based ADC</a:t>
            </a:r>
            <a:r>
              <a:rPr lang="en-US" dirty="0">
                <a:latin typeface="fkGroteskNeue"/>
              </a:rPr>
              <a:t>, a cutting-edge structure enabling enhanced resolution, linearity, and speed for time-domain analog-to-digital conversion in advanced mixed-signal ICs.</a:t>
            </a:r>
            <a:endParaRPr lang="en-US" dirty="0"/>
          </a:p>
        </p:txBody>
      </p:sp>
    </p:spTree>
    <p:extLst>
      <p:ext uri="{BB962C8B-B14F-4D97-AF65-F5344CB8AC3E}">
        <p14:creationId xmlns:p14="http://schemas.microsoft.com/office/powerpoint/2010/main" val="1444075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732C98-0432-4814-845C-C96752B8C7A4}" type="datetime1">
              <a:rPr lang="en-US" smtClean="0"/>
              <a:t>9/1/2026</a:t>
            </a:fld>
            <a:endParaRPr lang="en-BE"/>
          </a:p>
        </p:txBody>
      </p:sp>
      <p:sp>
        <p:nvSpPr>
          <p:cNvPr id="3" name="Footer Placeholder 2"/>
          <p:cNvSpPr>
            <a:spLocks noGrp="1"/>
          </p:cNvSpPr>
          <p:nvPr>
            <p:ph type="ftr" sz="quarter" idx="11"/>
          </p:nvPr>
        </p:nvSpPr>
        <p:spPr>
          <a:xfrm>
            <a:off x="3632718" y="6442075"/>
            <a:ext cx="497788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26</a:t>
            </a:fld>
            <a:endParaRPr lang="en-BE"/>
          </a:p>
        </p:txBody>
      </p:sp>
      <p:pic>
        <p:nvPicPr>
          <p:cNvPr id="5" name="Picture 4"/>
          <p:cNvPicPr>
            <a:picLocks noChangeAspect="1"/>
          </p:cNvPicPr>
          <p:nvPr/>
        </p:nvPicPr>
        <p:blipFill rotWithShape="1">
          <a:blip r:embed="rId2"/>
          <a:srcRect l="1155" t="3346" r="62551" b="5365"/>
          <a:stretch/>
        </p:blipFill>
        <p:spPr>
          <a:xfrm>
            <a:off x="8122920" y="1127760"/>
            <a:ext cx="4069080" cy="4135120"/>
          </a:xfrm>
          <a:prstGeom prst="rect">
            <a:avLst/>
          </a:prstGeom>
        </p:spPr>
      </p:pic>
      <p:sp>
        <p:nvSpPr>
          <p:cNvPr id="6" name="Rectangle 5"/>
          <p:cNvSpPr/>
          <p:nvPr/>
        </p:nvSpPr>
        <p:spPr>
          <a:xfrm>
            <a:off x="594360" y="1119277"/>
            <a:ext cx="7467600" cy="1415772"/>
          </a:xfrm>
          <a:prstGeom prst="rect">
            <a:avLst/>
          </a:prstGeom>
        </p:spPr>
        <p:txBody>
          <a:bodyPr wrap="square">
            <a:spAutoFit/>
          </a:bodyPr>
          <a:lstStyle/>
          <a:p>
            <a:pPr algn="ctr"/>
            <a:r>
              <a:rPr lang="en-US" b="1" dirty="0">
                <a:solidFill>
                  <a:srgbClr val="C00000"/>
                </a:solidFill>
                <a:latin typeface="fkGroteskNeue"/>
              </a:rPr>
              <a:t>Multi-Phase Oscillator</a:t>
            </a:r>
            <a:r>
              <a:rPr lang="en-US" b="1" dirty="0" smtClean="0">
                <a:solidFill>
                  <a:srgbClr val="C00000"/>
                </a:solidFill>
                <a:latin typeface="fkGroteskNeue"/>
              </a:rPr>
              <a:t>:</a:t>
            </a:r>
          </a:p>
          <a:p>
            <a:pPr algn="just"/>
            <a:r>
              <a:rPr lang="en-US" sz="1700" dirty="0" smtClean="0">
                <a:latin typeface="fkGroteskNeue"/>
              </a:rPr>
              <a:t>The </a:t>
            </a:r>
            <a:r>
              <a:rPr lang="en-US" sz="1700" dirty="0">
                <a:latin typeface="fkGroteskNeue"/>
              </a:rPr>
              <a:t>analog input voltage </a:t>
            </a:r>
            <a:r>
              <a:rPr lang="en-US" sz="1700" dirty="0" smtClean="0">
                <a:latin typeface="fkGroteskNeue"/>
              </a:rPr>
              <a:t>(</a:t>
            </a:r>
            <a:r>
              <a:rPr lang="en-US" sz="1700" b="1" i="1" dirty="0" err="1" smtClean="0">
                <a:solidFill>
                  <a:srgbClr val="FF0000"/>
                </a:solidFill>
                <a:latin typeface="KaTeX_Math"/>
              </a:rPr>
              <a:t>V</a:t>
            </a:r>
            <a:r>
              <a:rPr lang="en-US" sz="1700" b="1" i="1" baseline="-25000" dirty="0" err="1" smtClean="0">
                <a:solidFill>
                  <a:srgbClr val="FF0000"/>
                </a:solidFill>
                <a:latin typeface="KaTeX_Math"/>
              </a:rPr>
              <a:t>control</a:t>
            </a:r>
            <a:r>
              <a:rPr lang="en-US" sz="1700" dirty="0">
                <a:latin typeface="fkGroteskNeue"/>
              </a:rPr>
              <a:t>) modulates the frequency of a ring oscillator, which produces several evenly spaced output phases. Each inverter in the ring contributes a separate phase, increasing the number of transition events available per reference clock period.</a:t>
            </a:r>
            <a:endParaRPr lang="en-US" sz="1700" b="0" i="0" dirty="0">
              <a:effectLst/>
              <a:latin typeface="fkGroteskNeue"/>
            </a:endParaRPr>
          </a:p>
        </p:txBody>
      </p:sp>
      <p:sp>
        <p:nvSpPr>
          <p:cNvPr id="7" name="Rectangle 6"/>
          <p:cNvSpPr/>
          <p:nvPr/>
        </p:nvSpPr>
        <p:spPr>
          <a:xfrm>
            <a:off x="508000" y="2470557"/>
            <a:ext cx="7437120" cy="1154162"/>
          </a:xfrm>
          <a:prstGeom prst="rect">
            <a:avLst/>
          </a:prstGeom>
        </p:spPr>
        <p:txBody>
          <a:bodyPr wrap="square">
            <a:spAutoFit/>
          </a:bodyPr>
          <a:lstStyle/>
          <a:p>
            <a:pPr algn="ctr"/>
            <a:r>
              <a:rPr lang="en-US" b="1" dirty="0">
                <a:solidFill>
                  <a:srgbClr val="C00000"/>
                </a:solidFill>
                <a:latin typeface="fkGroteskNeue"/>
              </a:rPr>
              <a:t>Parallel Edge Counting</a:t>
            </a:r>
            <a:r>
              <a:rPr lang="en-US" b="1" dirty="0" smtClean="0">
                <a:solidFill>
                  <a:srgbClr val="C00000"/>
                </a:solidFill>
                <a:latin typeface="fkGroteskNeue"/>
              </a:rPr>
              <a:t>:</a:t>
            </a:r>
          </a:p>
          <a:p>
            <a:pPr algn="just"/>
            <a:r>
              <a:rPr lang="en-US" sz="1700" dirty="0" smtClean="0">
                <a:latin typeface="fkGroteskNeue"/>
              </a:rPr>
              <a:t>Each </a:t>
            </a:r>
            <a:r>
              <a:rPr lang="en-US" sz="1700" dirty="0">
                <a:latin typeface="fkGroteskNeue"/>
              </a:rPr>
              <a:t>oscillator phase feeds the counter, rapidly accumulating multiple transitions per sample period. Rather than rely on a single edge stream, all phase outputs are summed—boosting frequency sensitivity and linearity.</a:t>
            </a:r>
            <a:endParaRPr lang="en-US" sz="1700" b="0" i="0" dirty="0">
              <a:effectLst/>
              <a:latin typeface="fkGroteskNeue"/>
            </a:endParaRPr>
          </a:p>
        </p:txBody>
      </p:sp>
      <p:sp>
        <p:nvSpPr>
          <p:cNvPr id="8" name="Rectangle 7"/>
          <p:cNvSpPr/>
          <p:nvPr/>
        </p:nvSpPr>
        <p:spPr>
          <a:xfrm>
            <a:off x="472440" y="3622100"/>
            <a:ext cx="7523480" cy="1415772"/>
          </a:xfrm>
          <a:prstGeom prst="rect">
            <a:avLst/>
          </a:prstGeom>
        </p:spPr>
        <p:txBody>
          <a:bodyPr wrap="square">
            <a:spAutoFit/>
          </a:bodyPr>
          <a:lstStyle/>
          <a:p>
            <a:pPr algn="ctr"/>
            <a:r>
              <a:rPr lang="en-US" b="1" dirty="0">
                <a:solidFill>
                  <a:srgbClr val="C00000"/>
                </a:solidFill>
                <a:latin typeface="fkGroteskNeue"/>
              </a:rPr>
              <a:t>Sample Acquisition</a:t>
            </a:r>
            <a:r>
              <a:rPr lang="en-US" b="1" dirty="0" smtClean="0">
                <a:solidFill>
                  <a:srgbClr val="C00000"/>
                </a:solidFill>
                <a:latin typeface="fkGroteskNeue"/>
              </a:rPr>
              <a:t>:</a:t>
            </a:r>
          </a:p>
          <a:p>
            <a:pPr algn="just"/>
            <a:r>
              <a:rPr lang="en-US" sz="1700" dirty="0" smtClean="0">
                <a:latin typeface="fkGroteskNeue"/>
              </a:rPr>
              <a:t>At </a:t>
            </a:r>
            <a:r>
              <a:rPr lang="en-US" sz="1700" dirty="0">
                <a:latin typeface="fkGroteskNeue"/>
              </a:rPr>
              <a:t>the end of each reference clock period, the aggregated count (sum of edges across all phases) is latched in a register, producing a proportional digital output for each sample window. The counter is reset and the sequence repeats continuously</a:t>
            </a:r>
            <a:r>
              <a:rPr lang="en-US" sz="1700" dirty="0" smtClean="0">
                <a:latin typeface="fkGroteskNeue"/>
              </a:rPr>
              <a:t>.</a:t>
            </a:r>
            <a:endParaRPr lang="en-US" sz="1700" dirty="0">
              <a:latin typeface="fkGroteskNeue"/>
            </a:endParaRPr>
          </a:p>
        </p:txBody>
      </p:sp>
      <p:sp>
        <p:nvSpPr>
          <p:cNvPr id="9" name="Rectangle 8"/>
          <p:cNvSpPr/>
          <p:nvPr/>
        </p:nvSpPr>
        <p:spPr>
          <a:xfrm>
            <a:off x="523240" y="5123656"/>
            <a:ext cx="11597640" cy="1200329"/>
          </a:xfrm>
          <a:prstGeom prst="rect">
            <a:avLst/>
          </a:prstGeom>
        </p:spPr>
        <p:txBody>
          <a:bodyPr wrap="square">
            <a:spAutoFit/>
          </a:bodyPr>
          <a:lstStyle/>
          <a:p>
            <a:pPr algn="ctr"/>
            <a:r>
              <a:rPr lang="en-US" b="1" dirty="0">
                <a:solidFill>
                  <a:srgbClr val="C00000"/>
                </a:solidFill>
                <a:latin typeface="fkGroteskNeue"/>
              </a:rPr>
              <a:t>Resolution and Linearity Enhancement:</a:t>
            </a:r>
          </a:p>
          <a:p>
            <a:pPr algn="just"/>
            <a:r>
              <a:rPr lang="en-US" dirty="0">
                <a:latin typeface="fkGroteskNeue"/>
              </a:rPr>
              <a:t>By exploiting multiple phase crossings, the architecture greatly increases the event rate and mitigates quantization and nonlinearity errors native to single-phase designs. This yields higher SNR and extends dynamic range.</a:t>
            </a:r>
          </a:p>
        </p:txBody>
      </p:sp>
      <p:sp>
        <p:nvSpPr>
          <p:cNvPr id="10" name="Rectangle 9"/>
          <p:cNvSpPr/>
          <p:nvPr/>
        </p:nvSpPr>
        <p:spPr>
          <a:xfrm>
            <a:off x="441960" y="1178560"/>
            <a:ext cx="7645400" cy="38557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437030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ED4B8C-5FA2-4A6B-829E-6B6F3C1A8FD7}" type="datetime1">
              <a:rPr lang="en-US" smtClean="0"/>
              <a:t>9/1/2026</a:t>
            </a:fld>
            <a:endParaRPr lang="en-BE"/>
          </a:p>
        </p:txBody>
      </p:sp>
      <p:sp>
        <p:nvSpPr>
          <p:cNvPr id="3" name="Footer Placeholder 2"/>
          <p:cNvSpPr>
            <a:spLocks noGrp="1"/>
          </p:cNvSpPr>
          <p:nvPr>
            <p:ph type="ftr" sz="quarter" idx="11"/>
          </p:nvPr>
        </p:nvSpPr>
        <p:spPr>
          <a:xfrm>
            <a:off x="3632718" y="6442075"/>
            <a:ext cx="497280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27</a:t>
            </a:fld>
            <a:endParaRPr lang="en-BE"/>
          </a:p>
        </p:txBody>
      </p:sp>
      <p:sp>
        <p:nvSpPr>
          <p:cNvPr id="5" name="Rectangle 4"/>
          <p:cNvSpPr/>
          <p:nvPr/>
        </p:nvSpPr>
        <p:spPr>
          <a:xfrm>
            <a:off x="279400" y="3295363"/>
            <a:ext cx="11861800" cy="1846659"/>
          </a:xfrm>
          <a:prstGeom prst="rect">
            <a:avLst/>
          </a:prstGeom>
        </p:spPr>
        <p:txBody>
          <a:bodyPr wrap="square">
            <a:spAutoFit/>
          </a:bodyPr>
          <a:lstStyle/>
          <a:p>
            <a:pPr algn="ctr"/>
            <a:r>
              <a:rPr lang="en-US" b="1" dirty="0">
                <a:solidFill>
                  <a:srgbClr val="C00000"/>
                </a:solidFill>
                <a:latin typeface="fkGrotesk"/>
              </a:rPr>
              <a:t>Key Insights</a:t>
            </a:r>
          </a:p>
          <a:p>
            <a:pPr marL="285750" indent="-285750" algn="just">
              <a:buFont typeface="Wingdings" panose="05000000000000000000" pitchFamily="2" charset="2"/>
              <a:buChar char="q"/>
            </a:pPr>
            <a:r>
              <a:rPr lang="en-US" sz="1600" b="1" dirty="0">
                <a:solidFill>
                  <a:srgbClr val="00B050"/>
                </a:solidFill>
                <a:latin typeface="fkGroteskNeue"/>
              </a:rPr>
              <a:t>Oscillator Phase </a:t>
            </a:r>
            <a:r>
              <a:rPr lang="en-US" sz="1600" b="1" dirty="0" err="1" smtClean="0">
                <a:solidFill>
                  <a:srgbClr val="00B050"/>
                </a:solidFill>
                <a:latin typeface="fkGroteskNeue"/>
              </a:rPr>
              <a:t>Interleaving:</a:t>
            </a:r>
            <a:r>
              <a:rPr lang="en-US" sz="1600" dirty="0" err="1" smtClean="0">
                <a:latin typeface="fkGroteskNeue"/>
              </a:rPr>
              <a:t>Increases</a:t>
            </a:r>
            <a:r>
              <a:rPr lang="en-US" sz="1600" dirty="0" smtClean="0">
                <a:latin typeface="fkGroteskNeue"/>
              </a:rPr>
              <a:t> </a:t>
            </a:r>
            <a:r>
              <a:rPr lang="en-US" sz="1600" dirty="0">
                <a:latin typeface="fkGroteskNeue"/>
              </a:rPr>
              <a:t>output code granularity and improves the mapping between analog input and digital count, making conversion less vulnerable to dead-zone nonlinearity and calibration limits.</a:t>
            </a:r>
          </a:p>
          <a:p>
            <a:pPr marL="285750" indent="-285750" algn="just">
              <a:buFont typeface="Wingdings" panose="05000000000000000000" pitchFamily="2" charset="2"/>
              <a:buChar char="q"/>
            </a:pPr>
            <a:r>
              <a:rPr lang="en-US" sz="1600" b="1" dirty="0">
                <a:solidFill>
                  <a:srgbClr val="00B050"/>
                </a:solidFill>
                <a:latin typeface="fkGroteskNeue"/>
              </a:rPr>
              <a:t>Digital-Friendly </a:t>
            </a:r>
            <a:r>
              <a:rPr lang="en-US" sz="1600" b="1" dirty="0" err="1" smtClean="0">
                <a:solidFill>
                  <a:srgbClr val="00B050"/>
                </a:solidFill>
                <a:latin typeface="fkGroteskNeue"/>
              </a:rPr>
              <a:t>Architecture:</a:t>
            </a:r>
            <a:r>
              <a:rPr lang="en-US" sz="1600" dirty="0" err="1" smtClean="0">
                <a:latin typeface="fkGroteskNeue"/>
              </a:rPr>
              <a:t>All</a:t>
            </a:r>
            <a:r>
              <a:rPr lang="en-US" sz="1600" dirty="0" smtClean="0">
                <a:latin typeface="fkGroteskNeue"/>
              </a:rPr>
              <a:t> </a:t>
            </a:r>
            <a:r>
              <a:rPr lang="en-US" sz="1600" dirty="0">
                <a:latin typeface="fkGroteskNeue"/>
              </a:rPr>
              <a:t>phases, edges, and logic are natively compatible with standard digital cell libraries; area and power are minimized for moderate ENOB applications with robust PVT resilience.</a:t>
            </a:r>
          </a:p>
          <a:p>
            <a:pPr marL="285750" indent="-285750" algn="just">
              <a:buFont typeface="Wingdings" panose="05000000000000000000" pitchFamily="2" charset="2"/>
              <a:buChar char="q"/>
            </a:pPr>
            <a:r>
              <a:rPr lang="en-US" sz="1600" b="1" dirty="0">
                <a:solidFill>
                  <a:srgbClr val="00B050"/>
                </a:solidFill>
                <a:latin typeface="fkGroteskNeue"/>
              </a:rPr>
              <a:t>Industry </a:t>
            </a:r>
            <a:r>
              <a:rPr lang="en-US" sz="1600" b="1" dirty="0" err="1" smtClean="0">
                <a:solidFill>
                  <a:srgbClr val="00B050"/>
                </a:solidFill>
                <a:latin typeface="fkGroteskNeue"/>
              </a:rPr>
              <a:t>Impact:</a:t>
            </a:r>
            <a:r>
              <a:rPr lang="en-US" sz="1600" dirty="0" err="1" smtClean="0">
                <a:latin typeface="fkGroteskNeue"/>
              </a:rPr>
              <a:t>Multi-phase</a:t>
            </a:r>
            <a:r>
              <a:rPr lang="en-US" sz="1600" dirty="0" smtClean="0">
                <a:latin typeface="fkGroteskNeue"/>
              </a:rPr>
              <a:t> </a:t>
            </a:r>
            <a:r>
              <a:rPr lang="en-US" sz="1600" dirty="0">
                <a:latin typeface="fkGroteskNeue"/>
              </a:rPr>
              <a:t>VCO-ADCs are leveraged in high-speed sensor interfaces, neural arrays, and ultra-low power wireless chips, thanks to their digital simplicity and scalable resolution.</a:t>
            </a:r>
            <a:endParaRPr lang="en-US" sz="1600" b="0" i="0" dirty="0">
              <a:effectLst/>
              <a:latin typeface="fkGroteskNeue"/>
            </a:endParaRPr>
          </a:p>
        </p:txBody>
      </p:sp>
      <p:graphicFrame>
        <p:nvGraphicFramePr>
          <p:cNvPr id="6" name="Table 5"/>
          <p:cNvGraphicFramePr>
            <a:graphicFrameLocks noGrp="1"/>
          </p:cNvGraphicFramePr>
          <p:nvPr>
            <p:extLst>
              <p:ext uri="{D42A27DB-BD31-4B8C-83A1-F6EECF244321}">
                <p14:modId xmlns:p14="http://schemas.microsoft.com/office/powerpoint/2010/main" val="4022742545"/>
              </p:ext>
            </p:extLst>
          </p:nvPr>
        </p:nvGraphicFramePr>
        <p:xfrm>
          <a:off x="1889760" y="1278255"/>
          <a:ext cx="8122920" cy="1889760"/>
        </p:xfrm>
        <a:graphic>
          <a:graphicData uri="http://schemas.openxmlformats.org/drawingml/2006/table">
            <a:tbl>
              <a:tblPr>
                <a:tableStyleId>{616DA210-FB5B-4158-B5E0-FEB733F419BA}</a:tableStyleId>
              </a:tblPr>
              <a:tblGrid>
                <a:gridCol w="1721162">
                  <a:extLst>
                    <a:ext uri="{9D8B030D-6E8A-4147-A177-3AD203B41FA5}">
                      <a16:colId xmlns:a16="http://schemas.microsoft.com/office/drawing/2014/main" val="2832184102"/>
                    </a:ext>
                  </a:extLst>
                </a:gridCol>
                <a:gridCol w="3348678">
                  <a:extLst>
                    <a:ext uri="{9D8B030D-6E8A-4147-A177-3AD203B41FA5}">
                      <a16:colId xmlns:a16="http://schemas.microsoft.com/office/drawing/2014/main" val="3485380992"/>
                    </a:ext>
                  </a:extLst>
                </a:gridCol>
                <a:gridCol w="3053080">
                  <a:extLst>
                    <a:ext uri="{9D8B030D-6E8A-4147-A177-3AD203B41FA5}">
                      <a16:colId xmlns:a16="http://schemas.microsoft.com/office/drawing/2014/main" val="3114642031"/>
                    </a:ext>
                  </a:extLst>
                </a:gridCol>
              </a:tblGrid>
              <a:tr h="0">
                <a:tc>
                  <a:txBody>
                    <a:bodyPr/>
                    <a:lstStyle/>
                    <a:p>
                      <a:pPr algn="ctr"/>
                      <a:r>
                        <a:rPr lang="en-US" sz="1400" dirty="0" smtClean="0">
                          <a:solidFill>
                            <a:srgbClr val="C00000"/>
                          </a:solidFill>
                          <a:effectLst/>
                        </a:rPr>
                        <a:t>Feature</a:t>
                      </a:r>
                      <a:endParaRPr lang="en-US" sz="1400" b="1" dirty="0">
                        <a:solidFill>
                          <a:srgbClr val="C00000"/>
                        </a:solidFill>
                        <a:effectLst/>
                      </a:endParaRPr>
                    </a:p>
                  </a:txBody>
                  <a:tcPr marL="50800" marR="50800" marT="50800" marB="50800" anchor="ctr">
                    <a:solidFill>
                      <a:schemeClr val="bg1">
                        <a:lumMod val="75000"/>
                      </a:schemeClr>
                    </a:solidFill>
                  </a:tcPr>
                </a:tc>
                <a:tc>
                  <a:txBody>
                    <a:bodyPr/>
                    <a:lstStyle/>
                    <a:p>
                      <a:pPr algn="ctr"/>
                      <a:r>
                        <a:rPr lang="en-US" sz="1400" dirty="0">
                          <a:solidFill>
                            <a:srgbClr val="C00000"/>
                          </a:solidFill>
                          <a:effectLst/>
                        </a:rPr>
                        <a:t>Multi-Phase VCO-ADC</a:t>
                      </a:r>
                      <a:endParaRPr lang="en-US" sz="1400" b="1" dirty="0">
                        <a:solidFill>
                          <a:srgbClr val="C00000"/>
                        </a:solidFill>
                        <a:effectLst/>
                      </a:endParaRPr>
                    </a:p>
                  </a:txBody>
                  <a:tcPr marL="50800" marR="50800" marT="50800" marB="50800" anchor="ctr">
                    <a:solidFill>
                      <a:schemeClr val="bg1">
                        <a:lumMod val="75000"/>
                      </a:schemeClr>
                    </a:solidFill>
                  </a:tcPr>
                </a:tc>
                <a:tc>
                  <a:txBody>
                    <a:bodyPr/>
                    <a:lstStyle/>
                    <a:p>
                      <a:pPr algn="ctr"/>
                      <a:r>
                        <a:rPr lang="en-US" sz="1400" dirty="0">
                          <a:solidFill>
                            <a:srgbClr val="C00000"/>
                          </a:solidFill>
                          <a:effectLst/>
                        </a:rPr>
                        <a:t>Single-Phase VCO-ADC</a:t>
                      </a:r>
                      <a:endParaRPr lang="en-US" sz="1400" b="1" dirty="0">
                        <a:solidFill>
                          <a:srgbClr val="C00000"/>
                        </a:solidFill>
                        <a:effectLst/>
                      </a:endParaRPr>
                    </a:p>
                  </a:txBody>
                  <a:tcPr marL="50800" marR="50800" marT="50800" marB="50800" anchor="ctr">
                    <a:solidFill>
                      <a:schemeClr val="bg1">
                        <a:lumMod val="75000"/>
                      </a:schemeClr>
                    </a:solidFill>
                  </a:tcPr>
                </a:tc>
                <a:extLst>
                  <a:ext uri="{0D108BD9-81ED-4DB2-BD59-A6C34878D82A}">
                    <a16:rowId xmlns:a16="http://schemas.microsoft.com/office/drawing/2014/main" val="2661481389"/>
                  </a:ext>
                </a:extLst>
              </a:tr>
              <a:tr h="0">
                <a:tc>
                  <a:txBody>
                    <a:bodyPr/>
                    <a:lstStyle/>
                    <a:p>
                      <a:pPr algn="ctr"/>
                      <a:r>
                        <a:rPr lang="en-US" sz="1400" b="1" dirty="0">
                          <a:solidFill>
                            <a:srgbClr val="00B050"/>
                          </a:solidFill>
                          <a:effectLst/>
                        </a:rPr>
                        <a:t>Resolution</a:t>
                      </a:r>
                    </a:p>
                  </a:txBody>
                  <a:tcPr marL="50800" marR="50800" marT="50800" marB="50800" anchor="ctr"/>
                </a:tc>
                <a:tc>
                  <a:txBody>
                    <a:bodyPr/>
                    <a:lstStyle/>
                    <a:p>
                      <a:pPr algn="ctr"/>
                      <a:r>
                        <a:rPr lang="en-US" sz="1400" dirty="0">
                          <a:effectLst/>
                        </a:rPr>
                        <a:t>Much higher due to multi-phase counting</a:t>
                      </a:r>
                    </a:p>
                  </a:txBody>
                  <a:tcPr marL="50800" marR="50800" marT="50800" marB="50800" anchor="ctr"/>
                </a:tc>
                <a:tc>
                  <a:txBody>
                    <a:bodyPr/>
                    <a:lstStyle/>
                    <a:p>
                      <a:pPr algn="ctr"/>
                      <a:r>
                        <a:rPr lang="en-US" sz="1400" dirty="0">
                          <a:effectLst/>
                        </a:rPr>
                        <a:t>Limited by single cycle/event stream</a:t>
                      </a:r>
                    </a:p>
                  </a:txBody>
                  <a:tcPr marL="50800" marR="50800" marT="50800" marB="50800" anchor="ctr"/>
                </a:tc>
                <a:extLst>
                  <a:ext uri="{0D108BD9-81ED-4DB2-BD59-A6C34878D82A}">
                    <a16:rowId xmlns:a16="http://schemas.microsoft.com/office/drawing/2014/main" val="598648745"/>
                  </a:ext>
                </a:extLst>
              </a:tr>
              <a:tr h="0">
                <a:tc>
                  <a:txBody>
                    <a:bodyPr/>
                    <a:lstStyle/>
                    <a:p>
                      <a:pPr algn="ctr"/>
                      <a:r>
                        <a:rPr lang="en-US" sz="1400" b="1">
                          <a:solidFill>
                            <a:srgbClr val="00B050"/>
                          </a:solidFill>
                          <a:effectLst/>
                        </a:rPr>
                        <a:t>Linearity</a:t>
                      </a:r>
                    </a:p>
                  </a:txBody>
                  <a:tcPr marL="50800" marR="50800" marT="50800" marB="50800" anchor="ctr"/>
                </a:tc>
                <a:tc>
                  <a:txBody>
                    <a:bodyPr/>
                    <a:lstStyle/>
                    <a:p>
                      <a:pPr algn="ctr"/>
                      <a:r>
                        <a:rPr lang="en-US" sz="1400" dirty="0">
                          <a:effectLst/>
                        </a:rPr>
                        <a:t>Strong: mitigates dead-zone errors</a:t>
                      </a:r>
                    </a:p>
                  </a:txBody>
                  <a:tcPr marL="50800" marR="50800" marT="50800" marB="50800" anchor="ctr"/>
                </a:tc>
                <a:tc>
                  <a:txBody>
                    <a:bodyPr/>
                    <a:lstStyle/>
                    <a:p>
                      <a:pPr algn="ctr"/>
                      <a:r>
                        <a:rPr lang="en-US" sz="1400">
                          <a:effectLst/>
                        </a:rPr>
                        <a:t>Weaker; requires more calibration</a:t>
                      </a:r>
                    </a:p>
                  </a:txBody>
                  <a:tcPr marL="50800" marR="50800" marT="50800" marB="50800" anchor="ctr"/>
                </a:tc>
                <a:extLst>
                  <a:ext uri="{0D108BD9-81ED-4DB2-BD59-A6C34878D82A}">
                    <a16:rowId xmlns:a16="http://schemas.microsoft.com/office/drawing/2014/main" val="1727170427"/>
                  </a:ext>
                </a:extLst>
              </a:tr>
              <a:tr h="0">
                <a:tc>
                  <a:txBody>
                    <a:bodyPr/>
                    <a:lstStyle/>
                    <a:p>
                      <a:pPr algn="ctr"/>
                      <a:r>
                        <a:rPr lang="en-US" sz="1400" b="1">
                          <a:solidFill>
                            <a:srgbClr val="00B050"/>
                          </a:solidFill>
                          <a:effectLst/>
                        </a:rPr>
                        <a:t>Power/Area</a:t>
                      </a:r>
                    </a:p>
                  </a:txBody>
                  <a:tcPr marL="50800" marR="50800" marT="50800" marB="50800" anchor="ctr"/>
                </a:tc>
                <a:tc>
                  <a:txBody>
                    <a:bodyPr/>
                    <a:lstStyle/>
                    <a:p>
                      <a:pPr algn="ctr"/>
                      <a:r>
                        <a:rPr lang="en-US" sz="1400" dirty="0">
                          <a:effectLst/>
                        </a:rPr>
                        <a:t>Excellent; all digital; scalable</a:t>
                      </a:r>
                    </a:p>
                  </a:txBody>
                  <a:tcPr marL="50800" marR="50800" marT="50800" marB="50800" anchor="ctr"/>
                </a:tc>
                <a:tc>
                  <a:txBody>
                    <a:bodyPr/>
                    <a:lstStyle/>
                    <a:p>
                      <a:pPr algn="ctr"/>
                      <a:r>
                        <a:rPr lang="en-US" sz="1400" dirty="0">
                          <a:effectLst/>
                        </a:rPr>
                        <a:t>Slightly better, fewer outputs</a:t>
                      </a:r>
                    </a:p>
                  </a:txBody>
                  <a:tcPr marL="50800" marR="50800" marT="50800" marB="50800" anchor="ctr"/>
                </a:tc>
                <a:extLst>
                  <a:ext uri="{0D108BD9-81ED-4DB2-BD59-A6C34878D82A}">
                    <a16:rowId xmlns:a16="http://schemas.microsoft.com/office/drawing/2014/main" val="1707356857"/>
                  </a:ext>
                </a:extLst>
              </a:tr>
              <a:tr h="0">
                <a:tc>
                  <a:txBody>
                    <a:bodyPr/>
                    <a:lstStyle/>
                    <a:p>
                      <a:pPr algn="ctr"/>
                      <a:r>
                        <a:rPr lang="en-US" sz="1400" b="1">
                          <a:solidFill>
                            <a:srgbClr val="00B050"/>
                          </a:solidFill>
                          <a:effectLst/>
                        </a:rPr>
                        <a:t>Integration</a:t>
                      </a:r>
                    </a:p>
                  </a:txBody>
                  <a:tcPr marL="50800" marR="50800" marT="50800" marB="50800" anchor="ctr"/>
                </a:tc>
                <a:tc>
                  <a:txBody>
                    <a:bodyPr/>
                    <a:lstStyle/>
                    <a:p>
                      <a:pPr algn="ctr"/>
                      <a:r>
                        <a:rPr lang="en-US" sz="1400">
                          <a:effectLst/>
                        </a:rPr>
                        <a:t>Perfect for digital-centric ICs</a:t>
                      </a:r>
                    </a:p>
                  </a:txBody>
                  <a:tcPr marL="50800" marR="50800" marT="50800" marB="50800" anchor="ctr"/>
                </a:tc>
                <a:tc>
                  <a:txBody>
                    <a:bodyPr/>
                    <a:lstStyle/>
                    <a:p>
                      <a:pPr algn="ctr"/>
                      <a:r>
                        <a:rPr lang="en-US" sz="1400" dirty="0">
                          <a:effectLst/>
                        </a:rPr>
                        <a:t>Similarly ideal</a:t>
                      </a:r>
                    </a:p>
                  </a:txBody>
                  <a:tcPr marL="50800" marR="50800" marT="50800" marB="50800" anchor="ctr"/>
                </a:tc>
                <a:extLst>
                  <a:ext uri="{0D108BD9-81ED-4DB2-BD59-A6C34878D82A}">
                    <a16:rowId xmlns:a16="http://schemas.microsoft.com/office/drawing/2014/main" val="822344058"/>
                  </a:ext>
                </a:extLst>
              </a:tr>
              <a:tr h="0">
                <a:tc>
                  <a:txBody>
                    <a:bodyPr/>
                    <a:lstStyle/>
                    <a:p>
                      <a:pPr algn="ctr"/>
                      <a:r>
                        <a:rPr lang="en-US" sz="1400" b="1" dirty="0">
                          <a:solidFill>
                            <a:srgbClr val="00B050"/>
                          </a:solidFill>
                          <a:effectLst/>
                        </a:rPr>
                        <a:t>Design Complexity</a:t>
                      </a:r>
                    </a:p>
                  </a:txBody>
                  <a:tcPr marL="50800" marR="50800" marT="50800" marB="50800" anchor="ctr"/>
                </a:tc>
                <a:tc>
                  <a:txBody>
                    <a:bodyPr/>
                    <a:lstStyle/>
                    <a:p>
                      <a:pPr algn="ctr"/>
                      <a:r>
                        <a:rPr lang="en-US" sz="1400" dirty="0">
                          <a:effectLst/>
                        </a:rPr>
                        <a:t>Moderate: requires multi-phase counting</a:t>
                      </a:r>
                    </a:p>
                  </a:txBody>
                  <a:tcPr marL="50800" marR="50800" marT="50800" marB="50800" anchor="ctr"/>
                </a:tc>
                <a:tc>
                  <a:txBody>
                    <a:bodyPr/>
                    <a:lstStyle/>
                    <a:p>
                      <a:pPr algn="ctr"/>
                      <a:r>
                        <a:rPr lang="en-US" sz="1400" dirty="0">
                          <a:effectLst/>
                        </a:rPr>
                        <a:t>Very low</a:t>
                      </a:r>
                    </a:p>
                  </a:txBody>
                  <a:tcPr marL="50800" marR="50800" marT="50800" marB="50800" anchor="ctr"/>
                </a:tc>
                <a:extLst>
                  <a:ext uri="{0D108BD9-81ED-4DB2-BD59-A6C34878D82A}">
                    <a16:rowId xmlns:a16="http://schemas.microsoft.com/office/drawing/2014/main" val="2893341034"/>
                  </a:ext>
                </a:extLst>
              </a:tr>
            </a:tbl>
          </a:graphicData>
        </a:graphic>
      </p:graphicFrame>
      <p:sp>
        <p:nvSpPr>
          <p:cNvPr id="7" name="Rectangle 6"/>
          <p:cNvSpPr/>
          <p:nvPr/>
        </p:nvSpPr>
        <p:spPr>
          <a:xfrm>
            <a:off x="467360" y="5119638"/>
            <a:ext cx="11099800" cy="1169551"/>
          </a:xfrm>
          <a:prstGeom prst="rect">
            <a:avLst/>
          </a:prstGeom>
        </p:spPr>
        <p:txBody>
          <a:bodyPr wrap="square">
            <a:spAutoFit/>
          </a:bodyPr>
          <a:lstStyle/>
          <a:p>
            <a:pPr algn="ctr"/>
            <a:r>
              <a:rPr lang="en-US" sz="1400" b="1" dirty="0" smtClean="0">
                <a:solidFill>
                  <a:srgbClr val="C00000"/>
                </a:solidFill>
                <a:latin typeface="fkGroteskNeue"/>
              </a:rPr>
              <a:t>Key Takeaway</a:t>
            </a:r>
          </a:p>
          <a:p>
            <a:pPr marL="285750" indent="-285750">
              <a:buFont typeface="Wingdings" panose="05000000000000000000" pitchFamily="2" charset="2"/>
              <a:buChar char="q"/>
            </a:pPr>
            <a:r>
              <a:rPr lang="en-US" sz="1400" dirty="0" smtClean="0">
                <a:latin typeface="fkGroteskNeue"/>
              </a:rPr>
              <a:t>Each </a:t>
            </a:r>
            <a:r>
              <a:rPr lang="en-US" sz="1400" dirty="0">
                <a:latin typeface="fkGroteskNeue"/>
              </a:rPr>
              <a:t>phase crossing is counted, multiplying effective sensitivity and SNR.</a:t>
            </a:r>
          </a:p>
          <a:p>
            <a:pPr marL="285750" indent="-285750">
              <a:buFont typeface="Wingdings" panose="05000000000000000000" pitchFamily="2" charset="2"/>
              <a:buChar char="q"/>
            </a:pPr>
            <a:r>
              <a:rPr lang="en-US" sz="1400" dirty="0">
                <a:latin typeface="fkGroteskNeue"/>
              </a:rPr>
              <a:t>Multi-phase VCO sampling tackles major sources of nonlinearity and quantization artifact.</a:t>
            </a:r>
          </a:p>
          <a:p>
            <a:pPr marL="285750" indent="-285750">
              <a:buFont typeface="Wingdings" panose="05000000000000000000" pitchFamily="2" charset="2"/>
              <a:buChar char="q"/>
            </a:pPr>
            <a:r>
              <a:rPr lang="en-US" sz="1400" dirty="0">
                <a:latin typeface="fkGroteskNeue"/>
              </a:rPr>
              <a:t>Combinatorial edge counting improves monotonicity and reduces missing codes.</a:t>
            </a:r>
          </a:p>
          <a:p>
            <a:pPr marL="285750" indent="-285750">
              <a:buFont typeface="Wingdings" panose="05000000000000000000" pitchFamily="2" charset="2"/>
              <a:buChar char="q"/>
            </a:pPr>
            <a:r>
              <a:rPr lang="en-US" sz="1400" dirty="0">
                <a:latin typeface="fkGroteskNeue"/>
              </a:rPr>
              <a:t>The approach is robust to digital process scaling, PVT environments, and supply voltage variation.</a:t>
            </a:r>
            <a:endParaRPr lang="en-US" sz="1400" b="0" i="0" dirty="0">
              <a:effectLst/>
              <a:latin typeface="fkGroteskNeue"/>
            </a:endParaRPr>
          </a:p>
        </p:txBody>
      </p:sp>
      <p:sp>
        <p:nvSpPr>
          <p:cNvPr id="8" name="Rectangle 7"/>
          <p:cNvSpPr/>
          <p:nvPr/>
        </p:nvSpPr>
        <p:spPr>
          <a:xfrm>
            <a:off x="3950032" y="506214"/>
            <a:ext cx="3619902" cy="400110"/>
          </a:xfrm>
          <a:prstGeom prst="rect">
            <a:avLst/>
          </a:prstGeom>
        </p:spPr>
        <p:txBody>
          <a:bodyPr wrap="none">
            <a:spAutoFit/>
          </a:bodyPr>
          <a:lstStyle/>
          <a:p>
            <a:r>
              <a:rPr lang="en-US" sz="2000" b="1" dirty="0">
                <a:solidFill>
                  <a:srgbClr val="C00000"/>
                </a:solidFill>
                <a:latin typeface="fkGrotesk"/>
              </a:rPr>
              <a:t>Comparative Pros and Cons</a:t>
            </a:r>
            <a:endParaRPr lang="en-US" sz="2000" b="1" i="0" dirty="0">
              <a:solidFill>
                <a:srgbClr val="C00000"/>
              </a:solidFill>
              <a:effectLst/>
              <a:latin typeface="fkGrotesk"/>
            </a:endParaRPr>
          </a:p>
        </p:txBody>
      </p:sp>
      <p:sp>
        <p:nvSpPr>
          <p:cNvPr id="9" name="Rectangle 8"/>
          <p:cNvSpPr/>
          <p:nvPr/>
        </p:nvSpPr>
        <p:spPr>
          <a:xfrm>
            <a:off x="309880" y="3322320"/>
            <a:ext cx="11882120" cy="17983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12803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8F89592-D61A-0209-FC29-EC010501FC81}"/>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477" name="Rectangle 476">
            <a:extLst>
              <a:ext uri="{FF2B5EF4-FFF2-40B4-BE49-F238E27FC236}">
                <a16:creationId xmlns:a16="http://schemas.microsoft.com/office/drawing/2014/main" id="{4365C802-588F-08B1-22C4-6A7E49F0E6D5}"/>
              </a:ext>
            </a:extLst>
          </p:cNvPr>
          <p:cNvSpPr/>
          <p:nvPr/>
        </p:nvSpPr>
        <p:spPr>
          <a:xfrm>
            <a:off x="48486" y="695898"/>
            <a:ext cx="12098361" cy="4670397"/>
          </a:xfrm>
          <a:prstGeom prst="rect">
            <a:avLst/>
          </a:prstGeom>
          <a:solidFill>
            <a:schemeClr val="bg1">
              <a:lumMod val="95000"/>
            </a:schemeClr>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
        <p:nvSpPr>
          <p:cNvPr id="475" name="Rectangle 474">
            <a:extLst>
              <a:ext uri="{FF2B5EF4-FFF2-40B4-BE49-F238E27FC236}">
                <a16:creationId xmlns:a16="http://schemas.microsoft.com/office/drawing/2014/main" id="{F3050CA3-FC69-0E05-56D1-C7F40C8264D5}"/>
              </a:ext>
            </a:extLst>
          </p:cNvPr>
          <p:cNvSpPr/>
          <p:nvPr/>
        </p:nvSpPr>
        <p:spPr>
          <a:xfrm>
            <a:off x="245208" y="5720819"/>
            <a:ext cx="6257449" cy="683380"/>
          </a:xfrm>
          <a:prstGeom prst="rect">
            <a:avLst/>
          </a:prstGeom>
          <a:solidFill>
            <a:schemeClr val="bg1">
              <a:lumMod val="95000"/>
            </a:schemeClr>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20"/>
          </a:p>
        </p:txBody>
      </p:sp>
      <p:sp>
        <p:nvSpPr>
          <p:cNvPr id="539" name="Rectangle 2"/>
          <p:cNvSpPr>
            <a:spLocks noChangeArrowheads="1"/>
          </p:cNvSpPr>
          <p:nvPr/>
        </p:nvSpPr>
        <p:spPr bwMode="auto">
          <a:xfrm>
            <a:off x="90241" y="0"/>
            <a:ext cx="4996881"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just" fontAlgn="base">
              <a:spcBef>
                <a:spcPct val="0"/>
              </a:spcBef>
              <a:spcAft>
                <a:spcPct val="0"/>
              </a:spcAft>
            </a:pPr>
            <a:r>
              <a:rPr lang="en-US" sz="3200" b="1" dirty="0">
                <a:solidFill>
                  <a:srgbClr val="002060"/>
                </a:solidFill>
                <a:cs typeface="Times New Roman" pitchFamily="18" charset="0"/>
              </a:rPr>
              <a:t>Multi-Phase VCO Based ADC</a:t>
            </a:r>
          </a:p>
        </p:txBody>
      </p:sp>
      <p:sp>
        <p:nvSpPr>
          <p:cNvPr id="540" name="Rectangle 539"/>
          <p:cNvSpPr/>
          <p:nvPr/>
        </p:nvSpPr>
        <p:spPr>
          <a:xfrm>
            <a:off x="188099" y="5351487"/>
            <a:ext cx="11932015" cy="338554"/>
          </a:xfrm>
          <a:prstGeom prst="rect">
            <a:avLst/>
          </a:prstGeom>
        </p:spPr>
        <p:txBody>
          <a:bodyPr wrap="square">
            <a:spAutoFit/>
          </a:bodyPr>
          <a:lstStyle/>
          <a:p>
            <a:pPr algn="ctr"/>
            <a:r>
              <a:rPr lang="en-US" sz="1600" u="sng" dirty="0">
                <a:solidFill>
                  <a:srgbClr val="002060"/>
                </a:solidFill>
              </a:rPr>
              <a:t>The sampled count is proportional to the oscillation frequency of the VCO, which in turn is proportional to the input signal level</a:t>
            </a:r>
          </a:p>
        </p:txBody>
      </p:sp>
      <p:sp>
        <p:nvSpPr>
          <p:cNvPr id="467" name="TextBox 466">
            <a:extLst>
              <a:ext uri="{FF2B5EF4-FFF2-40B4-BE49-F238E27FC236}">
                <a16:creationId xmlns:a16="http://schemas.microsoft.com/office/drawing/2014/main" id="{6972C95B-A7B0-3EAD-5C83-8DACB7E39DEA}"/>
              </a:ext>
            </a:extLst>
          </p:cNvPr>
          <p:cNvSpPr txBox="1"/>
          <p:nvPr/>
        </p:nvSpPr>
        <p:spPr>
          <a:xfrm>
            <a:off x="7532693" y="5820830"/>
            <a:ext cx="4659307" cy="590931"/>
          </a:xfrm>
          <a:prstGeom prst="rect">
            <a:avLst/>
          </a:prstGeom>
          <a:noFill/>
        </p:spPr>
        <p:txBody>
          <a:bodyPr wrap="square">
            <a:spAutoFit/>
          </a:bodyPr>
          <a:lstStyle/>
          <a:p>
            <a:r>
              <a:rPr lang="en-IN" sz="1620" b="1" dirty="0"/>
              <a:t>Alon, </a:t>
            </a:r>
            <a:r>
              <a:rPr lang="en-IN" sz="1620" b="1" dirty="0" err="1"/>
              <a:t>Stojanovic</a:t>
            </a:r>
            <a:r>
              <a:rPr lang="en-IN" sz="1620" b="1" dirty="0"/>
              <a:t>, Horowitz JSSC 2005</a:t>
            </a:r>
          </a:p>
          <a:p>
            <a:r>
              <a:rPr lang="en-IN" sz="1620" b="1" dirty="0"/>
              <a:t>Kim, Cho, ISCAS 2006</a:t>
            </a:r>
          </a:p>
        </p:txBody>
      </p:sp>
      <p:sp>
        <p:nvSpPr>
          <p:cNvPr id="471" name="TextBox 470">
            <a:extLst>
              <a:ext uri="{FF2B5EF4-FFF2-40B4-BE49-F238E27FC236}">
                <a16:creationId xmlns:a16="http://schemas.microsoft.com/office/drawing/2014/main" id="{4D9A2EDC-3C79-9993-006C-BFFA9A73982C}"/>
              </a:ext>
            </a:extLst>
          </p:cNvPr>
          <p:cNvSpPr txBox="1"/>
          <p:nvPr/>
        </p:nvSpPr>
        <p:spPr>
          <a:xfrm>
            <a:off x="296564" y="5720820"/>
            <a:ext cx="6053803" cy="590931"/>
          </a:xfrm>
          <a:prstGeom prst="rect">
            <a:avLst/>
          </a:prstGeom>
          <a:noFill/>
        </p:spPr>
        <p:txBody>
          <a:bodyPr wrap="square">
            <a:spAutoFit/>
          </a:bodyPr>
          <a:lstStyle/>
          <a:p>
            <a:pPr marL="285744" indent="-285744">
              <a:buFont typeface="Wingdings" panose="05000000000000000000" pitchFamily="2" charset="2"/>
              <a:buChar char="q"/>
            </a:pPr>
            <a:r>
              <a:rPr lang="en-IN" sz="1620" b="1" dirty="0"/>
              <a:t>Input</a:t>
            </a:r>
            <a:r>
              <a:rPr lang="en-IN" sz="1620" dirty="0"/>
              <a:t>: Analog tuning of the ring oscillator frequency.</a:t>
            </a:r>
          </a:p>
          <a:p>
            <a:pPr marL="285744" indent="-285744">
              <a:buFont typeface="Wingdings" panose="05000000000000000000" pitchFamily="2" charset="2"/>
              <a:buChar char="q"/>
            </a:pPr>
            <a:r>
              <a:rPr lang="en-IN" sz="1620" b="1" dirty="0"/>
              <a:t>Output</a:t>
            </a:r>
            <a:r>
              <a:rPr lang="en-IN" sz="1620" dirty="0"/>
              <a:t>: Count of oscillator cycles per Ref clock period.</a:t>
            </a:r>
          </a:p>
        </p:txBody>
      </p:sp>
      <p:pic>
        <p:nvPicPr>
          <p:cNvPr id="456" name="Picture 455">
            <a:extLst>
              <a:ext uri="{FF2B5EF4-FFF2-40B4-BE49-F238E27FC236}">
                <a16:creationId xmlns:a16="http://schemas.microsoft.com/office/drawing/2014/main" id="{9663AE2B-EB7B-9E6A-5A5C-A6B392EE21F7}"/>
              </a:ext>
            </a:extLst>
          </p:cNvPr>
          <p:cNvPicPr>
            <a:picLocks noChangeAspect="1"/>
          </p:cNvPicPr>
          <p:nvPr/>
        </p:nvPicPr>
        <p:blipFill>
          <a:blip r:embed="rId2"/>
          <a:stretch>
            <a:fillRect/>
          </a:stretch>
        </p:blipFill>
        <p:spPr>
          <a:xfrm>
            <a:off x="5751966" y="0"/>
            <a:ext cx="548688" cy="548688"/>
          </a:xfrm>
          <a:prstGeom prst="rect">
            <a:avLst/>
          </a:prstGeom>
        </p:spPr>
      </p:pic>
      <p:pic>
        <p:nvPicPr>
          <p:cNvPr id="473" name="Picture 472" descr="A picture containing text&#10;&#10;Description automatically generated">
            <a:extLst>
              <a:ext uri="{FF2B5EF4-FFF2-40B4-BE49-F238E27FC236}">
                <a16:creationId xmlns:a16="http://schemas.microsoft.com/office/drawing/2014/main" id="{DD2570F8-6E10-51C1-5C31-0FDB20E8E8AC}"/>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artisticMarker/>
                    </a14:imgEffect>
                  </a14:imgLayer>
                </a14:imgProps>
              </a:ext>
              <a:ext uri="{28A0092B-C50C-407E-A947-70E740481C1C}">
                <a14:useLocalDpi xmlns:a14="http://schemas.microsoft.com/office/drawing/2010/main" val="0"/>
              </a:ext>
            </a:extLst>
          </a:blip>
          <a:stretch>
            <a:fillRect/>
          </a:stretch>
        </p:blipFill>
        <p:spPr>
          <a:xfrm>
            <a:off x="11424162" y="2417794"/>
            <a:ext cx="543519" cy="643295"/>
          </a:xfrm>
          <a:prstGeom prst="rect">
            <a:avLst/>
          </a:prstGeom>
        </p:spPr>
      </p:pic>
      <p:pic>
        <p:nvPicPr>
          <p:cNvPr id="454" name="Picture 453">
            <a:extLst>
              <a:ext uri="{FF2B5EF4-FFF2-40B4-BE49-F238E27FC236}">
                <a16:creationId xmlns:a16="http://schemas.microsoft.com/office/drawing/2014/main" id="{DE1DC265-E9F6-D051-A0B7-62BB5374A05E}"/>
              </a:ext>
            </a:extLst>
          </p:cNvPr>
          <p:cNvPicPr>
            <a:picLocks noChangeAspect="1"/>
          </p:cNvPicPr>
          <p:nvPr/>
        </p:nvPicPr>
        <p:blipFill>
          <a:blip r:embed="rId5"/>
          <a:stretch>
            <a:fillRect/>
          </a:stretch>
        </p:blipFill>
        <p:spPr>
          <a:xfrm>
            <a:off x="212995" y="737022"/>
            <a:ext cx="11211167" cy="4529263"/>
          </a:xfrm>
          <a:prstGeom prst="rect">
            <a:avLst/>
          </a:prstGeom>
        </p:spPr>
      </p:pic>
      <p:sp>
        <p:nvSpPr>
          <p:cNvPr id="5" name="Date Placeholder 4"/>
          <p:cNvSpPr>
            <a:spLocks noGrp="1"/>
          </p:cNvSpPr>
          <p:nvPr>
            <p:ph type="dt" sz="half" idx="10"/>
          </p:nvPr>
        </p:nvSpPr>
        <p:spPr/>
        <p:txBody>
          <a:bodyPr/>
          <a:lstStyle/>
          <a:p>
            <a:fld id="{3C54711B-9459-4FC4-A123-69403F55570F}" type="datetime1">
              <a:rPr lang="en-US" smtClean="0"/>
              <a:t>9/1/2026</a:t>
            </a:fld>
            <a:endParaRPr lang="en-BE"/>
          </a:p>
        </p:txBody>
      </p:sp>
      <p:sp>
        <p:nvSpPr>
          <p:cNvPr id="6" name="Footer Placeholder 5"/>
          <p:cNvSpPr>
            <a:spLocks noGrp="1"/>
          </p:cNvSpPr>
          <p:nvPr>
            <p:ph type="ftr" sz="quarter" idx="11"/>
          </p:nvPr>
        </p:nvSpPr>
        <p:spPr>
          <a:xfrm>
            <a:off x="2508250" y="6437671"/>
            <a:ext cx="5971539" cy="365125"/>
          </a:xfrm>
        </p:spPr>
        <p:txBody>
          <a:bodyPr/>
          <a:lstStyle/>
          <a:p>
            <a:r>
              <a:rPr lang="en-US" smtClean="0"/>
              <a:t>5-Day International Workshop on “Recent Advances in Semiconductor and Emerging Devices for Chip Design” © Neeraj Mishra</a:t>
            </a:r>
            <a:endParaRPr lang="en-BE" dirty="0"/>
          </a:p>
        </p:txBody>
      </p:sp>
      <p:sp>
        <p:nvSpPr>
          <p:cNvPr id="17" name="Slide Number Placeholder 3">
            <a:extLst>
              <a:ext uri="{FF2B5EF4-FFF2-40B4-BE49-F238E27FC236}">
                <a16:creationId xmlns:a16="http://schemas.microsoft.com/office/drawing/2014/main" id="{CE3E486E-1852-0388-A7F9-C9647CB3ACAC}"/>
              </a:ext>
            </a:extLst>
          </p:cNvPr>
          <p:cNvSpPr>
            <a:spLocks noGrp="1"/>
          </p:cNvSpPr>
          <p:nvPr>
            <p:ph type="sldNum" sz="quarter" idx="12"/>
          </p:nvPr>
        </p:nvSpPr>
        <p:spPr>
          <a:xfrm>
            <a:off x="10711600" y="6442075"/>
            <a:ext cx="1248000" cy="338554"/>
          </a:xfrm>
        </p:spPr>
        <p:txBody>
          <a:bodyPr/>
          <a:lstStyle/>
          <a:p>
            <a:r>
              <a:rPr lang="en-IN" sz="1600" dirty="0" smtClean="0">
                <a:solidFill>
                  <a:schemeClr val="tx2"/>
                </a:solidFill>
              </a:rPr>
              <a:t>10</a:t>
            </a:r>
            <a:endParaRPr lang="en-IN" sz="1600" b="1" dirty="0">
              <a:solidFill>
                <a:schemeClr val="tx2"/>
              </a:solidFill>
            </a:endParaRPr>
          </a:p>
        </p:txBody>
      </p:sp>
    </p:spTree>
    <p:extLst>
      <p:ext uri="{BB962C8B-B14F-4D97-AF65-F5344CB8AC3E}">
        <p14:creationId xmlns:p14="http://schemas.microsoft.com/office/powerpoint/2010/main" val="344949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 grpId="0" animBg="1"/>
      <p:bldP spid="475" grpId="0" animBg="1"/>
      <p:bldP spid="540" grpId="0"/>
      <p:bldP spid="467" grpId="0"/>
      <p:bldP spid="47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C789BB4-9A54-6DD2-7FEA-BF906FD765AD}"/>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901" name="Title 1">
            <a:extLst>
              <a:ext uri="{FF2B5EF4-FFF2-40B4-BE49-F238E27FC236}">
                <a16:creationId xmlns:a16="http://schemas.microsoft.com/office/drawing/2014/main" id="{145435CA-635A-085F-EFA2-1B06EE8A7012}"/>
              </a:ext>
            </a:extLst>
          </p:cNvPr>
          <p:cNvSpPr txBox="1">
            <a:spLocks/>
          </p:cNvSpPr>
          <p:nvPr/>
        </p:nvSpPr>
        <p:spPr>
          <a:xfrm>
            <a:off x="-106019" y="0"/>
            <a:ext cx="6001307" cy="554587"/>
          </a:xfrm>
          <a:prstGeom prst="rect">
            <a:avLst/>
          </a:prstGeom>
        </p:spPr>
        <p:txBody>
          <a:bodyPr/>
          <a:lstStyle/>
          <a:p>
            <a:pPr algn="ctr" defTabSz="914377" fontAlgn="base">
              <a:spcBef>
                <a:spcPct val="0"/>
              </a:spcBef>
              <a:spcAft>
                <a:spcPct val="0"/>
              </a:spcAft>
              <a:defRPr/>
            </a:pPr>
            <a:r>
              <a:rPr lang="en-US" sz="3200" b="1" dirty="0">
                <a:solidFill>
                  <a:srgbClr val="002060"/>
                </a:solidFill>
                <a:latin typeface="Calibri" panose="020F0502020204030204" pitchFamily="34" charset="0"/>
                <a:ea typeface="+mj-ea"/>
                <a:cs typeface="Calibri" panose="020F0502020204030204" pitchFamily="34" charset="0"/>
              </a:rPr>
              <a:t>Different Architectures of  MPROs</a:t>
            </a:r>
          </a:p>
        </p:txBody>
      </p:sp>
      <p:pic>
        <p:nvPicPr>
          <p:cNvPr id="928" name="Picture 927">
            <a:extLst>
              <a:ext uri="{FF2B5EF4-FFF2-40B4-BE49-F238E27FC236}">
                <a16:creationId xmlns:a16="http://schemas.microsoft.com/office/drawing/2014/main" id="{62B775F7-BBB5-59B9-DB88-D72BE7817149}"/>
              </a:ext>
            </a:extLst>
          </p:cNvPr>
          <p:cNvPicPr>
            <a:picLocks noChangeAspect="1"/>
          </p:cNvPicPr>
          <p:nvPr/>
        </p:nvPicPr>
        <p:blipFill rotWithShape="1">
          <a:blip r:embed="rId2"/>
          <a:srcRect r="3221"/>
          <a:stretch/>
        </p:blipFill>
        <p:spPr>
          <a:xfrm>
            <a:off x="2179319" y="1113011"/>
            <a:ext cx="8663005" cy="4263636"/>
          </a:xfrm>
          <a:prstGeom prst="rect">
            <a:avLst/>
          </a:prstGeom>
        </p:spPr>
      </p:pic>
      <p:sp>
        <p:nvSpPr>
          <p:cNvPr id="929" name="Slide Number Placeholder 3">
            <a:extLst>
              <a:ext uri="{FF2B5EF4-FFF2-40B4-BE49-F238E27FC236}">
                <a16:creationId xmlns:a16="http://schemas.microsoft.com/office/drawing/2014/main" id="{CE3E486E-1852-0388-A7F9-C9647CB3ACAC}"/>
              </a:ext>
            </a:extLst>
          </p:cNvPr>
          <p:cNvSpPr>
            <a:spLocks noGrp="1"/>
          </p:cNvSpPr>
          <p:nvPr>
            <p:ph type="sldNum" sz="quarter" idx="12"/>
          </p:nvPr>
        </p:nvSpPr>
        <p:spPr>
          <a:xfrm>
            <a:off x="10711600" y="6442075"/>
            <a:ext cx="1248000" cy="338554"/>
          </a:xfrm>
        </p:spPr>
        <p:txBody>
          <a:bodyPr/>
          <a:lstStyle/>
          <a:p>
            <a:fld id="{65A9FE30-EA4F-4BEC-A613-F46EDCC7C20D}" type="slidenum">
              <a:rPr lang="en-IN" sz="1600" b="1">
                <a:solidFill>
                  <a:schemeClr val="tx2"/>
                </a:solidFill>
              </a:rPr>
              <a:t>29</a:t>
            </a:fld>
            <a:endParaRPr lang="en-IN" sz="1600" b="1" dirty="0">
              <a:solidFill>
                <a:schemeClr val="tx2"/>
              </a:solidFill>
            </a:endParaRPr>
          </a:p>
        </p:txBody>
      </p:sp>
      <p:sp>
        <p:nvSpPr>
          <p:cNvPr id="3" name="Date Placeholder 2"/>
          <p:cNvSpPr>
            <a:spLocks noGrp="1"/>
          </p:cNvSpPr>
          <p:nvPr>
            <p:ph type="dt" sz="half" idx="10"/>
          </p:nvPr>
        </p:nvSpPr>
        <p:spPr/>
        <p:txBody>
          <a:bodyPr/>
          <a:lstStyle/>
          <a:p>
            <a:fld id="{8827B1CB-1F09-4A7E-8D51-0FA0C6649D9E}" type="datetime1">
              <a:rPr lang="en-US" smtClean="0"/>
              <a:t>9/1/2026</a:t>
            </a:fld>
            <a:endParaRPr lang="en-BE"/>
          </a:p>
        </p:txBody>
      </p:sp>
      <p:sp>
        <p:nvSpPr>
          <p:cNvPr id="7" name="Footer Placeholder 6"/>
          <p:cNvSpPr>
            <a:spLocks noGrp="1"/>
          </p:cNvSpPr>
          <p:nvPr>
            <p:ph type="ftr" sz="quarter" idx="11"/>
          </p:nvPr>
        </p:nvSpPr>
        <p:spPr>
          <a:xfrm>
            <a:off x="3551438" y="6492875"/>
            <a:ext cx="4901682" cy="365125"/>
          </a:xfrm>
        </p:spPr>
        <p:txBody>
          <a:bodyPr/>
          <a:lstStyle/>
          <a:p>
            <a:r>
              <a:rPr lang="en-US" smtClean="0"/>
              <a:t>5-Day International Workshop on “Recent Advances in Semiconductor and Emerging Devices for Chip Design” © Neeraj Mishra</a:t>
            </a:r>
            <a:endParaRPr lang="en-BE" dirty="0"/>
          </a:p>
        </p:txBody>
      </p:sp>
      <p:sp>
        <p:nvSpPr>
          <p:cNvPr id="2" name="Rectangle 1"/>
          <p:cNvSpPr/>
          <p:nvPr/>
        </p:nvSpPr>
        <p:spPr>
          <a:xfrm>
            <a:off x="508000" y="5385138"/>
            <a:ext cx="11440160" cy="830997"/>
          </a:xfrm>
          <a:prstGeom prst="rect">
            <a:avLst/>
          </a:prstGeom>
        </p:spPr>
        <p:txBody>
          <a:bodyPr wrap="square">
            <a:spAutoFit/>
          </a:bodyPr>
          <a:lstStyle/>
          <a:p>
            <a:pPr algn="just"/>
            <a:r>
              <a:rPr lang="en-US" sz="1600" dirty="0" smtClean="0">
                <a:latin typeface="fkGroteskNeue"/>
              </a:rPr>
              <a:t>The </a:t>
            </a:r>
            <a:r>
              <a:rPr lang="en-US" sz="1600" dirty="0">
                <a:latin typeface="fkGroteskNeue"/>
              </a:rPr>
              <a:t>progression </a:t>
            </a:r>
            <a:r>
              <a:rPr lang="en-US" sz="1600" dirty="0" smtClean="0">
                <a:latin typeface="fkGroteskNeue"/>
              </a:rPr>
              <a:t>of MPRO </a:t>
            </a:r>
            <a:r>
              <a:rPr lang="en-US" sz="1600" dirty="0">
                <a:latin typeface="fkGroteskNeue"/>
              </a:rPr>
              <a:t>architectures—the foundation for highly tunable and robust clock, LO, and data recovery circuits in modern </a:t>
            </a:r>
            <a:r>
              <a:rPr lang="en-US" sz="1600" dirty="0" err="1">
                <a:latin typeface="fkGroteskNeue"/>
              </a:rPr>
              <a:t>SoCs</a:t>
            </a:r>
            <a:r>
              <a:rPr lang="en-US" sz="1600" dirty="0">
                <a:latin typeface="fkGroteskNeue"/>
              </a:rPr>
              <a:t> and transceiver ICs. Each structure achieves enhanced phase resolution, noise shaping, and delay control through circuit and coupling innovations on the inverter loop.</a:t>
            </a:r>
            <a:endParaRPr lang="en-US" sz="1600" dirty="0"/>
          </a:p>
        </p:txBody>
      </p:sp>
      <p:sp>
        <p:nvSpPr>
          <p:cNvPr id="10" name="Rectangle 9"/>
          <p:cNvSpPr/>
          <p:nvPr/>
        </p:nvSpPr>
        <p:spPr>
          <a:xfrm>
            <a:off x="381000" y="5430520"/>
            <a:ext cx="11623040" cy="838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2007909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28B1BE-8208-46C4-998C-FA1A74BE99A6}" type="datetime1">
              <a:rPr lang="en-US" smtClean="0"/>
              <a:t>9/1/2026</a:t>
            </a:fld>
            <a:endParaRPr lang="en-BE"/>
          </a:p>
        </p:txBody>
      </p:sp>
      <p:sp>
        <p:nvSpPr>
          <p:cNvPr id="3" name="Footer Placeholder 2"/>
          <p:cNvSpPr>
            <a:spLocks noGrp="1"/>
          </p:cNvSpPr>
          <p:nvPr>
            <p:ph type="ftr" sz="quarter" idx="11"/>
          </p:nvPr>
        </p:nvSpPr>
        <p:spPr>
          <a:xfrm>
            <a:off x="3632718" y="6442075"/>
            <a:ext cx="488644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30</a:t>
            </a:fld>
            <a:endParaRPr lang="en-BE"/>
          </a:p>
        </p:txBody>
      </p:sp>
      <p:pic>
        <p:nvPicPr>
          <p:cNvPr id="5" name="Picture 4">
            <a:extLst>
              <a:ext uri="{FF2B5EF4-FFF2-40B4-BE49-F238E27FC236}">
                <a16:creationId xmlns:a16="http://schemas.microsoft.com/office/drawing/2014/main" id="{62B775F7-BBB5-59B9-DB88-D72BE7817149}"/>
              </a:ext>
            </a:extLst>
          </p:cNvPr>
          <p:cNvPicPr>
            <a:picLocks noChangeAspect="1"/>
          </p:cNvPicPr>
          <p:nvPr/>
        </p:nvPicPr>
        <p:blipFill rotWithShape="1">
          <a:blip r:embed="rId2"/>
          <a:srcRect l="4392" r="70914" b="88133"/>
          <a:stretch/>
        </p:blipFill>
        <p:spPr>
          <a:xfrm>
            <a:off x="960120" y="1369913"/>
            <a:ext cx="2448560" cy="560487"/>
          </a:xfrm>
          <a:prstGeom prst="rect">
            <a:avLst/>
          </a:prstGeom>
        </p:spPr>
      </p:pic>
      <p:sp>
        <p:nvSpPr>
          <p:cNvPr id="6" name="Rectangle 5"/>
          <p:cNvSpPr/>
          <p:nvPr/>
        </p:nvSpPr>
        <p:spPr>
          <a:xfrm>
            <a:off x="421640" y="2242741"/>
            <a:ext cx="3459480" cy="3816429"/>
          </a:xfrm>
          <a:prstGeom prst="rect">
            <a:avLst/>
          </a:prstGeom>
        </p:spPr>
        <p:txBody>
          <a:bodyPr wrap="square">
            <a:spAutoFit/>
          </a:bodyPr>
          <a:lstStyle/>
          <a:p>
            <a:pPr algn="ctr"/>
            <a:r>
              <a:rPr lang="en-US" sz="1600" b="1" dirty="0">
                <a:solidFill>
                  <a:srgbClr val="C00000"/>
                </a:solidFill>
              </a:rPr>
              <a:t>Classic Inverter-Based Ring Oscillator (5-stage</a:t>
            </a:r>
            <a:r>
              <a:rPr lang="en-US" sz="1600" b="1" dirty="0" smtClean="0">
                <a:solidFill>
                  <a:srgbClr val="C00000"/>
                </a:solidFill>
              </a:rPr>
              <a:t>)</a:t>
            </a:r>
            <a:endParaRPr lang="en-US" sz="1200" b="1" dirty="0" smtClean="0">
              <a:solidFill>
                <a:srgbClr val="C00000"/>
              </a:solidFill>
              <a:latin typeface="fkGroteskNeue"/>
            </a:endParaRP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Simple </a:t>
            </a:r>
            <a:r>
              <a:rPr lang="en-US" sz="1400" dirty="0">
                <a:latin typeface="fkGroteskNeue"/>
              </a:rPr>
              <a:t>serial string of five inverters, each stage contributing a progressive phase shift; the signal loops around to sustain oscillation.</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Optimal </a:t>
            </a:r>
            <a:r>
              <a:rPr lang="en-US" sz="1400" dirty="0">
                <a:latin typeface="fkGroteskNeue"/>
              </a:rPr>
              <a:t>inverter sizing (W/L ratios) sets oscillation frequency, balancing power and phase noise. Symmetric </a:t>
            </a:r>
            <a:r>
              <a:rPr lang="en-US" sz="1400" dirty="0" err="1">
                <a:latin typeface="fkGroteskNeue"/>
              </a:rPr>
              <a:t>p/n</a:t>
            </a:r>
            <a:r>
              <a:rPr lang="en-US" sz="1400" dirty="0">
                <a:latin typeface="fkGroteskNeue"/>
              </a:rPr>
              <a:t> sizing typical for low jitter.</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Layout </a:t>
            </a:r>
            <a:r>
              <a:rPr lang="en-US" sz="1400" dirty="0">
                <a:latin typeface="fkGroteskNeue"/>
              </a:rPr>
              <a:t>is trivial, ideal for rapid prototyping, student silicon, and moderate-precision low-area clocking.</a:t>
            </a:r>
          </a:p>
          <a:p>
            <a:pPr marL="285750" indent="-285750" algn="just">
              <a:buFont typeface="Wingdings" panose="05000000000000000000" pitchFamily="2" charset="2"/>
              <a:buChar char="q"/>
            </a:pPr>
            <a:r>
              <a:rPr lang="en-US" sz="1400" b="1" dirty="0" smtClean="0">
                <a:solidFill>
                  <a:srgbClr val="C00000"/>
                </a:solidFill>
                <a:latin typeface="fkGroteskNeue"/>
              </a:rPr>
              <a:t>Constraint: </a:t>
            </a:r>
            <a:r>
              <a:rPr lang="en-US" sz="1400" dirty="0" smtClean="0">
                <a:latin typeface="fkGroteskNeue"/>
              </a:rPr>
              <a:t>Limited </a:t>
            </a:r>
            <a:r>
              <a:rPr lang="en-US" sz="1400" dirty="0">
                <a:latin typeface="fkGroteskNeue"/>
              </a:rPr>
              <a:t>phase output; only one output per inverter.</a:t>
            </a:r>
            <a:endParaRPr lang="en-US" sz="1400" b="0" i="0" dirty="0">
              <a:effectLst/>
              <a:latin typeface="fkGroteskNeue"/>
            </a:endParaRPr>
          </a:p>
        </p:txBody>
      </p:sp>
      <p:pic>
        <p:nvPicPr>
          <p:cNvPr id="7" name="Picture 6">
            <a:extLst>
              <a:ext uri="{FF2B5EF4-FFF2-40B4-BE49-F238E27FC236}">
                <a16:creationId xmlns:a16="http://schemas.microsoft.com/office/drawing/2014/main" id="{62B775F7-BBB5-59B9-DB88-D72BE7817149}"/>
              </a:ext>
            </a:extLst>
          </p:cNvPr>
          <p:cNvPicPr>
            <a:picLocks noChangeAspect="1"/>
          </p:cNvPicPr>
          <p:nvPr/>
        </p:nvPicPr>
        <p:blipFill rotWithShape="1">
          <a:blip r:embed="rId2"/>
          <a:srcRect l="3367" t="15415" r="70147" b="49197"/>
          <a:stretch/>
        </p:blipFill>
        <p:spPr>
          <a:xfrm>
            <a:off x="4871720" y="944881"/>
            <a:ext cx="2626360" cy="1671319"/>
          </a:xfrm>
          <a:prstGeom prst="rect">
            <a:avLst/>
          </a:prstGeom>
        </p:spPr>
      </p:pic>
      <p:sp>
        <p:nvSpPr>
          <p:cNvPr id="8" name="Rectangle 7"/>
          <p:cNvSpPr/>
          <p:nvPr/>
        </p:nvSpPr>
        <p:spPr>
          <a:xfrm>
            <a:off x="4302760" y="2538443"/>
            <a:ext cx="3540760" cy="3754874"/>
          </a:xfrm>
          <a:prstGeom prst="rect">
            <a:avLst/>
          </a:prstGeom>
        </p:spPr>
        <p:txBody>
          <a:bodyPr wrap="square">
            <a:spAutoFit/>
          </a:bodyPr>
          <a:lstStyle/>
          <a:p>
            <a:pPr algn="ctr"/>
            <a:r>
              <a:rPr lang="en-US" sz="1400" b="1" dirty="0">
                <a:solidFill>
                  <a:srgbClr val="C00000"/>
                </a:solidFill>
                <a:latin typeface="fkGrotesk"/>
              </a:rPr>
              <a:t>3×5 Coupled-Oscillator </a:t>
            </a:r>
            <a:endParaRPr lang="en-US" sz="1400" b="1" dirty="0" smtClean="0">
              <a:solidFill>
                <a:srgbClr val="C00000"/>
              </a:solidFill>
              <a:latin typeface="fkGrotesk"/>
            </a:endParaRPr>
          </a:p>
          <a:p>
            <a:pPr algn="ctr"/>
            <a:r>
              <a:rPr lang="en-US" sz="1400" b="1" dirty="0" smtClean="0">
                <a:solidFill>
                  <a:srgbClr val="C00000"/>
                </a:solidFill>
                <a:latin typeface="fkGrotesk"/>
              </a:rPr>
              <a:t>(</a:t>
            </a:r>
            <a:r>
              <a:rPr lang="en-US" sz="1400" b="1" dirty="0" err="1">
                <a:solidFill>
                  <a:srgbClr val="C00000"/>
                </a:solidFill>
                <a:latin typeface="fkGrotesk"/>
              </a:rPr>
              <a:t>Maneatis</a:t>
            </a:r>
            <a:r>
              <a:rPr lang="en-US" sz="1400" b="1" dirty="0">
                <a:solidFill>
                  <a:srgbClr val="C00000"/>
                </a:solidFill>
                <a:latin typeface="fkGrotesk"/>
              </a:rPr>
              <a:t> et al. JSSC 1993)</a:t>
            </a: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Three </a:t>
            </a:r>
            <a:r>
              <a:rPr lang="en-US" sz="1400" dirty="0">
                <a:latin typeface="fkGroteskNeue"/>
              </a:rPr>
              <a:t>parallel chains of five inverters; outputs and control nodes distributed for increased phase density and mutual coupling.</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Coupling </a:t>
            </a:r>
            <a:r>
              <a:rPr lang="en-US" sz="1400" dirty="0">
                <a:latin typeface="fkGroteskNeue"/>
              </a:rPr>
              <a:t>strength and inverter sizing determine both fundamental frequency and cross-chain phase alignment. Achieves improved phase noise via collective synchronization.</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Moderate</a:t>
            </a:r>
            <a:r>
              <a:rPr lang="en-US" sz="1400" dirty="0">
                <a:latin typeface="fkGroteskNeue"/>
              </a:rPr>
              <a:t>. Multi-chain layout complicates routing, but digital synthesis tools can modularize the process.</a:t>
            </a:r>
          </a:p>
          <a:p>
            <a:pPr marL="285750" indent="-285750" algn="just">
              <a:buFont typeface="Wingdings" panose="05000000000000000000" pitchFamily="2" charset="2"/>
              <a:buChar char="q"/>
            </a:pPr>
            <a:r>
              <a:rPr lang="en-US" sz="1400" b="1" dirty="0" smtClean="0">
                <a:solidFill>
                  <a:srgbClr val="C00000"/>
                </a:solidFill>
                <a:latin typeface="fkGroteskNeue"/>
              </a:rPr>
              <a:t>Constraint: </a:t>
            </a:r>
            <a:r>
              <a:rPr lang="en-US" sz="1400" dirty="0" smtClean="0">
                <a:latin typeface="fkGroteskNeue"/>
              </a:rPr>
              <a:t>Must </a:t>
            </a:r>
            <a:r>
              <a:rPr lang="en-US" sz="1400" dirty="0">
                <a:latin typeface="fkGroteskNeue"/>
              </a:rPr>
              <a:t>tune cross-coupling and ensure robust startup conditions</a:t>
            </a:r>
            <a:endParaRPr lang="en-US" sz="1400" b="0" i="0" dirty="0">
              <a:effectLst/>
              <a:latin typeface="fkGroteskNeue"/>
            </a:endParaRPr>
          </a:p>
        </p:txBody>
      </p:sp>
      <p:pic>
        <p:nvPicPr>
          <p:cNvPr id="9" name="Picture 8"/>
          <p:cNvPicPr>
            <a:picLocks noChangeAspect="1"/>
          </p:cNvPicPr>
          <p:nvPr/>
        </p:nvPicPr>
        <p:blipFill rotWithShape="1">
          <a:blip r:embed="rId3"/>
          <a:srcRect l="5690" t="55913" r="68370" b="18498"/>
          <a:stretch/>
        </p:blipFill>
        <p:spPr>
          <a:xfrm>
            <a:off x="8625840" y="1021080"/>
            <a:ext cx="2489200" cy="1209040"/>
          </a:xfrm>
          <a:prstGeom prst="rect">
            <a:avLst/>
          </a:prstGeom>
        </p:spPr>
      </p:pic>
      <p:sp>
        <p:nvSpPr>
          <p:cNvPr id="10" name="Rectangle 9"/>
          <p:cNvSpPr/>
          <p:nvPr/>
        </p:nvSpPr>
        <p:spPr>
          <a:xfrm>
            <a:off x="8067040" y="2326422"/>
            <a:ext cx="3505200" cy="3970318"/>
          </a:xfrm>
          <a:prstGeom prst="rect">
            <a:avLst/>
          </a:prstGeom>
        </p:spPr>
        <p:txBody>
          <a:bodyPr wrap="square">
            <a:spAutoFit/>
          </a:bodyPr>
          <a:lstStyle/>
          <a:p>
            <a:pPr algn="ctr"/>
            <a:r>
              <a:rPr lang="en-US" sz="1400" b="1" dirty="0">
                <a:solidFill>
                  <a:srgbClr val="C00000"/>
                </a:solidFill>
                <a:latin typeface="fkGrotesk"/>
              </a:rPr>
              <a:t>8-Phase Ring Oscillator w/ Differential Cross-Coupling (Yan et al. TCAS-2 2001</a:t>
            </a:r>
            <a:r>
              <a:rPr lang="en-US" sz="1400" b="1" dirty="0" smtClean="0">
                <a:solidFill>
                  <a:srgbClr val="C00000"/>
                </a:solidFill>
                <a:latin typeface="fkGrotesk"/>
              </a:rPr>
              <a:t>)</a:t>
            </a:r>
          </a:p>
          <a:p>
            <a:pPr algn="ctr"/>
            <a:endParaRPr lang="en-US" sz="1400" b="1" dirty="0">
              <a:solidFill>
                <a:srgbClr val="C00000"/>
              </a:solidFill>
              <a:latin typeface="fkGrotesk"/>
            </a:endParaRP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Eight </a:t>
            </a:r>
            <a:r>
              <a:rPr lang="en-US" sz="1400" dirty="0">
                <a:latin typeface="fkGroteskNeue"/>
              </a:rPr>
              <a:t>inverters arranged with differential signals and cross-coupling to boost output granularity and noise resilience.</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Careful </a:t>
            </a:r>
            <a:r>
              <a:rPr lang="en-US" sz="1400" dirty="0">
                <a:latin typeface="fkGroteskNeue"/>
              </a:rPr>
              <a:t>differential pair sizing, symmetric coupling for phase noise suppression, phase monotonicity, and optimal startup.</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Complex</a:t>
            </a:r>
            <a:r>
              <a:rPr lang="en-US" sz="1400" dirty="0">
                <a:latin typeface="fkGroteskNeue"/>
              </a:rPr>
              <a:t>; differential coupling and matching are critical. Precision layout and verification required.</a:t>
            </a:r>
          </a:p>
          <a:p>
            <a:pPr marL="285750" indent="-285750" algn="just">
              <a:buFont typeface="Wingdings" panose="05000000000000000000" pitchFamily="2" charset="2"/>
              <a:buChar char="q"/>
            </a:pPr>
            <a:r>
              <a:rPr lang="en-US" sz="1400" b="1" dirty="0" smtClean="0">
                <a:solidFill>
                  <a:srgbClr val="C00000"/>
                </a:solidFill>
                <a:latin typeface="fkGroteskNeue"/>
              </a:rPr>
              <a:t>Constraint: </a:t>
            </a:r>
            <a:r>
              <a:rPr lang="en-US" sz="1400" dirty="0" smtClean="0">
                <a:latin typeface="fkGroteskNeue"/>
              </a:rPr>
              <a:t>Increased </a:t>
            </a:r>
            <a:r>
              <a:rPr lang="en-US" sz="1400" dirty="0">
                <a:latin typeface="fkGroteskNeue"/>
              </a:rPr>
              <a:t>sensitivity to mismatch and silicon </a:t>
            </a:r>
            <a:r>
              <a:rPr lang="en-US" sz="1400" dirty="0" err="1">
                <a:latin typeface="fkGroteskNeue"/>
              </a:rPr>
              <a:t>parasitics</a:t>
            </a:r>
            <a:r>
              <a:rPr lang="en-US" sz="1400" dirty="0">
                <a:latin typeface="fkGroteskNeue"/>
              </a:rPr>
              <a:t>.</a:t>
            </a:r>
            <a:endParaRPr lang="en-US" sz="1400" b="0" i="0" dirty="0">
              <a:effectLst/>
              <a:latin typeface="fkGroteskNeue"/>
            </a:endParaRPr>
          </a:p>
        </p:txBody>
      </p:sp>
      <p:sp>
        <p:nvSpPr>
          <p:cNvPr id="11" name="Rectangle 10"/>
          <p:cNvSpPr/>
          <p:nvPr/>
        </p:nvSpPr>
        <p:spPr>
          <a:xfrm>
            <a:off x="441960" y="1178560"/>
            <a:ext cx="3550920" cy="5146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2" name="Rectangle 11"/>
          <p:cNvSpPr/>
          <p:nvPr/>
        </p:nvSpPr>
        <p:spPr>
          <a:xfrm>
            <a:off x="4307840" y="924560"/>
            <a:ext cx="3550920" cy="53898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3" name="Rectangle 12"/>
          <p:cNvSpPr/>
          <p:nvPr/>
        </p:nvSpPr>
        <p:spPr>
          <a:xfrm>
            <a:off x="8102600" y="914400"/>
            <a:ext cx="3550920" cy="53898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11005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8" grpId="0"/>
      <p:bldP spid="10" grpId="0"/>
      <p:bldP spid="11" grpId="0" animBg="1"/>
      <p:bldP spid="12" grpId="0" animBg="1"/>
      <p:bldP spid="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814300-55F6-4996-8D51-980D09EF88EE}" type="datetime1">
              <a:rPr lang="en-US" smtClean="0"/>
              <a:t>9/1/2026</a:t>
            </a:fld>
            <a:endParaRPr lang="en-BE"/>
          </a:p>
        </p:txBody>
      </p:sp>
      <p:sp>
        <p:nvSpPr>
          <p:cNvPr id="3" name="Footer Placeholder 2"/>
          <p:cNvSpPr>
            <a:spLocks noGrp="1"/>
          </p:cNvSpPr>
          <p:nvPr>
            <p:ph type="ftr" sz="quarter" idx="11"/>
          </p:nvPr>
        </p:nvSpPr>
        <p:spPr>
          <a:xfrm>
            <a:off x="3592078" y="6452235"/>
            <a:ext cx="493216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31</a:t>
            </a:fld>
            <a:endParaRPr lang="en-BE"/>
          </a:p>
        </p:txBody>
      </p:sp>
      <p:pic>
        <p:nvPicPr>
          <p:cNvPr id="7" name="Picture 6">
            <a:extLst>
              <a:ext uri="{FF2B5EF4-FFF2-40B4-BE49-F238E27FC236}">
                <a16:creationId xmlns:a16="http://schemas.microsoft.com/office/drawing/2014/main" id="{62B775F7-BBB5-59B9-DB88-D72BE7817149}"/>
              </a:ext>
            </a:extLst>
          </p:cNvPr>
          <p:cNvPicPr>
            <a:picLocks noChangeAspect="1"/>
          </p:cNvPicPr>
          <p:nvPr/>
        </p:nvPicPr>
        <p:blipFill rotWithShape="1">
          <a:blip r:embed="rId3"/>
          <a:srcRect l="51269" r="21425" b="85229"/>
          <a:stretch/>
        </p:blipFill>
        <p:spPr>
          <a:xfrm>
            <a:off x="726439" y="1268313"/>
            <a:ext cx="2707641" cy="697648"/>
          </a:xfrm>
          <a:prstGeom prst="rect">
            <a:avLst/>
          </a:prstGeom>
        </p:spPr>
      </p:pic>
      <p:sp>
        <p:nvSpPr>
          <p:cNvPr id="8" name="Rectangle 7"/>
          <p:cNvSpPr/>
          <p:nvPr/>
        </p:nvSpPr>
        <p:spPr>
          <a:xfrm>
            <a:off x="416560" y="2361982"/>
            <a:ext cx="3576320" cy="3754874"/>
          </a:xfrm>
          <a:prstGeom prst="rect">
            <a:avLst/>
          </a:prstGeom>
        </p:spPr>
        <p:txBody>
          <a:bodyPr wrap="square">
            <a:spAutoFit/>
          </a:bodyPr>
          <a:lstStyle/>
          <a:p>
            <a:r>
              <a:rPr lang="en-US" sz="1400" b="1" dirty="0">
                <a:solidFill>
                  <a:srgbClr val="C00000"/>
                </a:solidFill>
                <a:latin typeface="fkGrotesk"/>
              </a:rPr>
              <a:t>Negative Delay Skewed 5-Stage Ring Oscillator (Lee et al. JSSC 1997</a:t>
            </a:r>
            <a:r>
              <a:rPr lang="en-US" sz="1400" b="1" dirty="0" smtClean="0">
                <a:solidFill>
                  <a:srgbClr val="C00000"/>
                </a:solidFill>
                <a:latin typeface="fkGrotesk"/>
              </a:rPr>
              <a:t>)</a:t>
            </a:r>
          </a:p>
          <a:p>
            <a:endParaRPr lang="en-US" sz="1400" b="1" dirty="0">
              <a:solidFill>
                <a:srgbClr val="C00000"/>
              </a:solidFill>
              <a:latin typeface="fkGrotesk"/>
            </a:endParaRPr>
          </a:p>
          <a:p>
            <a:pPr marL="171450" indent="-171450" algn="just">
              <a:buFont typeface="Wingdings" panose="05000000000000000000" pitchFamily="2" charset="2"/>
              <a:buChar char="q"/>
            </a:pPr>
            <a:r>
              <a:rPr lang="en-US" sz="1400" b="1" dirty="0" smtClean="0">
                <a:solidFill>
                  <a:srgbClr val="C00000"/>
                </a:solidFill>
                <a:latin typeface="fkGroteskNeue"/>
              </a:rPr>
              <a:t> Design:</a:t>
            </a:r>
            <a:r>
              <a:rPr lang="en-US" sz="1400" dirty="0" smtClean="0">
                <a:latin typeface="fkGroteskNeue"/>
              </a:rPr>
              <a:t> Classic </a:t>
            </a:r>
            <a:r>
              <a:rPr lang="en-US" sz="1400" dirty="0">
                <a:latin typeface="fkGroteskNeue"/>
              </a:rPr>
              <a:t>inverter ring with tailored inverter delay profiles—negative skew—increases frequency and improves phase spacing.</a:t>
            </a:r>
          </a:p>
          <a:p>
            <a:pPr marL="171450" indent="-171450" algn="just">
              <a:buFont typeface="Wingdings" panose="05000000000000000000" pitchFamily="2" charset="2"/>
              <a:buChar char="q"/>
            </a:pPr>
            <a:r>
              <a:rPr lang="en-US" sz="1400" b="1" dirty="0" smtClean="0">
                <a:solidFill>
                  <a:srgbClr val="C00000"/>
                </a:solidFill>
                <a:latin typeface="fkGroteskNeue"/>
              </a:rPr>
              <a:t> Sizing:</a:t>
            </a:r>
            <a:r>
              <a:rPr lang="en-US" sz="1400" dirty="0" smtClean="0">
                <a:latin typeface="fkGroteskNeue"/>
              </a:rPr>
              <a:t> Individual </a:t>
            </a:r>
            <a:r>
              <a:rPr lang="en-US" sz="1400" dirty="0">
                <a:latin typeface="fkGroteskNeue"/>
              </a:rPr>
              <a:t>inverter-sizing and loading needed to create negative delay regions; timing simulation essential.</a:t>
            </a:r>
          </a:p>
          <a:p>
            <a:pPr marL="171450" indent="-171450" algn="just">
              <a:buFont typeface="Wingdings" panose="05000000000000000000" pitchFamily="2" charset="2"/>
              <a:buChar char="q"/>
            </a:pPr>
            <a:r>
              <a:rPr lang="en-US" sz="1400" b="1" dirty="0" smtClean="0">
                <a:solidFill>
                  <a:srgbClr val="C00000"/>
                </a:solidFill>
                <a:latin typeface="fkGroteskNeue"/>
              </a:rPr>
              <a:t> Ease </a:t>
            </a:r>
            <a:r>
              <a:rPr lang="en-US" sz="1400" b="1" dirty="0">
                <a:solidFill>
                  <a:srgbClr val="C00000"/>
                </a:solidFill>
                <a:latin typeface="fkGroteskNeue"/>
              </a:rPr>
              <a:t>of </a:t>
            </a:r>
            <a:r>
              <a:rPr lang="en-US" sz="1400" b="1" dirty="0" smtClean="0">
                <a:solidFill>
                  <a:srgbClr val="C00000"/>
                </a:solidFill>
                <a:latin typeface="fkGroteskNeue"/>
              </a:rPr>
              <a:t>Design:</a:t>
            </a:r>
            <a:r>
              <a:rPr lang="en-US" sz="1400" dirty="0" smtClean="0">
                <a:latin typeface="fkGroteskNeue"/>
              </a:rPr>
              <a:t> More </a:t>
            </a:r>
            <a:r>
              <a:rPr lang="en-US" sz="1400" dirty="0">
                <a:latin typeface="fkGroteskNeue"/>
              </a:rPr>
              <a:t>difficult; skew management and non-monotonic delay require sophisticated simulation and layout.</a:t>
            </a:r>
          </a:p>
          <a:p>
            <a:pPr marL="171450" indent="-171450" algn="just">
              <a:buFont typeface="Wingdings" panose="05000000000000000000" pitchFamily="2" charset="2"/>
              <a:buChar char="q"/>
            </a:pPr>
            <a:r>
              <a:rPr lang="en-US" sz="1400" b="1" dirty="0" smtClean="0">
                <a:solidFill>
                  <a:srgbClr val="C00000"/>
                </a:solidFill>
                <a:latin typeface="fkGroteskNeue"/>
              </a:rPr>
              <a:t> Constraint:</a:t>
            </a:r>
            <a:r>
              <a:rPr lang="en-US" sz="1400" dirty="0" smtClean="0">
                <a:latin typeface="fkGroteskNeue"/>
              </a:rPr>
              <a:t> Harder </a:t>
            </a:r>
            <a:r>
              <a:rPr lang="en-US" sz="1400" dirty="0">
                <a:latin typeface="fkGroteskNeue"/>
              </a:rPr>
              <a:t>to calibrate; best for application-specific or research prototypes</a:t>
            </a:r>
            <a:endParaRPr lang="en-US" sz="1400" b="0" i="0" dirty="0">
              <a:effectLst/>
              <a:latin typeface="fkGroteskNeue"/>
            </a:endParaRPr>
          </a:p>
        </p:txBody>
      </p:sp>
      <p:sp>
        <p:nvSpPr>
          <p:cNvPr id="9" name="Rectangle 8"/>
          <p:cNvSpPr/>
          <p:nvPr/>
        </p:nvSpPr>
        <p:spPr>
          <a:xfrm>
            <a:off x="4378960" y="2372142"/>
            <a:ext cx="3576320" cy="3970318"/>
          </a:xfrm>
          <a:prstGeom prst="rect">
            <a:avLst/>
          </a:prstGeom>
        </p:spPr>
        <p:txBody>
          <a:bodyPr wrap="square">
            <a:spAutoFit/>
          </a:bodyPr>
          <a:lstStyle/>
          <a:p>
            <a:r>
              <a:rPr lang="en-US" sz="1400" b="1" dirty="0">
                <a:solidFill>
                  <a:srgbClr val="C00000"/>
                </a:solidFill>
                <a:latin typeface="fkGrotesk"/>
              </a:rPr>
              <a:t>Triple-Path 8-Phase Ring Oscillator w/ Cross-Coupling (Park et al. JSSC 1999</a:t>
            </a:r>
            <a:r>
              <a:rPr lang="en-US" sz="1400" b="1" dirty="0" smtClean="0">
                <a:solidFill>
                  <a:srgbClr val="C00000"/>
                </a:solidFill>
                <a:latin typeface="fkGrotesk"/>
              </a:rPr>
              <a:t>)</a:t>
            </a:r>
          </a:p>
          <a:p>
            <a:endParaRPr lang="en-US" sz="1400" b="1" dirty="0">
              <a:solidFill>
                <a:srgbClr val="C00000"/>
              </a:solidFill>
              <a:latin typeface="fkGrotesk"/>
            </a:endParaRPr>
          </a:p>
          <a:p>
            <a:pPr marL="285750" indent="-285750" algn="just">
              <a:buFont typeface="Wingdings" panose="05000000000000000000" pitchFamily="2" charset="2"/>
              <a:buChar char="q"/>
            </a:pPr>
            <a:r>
              <a:rPr lang="en-US" sz="1400" b="1" dirty="0" smtClean="0">
                <a:solidFill>
                  <a:srgbClr val="C00000"/>
                </a:solidFill>
                <a:latin typeface="fkGroteskNeue"/>
              </a:rPr>
              <a:t>Design: </a:t>
            </a:r>
            <a:r>
              <a:rPr lang="en-US" sz="1400" dirty="0" smtClean="0">
                <a:latin typeface="fkGroteskNeue"/>
              </a:rPr>
              <a:t>Integrates </a:t>
            </a:r>
            <a:r>
              <a:rPr lang="en-US" sz="1400" dirty="0">
                <a:latin typeface="fkGroteskNeue"/>
              </a:rPr>
              <a:t>three interleaved oscillator paths, cross-coupled to reduce net delay and enhance phase accuracy; supports differential operation.</a:t>
            </a:r>
          </a:p>
          <a:p>
            <a:pPr marL="285750" indent="-285750" algn="just">
              <a:buFont typeface="Wingdings" panose="05000000000000000000" pitchFamily="2" charset="2"/>
              <a:buChar char="q"/>
            </a:pPr>
            <a:r>
              <a:rPr lang="en-US" sz="1400" b="1" dirty="0" smtClean="0">
                <a:solidFill>
                  <a:srgbClr val="C00000"/>
                </a:solidFill>
                <a:latin typeface="fkGroteskNeue"/>
              </a:rPr>
              <a:t>Sizing: </a:t>
            </a:r>
            <a:r>
              <a:rPr lang="en-US" sz="1400" dirty="0" smtClean="0">
                <a:latin typeface="fkGroteskNeue"/>
              </a:rPr>
              <a:t>Coupling </a:t>
            </a:r>
            <a:r>
              <a:rPr lang="en-US" sz="1400" dirty="0">
                <a:latin typeface="fkGroteskNeue"/>
              </a:rPr>
              <a:t>path transistor sizing critical: sets phase response, startup reliability, and noise shaping characteristics.</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 </a:t>
            </a:r>
            <a:r>
              <a:rPr lang="en-US" sz="1400" dirty="0" smtClean="0">
                <a:latin typeface="fkGroteskNeue"/>
              </a:rPr>
              <a:t>Similar </a:t>
            </a:r>
            <a:r>
              <a:rPr lang="en-US" sz="1400" dirty="0">
                <a:latin typeface="fkGroteskNeue"/>
              </a:rPr>
              <a:t>to (c), requires careful cross-coupling, robust layout, and post-layout extraction validation.</a:t>
            </a:r>
          </a:p>
          <a:p>
            <a:pPr marL="285750" indent="-285750" algn="just">
              <a:buFont typeface="Wingdings" panose="05000000000000000000" pitchFamily="2" charset="2"/>
              <a:buChar char="q"/>
            </a:pPr>
            <a:r>
              <a:rPr lang="en-US" sz="1400" b="1" dirty="0" smtClean="0">
                <a:solidFill>
                  <a:srgbClr val="C00000"/>
                </a:solidFill>
                <a:latin typeface="fkGroteskNeue"/>
              </a:rPr>
              <a:t>Constraint:</a:t>
            </a:r>
            <a:r>
              <a:rPr lang="en-US" sz="1400" dirty="0" smtClean="0">
                <a:latin typeface="fkGroteskNeue"/>
              </a:rPr>
              <a:t> Highly </a:t>
            </a:r>
            <a:r>
              <a:rPr lang="en-US" sz="1400" dirty="0">
                <a:latin typeface="fkGroteskNeue"/>
              </a:rPr>
              <a:t>sensitive to process corners and layout-induced </a:t>
            </a:r>
            <a:r>
              <a:rPr lang="en-US" sz="1400" dirty="0" err="1">
                <a:latin typeface="fkGroteskNeue"/>
              </a:rPr>
              <a:t>parasitics</a:t>
            </a:r>
            <a:r>
              <a:rPr lang="en-US" sz="1400" dirty="0">
                <a:latin typeface="fkGroteskNeue"/>
              </a:rPr>
              <a:t>.</a:t>
            </a:r>
            <a:endParaRPr lang="en-US" sz="1400" b="0" i="0" dirty="0">
              <a:effectLst/>
              <a:latin typeface="fkGroteskNeue"/>
            </a:endParaRPr>
          </a:p>
        </p:txBody>
      </p:sp>
      <p:sp>
        <p:nvSpPr>
          <p:cNvPr id="10" name="Rectangle 9"/>
          <p:cNvSpPr/>
          <p:nvPr/>
        </p:nvSpPr>
        <p:spPr>
          <a:xfrm>
            <a:off x="8366760" y="2250222"/>
            <a:ext cx="3566160" cy="4185761"/>
          </a:xfrm>
          <a:prstGeom prst="rect">
            <a:avLst/>
          </a:prstGeom>
        </p:spPr>
        <p:txBody>
          <a:bodyPr wrap="square">
            <a:spAutoFit/>
          </a:bodyPr>
          <a:lstStyle/>
          <a:p>
            <a:r>
              <a:rPr lang="en-US" sz="1400" b="1" dirty="0">
                <a:solidFill>
                  <a:srgbClr val="C00000"/>
                </a:solidFill>
                <a:latin typeface="fkGrotesk"/>
              </a:rPr>
              <a:t>Generalized Arbitrary-Coupling MPRO (Hafez et al. TCAS-1 2011)</a:t>
            </a:r>
          </a:p>
          <a:p>
            <a:pPr marL="285750" indent="-285750" algn="just">
              <a:buFont typeface="Wingdings" panose="05000000000000000000" pitchFamily="2" charset="2"/>
              <a:buChar char="q"/>
            </a:pPr>
            <a:r>
              <a:rPr lang="en-US" sz="1400" b="1" dirty="0" smtClean="0">
                <a:solidFill>
                  <a:srgbClr val="C00000"/>
                </a:solidFill>
                <a:latin typeface="fkGroteskNeue"/>
              </a:rPr>
              <a:t>Design:</a:t>
            </a:r>
            <a:r>
              <a:rPr lang="en-US" sz="1400" dirty="0" smtClean="0">
                <a:latin typeface="fkGroteskNeue"/>
              </a:rPr>
              <a:t> Fully </a:t>
            </a:r>
            <a:r>
              <a:rPr lang="en-US" sz="1400" dirty="0">
                <a:latin typeface="fkGroteskNeue"/>
              </a:rPr>
              <a:t>reconfigurable multi-path topology allows arbitrary coupling and inverter arrangements—custom fit for application-specific delay and phase profiles.</a:t>
            </a:r>
          </a:p>
          <a:p>
            <a:pPr marL="285750" indent="-285750" algn="just">
              <a:buFont typeface="Wingdings" panose="05000000000000000000" pitchFamily="2" charset="2"/>
              <a:buChar char="q"/>
            </a:pPr>
            <a:r>
              <a:rPr lang="en-US" sz="1400" b="1" dirty="0" smtClean="0">
                <a:solidFill>
                  <a:srgbClr val="C00000"/>
                </a:solidFill>
                <a:latin typeface="fkGroteskNeue"/>
              </a:rPr>
              <a:t>Sizing:</a:t>
            </a:r>
            <a:r>
              <a:rPr lang="en-US" sz="1400" dirty="0" smtClean="0">
                <a:latin typeface="fkGroteskNeue"/>
              </a:rPr>
              <a:t> Designer </a:t>
            </a:r>
            <a:r>
              <a:rPr lang="en-US" sz="1400" dirty="0">
                <a:latin typeface="fkGroteskNeue"/>
              </a:rPr>
              <a:t>can assign all inverter, coupling, and feedback sizes for custom frequency, phase, and startup behavior.</a:t>
            </a:r>
          </a:p>
          <a:p>
            <a:pPr marL="285750" indent="-285750" algn="just">
              <a:buFont typeface="Wingdings" panose="05000000000000000000" pitchFamily="2" charset="2"/>
              <a:buChar char="q"/>
            </a:pPr>
            <a:r>
              <a:rPr lang="en-US" sz="1400" b="1" dirty="0">
                <a:solidFill>
                  <a:srgbClr val="C00000"/>
                </a:solidFill>
                <a:latin typeface="fkGroteskNeue"/>
              </a:rPr>
              <a:t>Ease of </a:t>
            </a:r>
            <a:r>
              <a:rPr lang="en-US" sz="1400" b="1" dirty="0" smtClean="0">
                <a:solidFill>
                  <a:srgbClr val="C00000"/>
                </a:solidFill>
                <a:latin typeface="fkGroteskNeue"/>
              </a:rPr>
              <a:t>Design:</a:t>
            </a:r>
            <a:r>
              <a:rPr lang="en-US" sz="1400" dirty="0" smtClean="0">
                <a:latin typeface="fkGroteskNeue"/>
              </a:rPr>
              <a:t> Most </a:t>
            </a:r>
            <a:r>
              <a:rPr lang="en-US" sz="1400" dirty="0">
                <a:latin typeface="fkGroteskNeue"/>
              </a:rPr>
              <a:t>challenging; requires system-level optimization, EM/circuit co-simulation, and iterative silicon validation.</a:t>
            </a:r>
          </a:p>
          <a:p>
            <a:pPr marL="285750" indent="-285750" algn="just">
              <a:buFont typeface="Wingdings" panose="05000000000000000000" pitchFamily="2" charset="2"/>
              <a:buChar char="q"/>
            </a:pPr>
            <a:r>
              <a:rPr lang="en-US" sz="1400" b="1" dirty="0" smtClean="0">
                <a:solidFill>
                  <a:srgbClr val="C00000"/>
                </a:solidFill>
                <a:latin typeface="fkGroteskNeue"/>
              </a:rPr>
              <a:t>Constraint:</a:t>
            </a:r>
            <a:r>
              <a:rPr lang="en-US" sz="1400" dirty="0" smtClean="0">
                <a:latin typeface="fkGroteskNeue"/>
              </a:rPr>
              <a:t> Maximum </a:t>
            </a:r>
            <a:r>
              <a:rPr lang="en-US" sz="1400" dirty="0">
                <a:latin typeface="fkGroteskNeue"/>
              </a:rPr>
              <a:t>flexibility, minimum design simplicity; reserved for expert-level or innovation-driven deployments.</a:t>
            </a:r>
            <a:endParaRPr lang="en-US" sz="1400" b="0" i="0" dirty="0">
              <a:effectLst/>
              <a:latin typeface="fkGroteskNeue"/>
            </a:endParaRPr>
          </a:p>
        </p:txBody>
      </p:sp>
      <p:pic>
        <p:nvPicPr>
          <p:cNvPr id="11" name="Picture 10">
            <a:extLst>
              <a:ext uri="{FF2B5EF4-FFF2-40B4-BE49-F238E27FC236}">
                <a16:creationId xmlns:a16="http://schemas.microsoft.com/office/drawing/2014/main" id="{62B775F7-BBB5-59B9-DB88-D72BE7817149}"/>
              </a:ext>
            </a:extLst>
          </p:cNvPr>
          <p:cNvPicPr>
            <a:picLocks noChangeAspect="1"/>
          </p:cNvPicPr>
          <p:nvPr/>
        </p:nvPicPr>
        <p:blipFill rotWithShape="1">
          <a:blip r:embed="rId3"/>
          <a:srcRect l="51530" t="20602" r="22024" b="44965"/>
          <a:stretch/>
        </p:blipFill>
        <p:spPr>
          <a:xfrm>
            <a:off x="5019040" y="904240"/>
            <a:ext cx="2367280" cy="1468120"/>
          </a:xfrm>
          <a:prstGeom prst="rect">
            <a:avLst/>
          </a:prstGeom>
        </p:spPr>
      </p:pic>
      <p:pic>
        <p:nvPicPr>
          <p:cNvPr id="12" name="Picture 11"/>
          <p:cNvPicPr>
            <a:picLocks noChangeAspect="1"/>
          </p:cNvPicPr>
          <p:nvPr/>
        </p:nvPicPr>
        <p:blipFill rotWithShape="1">
          <a:blip r:embed="rId4"/>
          <a:srcRect l="53340" t="63947" r="18064" b="8039"/>
          <a:stretch/>
        </p:blipFill>
        <p:spPr>
          <a:xfrm>
            <a:off x="8915400" y="1051560"/>
            <a:ext cx="2479040" cy="1193800"/>
          </a:xfrm>
          <a:prstGeom prst="rect">
            <a:avLst/>
          </a:prstGeom>
        </p:spPr>
      </p:pic>
      <p:sp>
        <p:nvSpPr>
          <p:cNvPr id="13" name="Rectangle 12"/>
          <p:cNvSpPr/>
          <p:nvPr/>
        </p:nvSpPr>
        <p:spPr>
          <a:xfrm>
            <a:off x="472440" y="1198880"/>
            <a:ext cx="3550920" cy="50342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4" name="Rectangle 13"/>
          <p:cNvSpPr/>
          <p:nvPr/>
        </p:nvSpPr>
        <p:spPr>
          <a:xfrm>
            <a:off x="4378960" y="868680"/>
            <a:ext cx="3550920" cy="54051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15" name="Rectangle 14"/>
          <p:cNvSpPr/>
          <p:nvPr/>
        </p:nvSpPr>
        <p:spPr>
          <a:xfrm>
            <a:off x="8397240" y="1000760"/>
            <a:ext cx="3550920" cy="53543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4089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3" grpId="0" animBg="1"/>
      <p:bldP spid="14" grpId="0"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305AE8-46F5-4666-B779-004AD357CF9A}" type="datetime1">
              <a:rPr lang="en-US" smtClean="0"/>
              <a:t>9/1/2026</a:t>
            </a:fld>
            <a:endParaRPr lang="en-BE"/>
          </a:p>
        </p:txBody>
      </p:sp>
      <p:sp>
        <p:nvSpPr>
          <p:cNvPr id="3" name="Footer Placeholder 2"/>
          <p:cNvSpPr>
            <a:spLocks noGrp="1"/>
          </p:cNvSpPr>
          <p:nvPr>
            <p:ph type="ftr" sz="quarter" idx="11"/>
          </p:nvPr>
        </p:nvSpPr>
        <p:spPr>
          <a:xfrm>
            <a:off x="3632718" y="6442075"/>
            <a:ext cx="489660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32</a:t>
            </a:fld>
            <a:endParaRPr lang="en-BE"/>
          </a:p>
        </p:txBody>
      </p:sp>
      <p:sp>
        <p:nvSpPr>
          <p:cNvPr id="5" name="Rectangle 4"/>
          <p:cNvSpPr/>
          <p:nvPr/>
        </p:nvSpPr>
        <p:spPr>
          <a:xfrm>
            <a:off x="477520" y="1240364"/>
            <a:ext cx="11501120" cy="2862322"/>
          </a:xfrm>
          <a:prstGeom prst="rect">
            <a:avLst/>
          </a:prstGeom>
        </p:spPr>
        <p:txBody>
          <a:bodyPr wrap="square">
            <a:spAutoFit/>
          </a:bodyPr>
          <a:lstStyle/>
          <a:p>
            <a:pPr algn="ctr"/>
            <a:r>
              <a:rPr lang="en-US" b="1" u="sng" dirty="0">
                <a:solidFill>
                  <a:srgbClr val="C00000"/>
                </a:solidFill>
                <a:latin typeface="fkGrotesk"/>
              </a:rPr>
              <a:t>Sizing Constraints and Design </a:t>
            </a:r>
            <a:r>
              <a:rPr lang="en-US" b="1" u="sng" dirty="0" smtClean="0">
                <a:solidFill>
                  <a:srgbClr val="C00000"/>
                </a:solidFill>
                <a:latin typeface="fkGrotesk"/>
              </a:rPr>
              <a:t>Considerations</a:t>
            </a:r>
          </a:p>
          <a:p>
            <a:pPr algn="ctr"/>
            <a:endParaRPr lang="en-US" b="1" u="sng" dirty="0">
              <a:solidFill>
                <a:srgbClr val="C00000"/>
              </a:solidFill>
              <a:latin typeface="fkGrotesk"/>
            </a:endParaRPr>
          </a:p>
          <a:p>
            <a:pPr marL="285750" indent="-285750" algn="just">
              <a:buFont typeface="Wingdings" panose="05000000000000000000" pitchFamily="2" charset="2"/>
              <a:buChar char="q"/>
            </a:pPr>
            <a:r>
              <a:rPr lang="en-US" b="1" dirty="0">
                <a:solidFill>
                  <a:srgbClr val="C00000"/>
                </a:solidFill>
                <a:latin typeface="fkGroteskNeue"/>
              </a:rPr>
              <a:t>Startup </a:t>
            </a:r>
            <a:r>
              <a:rPr lang="en-US" b="1" dirty="0" smtClean="0">
                <a:solidFill>
                  <a:srgbClr val="C00000"/>
                </a:solidFill>
                <a:latin typeface="fkGroteskNeue"/>
              </a:rPr>
              <a:t>Reliability:</a:t>
            </a:r>
            <a:r>
              <a:rPr lang="en-US" dirty="0" smtClean="0">
                <a:latin typeface="fkGroteskNeue"/>
              </a:rPr>
              <a:t> Sufficient </a:t>
            </a:r>
            <a:r>
              <a:rPr lang="en-US" dirty="0">
                <a:latin typeface="fkGroteskNeue"/>
              </a:rPr>
              <a:t>feedback and initial signal must overcome process mismatch and loading; inverter sizes and coupling transistor strengths are crucial.</a:t>
            </a:r>
          </a:p>
          <a:p>
            <a:pPr marL="285750" indent="-285750" algn="just">
              <a:buFont typeface="Wingdings" panose="05000000000000000000" pitchFamily="2" charset="2"/>
              <a:buChar char="q"/>
            </a:pPr>
            <a:r>
              <a:rPr lang="en-US" b="1" dirty="0">
                <a:solidFill>
                  <a:srgbClr val="C00000"/>
                </a:solidFill>
                <a:latin typeface="fkGroteskNeue"/>
              </a:rPr>
              <a:t>Phase Noise and </a:t>
            </a:r>
            <a:r>
              <a:rPr lang="en-US" b="1" dirty="0" smtClean="0">
                <a:solidFill>
                  <a:srgbClr val="C00000"/>
                </a:solidFill>
                <a:latin typeface="fkGroteskNeue"/>
              </a:rPr>
              <a:t>Jitter:</a:t>
            </a:r>
            <a:r>
              <a:rPr lang="en-US" dirty="0" smtClean="0">
                <a:latin typeface="fkGroteskNeue"/>
              </a:rPr>
              <a:t> Sizing </a:t>
            </a:r>
            <a:r>
              <a:rPr lang="en-US" dirty="0">
                <a:latin typeface="fkGroteskNeue"/>
              </a:rPr>
              <a:t>influences phase noise (jitter), supply sensitivity, and temperature stability; optimal sizing finds trade-off between low power and signal purity.</a:t>
            </a:r>
          </a:p>
          <a:p>
            <a:pPr marL="285750" indent="-285750" algn="just">
              <a:buFont typeface="Wingdings" panose="05000000000000000000" pitchFamily="2" charset="2"/>
              <a:buChar char="q"/>
            </a:pPr>
            <a:r>
              <a:rPr lang="en-US" b="1" dirty="0">
                <a:solidFill>
                  <a:srgbClr val="C00000"/>
                </a:solidFill>
                <a:latin typeface="fkGroteskNeue"/>
              </a:rPr>
              <a:t>Layout </a:t>
            </a:r>
            <a:r>
              <a:rPr lang="en-US" b="1" dirty="0" err="1" smtClean="0">
                <a:solidFill>
                  <a:srgbClr val="C00000"/>
                </a:solidFill>
                <a:latin typeface="fkGroteskNeue"/>
              </a:rPr>
              <a:t>Parasitics</a:t>
            </a:r>
            <a:r>
              <a:rPr lang="en-US" b="1" dirty="0" smtClean="0">
                <a:solidFill>
                  <a:srgbClr val="C00000"/>
                </a:solidFill>
                <a:latin typeface="fkGroteskNeue"/>
              </a:rPr>
              <a:t>:</a:t>
            </a:r>
            <a:r>
              <a:rPr lang="en-US" dirty="0" smtClean="0">
                <a:latin typeface="fkGroteskNeue"/>
              </a:rPr>
              <a:t> Multi-path </a:t>
            </a:r>
            <a:r>
              <a:rPr lang="en-US" dirty="0">
                <a:latin typeface="fkGroteskNeue"/>
              </a:rPr>
              <a:t>and cross-coupled designs can magnify the effect of layout-induced </a:t>
            </a:r>
            <a:r>
              <a:rPr lang="en-US" dirty="0" err="1">
                <a:latin typeface="fkGroteskNeue"/>
              </a:rPr>
              <a:t>parasitics</a:t>
            </a:r>
            <a:r>
              <a:rPr lang="en-US" dirty="0">
                <a:latin typeface="fkGroteskNeue"/>
              </a:rPr>
              <a:t>; post-layout extraction is mandatory for mission-critical or low-jitter designs.</a:t>
            </a:r>
          </a:p>
          <a:p>
            <a:pPr marL="285750" indent="-285750" algn="just">
              <a:buFont typeface="Wingdings" panose="05000000000000000000" pitchFamily="2" charset="2"/>
              <a:buChar char="q"/>
            </a:pPr>
            <a:r>
              <a:rPr lang="en-US" b="1" dirty="0">
                <a:solidFill>
                  <a:srgbClr val="C00000"/>
                </a:solidFill>
                <a:latin typeface="fkGroteskNeue"/>
              </a:rPr>
              <a:t>Ease of Design vs. </a:t>
            </a:r>
            <a:r>
              <a:rPr lang="en-US" b="1" dirty="0" smtClean="0">
                <a:solidFill>
                  <a:srgbClr val="C00000"/>
                </a:solidFill>
                <a:latin typeface="fkGroteskNeue"/>
              </a:rPr>
              <a:t>Performance:</a:t>
            </a:r>
            <a:r>
              <a:rPr lang="en-US" dirty="0" smtClean="0">
                <a:latin typeface="fkGroteskNeue"/>
              </a:rPr>
              <a:t> Simpler </a:t>
            </a:r>
            <a:r>
              <a:rPr lang="en-US" dirty="0">
                <a:latin typeface="fkGroteskNeue"/>
              </a:rPr>
              <a:t>architectures (a, b) are ideal for rapid prototyping and digital-centric applications; advanced topologies (c–f) serve specialized, high-performance analog and RF nodes.</a:t>
            </a:r>
            <a:endParaRPr lang="en-US" b="0" i="0" dirty="0">
              <a:effectLst/>
              <a:latin typeface="fkGroteskNeue"/>
            </a:endParaRPr>
          </a:p>
        </p:txBody>
      </p:sp>
      <p:sp>
        <p:nvSpPr>
          <p:cNvPr id="6" name="Rectangle 5"/>
          <p:cNvSpPr/>
          <p:nvPr/>
        </p:nvSpPr>
        <p:spPr>
          <a:xfrm>
            <a:off x="614680" y="4403358"/>
            <a:ext cx="11430000" cy="1569660"/>
          </a:xfrm>
          <a:prstGeom prst="rect">
            <a:avLst/>
          </a:prstGeom>
        </p:spPr>
        <p:txBody>
          <a:bodyPr wrap="square">
            <a:spAutoFit/>
          </a:bodyPr>
          <a:lstStyle/>
          <a:p>
            <a:pPr algn="ctr"/>
            <a:r>
              <a:rPr lang="en-US" sz="1600" b="1" dirty="0" smtClean="0">
                <a:solidFill>
                  <a:srgbClr val="C00000"/>
                </a:solidFill>
                <a:latin typeface="fkGroteskNeue"/>
              </a:rPr>
              <a:t>Key Takeaway</a:t>
            </a:r>
          </a:p>
          <a:p>
            <a:pPr algn="ctr"/>
            <a:endParaRPr lang="en-US" sz="1600" b="1" dirty="0" smtClean="0">
              <a:solidFill>
                <a:srgbClr val="C00000"/>
              </a:solidFill>
              <a:latin typeface="fkGroteskNeue"/>
            </a:endParaRPr>
          </a:p>
          <a:p>
            <a:pPr marL="285750" indent="-285750">
              <a:buFont typeface="Wingdings" panose="05000000000000000000" pitchFamily="2" charset="2"/>
              <a:buChar char="q"/>
            </a:pPr>
            <a:r>
              <a:rPr lang="en-US" sz="1600" dirty="0" smtClean="0">
                <a:latin typeface="fkGroteskNeue"/>
              </a:rPr>
              <a:t>MPRO </a:t>
            </a:r>
            <a:r>
              <a:rPr lang="en-US" sz="1600" dirty="0">
                <a:latin typeface="fkGroteskNeue"/>
              </a:rPr>
              <a:t>topologies allow granular control over output phase count, noise </a:t>
            </a:r>
            <a:r>
              <a:rPr lang="en-US" sz="1600" dirty="0" smtClean="0">
                <a:latin typeface="fkGroteskNeue"/>
              </a:rPr>
              <a:t>shaping</a:t>
            </a:r>
            <a:r>
              <a:rPr lang="en-US" sz="1600" dirty="0">
                <a:latin typeface="fkGroteskNeue"/>
              </a:rPr>
              <a:t>, and delay.</a:t>
            </a:r>
          </a:p>
          <a:p>
            <a:pPr marL="285750" indent="-285750">
              <a:buFont typeface="Wingdings" panose="05000000000000000000" pitchFamily="2" charset="2"/>
              <a:buChar char="q"/>
            </a:pPr>
            <a:r>
              <a:rPr lang="en-US" sz="1600" dirty="0">
                <a:latin typeface="fkGroteskNeue"/>
              </a:rPr>
              <a:t>Coupling and multi-path configurations are main levers for jitter reduction and phase fidelity.</a:t>
            </a:r>
          </a:p>
          <a:p>
            <a:pPr marL="285750" indent="-285750">
              <a:buFont typeface="Wingdings" panose="05000000000000000000" pitchFamily="2" charset="2"/>
              <a:buChar char="q"/>
            </a:pPr>
            <a:r>
              <a:rPr lang="en-US" sz="1600" dirty="0">
                <a:latin typeface="fkGroteskNeue"/>
              </a:rPr>
              <a:t>Sizing directly sets oscillation frequency, output monotonicity, and ensure startup robustness.</a:t>
            </a:r>
          </a:p>
          <a:p>
            <a:pPr marL="285750" indent="-285750">
              <a:buFont typeface="Wingdings" panose="05000000000000000000" pitchFamily="2" charset="2"/>
              <a:buChar char="q"/>
            </a:pPr>
            <a:r>
              <a:rPr lang="en-US" sz="1600" dirty="0">
                <a:latin typeface="fkGroteskNeue"/>
              </a:rPr>
              <a:t>Tradeoff: Simpler rings for area/power; multi-path/coupled designs for phase purity and flexibility</a:t>
            </a:r>
            <a:endParaRPr lang="en-US" sz="1600" b="0" i="0" dirty="0">
              <a:effectLst/>
              <a:latin typeface="fkGroteskNeue"/>
            </a:endParaRPr>
          </a:p>
        </p:txBody>
      </p:sp>
      <p:sp>
        <p:nvSpPr>
          <p:cNvPr id="7" name="Rectangle 6"/>
          <p:cNvSpPr/>
          <p:nvPr/>
        </p:nvSpPr>
        <p:spPr>
          <a:xfrm>
            <a:off x="472440" y="1198880"/>
            <a:ext cx="11582400" cy="3124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59049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FB087E-3A11-494C-909E-C20CCFB6FAB4}" type="datetime1">
              <a:rPr lang="en-US" smtClean="0"/>
              <a:t>9/1/2026</a:t>
            </a:fld>
            <a:endParaRPr lang="en-BE"/>
          </a:p>
        </p:txBody>
      </p:sp>
      <p:sp>
        <p:nvSpPr>
          <p:cNvPr id="3" name="Footer Placeholder 2"/>
          <p:cNvSpPr>
            <a:spLocks noGrp="1"/>
          </p:cNvSpPr>
          <p:nvPr>
            <p:ph type="ftr" sz="quarter" idx="11"/>
          </p:nvPr>
        </p:nvSpPr>
        <p:spPr>
          <a:xfrm>
            <a:off x="3080268" y="6404610"/>
            <a:ext cx="6368532" cy="365125"/>
          </a:xfrm>
        </p:spPr>
        <p:txBody>
          <a:bodyPr/>
          <a:lstStyle/>
          <a:p>
            <a:r>
              <a:rPr lang="en-US" dirty="0"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33</a:t>
            </a:fld>
            <a:endParaRPr lang="en-BE"/>
          </a:p>
        </p:txBody>
      </p:sp>
      <p:sp>
        <p:nvSpPr>
          <p:cNvPr id="5" name="Rectangle: Rounded Corners 7">
            <a:extLst>
              <a:ext uri="{FF2B5EF4-FFF2-40B4-BE49-F238E27FC236}">
                <a16:creationId xmlns:a16="http://schemas.microsoft.com/office/drawing/2014/main" id="{11F84EF9-79B4-C59A-010A-AC0C2CB26615}"/>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6" name="Title 1"/>
          <p:cNvSpPr txBox="1">
            <a:spLocks/>
          </p:cNvSpPr>
          <p:nvPr/>
        </p:nvSpPr>
        <p:spPr>
          <a:xfrm>
            <a:off x="-18625" y="2364"/>
            <a:ext cx="7565320" cy="554587"/>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Transition Mechanisms of Single ended ROs</a:t>
            </a:r>
          </a:p>
        </p:txBody>
      </p:sp>
      <p:pic>
        <p:nvPicPr>
          <p:cNvPr id="28" name="Picture 27">
            <a:extLst>
              <a:ext uri="{FF2B5EF4-FFF2-40B4-BE49-F238E27FC236}">
                <a16:creationId xmlns:a16="http://schemas.microsoft.com/office/drawing/2014/main" id="{3A3BEC52-B3D4-0EDF-3388-6F52AAA2B0CF}"/>
              </a:ext>
            </a:extLst>
          </p:cNvPr>
          <p:cNvPicPr>
            <a:picLocks noChangeAspect="1"/>
          </p:cNvPicPr>
          <p:nvPr/>
        </p:nvPicPr>
        <p:blipFill>
          <a:blip r:embed="rId2"/>
          <a:stretch>
            <a:fillRect/>
          </a:stretch>
        </p:blipFill>
        <p:spPr>
          <a:xfrm>
            <a:off x="5365308" y="2188836"/>
            <a:ext cx="1889091" cy="1438576"/>
          </a:xfrm>
          <a:prstGeom prst="rect">
            <a:avLst/>
          </a:prstGeom>
        </p:spPr>
      </p:pic>
      <p:grpSp>
        <p:nvGrpSpPr>
          <p:cNvPr id="29" name="Group 28">
            <a:extLst>
              <a:ext uri="{FF2B5EF4-FFF2-40B4-BE49-F238E27FC236}">
                <a16:creationId xmlns:a16="http://schemas.microsoft.com/office/drawing/2014/main" id="{DA4B5C2E-4208-28E7-B26F-7C5BAE6B01B4}"/>
              </a:ext>
            </a:extLst>
          </p:cNvPr>
          <p:cNvGrpSpPr/>
          <p:nvPr/>
        </p:nvGrpSpPr>
        <p:grpSpPr>
          <a:xfrm>
            <a:off x="2098040" y="1522749"/>
            <a:ext cx="3238500" cy="3085256"/>
            <a:chOff x="0" y="908069"/>
            <a:chExt cx="3238500" cy="3085256"/>
          </a:xfrm>
        </p:grpSpPr>
        <p:pic>
          <p:nvPicPr>
            <p:cNvPr id="30" name="Picture 29">
              <a:extLst>
                <a:ext uri="{FF2B5EF4-FFF2-40B4-BE49-F238E27FC236}">
                  <a16:creationId xmlns:a16="http://schemas.microsoft.com/office/drawing/2014/main" id="{01406ECD-B849-4531-F293-9FF1AEBE8DE5}"/>
                </a:ext>
              </a:extLst>
            </p:cNvPr>
            <p:cNvPicPr>
              <a:picLocks noChangeAspect="1"/>
            </p:cNvPicPr>
            <p:nvPr/>
          </p:nvPicPr>
          <p:blipFill>
            <a:blip r:embed="rId3"/>
            <a:stretch>
              <a:fillRect/>
            </a:stretch>
          </p:blipFill>
          <p:spPr>
            <a:xfrm>
              <a:off x="0" y="908069"/>
              <a:ext cx="3238500" cy="2657475"/>
            </a:xfrm>
            <a:prstGeom prst="rect">
              <a:avLst/>
            </a:prstGeom>
          </p:spPr>
        </p:pic>
        <p:pic>
          <p:nvPicPr>
            <p:cNvPr id="31" name="Picture 30">
              <a:extLst>
                <a:ext uri="{FF2B5EF4-FFF2-40B4-BE49-F238E27FC236}">
                  <a16:creationId xmlns:a16="http://schemas.microsoft.com/office/drawing/2014/main" id="{4FD7DB67-1D76-149B-5933-07E355D5A73A}"/>
                </a:ext>
              </a:extLst>
            </p:cNvPr>
            <p:cNvPicPr>
              <a:picLocks noChangeAspect="1"/>
            </p:cNvPicPr>
            <p:nvPr/>
          </p:nvPicPr>
          <p:blipFill>
            <a:blip r:embed="rId4"/>
            <a:stretch>
              <a:fillRect/>
            </a:stretch>
          </p:blipFill>
          <p:spPr>
            <a:xfrm>
              <a:off x="1642580" y="3698050"/>
              <a:ext cx="295275" cy="295275"/>
            </a:xfrm>
            <a:prstGeom prst="rect">
              <a:avLst/>
            </a:prstGeom>
          </p:spPr>
        </p:pic>
      </p:grpSp>
      <p:grpSp>
        <p:nvGrpSpPr>
          <p:cNvPr id="32" name="Group 31">
            <a:extLst>
              <a:ext uri="{FF2B5EF4-FFF2-40B4-BE49-F238E27FC236}">
                <a16:creationId xmlns:a16="http://schemas.microsoft.com/office/drawing/2014/main" id="{EDC81019-0FBD-77A0-0718-ADA856F3ED5C}"/>
              </a:ext>
            </a:extLst>
          </p:cNvPr>
          <p:cNvGrpSpPr/>
          <p:nvPr/>
        </p:nvGrpSpPr>
        <p:grpSpPr>
          <a:xfrm>
            <a:off x="7340600" y="1389577"/>
            <a:ext cx="3042920" cy="3493396"/>
            <a:chOff x="5242560" y="795217"/>
            <a:chExt cx="3042920" cy="3493396"/>
          </a:xfrm>
        </p:grpSpPr>
        <p:pic>
          <p:nvPicPr>
            <p:cNvPr id="33" name="Picture 32">
              <a:extLst>
                <a:ext uri="{FF2B5EF4-FFF2-40B4-BE49-F238E27FC236}">
                  <a16:creationId xmlns:a16="http://schemas.microsoft.com/office/drawing/2014/main" id="{25F001F8-FC7B-E2BD-DCA0-8F064E7105DA}"/>
                </a:ext>
              </a:extLst>
            </p:cNvPr>
            <p:cNvPicPr>
              <a:picLocks noChangeAspect="1"/>
            </p:cNvPicPr>
            <p:nvPr/>
          </p:nvPicPr>
          <p:blipFill rotWithShape="1">
            <a:blip r:embed="rId5"/>
            <a:srcRect l="1303" r="1299"/>
            <a:stretch/>
          </p:blipFill>
          <p:spPr>
            <a:xfrm>
              <a:off x="5242560" y="795217"/>
              <a:ext cx="3042920" cy="3114675"/>
            </a:xfrm>
            <a:prstGeom prst="rect">
              <a:avLst/>
            </a:prstGeom>
          </p:spPr>
        </p:pic>
        <p:pic>
          <p:nvPicPr>
            <p:cNvPr id="34" name="Picture 33">
              <a:extLst>
                <a:ext uri="{FF2B5EF4-FFF2-40B4-BE49-F238E27FC236}">
                  <a16:creationId xmlns:a16="http://schemas.microsoft.com/office/drawing/2014/main" id="{22F6A374-9162-E319-4F6A-7E0DE3973163}"/>
                </a:ext>
              </a:extLst>
            </p:cNvPr>
            <p:cNvPicPr>
              <a:picLocks noChangeAspect="1"/>
            </p:cNvPicPr>
            <p:nvPr/>
          </p:nvPicPr>
          <p:blipFill rotWithShape="1">
            <a:blip r:embed="rId6"/>
            <a:srcRect r="10458"/>
            <a:stretch/>
          </p:blipFill>
          <p:spPr>
            <a:xfrm>
              <a:off x="6802072" y="3983813"/>
              <a:ext cx="238808" cy="304800"/>
            </a:xfrm>
            <a:prstGeom prst="rect">
              <a:avLst/>
            </a:prstGeom>
          </p:spPr>
        </p:pic>
      </p:grpSp>
      <p:sp>
        <p:nvSpPr>
          <p:cNvPr id="27" name="Rectangle 26"/>
          <p:cNvSpPr/>
          <p:nvPr/>
        </p:nvSpPr>
        <p:spPr>
          <a:xfrm>
            <a:off x="640080" y="5128736"/>
            <a:ext cx="11450320" cy="923330"/>
          </a:xfrm>
          <a:prstGeom prst="rect">
            <a:avLst/>
          </a:prstGeom>
        </p:spPr>
        <p:txBody>
          <a:bodyPr wrap="square">
            <a:spAutoFit/>
          </a:bodyPr>
          <a:lstStyle/>
          <a:p>
            <a:r>
              <a:rPr lang="en-US" dirty="0" smtClean="0">
                <a:latin typeface="fkGroteskNeue"/>
              </a:rPr>
              <a:t>The </a:t>
            </a:r>
            <a:r>
              <a:rPr lang="en-US" dirty="0">
                <a:latin typeface="fkGroteskNeue"/>
              </a:rPr>
              <a:t>core principles by which single-ended ring oscillators (ROs) generate clock and phase signals, emphasizing the interaction between stage count, inverter transition dynamics, and frequency scaling—a vital understanding for precision clocking in mixed-signal circuits.</a:t>
            </a:r>
            <a:endParaRPr lang="en-US" dirty="0"/>
          </a:p>
        </p:txBody>
      </p:sp>
      <p:sp>
        <p:nvSpPr>
          <p:cNvPr id="50" name="Rectangle 49"/>
          <p:cNvSpPr/>
          <p:nvPr/>
        </p:nvSpPr>
        <p:spPr>
          <a:xfrm>
            <a:off x="508000" y="5034280"/>
            <a:ext cx="11582400" cy="12344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61650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C7C84-907E-4707-91B7-973FFD02BA8F}" type="datetime1">
              <a:rPr lang="en-US" smtClean="0"/>
              <a:t>9/1/2026</a:t>
            </a:fld>
            <a:endParaRPr lang="en-BE"/>
          </a:p>
        </p:txBody>
      </p:sp>
      <p:sp>
        <p:nvSpPr>
          <p:cNvPr id="3" name="Footer Placeholder 2"/>
          <p:cNvSpPr>
            <a:spLocks noGrp="1"/>
          </p:cNvSpPr>
          <p:nvPr>
            <p:ph type="ftr" sz="quarter" idx="11"/>
          </p:nvPr>
        </p:nvSpPr>
        <p:spPr>
          <a:xfrm>
            <a:off x="3632718" y="6442075"/>
            <a:ext cx="6273282" cy="365125"/>
          </a:xfrm>
        </p:spPr>
        <p:txBody>
          <a:bodyPr/>
          <a:lstStyle/>
          <a:p>
            <a:r>
              <a:rPr lang="en-US" dirty="0"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34</a:t>
            </a:fld>
            <a:endParaRPr lang="en-BE"/>
          </a:p>
        </p:txBody>
      </p:sp>
      <p:sp>
        <p:nvSpPr>
          <p:cNvPr id="5" name="Rectangle 4"/>
          <p:cNvSpPr/>
          <p:nvPr/>
        </p:nvSpPr>
        <p:spPr>
          <a:xfrm>
            <a:off x="822960" y="1426984"/>
            <a:ext cx="10866120" cy="3970318"/>
          </a:xfrm>
          <a:prstGeom prst="rect">
            <a:avLst/>
          </a:prstGeom>
        </p:spPr>
        <p:txBody>
          <a:bodyPr wrap="square">
            <a:spAutoFit/>
          </a:bodyPr>
          <a:lstStyle/>
          <a:p>
            <a:pPr algn="ctr"/>
            <a:r>
              <a:rPr lang="en-US" b="1" dirty="0">
                <a:solidFill>
                  <a:srgbClr val="C00000"/>
                </a:solidFill>
                <a:latin typeface="fkGrotesk"/>
              </a:rPr>
              <a:t>(a) Stage Cascading and Delay Accumulation</a:t>
            </a:r>
          </a:p>
          <a:p>
            <a:pPr marL="285750" indent="-285750" algn="just">
              <a:buFont typeface="Wingdings" panose="05000000000000000000" pitchFamily="2" charset="2"/>
              <a:buChar char="q"/>
            </a:pPr>
            <a:r>
              <a:rPr lang="en-US" dirty="0">
                <a:latin typeface="fkGroteskNeue"/>
              </a:rPr>
              <a:t>Each inverter stage introduces a propagation delay </a:t>
            </a:r>
            <a:r>
              <a:rPr lang="en-US" dirty="0" smtClean="0">
                <a:latin typeface="fkGroteskNeue"/>
              </a:rPr>
              <a:t>(</a:t>
            </a:r>
            <a:r>
              <a:rPr lang="en-US" i="1" dirty="0" err="1" smtClean="0">
                <a:latin typeface="KaTeX_Math"/>
              </a:rPr>
              <a:t>tpr</a:t>
            </a:r>
            <a:r>
              <a:rPr lang="en-US" dirty="0">
                <a:latin typeface="fkGroteskNeue"/>
              </a:rPr>
              <a:t>), with the signal transitioning sequentially through the chain.</a:t>
            </a:r>
          </a:p>
          <a:p>
            <a:pPr marL="285750" indent="-285750" algn="just">
              <a:buFont typeface="Wingdings" panose="05000000000000000000" pitchFamily="2" charset="2"/>
              <a:buChar char="q"/>
            </a:pPr>
            <a:r>
              <a:rPr lang="en-US" dirty="0">
                <a:latin typeface="fkGroteskNeue"/>
              </a:rPr>
              <a:t>The oscillation period is set by the total accumulated delay across all stages:</a:t>
            </a:r>
          </a:p>
          <a:p>
            <a:pPr marL="742950" lvl="1" indent="-285750" algn="just">
              <a:buFont typeface="Wingdings" panose="05000000000000000000" pitchFamily="2" charset="2"/>
              <a:buChar char="q"/>
            </a:pPr>
            <a:r>
              <a:rPr lang="en-US" dirty="0">
                <a:latin typeface="fkGroteskNeue"/>
              </a:rPr>
              <a:t>For an N-stage ring, total delay = </a:t>
            </a:r>
            <a:r>
              <a:rPr lang="en-US" i="1" dirty="0" err="1" smtClean="0">
                <a:latin typeface="KaTeX_Math"/>
              </a:rPr>
              <a:t>N</a:t>
            </a:r>
            <a:r>
              <a:rPr lang="en-US" dirty="0" err="1" smtClean="0">
                <a:latin typeface="KaTeX_Main"/>
              </a:rPr>
              <a:t>×</a:t>
            </a:r>
            <a:r>
              <a:rPr lang="en-US" i="1" dirty="0" err="1" smtClean="0">
                <a:latin typeface="KaTeX_Math"/>
              </a:rPr>
              <a:t>t</a:t>
            </a:r>
            <a:r>
              <a:rPr lang="en-US" i="1" baseline="-25000" dirty="0" err="1" smtClean="0">
                <a:latin typeface="KaTeX_Math"/>
              </a:rPr>
              <a:t>inv</a:t>
            </a:r>
            <a:endParaRPr lang="en-US" baseline="-25000" dirty="0">
              <a:latin typeface="fkGroteskNeue"/>
            </a:endParaRPr>
          </a:p>
          <a:p>
            <a:pPr marL="285750" indent="-285750" algn="just">
              <a:buFont typeface="Wingdings" panose="05000000000000000000" pitchFamily="2" charset="2"/>
              <a:buChar char="q"/>
            </a:pPr>
            <a:r>
              <a:rPr lang="en-US" dirty="0">
                <a:latin typeface="fkGroteskNeue"/>
              </a:rPr>
              <a:t>Increasing the number of stages grows the number of output phases but also stretches the period, thus lowering the oscillation frequency</a:t>
            </a:r>
            <a:r>
              <a:rPr lang="en-US" dirty="0" smtClean="0">
                <a:latin typeface="fkGroteskNeue"/>
              </a:rPr>
              <a:t>.</a:t>
            </a:r>
          </a:p>
          <a:p>
            <a:pPr algn="just">
              <a:buFont typeface="Arial" panose="020B0604020202020204" pitchFamily="34" charset="0"/>
              <a:buChar char="•"/>
            </a:pPr>
            <a:endParaRPr lang="en-US" dirty="0">
              <a:latin typeface="fkGroteskNeue"/>
            </a:endParaRPr>
          </a:p>
          <a:p>
            <a:pPr algn="just"/>
            <a:r>
              <a:rPr lang="en-US" b="1" dirty="0">
                <a:solidFill>
                  <a:srgbClr val="C00000"/>
                </a:solidFill>
                <a:latin typeface="fkGrotesk"/>
              </a:rPr>
              <a:t>(b) Inverter Transition and Current Dynamics</a:t>
            </a:r>
          </a:p>
          <a:p>
            <a:pPr marL="285750" indent="-285750" algn="just">
              <a:buFont typeface="Wingdings" panose="05000000000000000000" pitchFamily="2" charset="2"/>
              <a:buChar char="q"/>
            </a:pPr>
            <a:r>
              <a:rPr lang="en-US" dirty="0">
                <a:latin typeface="fkGroteskNeue"/>
              </a:rPr>
              <a:t>Shows cross-section of an inverter during a bit transition and the associated current pulse </a:t>
            </a:r>
            <a:r>
              <a:rPr lang="en-US" dirty="0" smtClean="0">
                <a:latin typeface="fkGroteskNeue"/>
              </a:rPr>
              <a:t>(</a:t>
            </a:r>
            <a:r>
              <a:rPr lang="en-US" i="1" dirty="0" smtClean="0">
                <a:latin typeface="KaTeX_Math"/>
              </a:rPr>
              <a:t>In</a:t>
            </a:r>
            <a:r>
              <a:rPr lang="en-US" dirty="0" smtClean="0">
                <a:latin typeface="KaTeX_Main"/>
              </a:rPr>
              <a:t>(</a:t>
            </a:r>
            <a:r>
              <a:rPr lang="en-US" i="1" dirty="0" smtClean="0">
                <a:latin typeface="KaTeX_Math"/>
              </a:rPr>
              <a:t>t</a:t>
            </a:r>
            <a:r>
              <a:rPr lang="en-US" dirty="0">
                <a:latin typeface="KaTeX_Main"/>
              </a:rPr>
              <a:t>)</a:t>
            </a:r>
            <a:r>
              <a:rPr lang="en-US" dirty="0">
                <a:latin typeface="fkGroteskNeue"/>
              </a:rPr>
              <a:t>).</a:t>
            </a:r>
          </a:p>
          <a:p>
            <a:pPr marL="285750" indent="-285750" algn="just">
              <a:buFont typeface="Wingdings" panose="05000000000000000000" pitchFamily="2" charset="2"/>
              <a:buChar char="q"/>
            </a:pPr>
            <a:r>
              <a:rPr lang="en-US" dirty="0">
                <a:latin typeface="fkGroteskNeue"/>
              </a:rPr>
              <a:t>Transition timing and the current's peak and average value are influenced by device sizing </a:t>
            </a:r>
            <a:r>
              <a:rPr lang="en-US" dirty="0" smtClean="0">
                <a:latin typeface="fkGroteskNeue"/>
              </a:rPr>
              <a:t>(</a:t>
            </a:r>
            <a:r>
              <a:rPr lang="en-US" i="1" dirty="0" smtClean="0">
                <a:latin typeface="KaTeX_Math"/>
              </a:rPr>
              <a:t>W</a:t>
            </a:r>
            <a:r>
              <a:rPr lang="en-US" dirty="0" smtClean="0">
                <a:latin typeface="KaTeX_Main"/>
              </a:rPr>
              <a:t>/</a:t>
            </a:r>
            <a:r>
              <a:rPr lang="en-US" i="1" dirty="0" smtClean="0">
                <a:latin typeface="KaTeX_Math"/>
              </a:rPr>
              <a:t>L</a:t>
            </a:r>
            <a:r>
              <a:rPr lang="en-US" dirty="0">
                <a:latin typeface="fkGroteskNeue"/>
              </a:rPr>
              <a:t>), capacitance loading, and mobility.</a:t>
            </a:r>
          </a:p>
          <a:p>
            <a:pPr marL="285750" indent="-285750" algn="just">
              <a:buFont typeface="Wingdings" panose="05000000000000000000" pitchFamily="2" charset="2"/>
              <a:buChar char="q"/>
            </a:pPr>
            <a:r>
              <a:rPr lang="en-US" dirty="0">
                <a:latin typeface="fkGroteskNeue"/>
              </a:rPr>
              <a:t>The propagation delay is controlled by both the input ramp and output charging/discharging, with typical regions spanning cutoff, saturation, and triode regimes.</a:t>
            </a:r>
            <a:endParaRPr lang="en-US" b="0" i="0" dirty="0">
              <a:effectLst/>
              <a:latin typeface="fkGroteskNeue"/>
            </a:endParaRPr>
          </a:p>
        </p:txBody>
      </p:sp>
      <p:pic>
        <p:nvPicPr>
          <p:cNvPr id="6" name="Picture 5">
            <a:extLst>
              <a:ext uri="{FF2B5EF4-FFF2-40B4-BE49-F238E27FC236}">
                <a16:creationId xmlns:a16="http://schemas.microsoft.com/office/drawing/2014/main" id="{6A526FF6-B4B4-BE78-7459-D54AD8BF6946}"/>
              </a:ext>
            </a:extLst>
          </p:cNvPr>
          <p:cNvPicPr>
            <a:picLocks noChangeAspect="1"/>
          </p:cNvPicPr>
          <p:nvPr/>
        </p:nvPicPr>
        <p:blipFill rotWithShape="1">
          <a:blip r:embed="rId2"/>
          <a:srcRect l="4166" t="8908" r="3565" b="10070"/>
          <a:stretch/>
        </p:blipFill>
        <p:spPr>
          <a:xfrm>
            <a:off x="4820920" y="5436616"/>
            <a:ext cx="2487168" cy="725424"/>
          </a:xfrm>
          <a:prstGeom prst="rect">
            <a:avLst/>
          </a:prstGeom>
        </p:spPr>
      </p:pic>
      <p:sp>
        <p:nvSpPr>
          <p:cNvPr id="7" name="Rectangle 6"/>
          <p:cNvSpPr/>
          <p:nvPr/>
        </p:nvSpPr>
        <p:spPr>
          <a:xfrm>
            <a:off x="472440" y="1427480"/>
            <a:ext cx="11297920" cy="20015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502920" y="3637280"/>
            <a:ext cx="11297920" cy="25755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76052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C7C84-907E-4707-91B7-973FFD02BA8F}" type="datetime1">
              <a:rPr lang="en-US" smtClean="0"/>
              <a:t>9/1/2026</a:t>
            </a:fld>
            <a:endParaRPr lang="en-BE"/>
          </a:p>
        </p:txBody>
      </p:sp>
      <p:sp>
        <p:nvSpPr>
          <p:cNvPr id="3" name="Footer Placeholder 2"/>
          <p:cNvSpPr>
            <a:spLocks noGrp="1"/>
          </p:cNvSpPr>
          <p:nvPr>
            <p:ph type="ftr" sz="quarter" idx="11"/>
          </p:nvPr>
        </p:nvSpPr>
        <p:spPr/>
        <p:txBody>
          <a:bodyPr/>
          <a:lstStyle/>
          <a:p>
            <a:r>
              <a:rPr lang="en-US" dirty="0"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35</a:t>
            </a:fld>
            <a:endParaRPr lang="en-BE"/>
          </a:p>
        </p:txBody>
      </p:sp>
      <p:sp>
        <p:nvSpPr>
          <p:cNvPr id="5" name="Rectangle 4"/>
          <p:cNvSpPr/>
          <p:nvPr/>
        </p:nvSpPr>
        <p:spPr>
          <a:xfrm>
            <a:off x="431800" y="1088241"/>
            <a:ext cx="5430520" cy="5078313"/>
          </a:xfrm>
          <a:prstGeom prst="rect">
            <a:avLst/>
          </a:prstGeom>
        </p:spPr>
        <p:txBody>
          <a:bodyPr wrap="square">
            <a:spAutoFit/>
          </a:bodyPr>
          <a:lstStyle/>
          <a:p>
            <a:pPr algn="ctr"/>
            <a:r>
              <a:rPr lang="en-US" b="1" dirty="0" smtClean="0">
                <a:solidFill>
                  <a:srgbClr val="C00000"/>
                </a:solidFill>
                <a:latin typeface="fkGrotesk"/>
              </a:rPr>
              <a:t>Transition </a:t>
            </a:r>
            <a:r>
              <a:rPr lang="en-US" b="1" dirty="0">
                <a:solidFill>
                  <a:srgbClr val="C00000"/>
                </a:solidFill>
                <a:latin typeface="fkGrotesk"/>
              </a:rPr>
              <a:t>and Phase Generation </a:t>
            </a:r>
            <a:r>
              <a:rPr lang="en-US" b="1" dirty="0" smtClean="0">
                <a:solidFill>
                  <a:srgbClr val="C00000"/>
                </a:solidFill>
                <a:latin typeface="fkGrotesk"/>
              </a:rPr>
              <a:t>Insights</a:t>
            </a:r>
          </a:p>
          <a:p>
            <a:pPr algn="ctr"/>
            <a:endParaRPr lang="en-US" dirty="0">
              <a:solidFill>
                <a:srgbClr val="C00000"/>
              </a:solidFill>
              <a:latin typeface="fkGrotesk"/>
            </a:endParaRPr>
          </a:p>
          <a:p>
            <a:pPr marL="285750" indent="-285750" algn="ctr">
              <a:buFont typeface="Wingdings" panose="05000000000000000000" pitchFamily="2" charset="2"/>
              <a:buChar char="q"/>
            </a:pPr>
            <a:r>
              <a:rPr lang="en-US" b="1" dirty="0">
                <a:solidFill>
                  <a:srgbClr val="C00000"/>
                </a:solidFill>
                <a:latin typeface="fkGroteskNeue"/>
              </a:rPr>
              <a:t>Increasing Stages—Advantage:</a:t>
            </a:r>
          </a:p>
          <a:p>
            <a:pPr marL="742950" lvl="1" indent="-285750">
              <a:buFont typeface="Wingdings" panose="05000000000000000000" pitchFamily="2" charset="2"/>
              <a:buChar char="q"/>
            </a:pPr>
            <a:r>
              <a:rPr lang="en-US" dirty="0">
                <a:latin typeface="fkGroteskNeue"/>
              </a:rPr>
              <a:t>Yields more evenly spaced phases, useful for multiphase clocking and waveform synthesis.</a:t>
            </a:r>
          </a:p>
          <a:p>
            <a:pPr marL="742950" lvl="1" indent="-285750">
              <a:buFont typeface="Wingdings" panose="05000000000000000000" pitchFamily="2" charset="2"/>
              <a:buChar char="q"/>
            </a:pPr>
            <a:r>
              <a:rPr lang="en-US" dirty="0">
                <a:latin typeface="fkGroteskNeue"/>
              </a:rPr>
              <a:t>Applied for odd number of stages: Ensures oscillation (loop gain &gt;1) and stable phase formation</a:t>
            </a:r>
            <a:r>
              <a:rPr lang="en-US" dirty="0" smtClean="0">
                <a:latin typeface="fkGroteskNeue"/>
              </a:rPr>
              <a:t>.</a:t>
            </a:r>
          </a:p>
          <a:p>
            <a:pPr marL="742950" lvl="1" indent="-285750">
              <a:buFont typeface="Wingdings" panose="05000000000000000000" pitchFamily="2" charset="2"/>
              <a:buChar char="q"/>
            </a:pPr>
            <a:endParaRPr lang="en-US" dirty="0">
              <a:latin typeface="fkGroteskNeue"/>
            </a:endParaRPr>
          </a:p>
          <a:p>
            <a:pPr marL="285750" indent="-285750" algn="ctr">
              <a:buFont typeface="Wingdings" panose="05000000000000000000" pitchFamily="2" charset="2"/>
              <a:buChar char="q"/>
            </a:pPr>
            <a:r>
              <a:rPr lang="en-US" b="1" dirty="0">
                <a:solidFill>
                  <a:srgbClr val="C00000"/>
                </a:solidFill>
                <a:latin typeface="fkGroteskNeue"/>
              </a:rPr>
              <a:t>Increasing Stages—Drawback</a:t>
            </a:r>
            <a:r>
              <a:rPr lang="en-US" b="1" dirty="0" smtClean="0">
                <a:solidFill>
                  <a:srgbClr val="C00000"/>
                </a:solidFill>
                <a:latin typeface="fkGroteskNeue"/>
              </a:rPr>
              <a:t>:</a:t>
            </a:r>
            <a:endParaRPr lang="en-US" b="1" dirty="0">
              <a:solidFill>
                <a:srgbClr val="C00000"/>
              </a:solidFill>
              <a:latin typeface="fkGroteskNeue"/>
            </a:endParaRPr>
          </a:p>
          <a:p>
            <a:pPr marL="742950" lvl="1" indent="-285750">
              <a:buFont typeface="Wingdings" panose="05000000000000000000" pitchFamily="2" charset="2"/>
              <a:buChar char="q"/>
            </a:pPr>
            <a:r>
              <a:rPr lang="en-US" dirty="0">
                <a:latin typeface="fkGroteskNeue"/>
              </a:rPr>
              <a:t>Cumulative delay grows, resulting in lower oscillation frequency</a:t>
            </a:r>
            <a:r>
              <a:rPr lang="en-US" dirty="0" smtClean="0">
                <a:latin typeface="fkGroteskNeue"/>
              </a:rPr>
              <a:t>.</a:t>
            </a:r>
          </a:p>
          <a:p>
            <a:pPr marL="742950" lvl="1" indent="-285750">
              <a:buFont typeface="Wingdings" panose="05000000000000000000" pitchFamily="2" charset="2"/>
              <a:buChar char="q"/>
            </a:pPr>
            <a:endParaRPr lang="en-US" dirty="0">
              <a:latin typeface="fkGroteskNeue"/>
            </a:endParaRPr>
          </a:p>
          <a:p>
            <a:pPr marL="285750" indent="-285750">
              <a:buFont typeface="Wingdings" panose="05000000000000000000" pitchFamily="2" charset="2"/>
              <a:buChar char="q"/>
            </a:pPr>
            <a:r>
              <a:rPr lang="en-US" b="1" dirty="0">
                <a:solidFill>
                  <a:srgbClr val="C00000"/>
                </a:solidFill>
                <a:latin typeface="fkGroteskNeue"/>
              </a:rPr>
              <a:t>Multi-Phase Generation for Even Stages</a:t>
            </a:r>
            <a:r>
              <a:rPr lang="en-US" b="1" dirty="0" smtClean="0">
                <a:solidFill>
                  <a:srgbClr val="C00000"/>
                </a:solidFill>
                <a:latin typeface="fkGroteskNeue"/>
              </a:rPr>
              <a:t>:</a:t>
            </a:r>
            <a:endParaRPr lang="en-US" b="1" dirty="0">
              <a:solidFill>
                <a:srgbClr val="C00000"/>
              </a:solidFill>
              <a:latin typeface="fkGroteskNeue"/>
            </a:endParaRPr>
          </a:p>
          <a:p>
            <a:pPr marL="742950" lvl="1" indent="-285750">
              <a:buFont typeface="Wingdings" panose="05000000000000000000" pitchFamily="2" charset="2"/>
              <a:buChar char="q"/>
            </a:pPr>
            <a:r>
              <a:rPr lang="en-US" dirty="0">
                <a:latin typeface="fkGroteskNeue"/>
              </a:rPr>
              <a:t>Requires special connection schemes (cross-coupling, feedback networks) for robust phase/frequency targets.</a:t>
            </a:r>
            <a:endParaRPr lang="en-US" b="0" i="0" dirty="0">
              <a:effectLst/>
              <a:latin typeface="fkGroteskNeue"/>
            </a:endParaRPr>
          </a:p>
        </p:txBody>
      </p:sp>
      <p:sp>
        <p:nvSpPr>
          <p:cNvPr id="6" name="Rectangle 5"/>
          <p:cNvSpPr/>
          <p:nvPr/>
        </p:nvSpPr>
        <p:spPr>
          <a:xfrm>
            <a:off x="6497320" y="1251863"/>
            <a:ext cx="5317910" cy="4801314"/>
          </a:xfrm>
          <a:prstGeom prst="rect">
            <a:avLst/>
          </a:prstGeom>
        </p:spPr>
        <p:txBody>
          <a:bodyPr wrap="square">
            <a:spAutoFit/>
          </a:bodyPr>
          <a:lstStyle/>
          <a:p>
            <a:pPr algn="ctr"/>
            <a:r>
              <a:rPr lang="en-US" b="1" dirty="0">
                <a:solidFill>
                  <a:srgbClr val="C00000"/>
                </a:solidFill>
                <a:latin typeface="fkGrotesk"/>
              </a:rPr>
              <a:t>Sizing and Design Considerations</a:t>
            </a:r>
          </a:p>
          <a:p>
            <a:pPr marL="285750" indent="-285750" algn="ctr">
              <a:buFont typeface="Wingdings" panose="05000000000000000000" pitchFamily="2" charset="2"/>
              <a:buChar char="q"/>
            </a:pPr>
            <a:r>
              <a:rPr lang="en-US" b="1" dirty="0">
                <a:solidFill>
                  <a:srgbClr val="C00000"/>
                </a:solidFill>
                <a:latin typeface="fkGroteskNeue"/>
              </a:rPr>
              <a:t>Inverter Size:</a:t>
            </a:r>
          </a:p>
          <a:p>
            <a:pPr marL="742950" lvl="1" indent="-285750">
              <a:buFont typeface="Wingdings" panose="05000000000000000000" pitchFamily="2" charset="2"/>
              <a:buChar char="q"/>
            </a:pPr>
            <a:r>
              <a:rPr lang="en-US" dirty="0">
                <a:latin typeface="fkGroteskNeue"/>
              </a:rPr>
              <a:t>Sets drive strength, transition speed, and power consumption. Tradeoff: Larger size → faster transition, higher power/jitter.</a:t>
            </a:r>
          </a:p>
          <a:p>
            <a:pPr marL="285750" indent="-285750" algn="ctr">
              <a:buFont typeface="Wingdings" panose="05000000000000000000" pitchFamily="2" charset="2"/>
              <a:buChar char="q"/>
            </a:pPr>
            <a:r>
              <a:rPr lang="en-US" b="1" dirty="0">
                <a:solidFill>
                  <a:srgbClr val="C00000"/>
                </a:solidFill>
                <a:latin typeface="fkGroteskNeue"/>
              </a:rPr>
              <a:t>Load Capacitance:</a:t>
            </a:r>
          </a:p>
          <a:p>
            <a:pPr marL="742950" lvl="1" indent="-285750">
              <a:buFont typeface="Wingdings" panose="05000000000000000000" pitchFamily="2" charset="2"/>
              <a:buChar char="q"/>
            </a:pPr>
            <a:r>
              <a:rPr lang="en-US" dirty="0">
                <a:latin typeface="fkGroteskNeue"/>
              </a:rPr>
              <a:t>Directly determines transition delay: lower capacitance accelerates oscillation, but may reduce drive margins.</a:t>
            </a:r>
          </a:p>
          <a:p>
            <a:pPr marL="285750" indent="-285750">
              <a:buFont typeface="Wingdings" panose="05000000000000000000" pitchFamily="2" charset="2"/>
              <a:buChar char="q"/>
            </a:pPr>
            <a:r>
              <a:rPr lang="en-US" b="1" dirty="0">
                <a:solidFill>
                  <a:srgbClr val="C00000"/>
                </a:solidFill>
                <a:latin typeface="fkGroteskNeue"/>
              </a:rPr>
              <a:t>Stage Count:</a:t>
            </a:r>
          </a:p>
          <a:p>
            <a:pPr marL="742950" lvl="1" indent="-285750">
              <a:buFont typeface="Wingdings" panose="05000000000000000000" pitchFamily="2" charset="2"/>
              <a:buChar char="q"/>
            </a:pPr>
            <a:r>
              <a:rPr lang="en-US" dirty="0">
                <a:latin typeface="fkGroteskNeue"/>
              </a:rPr>
              <a:t>Dictates both available phase outputs and maximum clock rate: odd stages standard, even-stage needs advanced topology.</a:t>
            </a:r>
          </a:p>
          <a:p>
            <a:pPr marL="285750" indent="-285750" algn="ctr">
              <a:buFont typeface="Wingdings" panose="05000000000000000000" pitchFamily="2" charset="2"/>
              <a:buChar char="q"/>
            </a:pPr>
            <a:r>
              <a:rPr lang="en-US" b="1" dirty="0">
                <a:solidFill>
                  <a:srgbClr val="C00000"/>
                </a:solidFill>
                <a:latin typeface="fkGroteskNeue"/>
              </a:rPr>
              <a:t>Startup Robustness:</a:t>
            </a:r>
          </a:p>
          <a:p>
            <a:pPr marL="742950" lvl="1" indent="-285750">
              <a:buFont typeface="Wingdings" panose="05000000000000000000" pitchFamily="2" charset="2"/>
              <a:buChar char="q"/>
            </a:pPr>
            <a:r>
              <a:rPr lang="en-US" dirty="0">
                <a:latin typeface="fkGroteskNeue"/>
              </a:rPr>
              <a:t>Sufficient gain, matched delays, and symmetric signal paths prevent deadlocks and missing oscillation.</a:t>
            </a:r>
            <a:endParaRPr lang="en-US" b="0" i="0" dirty="0">
              <a:effectLst/>
              <a:latin typeface="fkGroteskNeue"/>
            </a:endParaRPr>
          </a:p>
        </p:txBody>
      </p:sp>
      <p:sp>
        <p:nvSpPr>
          <p:cNvPr id="7" name="Rectangle 6"/>
          <p:cNvSpPr/>
          <p:nvPr/>
        </p:nvSpPr>
        <p:spPr>
          <a:xfrm>
            <a:off x="472440" y="1097280"/>
            <a:ext cx="5344160" cy="5019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Rectangle 7"/>
          <p:cNvSpPr/>
          <p:nvPr/>
        </p:nvSpPr>
        <p:spPr>
          <a:xfrm>
            <a:off x="6548120" y="1183640"/>
            <a:ext cx="5400040" cy="5019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22746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FB087E-3A11-494C-909E-C20CCFB6FAB4}" type="datetime1">
              <a:rPr lang="en-US" smtClean="0"/>
              <a:t>9/1/2026</a:t>
            </a:fld>
            <a:endParaRPr lang="en-BE"/>
          </a:p>
        </p:txBody>
      </p:sp>
      <p:sp>
        <p:nvSpPr>
          <p:cNvPr id="3" name="Footer Placeholder 2"/>
          <p:cNvSpPr>
            <a:spLocks noGrp="1"/>
          </p:cNvSpPr>
          <p:nvPr>
            <p:ph type="ftr" sz="quarter" idx="11"/>
          </p:nvPr>
        </p:nvSpPr>
        <p:spPr>
          <a:xfrm>
            <a:off x="3537468" y="6369050"/>
            <a:ext cx="488517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36</a:t>
            </a:fld>
            <a:endParaRPr lang="en-BE"/>
          </a:p>
        </p:txBody>
      </p:sp>
      <p:sp>
        <p:nvSpPr>
          <p:cNvPr id="5" name="Rectangle: Rounded Corners 7">
            <a:extLst>
              <a:ext uri="{FF2B5EF4-FFF2-40B4-BE49-F238E27FC236}">
                <a16:creationId xmlns:a16="http://schemas.microsoft.com/office/drawing/2014/main" id="{11F84EF9-79B4-C59A-010A-AC0C2CB26615}"/>
              </a:ext>
            </a:extLst>
          </p:cNvPr>
          <p:cNvSpPr/>
          <p:nvPr/>
        </p:nvSpPr>
        <p:spPr>
          <a:xfrm>
            <a:off x="0" y="0"/>
            <a:ext cx="121920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6" name="Title 1"/>
          <p:cNvSpPr txBox="1">
            <a:spLocks/>
          </p:cNvSpPr>
          <p:nvPr/>
        </p:nvSpPr>
        <p:spPr>
          <a:xfrm>
            <a:off x="-18625" y="2364"/>
            <a:ext cx="7565320" cy="554587"/>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200" b="1"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Transition Mechanisms of Single ended ROs</a:t>
            </a:r>
          </a:p>
        </p:txBody>
      </p:sp>
      <p:grpSp>
        <p:nvGrpSpPr>
          <p:cNvPr id="7" name="Group 6">
            <a:extLst>
              <a:ext uri="{FF2B5EF4-FFF2-40B4-BE49-F238E27FC236}">
                <a16:creationId xmlns:a16="http://schemas.microsoft.com/office/drawing/2014/main" id="{CCFE9E89-8A2A-7B26-5386-231C03416186}"/>
              </a:ext>
            </a:extLst>
          </p:cNvPr>
          <p:cNvGrpSpPr/>
          <p:nvPr/>
        </p:nvGrpSpPr>
        <p:grpSpPr>
          <a:xfrm>
            <a:off x="1183053" y="4453111"/>
            <a:ext cx="8414555" cy="1724171"/>
            <a:chOff x="157264" y="3505265"/>
            <a:chExt cx="6310916" cy="1293128"/>
          </a:xfrm>
        </p:grpSpPr>
        <p:sp>
          <p:nvSpPr>
            <p:cNvPr id="8" name="Rectangle 7">
              <a:extLst>
                <a:ext uri="{FF2B5EF4-FFF2-40B4-BE49-F238E27FC236}">
                  <a16:creationId xmlns:a16="http://schemas.microsoft.com/office/drawing/2014/main" id="{E644A208-2FAB-8E14-AF63-013E272DA605}"/>
                </a:ext>
              </a:extLst>
            </p:cNvPr>
            <p:cNvSpPr/>
            <p:nvPr/>
          </p:nvSpPr>
          <p:spPr>
            <a:xfrm>
              <a:off x="157264" y="3505265"/>
              <a:ext cx="5761161" cy="1293128"/>
            </a:xfrm>
            <a:prstGeom prst="rect">
              <a:avLst/>
            </a:prstGeom>
            <a:solidFill>
              <a:schemeClr val="bg1">
                <a:lumMod val="95000"/>
              </a:schemeClr>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ADC9B2C3-8DCE-D6A7-8DB0-01B90C137201}"/>
                </a:ext>
              </a:extLst>
            </p:cNvPr>
            <p:cNvGrpSpPr/>
            <p:nvPr/>
          </p:nvGrpSpPr>
          <p:grpSpPr>
            <a:xfrm>
              <a:off x="224468" y="3576421"/>
              <a:ext cx="6243712" cy="1149241"/>
              <a:chOff x="1528649" y="3979746"/>
              <a:chExt cx="8324949" cy="1532323"/>
            </a:xfrm>
          </p:grpSpPr>
          <p:grpSp>
            <p:nvGrpSpPr>
              <p:cNvPr id="11" name="Group 10">
                <a:extLst>
                  <a:ext uri="{FF2B5EF4-FFF2-40B4-BE49-F238E27FC236}">
                    <a16:creationId xmlns:a16="http://schemas.microsoft.com/office/drawing/2014/main" id="{54F8B9A1-270B-D974-5948-F11969CE4410}"/>
                  </a:ext>
                </a:extLst>
              </p:cNvPr>
              <p:cNvGrpSpPr/>
              <p:nvPr/>
            </p:nvGrpSpPr>
            <p:grpSpPr>
              <a:xfrm>
                <a:off x="2287793" y="4046208"/>
                <a:ext cx="6072133" cy="935292"/>
                <a:chOff x="2494161" y="4872348"/>
                <a:chExt cx="6072133" cy="935292"/>
              </a:xfrm>
            </p:grpSpPr>
            <p:cxnSp>
              <p:nvCxnSpPr>
                <p:cNvPr id="23" name="Straight Arrow Connector 22">
                  <a:extLst>
                    <a:ext uri="{FF2B5EF4-FFF2-40B4-BE49-F238E27FC236}">
                      <a16:creationId xmlns:a16="http://schemas.microsoft.com/office/drawing/2014/main" id="{CEBD2367-6911-7023-5E50-B57C67156562}"/>
                    </a:ext>
                  </a:extLst>
                </p:cNvPr>
                <p:cNvCxnSpPr/>
                <p:nvPr/>
              </p:nvCxnSpPr>
              <p:spPr>
                <a:xfrm flipV="1">
                  <a:off x="2494161" y="4872348"/>
                  <a:ext cx="0" cy="3839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903DC77-E433-CE90-5797-9803217C029E}"/>
                    </a:ext>
                  </a:extLst>
                </p:cNvPr>
                <p:cNvSpPr txBox="1"/>
                <p:nvPr/>
              </p:nvSpPr>
              <p:spPr>
                <a:xfrm>
                  <a:off x="2728029" y="4879635"/>
                  <a:ext cx="5838265" cy="3416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Increasing Stages = Equivalent Multi-phases= Applied for odd stages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70B55C62-D882-55D4-42F0-5A07DE5EC813}"/>
                    </a:ext>
                  </a:extLst>
                </p:cNvPr>
                <p:cNvCxnSpPr>
                  <a:cxnSpLocks/>
                </p:cNvCxnSpPr>
                <p:nvPr/>
              </p:nvCxnSpPr>
              <p:spPr>
                <a:xfrm>
                  <a:off x="2494161" y="5395521"/>
                  <a:ext cx="0" cy="4121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EE148EC-4797-4342-7031-F0139C6213EB}"/>
                    </a:ext>
                  </a:extLst>
                </p:cNvPr>
                <p:cNvSpPr txBox="1"/>
                <p:nvPr/>
              </p:nvSpPr>
              <p:spPr>
                <a:xfrm>
                  <a:off x="2717724" y="5382280"/>
                  <a:ext cx="5043497" cy="3416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Accumulate effective delay = Less Oscillation Frequency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2" name="TextBox 11">
                <a:extLst>
                  <a:ext uri="{FF2B5EF4-FFF2-40B4-BE49-F238E27FC236}">
                    <a16:creationId xmlns:a16="http://schemas.microsoft.com/office/drawing/2014/main" id="{E349ED6C-F8B0-0435-C395-1EA721764BDE}"/>
                  </a:ext>
                </a:extLst>
              </p:cNvPr>
              <p:cNvSpPr txBox="1"/>
              <p:nvPr/>
            </p:nvSpPr>
            <p:spPr>
              <a:xfrm>
                <a:off x="2372120" y="5170437"/>
                <a:ext cx="7481478" cy="3416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Specific connections are required for even multi-phase generation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90073C26-3007-DB3C-6E24-3CA50B2FB738}"/>
                  </a:ext>
                </a:extLst>
              </p:cNvPr>
              <p:cNvGrpSpPr/>
              <p:nvPr/>
            </p:nvGrpSpPr>
            <p:grpSpPr>
              <a:xfrm>
                <a:off x="1553246" y="3979746"/>
                <a:ext cx="435826" cy="459337"/>
                <a:chOff x="1776139" y="3223476"/>
                <a:chExt cx="462237" cy="475491"/>
              </a:xfrm>
            </p:grpSpPr>
            <p:sp>
              <p:nvSpPr>
                <p:cNvPr id="19" name="Oval 18">
                  <a:extLst>
                    <a:ext uri="{FF2B5EF4-FFF2-40B4-BE49-F238E27FC236}">
                      <a16:creationId xmlns:a16="http://schemas.microsoft.com/office/drawing/2014/main" id="{86E80930-C8A9-DCFF-B886-70B6703D361B}"/>
                    </a:ext>
                  </a:extLst>
                </p:cNvPr>
                <p:cNvSpPr/>
                <p:nvPr/>
              </p:nvSpPr>
              <p:spPr>
                <a:xfrm>
                  <a:off x="1776139" y="3289314"/>
                  <a:ext cx="432000" cy="409653"/>
                </a:xfrm>
                <a:prstGeom prst="ellipse">
                  <a:avLst/>
                </a:prstGeom>
                <a:solidFill>
                  <a:schemeClr val="bg1"/>
                </a:solidFill>
                <a:ln w="444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EC01BD3D-2063-F61B-6C4E-2CEB43809F42}"/>
                    </a:ext>
                  </a:extLst>
                </p:cNvPr>
                <p:cNvSpPr/>
                <p:nvPr/>
              </p:nvSpPr>
              <p:spPr bwMode="auto">
                <a:xfrm>
                  <a:off x="1872337" y="3410307"/>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08467A51-765F-4748-8983-CFA1D092FDF9}"/>
                    </a:ext>
                  </a:extLst>
                </p:cNvPr>
                <p:cNvSpPr/>
                <p:nvPr/>
              </p:nvSpPr>
              <p:spPr bwMode="auto">
                <a:xfrm>
                  <a:off x="2027187" y="3406984"/>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EBF46BFF-006F-4C7A-AEE0-91AAA48C07C4}"/>
                    </a:ext>
                  </a:extLst>
                </p:cNvPr>
                <p:cNvSpPr/>
                <p:nvPr/>
              </p:nvSpPr>
              <p:spPr>
                <a:xfrm rot="8155382">
                  <a:off x="1795794" y="3223476"/>
                  <a:ext cx="442582" cy="369556"/>
                </a:xfrm>
                <a:prstGeom prst="arc">
                  <a:avLst>
                    <a:gd name="adj1" fmla="val 17114423"/>
                    <a:gd name="adj2" fmla="val 0"/>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4" name="Group 13">
                <a:extLst>
                  <a:ext uri="{FF2B5EF4-FFF2-40B4-BE49-F238E27FC236}">
                    <a16:creationId xmlns:a16="http://schemas.microsoft.com/office/drawing/2014/main" id="{E6662C0F-7F83-A65B-8B4B-DE464C6B9546}"/>
                  </a:ext>
                </a:extLst>
              </p:cNvPr>
              <p:cNvGrpSpPr/>
              <p:nvPr/>
            </p:nvGrpSpPr>
            <p:grpSpPr>
              <a:xfrm>
                <a:off x="1528649" y="4569381"/>
                <a:ext cx="445350" cy="637809"/>
                <a:chOff x="1776139" y="3289314"/>
                <a:chExt cx="472338" cy="660239"/>
              </a:xfrm>
            </p:grpSpPr>
            <p:sp>
              <p:nvSpPr>
                <p:cNvPr id="15" name="Oval 14">
                  <a:extLst>
                    <a:ext uri="{FF2B5EF4-FFF2-40B4-BE49-F238E27FC236}">
                      <a16:creationId xmlns:a16="http://schemas.microsoft.com/office/drawing/2014/main" id="{B70F01D2-1B6A-BA69-7F8D-79FE3D3EF1BD}"/>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A294B422-FF14-9613-E80B-44E7047D6EE5}"/>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0F97CF48-5BB0-8EEC-B678-24E7629AB374}"/>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18" name="Arc 17">
                  <a:extLst>
                    <a:ext uri="{FF2B5EF4-FFF2-40B4-BE49-F238E27FC236}">
                      <a16:creationId xmlns:a16="http://schemas.microsoft.com/office/drawing/2014/main" id="{80D04084-CC29-1D1E-7E28-E0C19197364A}"/>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pic>
          <p:nvPicPr>
            <p:cNvPr id="10" name="Picture 9">
              <a:extLst>
                <a:ext uri="{FF2B5EF4-FFF2-40B4-BE49-F238E27FC236}">
                  <a16:creationId xmlns:a16="http://schemas.microsoft.com/office/drawing/2014/main" id="{23D198EE-AC8D-FBAC-5650-4FEF2C235D34}"/>
                </a:ext>
              </a:extLst>
            </p:cNvPr>
            <p:cNvPicPr>
              <a:picLocks noChangeAspect="1"/>
            </p:cNvPicPr>
            <p:nvPr/>
          </p:nvPicPr>
          <p:blipFill>
            <a:blip r:embed="rId2"/>
            <a:stretch>
              <a:fillRect/>
            </a:stretch>
          </p:blipFill>
          <p:spPr>
            <a:xfrm>
              <a:off x="189902" y="4364093"/>
              <a:ext cx="411516" cy="411516"/>
            </a:xfrm>
            <a:prstGeom prst="rect">
              <a:avLst/>
            </a:prstGeom>
          </p:spPr>
        </p:pic>
      </p:grpSp>
      <p:pic>
        <p:nvPicPr>
          <p:cNvPr id="28" name="Picture 27">
            <a:extLst>
              <a:ext uri="{FF2B5EF4-FFF2-40B4-BE49-F238E27FC236}">
                <a16:creationId xmlns:a16="http://schemas.microsoft.com/office/drawing/2014/main" id="{3A3BEC52-B3D4-0EDF-3388-6F52AAA2B0CF}"/>
              </a:ext>
            </a:extLst>
          </p:cNvPr>
          <p:cNvPicPr>
            <a:picLocks noChangeAspect="1"/>
          </p:cNvPicPr>
          <p:nvPr/>
        </p:nvPicPr>
        <p:blipFill>
          <a:blip r:embed="rId3"/>
          <a:stretch>
            <a:fillRect/>
          </a:stretch>
        </p:blipFill>
        <p:spPr>
          <a:xfrm>
            <a:off x="3267268" y="1574156"/>
            <a:ext cx="1889091" cy="1438576"/>
          </a:xfrm>
          <a:prstGeom prst="rect">
            <a:avLst/>
          </a:prstGeom>
        </p:spPr>
      </p:pic>
      <p:grpSp>
        <p:nvGrpSpPr>
          <p:cNvPr id="29" name="Group 28">
            <a:extLst>
              <a:ext uri="{FF2B5EF4-FFF2-40B4-BE49-F238E27FC236}">
                <a16:creationId xmlns:a16="http://schemas.microsoft.com/office/drawing/2014/main" id="{DA4B5C2E-4208-28E7-B26F-7C5BAE6B01B4}"/>
              </a:ext>
            </a:extLst>
          </p:cNvPr>
          <p:cNvGrpSpPr/>
          <p:nvPr/>
        </p:nvGrpSpPr>
        <p:grpSpPr>
          <a:xfrm>
            <a:off x="0" y="908069"/>
            <a:ext cx="3238500" cy="3085256"/>
            <a:chOff x="0" y="908069"/>
            <a:chExt cx="3238500" cy="3085256"/>
          </a:xfrm>
        </p:grpSpPr>
        <p:pic>
          <p:nvPicPr>
            <p:cNvPr id="30" name="Picture 29">
              <a:extLst>
                <a:ext uri="{FF2B5EF4-FFF2-40B4-BE49-F238E27FC236}">
                  <a16:creationId xmlns:a16="http://schemas.microsoft.com/office/drawing/2014/main" id="{01406ECD-B849-4531-F293-9FF1AEBE8DE5}"/>
                </a:ext>
              </a:extLst>
            </p:cNvPr>
            <p:cNvPicPr>
              <a:picLocks noChangeAspect="1"/>
            </p:cNvPicPr>
            <p:nvPr/>
          </p:nvPicPr>
          <p:blipFill>
            <a:blip r:embed="rId4"/>
            <a:stretch>
              <a:fillRect/>
            </a:stretch>
          </p:blipFill>
          <p:spPr>
            <a:xfrm>
              <a:off x="0" y="908069"/>
              <a:ext cx="3238500" cy="2657475"/>
            </a:xfrm>
            <a:prstGeom prst="rect">
              <a:avLst/>
            </a:prstGeom>
          </p:spPr>
        </p:pic>
        <p:pic>
          <p:nvPicPr>
            <p:cNvPr id="31" name="Picture 30">
              <a:extLst>
                <a:ext uri="{FF2B5EF4-FFF2-40B4-BE49-F238E27FC236}">
                  <a16:creationId xmlns:a16="http://schemas.microsoft.com/office/drawing/2014/main" id="{4FD7DB67-1D76-149B-5933-07E355D5A73A}"/>
                </a:ext>
              </a:extLst>
            </p:cNvPr>
            <p:cNvPicPr>
              <a:picLocks noChangeAspect="1"/>
            </p:cNvPicPr>
            <p:nvPr/>
          </p:nvPicPr>
          <p:blipFill>
            <a:blip r:embed="rId5"/>
            <a:stretch>
              <a:fillRect/>
            </a:stretch>
          </p:blipFill>
          <p:spPr>
            <a:xfrm>
              <a:off x="1642580" y="3698050"/>
              <a:ext cx="295275" cy="295275"/>
            </a:xfrm>
            <a:prstGeom prst="rect">
              <a:avLst/>
            </a:prstGeom>
          </p:spPr>
        </p:pic>
      </p:grpSp>
      <p:grpSp>
        <p:nvGrpSpPr>
          <p:cNvPr id="32" name="Group 31">
            <a:extLst>
              <a:ext uri="{FF2B5EF4-FFF2-40B4-BE49-F238E27FC236}">
                <a16:creationId xmlns:a16="http://schemas.microsoft.com/office/drawing/2014/main" id="{EDC81019-0FBD-77A0-0718-ADA856F3ED5C}"/>
              </a:ext>
            </a:extLst>
          </p:cNvPr>
          <p:cNvGrpSpPr/>
          <p:nvPr/>
        </p:nvGrpSpPr>
        <p:grpSpPr>
          <a:xfrm>
            <a:off x="5242560" y="795217"/>
            <a:ext cx="3042920" cy="3493396"/>
            <a:chOff x="5242560" y="795217"/>
            <a:chExt cx="3042920" cy="3493396"/>
          </a:xfrm>
        </p:grpSpPr>
        <p:pic>
          <p:nvPicPr>
            <p:cNvPr id="33" name="Picture 32">
              <a:extLst>
                <a:ext uri="{FF2B5EF4-FFF2-40B4-BE49-F238E27FC236}">
                  <a16:creationId xmlns:a16="http://schemas.microsoft.com/office/drawing/2014/main" id="{25F001F8-FC7B-E2BD-DCA0-8F064E7105DA}"/>
                </a:ext>
              </a:extLst>
            </p:cNvPr>
            <p:cNvPicPr>
              <a:picLocks noChangeAspect="1"/>
            </p:cNvPicPr>
            <p:nvPr/>
          </p:nvPicPr>
          <p:blipFill rotWithShape="1">
            <a:blip r:embed="rId6"/>
            <a:srcRect l="1303" r="1299"/>
            <a:stretch/>
          </p:blipFill>
          <p:spPr>
            <a:xfrm>
              <a:off x="5242560" y="795217"/>
              <a:ext cx="3042920" cy="3114675"/>
            </a:xfrm>
            <a:prstGeom prst="rect">
              <a:avLst/>
            </a:prstGeom>
          </p:spPr>
        </p:pic>
        <p:pic>
          <p:nvPicPr>
            <p:cNvPr id="34" name="Picture 33">
              <a:extLst>
                <a:ext uri="{FF2B5EF4-FFF2-40B4-BE49-F238E27FC236}">
                  <a16:creationId xmlns:a16="http://schemas.microsoft.com/office/drawing/2014/main" id="{22F6A374-9162-E319-4F6A-7E0DE3973163}"/>
                </a:ext>
              </a:extLst>
            </p:cNvPr>
            <p:cNvPicPr>
              <a:picLocks noChangeAspect="1"/>
            </p:cNvPicPr>
            <p:nvPr/>
          </p:nvPicPr>
          <p:blipFill rotWithShape="1">
            <a:blip r:embed="rId7"/>
            <a:srcRect r="10458"/>
            <a:stretch/>
          </p:blipFill>
          <p:spPr>
            <a:xfrm>
              <a:off x="6802072" y="3983813"/>
              <a:ext cx="238808" cy="304800"/>
            </a:xfrm>
            <a:prstGeom prst="rect">
              <a:avLst/>
            </a:prstGeom>
          </p:spPr>
        </p:pic>
      </p:grpSp>
      <p:grpSp>
        <p:nvGrpSpPr>
          <p:cNvPr id="35" name="Group 34">
            <a:extLst>
              <a:ext uri="{FF2B5EF4-FFF2-40B4-BE49-F238E27FC236}">
                <a16:creationId xmlns:a16="http://schemas.microsoft.com/office/drawing/2014/main" id="{EA0439DA-C9FA-C02E-CF2E-BE66B70535B1}"/>
              </a:ext>
            </a:extLst>
          </p:cNvPr>
          <p:cNvGrpSpPr/>
          <p:nvPr/>
        </p:nvGrpSpPr>
        <p:grpSpPr>
          <a:xfrm>
            <a:off x="8547639" y="676656"/>
            <a:ext cx="3644361" cy="4356429"/>
            <a:chOff x="8547639" y="676656"/>
            <a:chExt cx="3644361" cy="4356429"/>
          </a:xfrm>
        </p:grpSpPr>
        <p:pic>
          <p:nvPicPr>
            <p:cNvPr id="36" name="Picture 35">
              <a:extLst>
                <a:ext uri="{FF2B5EF4-FFF2-40B4-BE49-F238E27FC236}">
                  <a16:creationId xmlns:a16="http://schemas.microsoft.com/office/drawing/2014/main" id="{6A526FF6-B4B4-BE78-7459-D54AD8BF6946}"/>
                </a:ext>
              </a:extLst>
            </p:cNvPr>
            <p:cNvPicPr>
              <a:picLocks noChangeAspect="1"/>
            </p:cNvPicPr>
            <p:nvPr/>
          </p:nvPicPr>
          <p:blipFill rotWithShape="1">
            <a:blip r:embed="rId8"/>
            <a:srcRect l="4166" t="8908" r="3565" b="10070"/>
            <a:stretch/>
          </p:blipFill>
          <p:spPr>
            <a:xfrm>
              <a:off x="8991600" y="676656"/>
              <a:ext cx="2487168" cy="725424"/>
            </a:xfrm>
            <a:prstGeom prst="rect">
              <a:avLst/>
            </a:prstGeom>
          </p:spPr>
        </p:pic>
        <p:grpSp>
          <p:nvGrpSpPr>
            <p:cNvPr id="37" name="Group 36">
              <a:extLst>
                <a:ext uri="{FF2B5EF4-FFF2-40B4-BE49-F238E27FC236}">
                  <a16:creationId xmlns:a16="http://schemas.microsoft.com/office/drawing/2014/main" id="{DC0A494C-7C2D-BC50-B5E2-A1B671223411}"/>
                </a:ext>
              </a:extLst>
            </p:cNvPr>
            <p:cNvGrpSpPr/>
            <p:nvPr/>
          </p:nvGrpSpPr>
          <p:grpSpPr>
            <a:xfrm>
              <a:off x="8588279" y="1658432"/>
              <a:ext cx="3603721" cy="1749053"/>
              <a:chOff x="8588279" y="1658432"/>
              <a:chExt cx="3603721" cy="1749053"/>
            </a:xfrm>
          </p:grpSpPr>
          <p:cxnSp>
            <p:nvCxnSpPr>
              <p:cNvPr id="45" name="Straight Connector 44">
                <a:extLst>
                  <a:ext uri="{FF2B5EF4-FFF2-40B4-BE49-F238E27FC236}">
                    <a16:creationId xmlns:a16="http://schemas.microsoft.com/office/drawing/2014/main" id="{AD6385D0-DA73-3141-A42D-4BC2F7779353}"/>
                  </a:ext>
                </a:extLst>
              </p:cNvPr>
              <p:cNvCxnSpPr/>
              <p:nvPr/>
            </p:nvCxnSpPr>
            <p:spPr>
              <a:xfrm flipH="1">
                <a:off x="9168198" y="3091037"/>
                <a:ext cx="2488171" cy="0"/>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8A992EB-2D01-A9B8-7725-A2C5E15E51E0}"/>
                  </a:ext>
                </a:extLst>
              </p:cNvPr>
              <p:cNvCxnSpPr>
                <a:cxnSpLocks/>
              </p:cNvCxnSpPr>
              <p:nvPr/>
            </p:nvCxnSpPr>
            <p:spPr>
              <a:xfrm>
                <a:off x="9163160" y="1658432"/>
                <a:ext cx="0" cy="1409888"/>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DCF911F7-3B88-8B8E-04D8-503BECF9B187}"/>
                  </a:ext>
                </a:extLst>
              </p:cNvPr>
              <p:cNvSpPr/>
              <p:nvPr/>
            </p:nvSpPr>
            <p:spPr>
              <a:xfrm>
                <a:off x="10481339" y="3068931"/>
                <a:ext cx="1710661"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Number Of stages</a:t>
                </a:r>
              </a:p>
            </p:txBody>
          </p:sp>
          <p:sp>
            <p:nvSpPr>
              <p:cNvPr id="48" name="Rectangle 47">
                <a:extLst>
                  <a:ext uri="{FF2B5EF4-FFF2-40B4-BE49-F238E27FC236}">
                    <a16:creationId xmlns:a16="http://schemas.microsoft.com/office/drawing/2014/main" id="{72875701-8446-DE18-2FE2-A8E03E35B1FE}"/>
                  </a:ext>
                </a:extLst>
              </p:cNvPr>
              <p:cNvSpPr/>
              <p:nvPr/>
            </p:nvSpPr>
            <p:spPr>
              <a:xfrm>
                <a:off x="8588279" y="1697331"/>
                <a:ext cx="563873"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err="1">
                    <a:ln>
                      <a:noFill/>
                    </a:ln>
                    <a:solidFill>
                      <a:prstClr val="black"/>
                    </a:solidFill>
                    <a:effectLst/>
                    <a:uLnTx/>
                    <a:uFillTx/>
                    <a:latin typeface="Calibri" panose="020F0502020204030204"/>
                    <a:ea typeface="+mn-ea"/>
                    <a:cs typeface="+mn-cs"/>
                  </a:rPr>
                  <a:t>Osc</a:t>
                </a: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Freq</a:t>
                </a:r>
              </a:p>
            </p:txBody>
          </p:sp>
          <p:cxnSp>
            <p:nvCxnSpPr>
              <p:cNvPr id="49" name="Straight Connector 48">
                <a:extLst>
                  <a:ext uri="{FF2B5EF4-FFF2-40B4-BE49-F238E27FC236}">
                    <a16:creationId xmlns:a16="http://schemas.microsoft.com/office/drawing/2014/main" id="{005A2E68-DFC8-53D1-3393-5982FBEBD2A0}"/>
                  </a:ext>
                </a:extLst>
              </p:cNvPr>
              <p:cNvCxnSpPr>
                <a:cxnSpLocks/>
              </p:cNvCxnSpPr>
              <p:nvPr/>
            </p:nvCxnSpPr>
            <p:spPr>
              <a:xfrm flipH="1" flipV="1">
                <a:off x="9320598" y="1983597"/>
                <a:ext cx="2119562" cy="790083"/>
              </a:xfrm>
              <a:prstGeom prst="line">
                <a:avLst/>
              </a:prstGeom>
              <a:ln w="57150" cap="rnd">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862C414C-2D5E-2D3E-32F8-E178DB2CF518}"/>
                </a:ext>
              </a:extLst>
            </p:cNvPr>
            <p:cNvGrpSpPr/>
            <p:nvPr/>
          </p:nvGrpSpPr>
          <p:grpSpPr>
            <a:xfrm>
              <a:off x="8547639" y="3576931"/>
              <a:ext cx="3515491" cy="1456154"/>
              <a:chOff x="8547639" y="3576931"/>
              <a:chExt cx="3515491" cy="1456154"/>
            </a:xfrm>
          </p:grpSpPr>
          <p:cxnSp>
            <p:nvCxnSpPr>
              <p:cNvPr id="39" name="Straight Connector 38">
                <a:extLst>
                  <a:ext uri="{FF2B5EF4-FFF2-40B4-BE49-F238E27FC236}">
                    <a16:creationId xmlns:a16="http://schemas.microsoft.com/office/drawing/2014/main" id="{B5D6CCEB-26A4-A7F8-7809-ACF0140DD20C}"/>
                  </a:ext>
                </a:extLst>
              </p:cNvPr>
              <p:cNvCxnSpPr/>
              <p:nvPr/>
            </p:nvCxnSpPr>
            <p:spPr>
              <a:xfrm flipH="1">
                <a:off x="9178360" y="4693909"/>
                <a:ext cx="2488170" cy="3"/>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2E9AFF4-2CB0-96B9-30B6-B1B7ED8BC763}"/>
                  </a:ext>
                </a:extLst>
              </p:cNvPr>
              <p:cNvCxnSpPr/>
              <p:nvPr/>
            </p:nvCxnSpPr>
            <p:spPr>
              <a:xfrm>
                <a:off x="9181393" y="3621878"/>
                <a:ext cx="0" cy="1063409"/>
              </a:xfrm>
              <a:prstGeom prst="line">
                <a:avLst/>
              </a:prstGeom>
              <a:ln w="57150" cap="rnd">
                <a:solidFill>
                  <a:srgbClr val="00206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DB80A403-B1F6-0F22-0D6F-684FC43F3CC2}"/>
                  </a:ext>
                </a:extLst>
              </p:cNvPr>
              <p:cNvSpPr/>
              <p:nvPr/>
            </p:nvSpPr>
            <p:spPr>
              <a:xfrm>
                <a:off x="11612582" y="4451698"/>
                <a:ext cx="26481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a:t>
                </a:r>
                <a:endParaRPr kumimoji="0" lang="en-US" sz="1800" b="1"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87389312-B80F-E0D3-9770-9AD2159F1B12}"/>
                  </a:ext>
                </a:extLst>
              </p:cNvPr>
              <p:cNvSpPr/>
              <p:nvPr/>
            </p:nvSpPr>
            <p:spPr>
              <a:xfrm>
                <a:off x="8547639" y="3576931"/>
                <a:ext cx="563873"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err="1">
                    <a:ln>
                      <a:noFill/>
                    </a:ln>
                    <a:solidFill>
                      <a:prstClr val="black"/>
                    </a:solidFill>
                    <a:effectLst/>
                    <a:uLnTx/>
                    <a:uFillTx/>
                    <a:latin typeface="Calibri" panose="020F0502020204030204"/>
                    <a:ea typeface="+mn-ea"/>
                    <a:cs typeface="+mn-cs"/>
                  </a:rPr>
                  <a:t>Osc</a:t>
                </a: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Freq</a:t>
                </a:r>
              </a:p>
            </p:txBody>
          </p:sp>
          <p:cxnSp>
            <p:nvCxnSpPr>
              <p:cNvPr id="43" name="Straight Connector 42">
                <a:extLst>
                  <a:ext uri="{FF2B5EF4-FFF2-40B4-BE49-F238E27FC236}">
                    <a16:creationId xmlns:a16="http://schemas.microsoft.com/office/drawing/2014/main" id="{9D261F24-F4B0-F6E3-D8FB-955A367287ED}"/>
                  </a:ext>
                </a:extLst>
              </p:cNvPr>
              <p:cNvCxnSpPr>
                <a:cxnSpLocks/>
              </p:cNvCxnSpPr>
              <p:nvPr/>
            </p:nvCxnSpPr>
            <p:spPr>
              <a:xfrm flipH="1" flipV="1">
                <a:off x="9422198" y="3832717"/>
                <a:ext cx="1896042" cy="739283"/>
              </a:xfrm>
              <a:prstGeom prst="line">
                <a:avLst/>
              </a:prstGeom>
              <a:ln w="57150" cap="rnd">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63209662-D6F6-4B0C-6617-A8A7DB5BB306}"/>
                  </a:ext>
                </a:extLst>
              </p:cNvPr>
              <p:cNvSpPr/>
              <p:nvPr/>
            </p:nvSpPr>
            <p:spPr>
              <a:xfrm>
                <a:off x="10919868" y="4694531"/>
                <a:ext cx="1143262"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25000" noProof="0" dirty="0">
                    <a:ln>
                      <a:noFill/>
                    </a:ln>
                    <a:solidFill>
                      <a:prstClr val="black"/>
                    </a:solidFill>
                    <a:effectLst/>
                    <a:uLnTx/>
                    <a:uFillTx/>
                    <a:latin typeface="Calibri" panose="020F0502020204030204"/>
                    <a:ea typeface="+mn-ea"/>
                    <a:cs typeface="+mn-cs"/>
                  </a:rPr>
                  <a:t># of Phases</a:t>
                </a:r>
              </a:p>
            </p:txBody>
          </p:sp>
        </p:grpSp>
      </p:grpSp>
    </p:spTree>
    <p:extLst>
      <p:ext uri="{BB962C8B-B14F-4D97-AF65-F5344CB8AC3E}">
        <p14:creationId xmlns:p14="http://schemas.microsoft.com/office/powerpoint/2010/main" val="1241922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890AB4-5CCB-AD5B-5083-A89331C9D113}"/>
              </a:ext>
            </a:extLst>
          </p:cNvPr>
          <p:cNvSpPr>
            <a:spLocks noGrp="1"/>
          </p:cNvSpPr>
          <p:nvPr>
            <p:ph type="sldNum" sz="quarter" idx="12"/>
          </p:nvPr>
        </p:nvSpPr>
        <p:spPr/>
        <p:txBody>
          <a:bodyPr/>
          <a:lstStyle/>
          <a:p>
            <a:fld id="{8836216C-5BC3-7C44-80F8-E30864FFC228}" type="slidenum">
              <a:rPr lang="en-US" smtClean="0"/>
              <a:t>37</a:t>
            </a:fld>
            <a:endParaRPr lang="en-US"/>
          </a:p>
        </p:txBody>
      </p:sp>
      <p:grpSp>
        <p:nvGrpSpPr>
          <p:cNvPr id="15" name="Group 14">
            <a:extLst>
              <a:ext uri="{FF2B5EF4-FFF2-40B4-BE49-F238E27FC236}">
                <a16:creationId xmlns:a16="http://schemas.microsoft.com/office/drawing/2014/main" id="{51AEDDF1-B291-F2A0-1982-9C47001DEC89}"/>
              </a:ext>
            </a:extLst>
          </p:cNvPr>
          <p:cNvGrpSpPr/>
          <p:nvPr/>
        </p:nvGrpSpPr>
        <p:grpSpPr>
          <a:xfrm>
            <a:off x="4380852" y="105817"/>
            <a:ext cx="3385198" cy="804695"/>
            <a:chOff x="4450702" y="296317"/>
            <a:chExt cx="3265714" cy="804695"/>
          </a:xfrm>
        </p:grpSpPr>
        <p:sp>
          <p:nvSpPr>
            <p:cNvPr id="7" name="Rectangle: Rounded Corners 6">
              <a:extLst>
                <a:ext uri="{FF2B5EF4-FFF2-40B4-BE49-F238E27FC236}">
                  <a16:creationId xmlns:a16="http://schemas.microsoft.com/office/drawing/2014/main" id="{9196BF40-32FB-5329-53BE-54E4F1BAF1B8}"/>
                </a:ext>
              </a:extLst>
            </p:cNvPr>
            <p:cNvSpPr/>
            <p:nvPr/>
          </p:nvSpPr>
          <p:spPr>
            <a:xfrm>
              <a:off x="4450702" y="296317"/>
              <a:ext cx="3265714" cy="804695"/>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3" name="TextBox 2">
              <a:extLst>
                <a:ext uri="{FF2B5EF4-FFF2-40B4-BE49-F238E27FC236}">
                  <a16:creationId xmlns:a16="http://schemas.microsoft.com/office/drawing/2014/main" id="{11DD35A1-3838-B465-AFCC-F26B950B7081}"/>
                </a:ext>
              </a:extLst>
            </p:cNvPr>
            <p:cNvSpPr txBox="1"/>
            <p:nvPr/>
          </p:nvSpPr>
          <p:spPr>
            <a:xfrm>
              <a:off x="4600851" y="431409"/>
              <a:ext cx="2990306" cy="502766"/>
            </a:xfrm>
            <a:prstGeom prst="rect">
              <a:avLst/>
            </a:prstGeom>
            <a:noFill/>
          </p:spPr>
          <p:txBody>
            <a:bodyPr wrap="none" rtlCol="0">
              <a:spAutoFit/>
            </a:bodyPr>
            <a:lstStyle/>
            <a:p>
              <a:pPr algn="ctr"/>
              <a:r>
                <a:rPr lang="en-US" sz="2667" b="1" u="sng" dirty="0">
                  <a:solidFill>
                    <a:srgbClr val="00B050"/>
                  </a:solidFill>
                </a:rPr>
                <a:t>Research Problem 1</a:t>
              </a:r>
              <a:endParaRPr lang="en-BE" sz="2667" b="1" u="sng" dirty="0" err="1">
                <a:solidFill>
                  <a:srgbClr val="00B050"/>
                </a:solidFill>
              </a:endParaRPr>
            </a:p>
          </p:txBody>
        </p:sp>
      </p:grpSp>
      <p:grpSp>
        <p:nvGrpSpPr>
          <p:cNvPr id="16" name="Group 15">
            <a:extLst>
              <a:ext uri="{FF2B5EF4-FFF2-40B4-BE49-F238E27FC236}">
                <a16:creationId xmlns:a16="http://schemas.microsoft.com/office/drawing/2014/main" id="{5EDA7F78-B80B-D8F9-E758-9C857D48E205}"/>
              </a:ext>
            </a:extLst>
          </p:cNvPr>
          <p:cNvGrpSpPr/>
          <p:nvPr/>
        </p:nvGrpSpPr>
        <p:grpSpPr>
          <a:xfrm>
            <a:off x="2552612" y="1583056"/>
            <a:ext cx="7382935" cy="1270980"/>
            <a:chOff x="2552612" y="1583056"/>
            <a:chExt cx="7382935" cy="1270980"/>
          </a:xfrm>
        </p:grpSpPr>
        <p:sp>
          <p:nvSpPr>
            <p:cNvPr id="8" name="Rectangle: Rounded Corners 7">
              <a:extLst>
                <a:ext uri="{FF2B5EF4-FFF2-40B4-BE49-F238E27FC236}">
                  <a16:creationId xmlns:a16="http://schemas.microsoft.com/office/drawing/2014/main" id="{04D73D11-9B39-4DA8-2453-17E8C7BB958E}"/>
                </a:ext>
              </a:extLst>
            </p:cNvPr>
            <p:cNvSpPr/>
            <p:nvPr/>
          </p:nvSpPr>
          <p:spPr>
            <a:xfrm>
              <a:off x="2881745" y="1593272"/>
              <a:ext cx="6775439" cy="1260764"/>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4" name="TextBox 3">
              <a:extLst>
                <a:ext uri="{FF2B5EF4-FFF2-40B4-BE49-F238E27FC236}">
                  <a16:creationId xmlns:a16="http://schemas.microsoft.com/office/drawing/2014/main" id="{97108591-2868-87AF-58D6-3C035AB33CE1}"/>
                </a:ext>
              </a:extLst>
            </p:cNvPr>
            <p:cNvSpPr txBox="1"/>
            <p:nvPr/>
          </p:nvSpPr>
          <p:spPr>
            <a:xfrm>
              <a:off x="2552612" y="1583056"/>
              <a:ext cx="7382935" cy="1200521"/>
            </a:xfrm>
            <a:prstGeom prst="rect">
              <a:avLst/>
            </a:prstGeom>
            <a:noFill/>
          </p:spPr>
          <p:txBody>
            <a:bodyPr wrap="square" rtlCol="0">
              <a:spAutoFit/>
            </a:bodyPr>
            <a:lstStyle/>
            <a:p>
              <a:pPr marL="342900" indent="-342900" algn="ctr">
                <a:buFont typeface="Wingdings" panose="05000000000000000000" pitchFamily="2" charset="2"/>
                <a:buChar char="q"/>
              </a:pPr>
              <a:r>
                <a:rPr lang="en-US" sz="1867" b="1" u="sng" dirty="0">
                  <a:solidFill>
                    <a:srgbClr val="00B050"/>
                  </a:solidFill>
                </a:rPr>
                <a:t>Key Highlights</a:t>
              </a:r>
            </a:p>
            <a:p>
              <a:pPr marL="228594" indent="-228594" algn="ctr">
                <a:buFont typeface="Arial" panose="020B0604020202020204" pitchFamily="34" charset="0"/>
                <a:buChar char="•"/>
              </a:pPr>
              <a:r>
                <a:rPr lang="en-US" sz="1867" b="1" dirty="0"/>
                <a:t>General Method to generate multi-Phase which consumes lesser power and lower phase noise with less prone to PVT Variation</a:t>
              </a:r>
            </a:p>
            <a:p>
              <a:pPr marL="228594" indent="-228594" algn="ctr">
                <a:buFont typeface="Arial" panose="020B0604020202020204" pitchFamily="34" charset="0"/>
                <a:buChar char="•"/>
              </a:pPr>
              <a:endParaRPr lang="en-BE" sz="1600" dirty="0" err="1"/>
            </a:p>
          </p:txBody>
        </p:sp>
      </p:grpSp>
      <p:grpSp>
        <p:nvGrpSpPr>
          <p:cNvPr id="17" name="Group 16">
            <a:extLst>
              <a:ext uri="{FF2B5EF4-FFF2-40B4-BE49-F238E27FC236}">
                <a16:creationId xmlns:a16="http://schemas.microsoft.com/office/drawing/2014/main" id="{128A6584-03A5-159C-9351-73159FE1BC23}"/>
              </a:ext>
            </a:extLst>
          </p:cNvPr>
          <p:cNvGrpSpPr/>
          <p:nvPr/>
        </p:nvGrpSpPr>
        <p:grpSpPr>
          <a:xfrm>
            <a:off x="791688" y="3319435"/>
            <a:ext cx="10899569" cy="2241610"/>
            <a:chOff x="791688" y="3319435"/>
            <a:chExt cx="10899569" cy="2241610"/>
          </a:xfrm>
        </p:grpSpPr>
        <p:sp>
          <p:nvSpPr>
            <p:cNvPr id="9" name="Rectangle: Rounded Corners 8">
              <a:extLst>
                <a:ext uri="{FF2B5EF4-FFF2-40B4-BE49-F238E27FC236}">
                  <a16:creationId xmlns:a16="http://schemas.microsoft.com/office/drawing/2014/main" id="{07E36F35-6842-B989-F979-E6841487C498}"/>
                </a:ext>
              </a:extLst>
            </p:cNvPr>
            <p:cNvSpPr/>
            <p:nvPr/>
          </p:nvSpPr>
          <p:spPr>
            <a:xfrm>
              <a:off x="791688" y="3319435"/>
              <a:ext cx="10899569" cy="2241610"/>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6" name="TextBox 5">
              <a:extLst>
                <a:ext uri="{FF2B5EF4-FFF2-40B4-BE49-F238E27FC236}">
                  <a16:creationId xmlns:a16="http://schemas.microsoft.com/office/drawing/2014/main" id="{1E9C3BA8-BCC3-B930-AA15-F4A287499818}"/>
                </a:ext>
              </a:extLst>
            </p:cNvPr>
            <p:cNvSpPr txBox="1"/>
            <p:nvPr/>
          </p:nvSpPr>
          <p:spPr>
            <a:xfrm>
              <a:off x="850122" y="3384560"/>
              <a:ext cx="10769600" cy="2164760"/>
            </a:xfrm>
            <a:prstGeom prst="rect">
              <a:avLst/>
            </a:prstGeom>
            <a:noFill/>
          </p:spPr>
          <p:txBody>
            <a:bodyPr wrap="square">
              <a:spAutoFit/>
            </a:bodyPr>
            <a:lstStyle/>
            <a:p>
              <a:pPr marL="457200" indent="-457200" algn="ctr">
                <a:buFont typeface="Wingdings" panose="05000000000000000000" pitchFamily="2" charset="2"/>
                <a:buChar char="q"/>
              </a:pPr>
              <a:r>
                <a:rPr lang="en-US" sz="2667" b="1" u="sng" dirty="0">
                  <a:solidFill>
                    <a:srgbClr val="00B050"/>
                  </a:solidFill>
                </a:rPr>
                <a:t>Key Outcomes</a:t>
              </a:r>
            </a:p>
            <a:p>
              <a:pPr algn="just"/>
              <a:endParaRPr lang="en-US" sz="2400" b="1" dirty="0">
                <a:solidFill>
                  <a:srgbClr val="002060"/>
                </a:solidFill>
              </a:endParaRPr>
            </a:p>
            <a:p>
              <a:pPr algn="just"/>
              <a:r>
                <a:rPr lang="en-US" sz="2000" b="1" dirty="0">
                  <a:solidFill>
                    <a:srgbClr val="002060"/>
                  </a:solidFill>
                </a:rPr>
                <a:t>Neeraj Mishra</a:t>
              </a:r>
              <a:r>
                <a:rPr lang="en-US" sz="2000" dirty="0">
                  <a:solidFill>
                    <a:srgbClr val="002060"/>
                  </a:solidFill>
                </a:rPr>
                <a:t>, L. M. Dani, K. </a:t>
              </a:r>
              <a:r>
                <a:rPr lang="en-US" sz="2000" dirty="0" err="1">
                  <a:solidFill>
                    <a:srgbClr val="002060"/>
                  </a:solidFill>
                </a:rPr>
                <a:t>Sanvaniya</a:t>
              </a:r>
              <a:r>
                <a:rPr lang="en-US" sz="2000" dirty="0">
                  <a:solidFill>
                    <a:srgbClr val="002060"/>
                  </a:solidFill>
                </a:rPr>
                <a:t>, S. Dasgupta, S. Chakraborty and A. </a:t>
              </a:r>
              <a:r>
                <a:rPr lang="en-US" sz="2000" dirty="0" err="1">
                  <a:solidFill>
                    <a:srgbClr val="002060"/>
                  </a:solidFill>
                </a:rPr>
                <a:t>Bulusu</a:t>
              </a:r>
              <a:r>
                <a:rPr lang="en-US" sz="2000" dirty="0">
                  <a:solidFill>
                    <a:srgbClr val="002060"/>
                  </a:solidFill>
                </a:rPr>
                <a:t>, </a:t>
              </a:r>
              <a:r>
                <a:rPr lang="en-US" sz="2000" dirty="0">
                  <a:solidFill>
                    <a:srgbClr val="0070C0"/>
                  </a:solidFill>
                </a:rPr>
                <a:t>"</a:t>
              </a:r>
              <a:r>
                <a:rPr lang="en-US" sz="2000" b="1" dirty="0">
                  <a:solidFill>
                    <a:srgbClr val="0070C0"/>
                  </a:solidFill>
                </a:rPr>
                <a:t>Design and Realization of High-Speed Low-Noise Multi-Loop Skew-Based ROs Optimized for Even/Odd Multi-Phase Signals</a:t>
              </a:r>
              <a:r>
                <a:rPr lang="en-US" sz="2000" b="1" dirty="0">
                  <a:solidFill>
                    <a:srgbClr val="002060"/>
                  </a:solidFill>
                </a:rPr>
                <a:t>," in </a:t>
              </a:r>
              <a:r>
                <a:rPr lang="en-US" sz="2000" b="1" i="1" dirty="0">
                  <a:solidFill>
                    <a:srgbClr val="002060"/>
                  </a:solidFill>
                </a:rPr>
                <a:t>IEEE Transactions on Circuits and Systems II: Express Briefs</a:t>
              </a:r>
              <a:r>
                <a:rPr lang="en-US" sz="2000" dirty="0">
                  <a:solidFill>
                    <a:srgbClr val="002060"/>
                  </a:solidFill>
                </a:rPr>
                <a:t>, vol. 67, no. 11, pp. 2352-2356, Nov. 2020</a:t>
              </a:r>
              <a:r>
                <a:rPr lang="en-US" sz="2400" dirty="0">
                  <a:solidFill>
                    <a:srgbClr val="002060"/>
                  </a:solidFill>
                </a:rPr>
                <a:t>.</a:t>
              </a:r>
            </a:p>
          </p:txBody>
        </p:sp>
      </p:grpSp>
      <p:sp>
        <p:nvSpPr>
          <p:cNvPr id="5" name="Date Placeholder 4"/>
          <p:cNvSpPr>
            <a:spLocks noGrp="1"/>
          </p:cNvSpPr>
          <p:nvPr>
            <p:ph type="dt" sz="half" idx="10"/>
          </p:nvPr>
        </p:nvSpPr>
        <p:spPr/>
        <p:txBody>
          <a:bodyPr/>
          <a:lstStyle/>
          <a:p>
            <a:fld id="{F1F7C34B-1809-47DD-BBF9-FE551DE43DB8}" type="datetime1">
              <a:rPr lang="en-US" smtClean="0"/>
              <a:t>9/1/2026</a:t>
            </a:fld>
            <a:endParaRPr lang="en-BE"/>
          </a:p>
        </p:txBody>
      </p:sp>
      <p:sp>
        <p:nvSpPr>
          <p:cNvPr id="10" name="Footer Placeholder 9"/>
          <p:cNvSpPr>
            <a:spLocks noGrp="1"/>
          </p:cNvSpPr>
          <p:nvPr>
            <p:ph type="ftr" sz="quarter" idx="11"/>
          </p:nvPr>
        </p:nvSpPr>
        <p:spPr>
          <a:xfrm>
            <a:off x="3645418" y="6359525"/>
            <a:ext cx="4546082" cy="365125"/>
          </a:xfrm>
        </p:spPr>
        <p:txBody>
          <a:bodyPr/>
          <a:lstStyle/>
          <a:p>
            <a:r>
              <a:rPr lang="en-US" smtClean="0"/>
              <a:t>5-Day International Workshop on “Recent Advances in Semiconductor and Emerging Devices for Chip Design” © Neeraj Mishra</a:t>
            </a:r>
            <a:endParaRPr lang="en-BE" dirty="0"/>
          </a:p>
        </p:txBody>
      </p:sp>
    </p:spTree>
    <p:extLst>
      <p:ext uri="{BB962C8B-B14F-4D97-AF65-F5344CB8AC3E}">
        <p14:creationId xmlns:p14="http://schemas.microsoft.com/office/powerpoint/2010/main" val="211295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FF77AB-EB8A-4DF3-8F92-AFA5DC7774ED}" type="datetime1">
              <a:rPr lang="en-US" smtClean="0"/>
              <a:t>9/1/2026</a:t>
            </a:fld>
            <a:endParaRPr lang="en-BE"/>
          </a:p>
        </p:txBody>
      </p:sp>
      <p:sp>
        <p:nvSpPr>
          <p:cNvPr id="3" name="Footer Placeholder 2"/>
          <p:cNvSpPr>
            <a:spLocks noGrp="1"/>
          </p:cNvSpPr>
          <p:nvPr>
            <p:ph type="ftr" sz="quarter" idx="11"/>
          </p:nvPr>
        </p:nvSpPr>
        <p:spPr>
          <a:xfrm>
            <a:off x="2977398" y="6431915"/>
            <a:ext cx="6268202" cy="365125"/>
          </a:xfrm>
        </p:spPr>
        <p:txBody>
          <a:bodyPr/>
          <a:lstStyle/>
          <a:p>
            <a:r>
              <a:rPr lang="en-US" dirty="0"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38</a:t>
            </a:fld>
            <a:endParaRPr lang="en-BE"/>
          </a:p>
        </p:txBody>
      </p:sp>
      <p:sp>
        <p:nvSpPr>
          <p:cNvPr id="5" name="Rectangle 4">
            <a:extLst>
              <a:ext uri="{FF2B5EF4-FFF2-40B4-BE49-F238E27FC236}">
                <a16:creationId xmlns:a16="http://schemas.microsoft.com/office/drawing/2014/main" id="{64BA8C36-9B51-3D10-5F30-FBCAF033A0EF}"/>
              </a:ext>
            </a:extLst>
          </p:cNvPr>
          <p:cNvSpPr/>
          <p:nvPr/>
        </p:nvSpPr>
        <p:spPr>
          <a:xfrm>
            <a:off x="97871" y="3903980"/>
            <a:ext cx="5781297" cy="2306320"/>
          </a:xfrm>
          <a:prstGeom prst="rect">
            <a:avLst/>
          </a:prstGeom>
          <a:solidFill>
            <a:schemeClr val="bg1">
              <a:lumMod val="95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C00000"/>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F2C15092-4669-497D-BBFA-7C990E6FA4B6}"/>
              </a:ext>
            </a:extLst>
          </p:cNvPr>
          <p:cNvSpPr/>
          <p:nvPr/>
        </p:nvSpPr>
        <p:spPr>
          <a:xfrm>
            <a:off x="180976" y="3538584"/>
            <a:ext cx="6158636" cy="338554"/>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sng" strike="noStrike" kern="1200" cap="none" spc="0" normalizeH="0" baseline="0" noProof="0" dirty="0">
                <a:ln>
                  <a:noFill/>
                </a:ln>
                <a:solidFill>
                  <a:srgbClr val="002060"/>
                </a:solidFill>
                <a:effectLst/>
                <a:uLnTx/>
                <a:uFillTx/>
                <a:latin typeface="Calibri" panose="020F0502020204030204"/>
                <a:ea typeface="Calibri" panose="020F0502020204030204" pitchFamily="34" charset="0"/>
                <a:cs typeface="Arial" panose="020B0604020202020204" pitchFamily="34" charset="0"/>
              </a:rPr>
              <a:t>The negative-skew offset single delay cell of 5 stages MSSROs</a:t>
            </a:r>
            <a:endParaRPr kumimoji="0" lang="en-IN" sz="1600" b="0" i="0" u="sng"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endParaRPr>
          </a:p>
        </p:txBody>
      </p:sp>
      <p:sp>
        <p:nvSpPr>
          <p:cNvPr id="7" name="Rectangle 6">
            <a:extLst>
              <a:ext uri="{FF2B5EF4-FFF2-40B4-BE49-F238E27FC236}">
                <a16:creationId xmlns:a16="http://schemas.microsoft.com/office/drawing/2014/main" id="{05F231A8-61B7-1B99-FE5F-509782C46845}"/>
              </a:ext>
            </a:extLst>
          </p:cNvPr>
          <p:cNvSpPr/>
          <p:nvPr/>
        </p:nvSpPr>
        <p:spPr>
          <a:xfrm>
            <a:off x="97871" y="3901976"/>
            <a:ext cx="5680037" cy="2308324"/>
          </a:xfrm>
          <a:prstGeom prst="rect">
            <a:avLst/>
          </a:prstGeom>
        </p:spPr>
        <p:txBody>
          <a:bodyPr wrap="square">
            <a:spAutoFit/>
          </a:bodyPr>
          <a:lstStyle/>
          <a:p>
            <a:pPr marL="285744" marR="0" lvl="0" indent="-285744"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Arial" panose="020B0604020202020204" pitchFamily="34" charset="0"/>
              </a:rPr>
              <a:t>It was found that skew offset is always responsible for the optimization of the output transition during the analysis of separately driven delay cells/Ring Oscillators. </a:t>
            </a:r>
            <a:endParaRPr kumimoji="0" lang="en-US" sz="1800" b="0"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endParaRPr>
          </a:p>
          <a:p>
            <a:pPr marL="285744" marR="0" lvl="0" indent="-285744"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The output falling transition is favored by the input rising transition with a negative skew offset case (3N-1). </a:t>
            </a:r>
          </a:p>
          <a:p>
            <a:pPr marL="285744" marR="0" lvl="0" indent="-285744"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This is due to the NMOS/PMOS device being in the ON/active state, and NMOS is responsible for discharging the (</a:t>
            </a:r>
            <a:r>
              <a:rPr kumimoji="0" lang="en-US" sz="1800" b="0" i="1"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C</a:t>
            </a:r>
            <a:r>
              <a:rPr kumimoji="0" lang="en-US" sz="1800" b="0" i="1" u="none" strike="noStrike" kern="1200" cap="none" spc="0" normalizeH="0" baseline="-25000" noProof="0" dirty="0">
                <a:ln>
                  <a:noFill/>
                </a:ln>
                <a:solidFill>
                  <a:srgbClr val="002060"/>
                </a:solidFill>
                <a:effectLst/>
                <a:uLnTx/>
                <a:uFillTx/>
                <a:latin typeface="Calibri" panose="020F0502020204030204"/>
                <a:ea typeface="+mn-ea"/>
                <a:cs typeface="Arial" panose="020B0604020202020204" pitchFamily="34" charset="0"/>
              </a:rPr>
              <a:t>L</a:t>
            </a:r>
            <a:r>
              <a:rPr kumimoji="0" lang="en-US" sz="1800" b="0" i="1"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+C</a:t>
            </a:r>
            <a:r>
              <a:rPr kumimoji="0" lang="en-US" sz="1800" b="0" i="1" u="none" strike="noStrike" kern="1200" cap="none" spc="0" normalizeH="0" baseline="-25000" noProof="0" dirty="0">
                <a:ln>
                  <a:noFill/>
                </a:ln>
                <a:solidFill>
                  <a:srgbClr val="002060"/>
                </a:solidFill>
                <a:effectLst/>
                <a:uLnTx/>
                <a:uFillTx/>
                <a:latin typeface="Calibri" panose="020F0502020204030204"/>
                <a:ea typeface="+mn-ea"/>
                <a:cs typeface="Arial" panose="020B0604020202020204" pitchFamily="34" charset="0"/>
              </a:rPr>
              <a:t>P</a:t>
            </a:r>
            <a:r>
              <a:rPr kumimoji="0" lang="en-US" sz="1800" b="0"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a:t>
            </a:r>
            <a:endParaRPr kumimoji="0" lang="en-IN" sz="1200" b="0"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endParaRPr>
          </a:p>
        </p:txBody>
      </p:sp>
      <p:grpSp>
        <p:nvGrpSpPr>
          <p:cNvPr id="8" name="Group 7">
            <a:extLst>
              <a:ext uri="{FF2B5EF4-FFF2-40B4-BE49-F238E27FC236}">
                <a16:creationId xmlns:a16="http://schemas.microsoft.com/office/drawing/2014/main" id="{DD4071EB-298A-0B0F-B8CB-55C69354EE82}"/>
              </a:ext>
            </a:extLst>
          </p:cNvPr>
          <p:cNvGrpSpPr/>
          <p:nvPr/>
        </p:nvGrpSpPr>
        <p:grpSpPr>
          <a:xfrm>
            <a:off x="3295282" y="205740"/>
            <a:ext cx="6271708" cy="678439"/>
            <a:chOff x="3207571" y="731520"/>
            <a:chExt cx="6271708" cy="678439"/>
          </a:xfrm>
        </p:grpSpPr>
        <p:sp>
          <p:nvSpPr>
            <p:cNvPr id="9" name="Rectangle: Rounded Corners 12">
              <a:extLst>
                <a:ext uri="{FF2B5EF4-FFF2-40B4-BE49-F238E27FC236}">
                  <a16:creationId xmlns:a16="http://schemas.microsoft.com/office/drawing/2014/main" id="{21AB3DDC-CDC2-0A8A-043B-121548CDE341}"/>
                </a:ext>
              </a:extLst>
            </p:cNvPr>
            <p:cNvSpPr/>
            <p:nvPr/>
          </p:nvSpPr>
          <p:spPr>
            <a:xfrm>
              <a:off x="3383280" y="812800"/>
              <a:ext cx="5791200" cy="59715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E57EC1A-03E9-5B43-EBD3-BAAF15241868}"/>
                </a:ext>
              </a:extLst>
            </p:cNvPr>
            <p:cNvSpPr txBox="1"/>
            <p:nvPr/>
          </p:nvSpPr>
          <p:spPr>
            <a:xfrm>
              <a:off x="3207571" y="731520"/>
              <a:ext cx="6271708" cy="584775"/>
            </a:xfrm>
            <a:prstGeom prst="rect">
              <a:avLst/>
            </a:prstGeom>
            <a:noFill/>
          </p:spPr>
          <p:txBody>
            <a:bodyPr wrap="square">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002060"/>
                  </a:solidFill>
                  <a:effectLst/>
                  <a:uLnTx/>
                  <a:uFillTx/>
                  <a:latin typeface="Calibri" panose="020F0502020204030204"/>
                  <a:ea typeface="Calibri" panose="020F0502020204030204"/>
                  <a:cs typeface="Arial" panose="020B0604020202020204" pitchFamily="34" charset="0"/>
                  <a:sym typeface="Lato Black"/>
                </a:rPr>
                <a:t>Negative  Skew-Offset Delay Cell</a:t>
              </a:r>
            </a:p>
          </p:txBody>
        </p:sp>
      </p:grpSp>
      <p:sp>
        <p:nvSpPr>
          <p:cNvPr id="11" name="Rectangle 10">
            <a:extLst>
              <a:ext uri="{FF2B5EF4-FFF2-40B4-BE49-F238E27FC236}">
                <a16:creationId xmlns:a16="http://schemas.microsoft.com/office/drawing/2014/main" id="{A291CD41-AB71-A765-86B2-68CD9C704092}"/>
              </a:ext>
            </a:extLst>
          </p:cNvPr>
          <p:cNvSpPr/>
          <p:nvPr/>
        </p:nvSpPr>
        <p:spPr>
          <a:xfrm>
            <a:off x="6445102" y="5563969"/>
            <a:ext cx="5746898" cy="646331"/>
          </a:xfrm>
          <a:prstGeom prst="rect">
            <a:avLst/>
          </a:prstGeom>
          <a:solidFill>
            <a:schemeClr val="bg1">
              <a:lumMod val="95000"/>
            </a:schemeClr>
          </a:solid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2060"/>
                </a:solidFill>
                <a:effectLst/>
                <a:uLnTx/>
                <a:uFillTx/>
                <a:latin typeface="Calibri" panose="020F0502020204030204"/>
                <a:ea typeface="Calibri" panose="020F0502020204030204" pitchFamily="34" charset="0"/>
                <a:cs typeface="Arial" panose="020B0604020202020204" pitchFamily="34" charset="0"/>
              </a:rPr>
              <a:t>When the input falling transition with NSO appears at the gate of PMOS and NMOS, both devices are switched on due to skew offset between them during transition compared to conventional three-stage conventional ROs (CROs). </a:t>
            </a:r>
            <a:endParaRPr kumimoji="0" lang="en-IN" sz="1200" b="0"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51B2358B-C1C4-9743-5A32-90EB372FB69D}"/>
                  </a:ext>
                </a:extLst>
              </p:cNvPr>
              <p:cNvSpPr/>
              <p:nvPr/>
            </p:nvSpPr>
            <p:spPr>
              <a:xfrm>
                <a:off x="7442621" y="4763758"/>
                <a:ext cx="3880856" cy="738792"/>
              </a:xfrm>
              <a:prstGeom prst="rect">
                <a:avLst/>
              </a:prstGeom>
              <a:noFill/>
              <a:ln w="38100">
                <a:solidFill>
                  <a:srgbClr val="C00000"/>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𝐹</m:t>
                          </m:r>
                        </m:e>
                        <m:sub>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𝑂𝑆𝐶</m:t>
                          </m:r>
                        </m:sub>
                      </m:sSub>
                      <m:r>
                        <a:rPr kumimoji="0" lang="en-IN" sz="18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d>
                        <m:dPr>
                          <m:ctrlP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f>
                            <m:fPr>
                              <m:ctrlP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IN" sz="18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num>
                            <m:den>
                              <m:r>
                                <a:rPr kumimoji="0" lang="en-IN" sz="18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sSubSup>
                                <m:sSubSupPr>
                                  <m:ctrlP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𝑛𝑙h</m:t>
                                  </m:r>
                                </m:sub>
                                <m:sup>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m:t>
                                  </m:r>
                                </m:sup>
                              </m:sSubSup>
                              <m:r>
                                <a:rPr kumimoji="0" lang="en-IN" sz="18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Sup>
                                <m:sSubSupPr>
                                  <m:ctrlP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SupPr>
                                <m:e>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𝑛h𝑙</m:t>
                                  </m:r>
                                </m:sub>
                                <m:sup>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sup>
                              </m:sSubSup>
                              <m:r>
                                <a:rPr kumimoji="0" lang="en-IN" sz="1800"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𝑇</m:t>
                                  </m:r>
                                </m:e>
                                <m:sub>
                                  <m:r>
                                    <a:rPr kumimoji="0" lang="en-IN"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𝑆𝐾𝐸𝑊</m:t>
                                  </m:r>
                                </m:sub>
                              </m:sSub>
                            </m:den>
                          </m:f>
                        </m:e>
                      </m:d>
                    </m:oMath>
                  </m:oMathPara>
                </a14:m>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2" name="Rectangle 11">
                <a:extLst>
                  <a:ext uri="{FF2B5EF4-FFF2-40B4-BE49-F238E27FC236}">
                    <a16:creationId xmlns:a16="http://schemas.microsoft.com/office/drawing/2014/main" id="{51B2358B-C1C4-9743-5A32-90EB372FB69D}"/>
                  </a:ext>
                </a:extLst>
              </p:cNvPr>
              <p:cNvSpPr>
                <a:spLocks noRot="1" noChangeAspect="1" noMove="1" noResize="1" noEditPoints="1" noAdjustHandles="1" noChangeArrowheads="1" noChangeShapeType="1" noTextEdit="1"/>
              </p:cNvSpPr>
              <p:nvPr/>
            </p:nvSpPr>
            <p:spPr>
              <a:xfrm>
                <a:off x="7442621" y="4763758"/>
                <a:ext cx="3880856" cy="738792"/>
              </a:xfrm>
              <a:prstGeom prst="rect">
                <a:avLst/>
              </a:prstGeom>
              <a:blipFill>
                <a:blip r:embed="rId6"/>
                <a:stretch>
                  <a:fillRect b="-781"/>
                </a:stretch>
              </a:blipFill>
              <a:ln w="38100">
                <a:solidFill>
                  <a:srgbClr val="C00000"/>
                </a:solidFill>
              </a:ln>
            </p:spPr>
            <p:txBody>
              <a:bodyPr/>
              <a:lstStyle/>
              <a:p>
                <a:r>
                  <a:rPr lang="en-US">
                    <a:noFill/>
                  </a:rPr>
                  <a:t> </a:t>
                </a:r>
              </a:p>
            </p:txBody>
          </p:sp>
        </mc:Fallback>
      </mc:AlternateContent>
      <p:pic>
        <p:nvPicPr>
          <p:cNvPr id="13" name="Picture 12" descr="Icon&#10;&#10;Description automatically generated">
            <a:extLst>
              <a:ext uri="{FF2B5EF4-FFF2-40B4-BE49-F238E27FC236}">
                <a16:creationId xmlns:a16="http://schemas.microsoft.com/office/drawing/2014/main" id="{3FCAB4B8-CED3-19FC-17DB-969B1A5368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159378" y="5399044"/>
            <a:ext cx="548247" cy="548247"/>
          </a:xfrm>
          <a:prstGeom prst="rect">
            <a:avLst/>
          </a:prstGeom>
        </p:spPr>
      </p:pic>
      <p:pic>
        <p:nvPicPr>
          <p:cNvPr id="14" name="Picture 13">
            <a:extLst>
              <a:ext uri="{FF2B5EF4-FFF2-40B4-BE49-F238E27FC236}">
                <a16:creationId xmlns:a16="http://schemas.microsoft.com/office/drawing/2014/main" id="{4552CF34-213A-CDEC-ED7C-A26EE872B43B}"/>
              </a:ext>
            </a:extLst>
          </p:cNvPr>
          <p:cNvPicPr>
            <a:picLocks noChangeAspect="1"/>
          </p:cNvPicPr>
          <p:nvPr/>
        </p:nvPicPr>
        <p:blipFill>
          <a:blip r:embed="rId8"/>
          <a:stretch>
            <a:fillRect/>
          </a:stretch>
        </p:blipFill>
        <p:spPr>
          <a:xfrm>
            <a:off x="410654" y="927281"/>
            <a:ext cx="4177937" cy="2631990"/>
          </a:xfrm>
          <a:prstGeom prst="rect">
            <a:avLst/>
          </a:prstGeom>
        </p:spPr>
      </p:pic>
      <p:pic>
        <p:nvPicPr>
          <p:cNvPr id="15" name="Picture 14">
            <a:extLst>
              <a:ext uri="{FF2B5EF4-FFF2-40B4-BE49-F238E27FC236}">
                <a16:creationId xmlns:a16="http://schemas.microsoft.com/office/drawing/2014/main" id="{A93A7F2A-7057-FB6D-559A-B4E435B1A6DF}"/>
              </a:ext>
            </a:extLst>
          </p:cNvPr>
          <p:cNvPicPr>
            <a:picLocks noChangeAspect="1"/>
          </p:cNvPicPr>
          <p:nvPr/>
        </p:nvPicPr>
        <p:blipFill>
          <a:blip r:embed="rId9"/>
          <a:stretch>
            <a:fillRect/>
          </a:stretch>
        </p:blipFill>
        <p:spPr>
          <a:xfrm>
            <a:off x="6437707" y="954543"/>
            <a:ext cx="5364484" cy="3789332"/>
          </a:xfrm>
          <a:prstGeom prst="rect">
            <a:avLst/>
          </a:prstGeom>
        </p:spPr>
      </p:pic>
    </p:spTree>
    <p:extLst>
      <p:ext uri="{BB962C8B-B14F-4D97-AF65-F5344CB8AC3E}">
        <p14:creationId xmlns:p14="http://schemas.microsoft.com/office/powerpoint/2010/main" val="105721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11"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B5B31-AF45-4C38-8EB5-2B567638B34D}"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39</a:t>
            </a:fld>
            <a:endParaRPr lang="en-BE"/>
          </a:p>
        </p:txBody>
      </p:sp>
      <p:sp>
        <p:nvSpPr>
          <p:cNvPr id="6" name="Rectangle: Rounded Corners 118">
            <a:extLst>
              <a:ext uri="{FF2B5EF4-FFF2-40B4-BE49-F238E27FC236}">
                <a16:creationId xmlns:a16="http://schemas.microsoft.com/office/drawing/2014/main" id="{5C414F6F-ABBA-EEED-6408-456103667721}"/>
              </a:ext>
            </a:extLst>
          </p:cNvPr>
          <p:cNvSpPr/>
          <p:nvPr/>
        </p:nvSpPr>
        <p:spPr>
          <a:xfrm>
            <a:off x="0" y="0"/>
            <a:ext cx="12192000" cy="597159"/>
          </a:xfrm>
          <a:prstGeom prst="roundRect">
            <a:avLst/>
          </a:prstGeom>
          <a:solidFill>
            <a:sysClr val="window" lastClr="FFFFFF"/>
          </a:solidFill>
          <a:ln w="57150" cap="flat"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smtClean="0">
              <a:ln>
                <a:noFill/>
              </a:ln>
              <a:solidFill>
                <a:srgbClr val="002060"/>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CC140B7F-097A-149F-A0CC-5B0B0134743F}"/>
              </a:ext>
            </a:extLst>
          </p:cNvPr>
          <p:cNvSpPr/>
          <p:nvPr/>
        </p:nvSpPr>
        <p:spPr>
          <a:xfrm>
            <a:off x="85607" y="4277706"/>
            <a:ext cx="5583921" cy="2310316"/>
          </a:xfrm>
          <a:prstGeom prst="rect">
            <a:avLst/>
          </a:prstGeom>
          <a:solidFill>
            <a:sysClr val="window" lastClr="FFFFFF">
              <a:lumMod val="95000"/>
            </a:sysClr>
          </a:solidFill>
          <a:ln w="381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DE574899-7098-46D8-5EB7-E8AF80A9C3F4}"/>
              </a:ext>
            </a:extLst>
          </p:cNvPr>
          <p:cNvSpPr/>
          <p:nvPr/>
        </p:nvSpPr>
        <p:spPr>
          <a:xfrm>
            <a:off x="133832" y="3814345"/>
            <a:ext cx="5434635" cy="338554"/>
          </a:xfrm>
          <a:prstGeom prst="rect">
            <a:avLst/>
          </a:prstGeom>
        </p:spPr>
        <p:txBody>
          <a:bodyPr wrap="square">
            <a:spAutoFit/>
          </a:bodyPr>
          <a:lstStyle/>
          <a:p>
            <a:pPr eaLnBrk="0" fontAlgn="base" hangingPunct="0">
              <a:spcBef>
                <a:spcPct val="0"/>
              </a:spcBef>
              <a:spcAft>
                <a:spcPct val="0"/>
              </a:spcAft>
            </a:pPr>
            <a:r>
              <a:rPr lang="en-US" sz="1600" b="1" dirty="0">
                <a:solidFill>
                  <a:srgbClr val="002060"/>
                </a:solidFill>
                <a:latin typeface="Calibri" pitchFamily="34" charset="0"/>
                <a:ea typeface="Calibri" panose="020F0502020204030204" pitchFamily="34" charset="0"/>
                <a:cs typeface="Calibri" panose="020F0502020204030204" pitchFamily="34" charset="0"/>
              </a:rPr>
              <a:t>The positive-skew offset single delay cell of 7 stages MSSROs</a:t>
            </a:r>
            <a:endParaRPr lang="en-IN" sz="1600" dirty="0">
              <a:solidFill>
                <a:srgbClr val="002060"/>
              </a:solidFill>
              <a:latin typeface="Calibri" pitchFamily="34" charset="0"/>
              <a:cs typeface="Calibri" panose="020F0502020204030204" pitchFamily="34" charset="0"/>
            </a:endParaRPr>
          </a:p>
        </p:txBody>
      </p:sp>
      <p:sp>
        <p:nvSpPr>
          <p:cNvPr id="9" name="Rectangle 8">
            <a:extLst>
              <a:ext uri="{FF2B5EF4-FFF2-40B4-BE49-F238E27FC236}">
                <a16:creationId xmlns:a16="http://schemas.microsoft.com/office/drawing/2014/main" id="{1F1FF8DE-F13C-85D7-C4CA-A6F5E6FB3493}"/>
              </a:ext>
            </a:extLst>
          </p:cNvPr>
          <p:cNvSpPr/>
          <p:nvPr/>
        </p:nvSpPr>
        <p:spPr>
          <a:xfrm>
            <a:off x="222245" y="4538163"/>
            <a:ext cx="5403655" cy="1754326"/>
          </a:xfrm>
          <a:prstGeom prst="rect">
            <a:avLst/>
          </a:prstGeom>
        </p:spPr>
        <p:txBody>
          <a:bodyPr wrap="square">
            <a:spAutoFit/>
          </a:bodyPr>
          <a:lstStyle/>
          <a:p>
            <a:pPr marL="342891" indent="-342891" algn="just" eaLnBrk="0" fontAlgn="base" hangingPunct="0">
              <a:spcBef>
                <a:spcPct val="0"/>
              </a:spcBef>
              <a:buFont typeface="+mj-lt"/>
              <a:buAutoNum type="arabicPeriod"/>
            </a:pPr>
            <a:r>
              <a:rPr lang="en-US" b="1" dirty="0">
                <a:solidFill>
                  <a:srgbClr val="00B050"/>
                </a:solidFill>
                <a:latin typeface="Calibri" panose="020F0502020204030204"/>
                <a:ea typeface="Calibri" panose="020F0502020204030204" pitchFamily="34" charset="0"/>
                <a:cs typeface="Arial" panose="020B0604020202020204" pitchFamily="34" charset="0"/>
              </a:rPr>
              <a:t>High Resistance Transitions Region (HRTR): </a:t>
            </a:r>
            <a:r>
              <a:rPr lang="en-US" dirty="0">
                <a:solidFill>
                  <a:srgbClr val="002060"/>
                </a:solidFill>
                <a:latin typeface="Calibri" panose="020F0502020204030204"/>
                <a:ea typeface="Calibri" panose="020F0502020204030204" pitchFamily="34" charset="0"/>
                <a:cs typeface="Arial" panose="020B0604020202020204" pitchFamily="34" charset="0"/>
              </a:rPr>
              <a:t>In this region, both transistors (PMOS and NMOS) are either weakly ON or in an entirely OFF state (Floating node). </a:t>
            </a:r>
            <a:endParaRPr lang="en-IN" dirty="0">
              <a:solidFill>
                <a:srgbClr val="002060"/>
              </a:solidFill>
              <a:latin typeface="Calibri" panose="020F0502020204030204"/>
              <a:ea typeface="Calibri" panose="020F0502020204030204" pitchFamily="34" charset="0"/>
              <a:cs typeface="Arial" panose="020B0604020202020204" pitchFamily="34" charset="0"/>
            </a:endParaRPr>
          </a:p>
          <a:p>
            <a:pPr marL="342891" indent="-342891" algn="just" eaLnBrk="0" fontAlgn="base" hangingPunct="0">
              <a:spcBef>
                <a:spcPct val="0"/>
              </a:spcBef>
              <a:spcAft>
                <a:spcPts val="800"/>
              </a:spcAft>
              <a:buFont typeface="+mj-lt"/>
              <a:buAutoNum type="arabicPeriod"/>
              <a:tabLst>
                <a:tab pos="5940911" algn="l"/>
              </a:tabLst>
            </a:pPr>
            <a:r>
              <a:rPr lang="en-US" b="1" dirty="0">
                <a:solidFill>
                  <a:srgbClr val="00B050"/>
                </a:solidFill>
                <a:latin typeface="Calibri" panose="020F0502020204030204"/>
                <a:ea typeface="Calibri" panose="020F0502020204030204" pitchFamily="34" charset="0"/>
                <a:cs typeface="Arial" panose="020B0604020202020204" pitchFamily="34" charset="0"/>
              </a:rPr>
              <a:t>Low Resistance Transition Region (LRTR): </a:t>
            </a:r>
            <a:r>
              <a:rPr lang="en-US" dirty="0">
                <a:solidFill>
                  <a:srgbClr val="002060"/>
                </a:solidFill>
                <a:latin typeface="Calibri" panose="020F0502020204030204"/>
                <a:ea typeface="Calibri" panose="020F0502020204030204" pitchFamily="34" charset="0"/>
                <a:cs typeface="Arial" panose="020B0604020202020204" pitchFamily="34" charset="0"/>
              </a:rPr>
              <a:t>Both the transistors are ON (or short-circuit) in this region.</a:t>
            </a:r>
            <a:endParaRPr lang="en-IN" dirty="0">
              <a:solidFill>
                <a:srgbClr val="002060"/>
              </a:solidFill>
              <a:latin typeface="Calibri" panose="020F0502020204030204"/>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7561D38-0881-E7BF-9050-B3B013EC0481}"/>
              </a:ext>
            </a:extLst>
          </p:cNvPr>
          <p:cNvSpPr txBox="1"/>
          <p:nvPr/>
        </p:nvSpPr>
        <p:spPr>
          <a:xfrm>
            <a:off x="0" y="0"/>
            <a:ext cx="6067313" cy="584775"/>
          </a:xfrm>
          <a:prstGeom prst="rect">
            <a:avLst/>
          </a:prstGeom>
          <a:noFill/>
        </p:spPr>
        <p:txBody>
          <a:bodyPr wrap="square">
            <a:spAutoFit/>
          </a:bodyPr>
          <a:lstStyle/>
          <a:p>
            <a:pPr algn="ctr" defTabSz="1219140"/>
            <a:r>
              <a:rPr lang="en-GB" sz="3200" b="1" dirty="0">
                <a:solidFill>
                  <a:srgbClr val="002060"/>
                </a:solidFill>
                <a:latin typeface="Calibri" panose="020F0502020204030204"/>
                <a:ea typeface="Calibri" panose="020F0502020204030204"/>
                <a:cs typeface="Arial" panose="020B0604020202020204" pitchFamily="34" charset="0"/>
                <a:sym typeface="Lato Black"/>
              </a:rPr>
              <a:t>Positive  Skew-Offset Delay Cell</a:t>
            </a:r>
          </a:p>
        </p:txBody>
      </p:sp>
      <p:sp>
        <p:nvSpPr>
          <p:cNvPr id="11" name="Rectangle 10">
            <a:extLst>
              <a:ext uri="{FF2B5EF4-FFF2-40B4-BE49-F238E27FC236}">
                <a16:creationId xmlns:a16="http://schemas.microsoft.com/office/drawing/2014/main" id="{87F18716-04F0-47F3-45CB-CE727918D851}"/>
              </a:ext>
            </a:extLst>
          </p:cNvPr>
          <p:cNvSpPr/>
          <p:nvPr/>
        </p:nvSpPr>
        <p:spPr>
          <a:xfrm>
            <a:off x="6271710" y="5657671"/>
            <a:ext cx="5800678" cy="1200329"/>
          </a:xfrm>
          <a:prstGeom prst="rect">
            <a:avLst/>
          </a:prstGeom>
          <a:solidFill>
            <a:sysClr val="window" lastClr="FFFFFF">
              <a:lumMod val="95000"/>
            </a:sysClr>
          </a:solidFill>
        </p:spPr>
        <p:txBody>
          <a:bodyPr wrap="square">
            <a:spAutoFit/>
          </a:bodyPr>
          <a:lstStyle/>
          <a:p>
            <a:pPr marL="0" marR="0" lvl="0" indent="0" algn="just"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smtClean="0">
                <a:ln>
                  <a:noFill/>
                </a:ln>
                <a:solidFill>
                  <a:srgbClr val="002060"/>
                </a:solidFill>
                <a:effectLst/>
                <a:uLnTx/>
                <a:uFillTx/>
                <a:latin typeface="Calibri" panose="020F0502020204030204"/>
                <a:ea typeface="Calibri" panose="020F0502020204030204" pitchFamily="34" charset="0"/>
                <a:cs typeface="Arial" panose="020B0604020202020204" pitchFamily="34" charset="0"/>
              </a:rPr>
              <a:t>When the input rising transition with PSO appears at the gate of NMOS and PMOS, both devices are switched on due to skew offset between them during transition compared to conventional three-stage conventional ROs (CROs</a:t>
            </a:r>
            <a:r>
              <a:rPr kumimoji="0" lang="en-US" sz="1800" b="0" i="0" u="none" strike="noStrike" kern="0" cap="none" spc="0" normalizeH="0" baseline="0" noProof="0" dirty="0" smtClean="0">
                <a:ln>
                  <a:noFill/>
                </a:ln>
                <a:solidFill>
                  <a:srgbClr val="002060"/>
                </a:solidFill>
                <a:effectLst/>
                <a:uLnTx/>
                <a:uFillTx/>
                <a:latin typeface="Calibri" panose="020F0502020204030204"/>
                <a:ea typeface="Calibri" panose="020F0502020204030204" pitchFamily="34" charset="0"/>
              </a:rPr>
              <a:t>). </a:t>
            </a:r>
            <a:endParaRPr kumimoji="0" lang="en-IN" sz="1800" b="0" i="0" u="none" strike="noStrike" kern="0" cap="none" spc="0" normalizeH="0" baseline="0" noProof="0" dirty="0" smtClean="0">
              <a:ln>
                <a:noFill/>
              </a:ln>
              <a:solidFill>
                <a:srgbClr val="002060"/>
              </a:solidFill>
              <a:effectLst/>
              <a:uLnTx/>
              <a:uFillTx/>
              <a:latin typeface="Calibri" panose="020F0502020204030204"/>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A85E2C53-9884-F138-9227-C96B02247C4C}"/>
                  </a:ext>
                </a:extLst>
              </p:cNvPr>
              <p:cNvSpPr/>
              <p:nvPr/>
            </p:nvSpPr>
            <p:spPr>
              <a:xfrm>
                <a:off x="7264075" y="4870771"/>
                <a:ext cx="3972560" cy="741934"/>
              </a:xfrm>
              <a:prstGeom prst="rect">
                <a:avLst/>
              </a:prstGeom>
              <a:noFill/>
              <a:ln w="28575">
                <a:solidFill>
                  <a:srgbClr val="C00000"/>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𝐹</m:t>
                          </m:r>
                        </m:e>
                        <m:sub>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𝑂𝑆𝐶</m:t>
                          </m:r>
                        </m:sub>
                      </m:sSub>
                      <m:r>
                        <a:rPr kumimoji="0" lang="en-IN" sz="1800" b="0" i="0" u="none" strike="noStrike" kern="0" cap="none" spc="0" normalizeH="0" baseline="0" noProof="0" smtClean="0">
                          <a:ln>
                            <a:noFill/>
                          </a:ln>
                          <a:solidFill>
                            <a:prstClr val="black"/>
                          </a:solidFill>
                          <a:effectLst/>
                          <a:uLnTx/>
                          <a:uFillTx/>
                          <a:latin typeface="Cambria Math" panose="02040503050406030204" pitchFamily="18" charset="0"/>
                        </a:rPr>
                        <m:t>=</m:t>
                      </m:r>
                      <m:d>
                        <m:dPr>
                          <m:ctrlP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ctrlPr>
                        </m:dPr>
                        <m:e>
                          <m:f>
                            <m:fPr>
                              <m:ctrlP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IN" sz="1800" b="0" i="0"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0" lang="en-IN" sz="1800" b="0" i="0" u="none" strike="noStrike" kern="0" cap="none" spc="0" normalizeH="0" baseline="0" noProof="0" smtClean="0">
                                  <a:ln>
                                    <a:noFill/>
                                  </a:ln>
                                  <a:solidFill>
                                    <a:prstClr val="black"/>
                                  </a:solidFill>
                                  <a:effectLst/>
                                  <a:uLnTx/>
                                  <a:uFillTx/>
                                  <a:latin typeface="Cambria Math" panose="02040503050406030204" pitchFamily="18" charset="0"/>
                                </a:rPr>
                                <m:t>3×</m:t>
                              </m:r>
                              <m:d>
                                <m:dPr>
                                  <m:ctrlP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ctrlPr>
                                </m:dPr>
                                <m:e>
                                  <m:sSubSup>
                                    <m:sSubSupPr>
                                      <m:ctrlP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𝑛𝑙h</m:t>
                                      </m:r>
                                    </m:sub>
                                    <m:sup>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𝑝</m:t>
                                      </m:r>
                                    </m:sup>
                                  </m:sSubSup>
                                  <m:r>
                                    <a:rPr kumimoji="0" lang="en-IN" sz="1800" b="0" i="0" u="none" strike="noStrike" kern="0" cap="none" spc="0" normalizeH="0" baseline="0" noProof="0" smtClean="0">
                                      <a:ln>
                                        <a:noFill/>
                                      </a:ln>
                                      <a:solidFill>
                                        <a:prstClr val="black"/>
                                      </a:solidFill>
                                      <a:effectLst/>
                                      <a:uLnTx/>
                                      <a:uFillTx/>
                                      <a:latin typeface="Cambria Math" panose="02040503050406030204" pitchFamily="18" charset="0"/>
                                    </a:rPr>
                                    <m:t>+</m:t>
                                  </m:r>
                                  <m:sSubSup>
                                    <m:sSubSupPr>
                                      <m:ctrlP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𝑛h𝑙</m:t>
                                      </m:r>
                                    </m:sub>
                                    <m:sup>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𝑛</m:t>
                                      </m:r>
                                    </m:sup>
                                  </m:sSubSup>
                                </m:e>
                              </m:d>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𝑇</m:t>
                                  </m:r>
                                </m:e>
                                <m:sub>
                                  <m:r>
                                    <a:rPr kumimoji="0" lang="en-IN" sz="1800" b="0" i="1" u="none" strike="noStrike" kern="0" cap="none" spc="0" normalizeH="0" baseline="0" noProof="0" smtClean="0">
                                      <a:ln>
                                        <a:noFill/>
                                      </a:ln>
                                      <a:solidFill>
                                        <a:prstClr val="black"/>
                                      </a:solidFill>
                                      <a:effectLst/>
                                      <a:uLnTx/>
                                      <a:uFillTx/>
                                      <a:latin typeface="Cambria Math" panose="02040503050406030204" pitchFamily="18" charset="0"/>
                                    </a:rPr>
                                    <m:t>𝑆𝐾𝐸𝑊</m:t>
                                  </m:r>
                                </m:sub>
                              </m:sSub>
                            </m:den>
                          </m:f>
                        </m:e>
                      </m:d>
                    </m:oMath>
                  </m:oMathPara>
                </a14:m>
                <a:endParaRPr kumimoji="0" lang="en-IN" sz="1800" b="0" i="0" u="none" strike="noStrike" kern="0" cap="none" spc="0" normalizeH="0" baseline="0" noProof="0" dirty="0" smtClean="0">
                  <a:ln>
                    <a:noFill/>
                  </a:ln>
                  <a:solidFill>
                    <a:prstClr val="black"/>
                  </a:solidFill>
                  <a:effectLst/>
                  <a:uLnTx/>
                  <a:uFillTx/>
                  <a:latin typeface="Calibri" panose="020F0502020204030204"/>
                </a:endParaRPr>
              </a:p>
            </p:txBody>
          </p:sp>
        </mc:Choice>
        <mc:Fallback xmlns="">
          <p:sp>
            <p:nvSpPr>
              <p:cNvPr id="12" name="Rectangle 11">
                <a:extLst>
                  <a:ext uri="{FF2B5EF4-FFF2-40B4-BE49-F238E27FC236}">
                    <a16:creationId xmlns:a16="http://schemas.microsoft.com/office/drawing/2014/main" id="{A85E2C53-9884-F138-9227-C96B02247C4C}"/>
                  </a:ext>
                </a:extLst>
              </p:cNvPr>
              <p:cNvSpPr>
                <a:spLocks noRot="1" noChangeAspect="1" noMove="1" noResize="1" noEditPoints="1" noAdjustHandles="1" noChangeArrowheads="1" noChangeShapeType="1" noTextEdit="1"/>
              </p:cNvSpPr>
              <p:nvPr/>
            </p:nvSpPr>
            <p:spPr>
              <a:xfrm>
                <a:off x="7264075" y="4870771"/>
                <a:ext cx="3972560" cy="741934"/>
              </a:xfrm>
              <a:prstGeom prst="rect">
                <a:avLst/>
              </a:prstGeom>
              <a:blipFill>
                <a:blip r:embed="rId15"/>
                <a:stretch>
                  <a:fillRect/>
                </a:stretch>
              </a:blipFill>
              <a:ln w="28575">
                <a:solidFill>
                  <a:srgbClr val="C00000"/>
                </a:solidFill>
              </a:ln>
            </p:spPr>
            <p:txBody>
              <a:bodyPr/>
              <a:lstStyle/>
              <a:p>
                <a:r>
                  <a:rPr lang="en-US">
                    <a:noFill/>
                  </a:rPr>
                  <a:t> </a:t>
                </a:r>
              </a:p>
            </p:txBody>
          </p:sp>
        </mc:Fallback>
      </mc:AlternateContent>
      <p:pic>
        <p:nvPicPr>
          <p:cNvPr id="13" name="Picture 12" descr="Icon&#10;&#10;Description automatically generated">
            <a:extLst>
              <a:ext uri="{FF2B5EF4-FFF2-40B4-BE49-F238E27FC236}">
                <a16:creationId xmlns:a16="http://schemas.microsoft.com/office/drawing/2014/main" id="{5F9D90B9-627E-933D-F6BB-1BCC1ACA9C21}"/>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7111" y="5043222"/>
            <a:ext cx="548247" cy="548247"/>
          </a:xfrm>
          <a:prstGeom prst="rect">
            <a:avLst/>
          </a:prstGeom>
        </p:spPr>
      </p:pic>
      <p:pic>
        <p:nvPicPr>
          <p:cNvPr id="14" name="Picture 13">
            <a:extLst>
              <a:ext uri="{FF2B5EF4-FFF2-40B4-BE49-F238E27FC236}">
                <a16:creationId xmlns:a16="http://schemas.microsoft.com/office/drawing/2014/main" id="{68826BF3-36BA-86AC-018D-26270289D77B}"/>
              </a:ext>
            </a:extLst>
          </p:cNvPr>
          <p:cNvPicPr>
            <a:picLocks noChangeAspect="1"/>
          </p:cNvPicPr>
          <p:nvPr/>
        </p:nvPicPr>
        <p:blipFill>
          <a:blip r:embed="rId17"/>
          <a:stretch>
            <a:fillRect/>
          </a:stretch>
        </p:blipFill>
        <p:spPr>
          <a:xfrm>
            <a:off x="273110" y="717835"/>
            <a:ext cx="4900880" cy="3098033"/>
          </a:xfrm>
          <a:prstGeom prst="rect">
            <a:avLst/>
          </a:prstGeom>
        </p:spPr>
      </p:pic>
      <p:pic>
        <p:nvPicPr>
          <p:cNvPr id="5" name="Picture 4"/>
          <p:cNvPicPr>
            <a:picLocks noChangeAspect="1"/>
          </p:cNvPicPr>
          <p:nvPr/>
        </p:nvPicPr>
        <p:blipFill>
          <a:blip r:embed="rId18"/>
          <a:stretch>
            <a:fillRect/>
          </a:stretch>
        </p:blipFill>
        <p:spPr>
          <a:xfrm>
            <a:off x="6873265" y="1026160"/>
            <a:ext cx="5021330" cy="3824440"/>
          </a:xfrm>
          <a:prstGeom prst="rect">
            <a:avLst/>
          </a:prstGeom>
        </p:spPr>
      </p:pic>
    </p:spTree>
    <p:extLst>
      <p:ext uri="{BB962C8B-B14F-4D97-AF65-F5344CB8AC3E}">
        <p14:creationId xmlns:p14="http://schemas.microsoft.com/office/powerpoint/2010/main" val="41933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34B7F0-B94D-4C7D-8631-ED9FB64EAE72}" type="datetime1">
              <a:rPr lang="en-US" smtClean="0"/>
              <a:t>9/1/2026</a:t>
            </a:fld>
            <a:endParaRPr lang="en-BE"/>
          </a:p>
        </p:txBody>
      </p:sp>
      <p:sp>
        <p:nvSpPr>
          <p:cNvPr id="3" name="Footer Placeholder 2"/>
          <p:cNvSpPr>
            <a:spLocks noGrp="1"/>
          </p:cNvSpPr>
          <p:nvPr>
            <p:ph type="ftr" sz="quarter" idx="11"/>
          </p:nvPr>
        </p:nvSpPr>
        <p:spPr>
          <a:xfrm>
            <a:off x="3804168" y="6442075"/>
            <a:ext cx="5708132" cy="365125"/>
          </a:xfrm>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40</a:t>
            </a:fld>
            <a:endParaRPr lang="en-BE"/>
          </a:p>
        </p:txBody>
      </p:sp>
      <p:sp>
        <p:nvSpPr>
          <p:cNvPr id="5" name="Title 1">
            <a:extLst>
              <a:ext uri="{FF2B5EF4-FFF2-40B4-BE49-F238E27FC236}">
                <a16:creationId xmlns:a16="http://schemas.microsoft.com/office/drawing/2014/main" id="{2E45203C-1816-E840-3FA7-E82354218D3A}"/>
              </a:ext>
            </a:extLst>
          </p:cNvPr>
          <p:cNvSpPr txBox="1">
            <a:spLocks/>
          </p:cNvSpPr>
          <p:nvPr/>
        </p:nvSpPr>
        <p:spPr>
          <a:xfrm>
            <a:off x="-8878" y="66726"/>
            <a:ext cx="5942370" cy="41552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3F98BD"/>
                </a:solidFill>
                <a:latin typeface="Arial" panose="020B0604020202020204" pitchFamily="34" charset="0"/>
                <a:cs typeface="Arial" panose="020B0604020202020204" pitchFamily="34" charset="0"/>
              </a:rPr>
              <a:t>Concept of Skew in Delay Cells</a:t>
            </a:r>
          </a:p>
        </p:txBody>
      </p:sp>
      <p:sp>
        <p:nvSpPr>
          <p:cNvPr id="6" name="TextBox 5">
            <a:extLst>
              <a:ext uri="{FF2B5EF4-FFF2-40B4-BE49-F238E27FC236}">
                <a16:creationId xmlns:a16="http://schemas.microsoft.com/office/drawing/2014/main" id="{B5B38CAA-3F33-4BA1-69FA-844DEB90DFEA}"/>
              </a:ext>
            </a:extLst>
          </p:cNvPr>
          <p:cNvSpPr txBox="1"/>
          <p:nvPr/>
        </p:nvSpPr>
        <p:spPr>
          <a:xfrm>
            <a:off x="5284796" y="76237"/>
            <a:ext cx="2600199" cy="279307"/>
          </a:xfrm>
          <a:prstGeom prst="rect">
            <a:avLst/>
          </a:prstGeom>
          <a:noFill/>
          <a:ln>
            <a:solidFill>
              <a:srgbClr val="00B050"/>
            </a:solidFill>
          </a:ln>
        </p:spPr>
        <p:txBody>
          <a:bodyPr wrap="none" rtlCol="0">
            <a:spAutoFit/>
          </a:bodyPr>
          <a:lstStyle/>
          <a:p>
            <a:pPr defTabSz="411480"/>
            <a:r>
              <a:rPr lang="en-GB" sz="1215" b="1" dirty="0">
                <a:solidFill>
                  <a:srgbClr val="3F98BD"/>
                </a:solidFill>
                <a:latin typeface="Gill Sans MT" panose="020B0502020104020203"/>
              </a:rPr>
              <a:t>N Mishra </a:t>
            </a:r>
            <a:r>
              <a:rPr lang="en-GB" sz="1215" b="1" i="1" dirty="0">
                <a:solidFill>
                  <a:srgbClr val="3F98BD"/>
                </a:solidFill>
                <a:latin typeface="Gill Sans MT" panose="020B0502020104020203"/>
              </a:rPr>
              <a:t>et al.</a:t>
            </a:r>
            <a:r>
              <a:rPr lang="en-GB" sz="1215" b="1" dirty="0">
                <a:solidFill>
                  <a:srgbClr val="3F98BD"/>
                </a:solidFill>
                <a:latin typeface="Gill Sans MT" panose="020B0502020104020203"/>
              </a:rPr>
              <a:t> IEEE </a:t>
            </a:r>
            <a:r>
              <a:rPr lang="en-GB" sz="1215" b="1" i="1" dirty="0">
                <a:solidFill>
                  <a:srgbClr val="3F98BD"/>
                </a:solidFill>
                <a:latin typeface="Gill Sans MT" panose="020B0502020104020203"/>
              </a:rPr>
              <a:t>TCAS-II </a:t>
            </a:r>
            <a:r>
              <a:rPr lang="en-GB" sz="1215" b="1" dirty="0">
                <a:solidFill>
                  <a:srgbClr val="3F98BD"/>
                </a:solidFill>
                <a:latin typeface="Gill Sans MT" panose="020B0502020104020203"/>
              </a:rPr>
              <a:t>2019</a:t>
            </a:r>
            <a:endParaRPr lang="en-IN" sz="1215" b="1" dirty="0">
              <a:solidFill>
                <a:srgbClr val="3F98BD"/>
              </a:solidFill>
              <a:latin typeface="Gill Sans MT" panose="020B0502020104020203"/>
            </a:endParaRPr>
          </a:p>
        </p:txBody>
      </p:sp>
      <p:pic>
        <p:nvPicPr>
          <p:cNvPr id="7" name="Picture 6" descr="Icon&#10;&#10;Description automatically generated">
            <a:extLst>
              <a:ext uri="{FF2B5EF4-FFF2-40B4-BE49-F238E27FC236}">
                <a16:creationId xmlns:a16="http://schemas.microsoft.com/office/drawing/2014/main" id="{FDB68C47-7E30-01C5-C63F-110AF62DC3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63903" y="34972"/>
            <a:ext cx="411185" cy="411185"/>
          </a:xfrm>
          <a:prstGeom prst="rect">
            <a:avLst/>
          </a:prstGeom>
        </p:spPr>
      </p:pic>
      <p:cxnSp>
        <p:nvCxnSpPr>
          <p:cNvPr id="13" name="Straight Connector 12">
            <a:extLst>
              <a:ext uri="{FF2B5EF4-FFF2-40B4-BE49-F238E27FC236}">
                <a16:creationId xmlns:a16="http://schemas.microsoft.com/office/drawing/2014/main" id="{F2C9E368-970A-D1EC-796B-2040A64E7846}"/>
              </a:ext>
            </a:extLst>
          </p:cNvPr>
          <p:cNvCxnSpPr>
            <a:cxnSpLocks/>
          </p:cNvCxnSpPr>
          <p:nvPr/>
        </p:nvCxnSpPr>
        <p:spPr>
          <a:xfrm flipV="1">
            <a:off x="0" y="488950"/>
            <a:ext cx="12192000" cy="0"/>
          </a:xfrm>
          <a:prstGeom prst="line">
            <a:avLst/>
          </a:prstGeom>
          <a:noFill/>
          <a:ln w="63500" cap="flat" cmpd="sng" algn="ctr">
            <a:solidFill>
              <a:srgbClr val="3E98BD"/>
            </a:solidFill>
            <a:prstDash val="solid"/>
          </a:ln>
          <a:effectLst/>
        </p:spPr>
      </p:cxnSp>
      <p:cxnSp>
        <p:nvCxnSpPr>
          <p:cNvPr id="14" name="Straight Connector 13">
            <a:extLst>
              <a:ext uri="{FF2B5EF4-FFF2-40B4-BE49-F238E27FC236}">
                <a16:creationId xmlns:a16="http://schemas.microsoft.com/office/drawing/2014/main" id="{E0A53B6A-F82E-E066-36B8-9BAB3E3775EB}"/>
              </a:ext>
            </a:extLst>
          </p:cNvPr>
          <p:cNvCxnSpPr>
            <a:cxnSpLocks/>
          </p:cNvCxnSpPr>
          <p:nvPr/>
        </p:nvCxnSpPr>
        <p:spPr>
          <a:xfrm flipV="1">
            <a:off x="0" y="12700"/>
            <a:ext cx="12192000" cy="3261"/>
          </a:xfrm>
          <a:prstGeom prst="line">
            <a:avLst/>
          </a:prstGeom>
          <a:noFill/>
          <a:ln w="63500" cap="flat" cmpd="sng" algn="ctr">
            <a:solidFill>
              <a:srgbClr val="3E98BD"/>
            </a:solidFill>
            <a:prstDash val="solid"/>
          </a:ln>
          <a:effectLst/>
        </p:spPr>
      </p:cxnSp>
      <p:cxnSp>
        <p:nvCxnSpPr>
          <p:cNvPr id="15" name="Straight Connector 14">
            <a:extLst>
              <a:ext uri="{FF2B5EF4-FFF2-40B4-BE49-F238E27FC236}">
                <a16:creationId xmlns:a16="http://schemas.microsoft.com/office/drawing/2014/main" id="{92FC6EF7-D837-50D7-1EFA-B7B8030FE88F}"/>
              </a:ext>
            </a:extLst>
          </p:cNvPr>
          <p:cNvCxnSpPr>
            <a:cxnSpLocks/>
          </p:cNvCxnSpPr>
          <p:nvPr/>
        </p:nvCxnSpPr>
        <p:spPr>
          <a:xfrm>
            <a:off x="26796" y="3261"/>
            <a:ext cx="0" cy="443653"/>
          </a:xfrm>
          <a:prstGeom prst="line">
            <a:avLst/>
          </a:prstGeom>
          <a:noFill/>
          <a:ln w="63500" cap="flat" cmpd="sng" algn="ctr">
            <a:solidFill>
              <a:srgbClr val="3E98BD"/>
            </a:solidFill>
            <a:prstDash val="solid"/>
          </a:ln>
          <a:effectLst/>
        </p:spPr>
      </p:cxnSp>
      <p:cxnSp>
        <p:nvCxnSpPr>
          <p:cNvPr id="16" name="Straight Connector 15">
            <a:extLst>
              <a:ext uri="{FF2B5EF4-FFF2-40B4-BE49-F238E27FC236}">
                <a16:creationId xmlns:a16="http://schemas.microsoft.com/office/drawing/2014/main" id="{8D305A55-BD02-3190-7776-21C19097401E}"/>
              </a:ext>
            </a:extLst>
          </p:cNvPr>
          <p:cNvCxnSpPr>
            <a:cxnSpLocks/>
          </p:cNvCxnSpPr>
          <p:nvPr/>
        </p:nvCxnSpPr>
        <p:spPr>
          <a:xfrm>
            <a:off x="12192000" y="0"/>
            <a:ext cx="0" cy="443653"/>
          </a:xfrm>
          <a:prstGeom prst="line">
            <a:avLst/>
          </a:prstGeom>
          <a:noFill/>
          <a:ln w="63500" cap="flat" cmpd="sng" algn="ctr">
            <a:solidFill>
              <a:srgbClr val="3E98BD"/>
            </a:solidFill>
            <a:prstDash val="solid"/>
          </a:ln>
          <a:effectLst/>
        </p:spPr>
      </p:cxnSp>
      <p:sp>
        <p:nvSpPr>
          <p:cNvPr id="22" name="Rectangle 21">
            <a:extLst>
              <a:ext uri="{FF2B5EF4-FFF2-40B4-BE49-F238E27FC236}">
                <a16:creationId xmlns:a16="http://schemas.microsoft.com/office/drawing/2014/main" id="{7578E891-DAFC-DAFF-A250-257DB8A8ABB0}"/>
              </a:ext>
            </a:extLst>
          </p:cNvPr>
          <p:cNvSpPr/>
          <p:nvPr/>
        </p:nvSpPr>
        <p:spPr>
          <a:xfrm>
            <a:off x="6268974" y="685044"/>
            <a:ext cx="5714379" cy="3065848"/>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9CAC59AF-EB4D-E833-2C93-CAAA4F4DDACE}"/>
              </a:ext>
            </a:extLst>
          </p:cNvPr>
          <p:cNvSpPr/>
          <p:nvPr/>
        </p:nvSpPr>
        <p:spPr>
          <a:xfrm>
            <a:off x="116483" y="732971"/>
            <a:ext cx="5714379" cy="2933583"/>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A6AB2D0E-19E7-22AF-D895-9C6654453A4A}"/>
              </a:ext>
            </a:extLst>
          </p:cNvPr>
          <p:cNvSpPr/>
          <p:nvPr/>
        </p:nvSpPr>
        <p:spPr>
          <a:xfrm>
            <a:off x="113307" y="4223551"/>
            <a:ext cx="7501154" cy="2177249"/>
          </a:xfrm>
          <a:prstGeom prst="rect">
            <a:avLst/>
          </a:prstGeom>
          <a:solidFill>
            <a:schemeClr val="bg1">
              <a:lumMod val="95000"/>
            </a:schemeClr>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A9F4CA3-B9D6-DFC8-CC6D-3799ABBA773F}"/>
              </a:ext>
            </a:extLst>
          </p:cNvPr>
          <p:cNvSpPr/>
          <p:nvPr/>
        </p:nvSpPr>
        <p:spPr>
          <a:xfrm>
            <a:off x="6386487" y="659918"/>
            <a:ext cx="1513150" cy="30066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80">
            <a:extLst>
              <a:ext uri="{FF2B5EF4-FFF2-40B4-BE49-F238E27FC236}">
                <a16:creationId xmlns:a16="http://schemas.microsoft.com/office/drawing/2014/main" id="{C5BFC779-CCCF-EB1D-7346-109BBBB7FAE4}"/>
              </a:ext>
            </a:extLst>
          </p:cNvPr>
          <p:cNvSpPr>
            <a:spLocks noChangeArrowheads="1"/>
          </p:cNvSpPr>
          <p:nvPr/>
        </p:nvSpPr>
        <p:spPr bwMode="auto">
          <a:xfrm>
            <a:off x="99110" y="4158698"/>
            <a:ext cx="7596155" cy="224676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2000" b="1" dirty="0">
                <a:solidFill>
                  <a:srgbClr val="000000"/>
                </a:solidFill>
                <a:latin typeface="+mj-lt"/>
              </a:rPr>
              <a:t>Case 1. </a:t>
            </a:r>
            <a:r>
              <a:rPr lang="en-US" sz="2000" b="1" i="1" dirty="0">
                <a:solidFill>
                  <a:srgbClr val="000000"/>
                </a:solidFill>
                <a:latin typeface="+mj-lt"/>
              </a:rPr>
              <a:t>Negative-Skew offset (NSO)</a:t>
            </a:r>
            <a:r>
              <a:rPr lang="en-US" sz="2000" i="1" dirty="0">
                <a:solidFill>
                  <a:srgbClr val="000000"/>
                </a:solidFill>
                <a:latin typeface="+mj-lt"/>
              </a:rPr>
              <a:t>: </a:t>
            </a:r>
            <a:r>
              <a:rPr lang="en-US" sz="2000" dirty="0">
                <a:solidFill>
                  <a:srgbClr val="000000"/>
                </a:solidFill>
                <a:latin typeface="+mj-lt"/>
              </a:rPr>
              <a:t>M</a:t>
            </a:r>
            <a:r>
              <a:rPr lang="en-US" sz="2000" baseline="-25000" dirty="0">
                <a:solidFill>
                  <a:srgbClr val="000000"/>
                </a:solidFill>
                <a:latin typeface="+mj-lt"/>
              </a:rPr>
              <a:t>P</a:t>
            </a:r>
            <a:r>
              <a:rPr lang="en-US" sz="2000" dirty="0">
                <a:solidFill>
                  <a:srgbClr val="000000"/>
                </a:solidFill>
                <a:latin typeface="+mj-lt"/>
              </a:rPr>
              <a:t> (I</a:t>
            </a:r>
            <a:r>
              <a:rPr lang="en-US" sz="2000" baseline="-25000" dirty="0">
                <a:solidFill>
                  <a:srgbClr val="000000"/>
                </a:solidFill>
                <a:latin typeface="+mj-lt"/>
              </a:rPr>
              <a:t>N</a:t>
            </a:r>
            <a:r>
              <a:rPr lang="en-US" sz="2000" dirty="0">
                <a:solidFill>
                  <a:srgbClr val="000000"/>
                </a:solidFill>
                <a:latin typeface="+mj-lt"/>
              </a:rPr>
              <a:t>) is faster (comes before) than that of M</a:t>
            </a:r>
            <a:r>
              <a:rPr lang="en-US" sz="2000" baseline="-25000" dirty="0">
                <a:solidFill>
                  <a:srgbClr val="000000"/>
                </a:solidFill>
                <a:latin typeface="+mj-lt"/>
              </a:rPr>
              <a:t>N</a:t>
            </a:r>
            <a:r>
              <a:rPr lang="en-US" sz="2000" dirty="0">
                <a:solidFill>
                  <a:srgbClr val="000000"/>
                </a:solidFill>
                <a:latin typeface="+mj-lt"/>
              </a:rPr>
              <a:t> (R). </a:t>
            </a:r>
            <a:r>
              <a:rPr lang="en-US" sz="2000" b="1" dirty="0">
                <a:solidFill>
                  <a:srgbClr val="00B050"/>
                </a:solidFill>
                <a:latin typeface="+mj-lt"/>
              </a:rPr>
              <a:t>Possible stages (3N-1) where N ≥ 2</a:t>
            </a:r>
          </a:p>
          <a:p>
            <a:pPr marL="0" marR="0" lvl="0" indent="0" algn="l" defTabSz="914400" rtl="0" eaLnBrk="1" fontAlgn="auto" latinLnBrk="0" hangingPunct="1">
              <a:lnSpc>
                <a:spcPct val="100000"/>
              </a:lnSpc>
              <a:spcBef>
                <a:spcPct val="0"/>
              </a:spcBef>
              <a:spcAft>
                <a:spcPts val="0"/>
              </a:spcAft>
              <a:buClrTx/>
              <a:buSzTx/>
              <a:buFontTx/>
              <a:buNone/>
              <a:tabLst/>
              <a:defRPr/>
            </a:pPr>
            <a:r>
              <a:rPr lang="en-US" sz="2000" b="1" dirty="0">
                <a:solidFill>
                  <a:srgbClr val="000000"/>
                </a:solidFill>
                <a:latin typeface="+mj-lt"/>
              </a:rPr>
              <a:t>Case 2. </a:t>
            </a:r>
            <a:r>
              <a:rPr lang="en-US" sz="2000" b="1" i="1" dirty="0">
                <a:solidFill>
                  <a:srgbClr val="000000"/>
                </a:solidFill>
                <a:latin typeface="+mj-lt"/>
              </a:rPr>
              <a:t>Positive-Skew offset (PSO): </a:t>
            </a:r>
            <a:r>
              <a:rPr lang="en-US" sz="2000" dirty="0">
                <a:solidFill>
                  <a:srgbClr val="000000"/>
                </a:solidFill>
                <a:latin typeface="+mj-lt"/>
              </a:rPr>
              <a:t>M</a:t>
            </a:r>
            <a:r>
              <a:rPr lang="en-US" sz="2000" baseline="-25000" dirty="0">
                <a:solidFill>
                  <a:srgbClr val="000000"/>
                </a:solidFill>
                <a:latin typeface="+mj-lt"/>
              </a:rPr>
              <a:t>P</a:t>
            </a:r>
            <a:r>
              <a:rPr lang="en-US" sz="2000" dirty="0">
                <a:solidFill>
                  <a:srgbClr val="000000"/>
                </a:solidFill>
                <a:latin typeface="+mj-lt"/>
              </a:rPr>
              <a:t> (I</a:t>
            </a:r>
            <a:r>
              <a:rPr lang="en-US" sz="2000" baseline="-25000" dirty="0">
                <a:solidFill>
                  <a:srgbClr val="000000"/>
                </a:solidFill>
                <a:latin typeface="+mj-lt"/>
              </a:rPr>
              <a:t>P</a:t>
            </a:r>
            <a:r>
              <a:rPr lang="en-US" sz="2000" dirty="0">
                <a:solidFill>
                  <a:srgbClr val="000000"/>
                </a:solidFill>
                <a:latin typeface="+mj-lt"/>
              </a:rPr>
              <a:t>) is slower (comes after) than that of M</a:t>
            </a:r>
            <a:r>
              <a:rPr lang="en-US" sz="2000" baseline="-25000" dirty="0">
                <a:solidFill>
                  <a:srgbClr val="000000"/>
                </a:solidFill>
                <a:latin typeface="+mj-lt"/>
              </a:rPr>
              <a:t>N</a:t>
            </a:r>
            <a:r>
              <a:rPr lang="en-US" sz="2000" dirty="0">
                <a:solidFill>
                  <a:srgbClr val="000000"/>
                </a:solidFill>
                <a:latin typeface="+mj-lt"/>
              </a:rPr>
              <a:t> (R). </a:t>
            </a:r>
            <a:r>
              <a:rPr lang="en-US" sz="1800" b="1" dirty="0">
                <a:solidFill>
                  <a:srgbClr val="00B050"/>
                </a:solidFill>
                <a:latin typeface="+mj-lt"/>
              </a:rPr>
              <a:t>Possible stages </a:t>
            </a:r>
            <a:r>
              <a:rPr kumimoji="0" lang="en-US" sz="1800" b="1" i="0" u="none" strike="noStrike" kern="1200" cap="none" spc="0" normalizeH="0" baseline="0" noProof="0" dirty="0">
                <a:ln>
                  <a:noFill/>
                </a:ln>
                <a:solidFill>
                  <a:srgbClr val="00B050"/>
                </a:solidFill>
                <a:effectLst/>
                <a:uLnTx/>
                <a:uFillTx/>
                <a:latin typeface="+mj-lt"/>
                <a:ea typeface="+mn-ea"/>
                <a:cs typeface="+mn-cs"/>
              </a:rPr>
              <a:t>(</a:t>
            </a:r>
            <a:r>
              <a:rPr kumimoji="0" lang="en-US" sz="1800" b="1" i="0" u="none" strike="noStrike" kern="1200" cap="none" spc="0" normalizeH="0" baseline="0" noProof="0" dirty="0" smtClean="0">
                <a:ln>
                  <a:noFill/>
                </a:ln>
                <a:solidFill>
                  <a:srgbClr val="00B050"/>
                </a:solidFill>
                <a:effectLst/>
                <a:uLnTx/>
                <a:uFillTx/>
                <a:latin typeface="+mj-lt"/>
                <a:ea typeface="+mn-ea"/>
                <a:cs typeface="+mn-cs"/>
              </a:rPr>
              <a:t>3N+1</a:t>
            </a:r>
            <a:r>
              <a:rPr kumimoji="0" lang="en-US" sz="1800" b="1" i="0" u="none" strike="noStrike" kern="1200" cap="none" spc="0" normalizeH="0" baseline="0" noProof="0" dirty="0">
                <a:ln>
                  <a:noFill/>
                </a:ln>
                <a:solidFill>
                  <a:srgbClr val="00B050"/>
                </a:solidFill>
                <a:effectLst/>
                <a:uLnTx/>
                <a:uFillTx/>
                <a:latin typeface="+mj-lt"/>
                <a:ea typeface="+mn-ea"/>
                <a:cs typeface="+mn-cs"/>
              </a:rPr>
              <a:t>) where N ≥ 1</a:t>
            </a:r>
            <a:endParaRPr lang="en-US" sz="1800" dirty="0">
              <a:solidFill>
                <a:srgbClr val="000000"/>
              </a:solidFill>
              <a:latin typeface="+mj-lt"/>
            </a:endParaRPr>
          </a:p>
          <a:p>
            <a:pPr>
              <a:spcBef>
                <a:spcPct val="0"/>
              </a:spcBef>
              <a:buNone/>
            </a:pPr>
            <a:r>
              <a:rPr lang="en-US" sz="2000" b="1" dirty="0">
                <a:solidFill>
                  <a:srgbClr val="000000"/>
                </a:solidFill>
                <a:latin typeface="+mj-lt"/>
              </a:rPr>
              <a:t>Case 3. </a:t>
            </a:r>
            <a:r>
              <a:rPr lang="en-US" sz="2000" b="1" i="1" dirty="0">
                <a:solidFill>
                  <a:srgbClr val="000000"/>
                </a:solidFill>
                <a:latin typeface="+mj-lt"/>
              </a:rPr>
              <a:t>Zero-Skew offset (ZSO):</a:t>
            </a:r>
            <a:r>
              <a:rPr lang="en-US" sz="2000" dirty="0">
                <a:solidFill>
                  <a:srgbClr val="000000"/>
                </a:solidFill>
                <a:latin typeface="+mj-lt"/>
              </a:rPr>
              <a:t> M</a:t>
            </a:r>
            <a:r>
              <a:rPr lang="en-US" sz="2000" baseline="-25000" dirty="0">
                <a:solidFill>
                  <a:srgbClr val="000000"/>
                </a:solidFill>
                <a:latin typeface="+mj-lt"/>
              </a:rPr>
              <a:t>P</a:t>
            </a:r>
            <a:r>
              <a:rPr lang="en-US" sz="2000" dirty="0">
                <a:solidFill>
                  <a:srgbClr val="000000"/>
                </a:solidFill>
                <a:latin typeface="+mj-lt"/>
              </a:rPr>
              <a:t> (I</a:t>
            </a:r>
            <a:r>
              <a:rPr lang="en-US" sz="2000" baseline="-25000" dirty="0">
                <a:solidFill>
                  <a:srgbClr val="000000"/>
                </a:solidFill>
                <a:latin typeface="+mj-lt"/>
              </a:rPr>
              <a:t>Z</a:t>
            </a:r>
            <a:r>
              <a:rPr lang="en-US" sz="2000" dirty="0">
                <a:solidFill>
                  <a:srgbClr val="000000"/>
                </a:solidFill>
                <a:latin typeface="+mj-lt"/>
              </a:rPr>
              <a:t>) overlaps with that of M</a:t>
            </a:r>
            <a:r>
              <a:rPr lang="en-US" sz="2000" baseline="-25000" dirty="0">
                <a:solidFill>
                  <a:srgbClr val="000000"/>
                </a:solidFill>
                <a:latin typeface="+mj-lt"/>
              </a:rPr>
              <a:t>N</a:t>
            </a:r>
            <a:r>
              <a:rPr lang="en-US" sz="2000" dirty="0">
                <a:solidFill>
                  <a:srgbClr val="000000"/>
                </a:solidFill>
                <a:latin typeface="+mj-lt"/>
              </a:rPr>
              <a:t> (R). </a:t>
            </a:r>
            <a:r>
              <a:rPr lang="en-US" sz="2000" b="1" dirty="0">
                <a:solidFill>
                  <a:srgbClr val="00B050"/>
                </a:solidFill>
                <a:latin typeface="+mj-lt"/>
              </a:rPr>
              <a:t>Possible stages (3N) where N ≥ 2</a:t>
            </a:r>
          </a:p>
        </p:txBody>
      </p:sp>
      <p:grpSp>
        <p:nvGrpSpPr>
          <p:cNvPr id="29" name="Group 19">
            <a:extLst>
              <a:ext uri="{FF2B5EF4-FFF2-40B4-BE49-F238E27FC236}">
                <a16:creationId xmlns:a16="http://schemas.microsoft.com/office/drawing/2014/main" id="{9CB85FC6-35AA-9258-4ABA-EF3429214C43}"/>
              </a:ext>
            </a:extLst>
          </p:cNvPr>
          <p:cNvGrpSpPr>
            <a:grpSpLocks/>
          </p:cNvGrpSpPr>
          <p:nvPr/>
        </p:nvGrpSpPr>
        <p:grpSpPr bwMode="auto">
          <a:xfrm>
            <a:off x="122213" y="729616"/>
            <a:ext cx="5348824" cy="2709182"/>
            <a:chOff x="1820373" y="1423988"/>
            <a:chExt cx="5348824" cy="2709182"/>
          </a:xfrm>
        </p:grpSpPr>
        <p:grpSp>
          <p:nvGrpSpPr>
            <p:cNvPr id="30" name="Group 1">
              <a:extLst>
                <a:ext uri="{FF2B5EF4-FFF2-40B4-BE49-F238E27FC236}">
                  <a16:creationId xmlns:a16="http://schemas.microsoft.com/office/drawing/2014/main" id="{830F3463-A9D6-10A9-FC19-56A07A834E25}"/>
                </a:ext>
              </a:extLst>
            </p:cNvPr>
            <p:cNvGrpSpPr>
              <a:grpSpLocks/>
            </p:cNvGrpSpPr>
            <p:nvPr/>
          </p:nvGrpSpPr>
          <p:grpSpPr bwMode="auto">
            <a:xfrm>
              <a:off x="1820373" y="1423988"/>
              <a:ext cx="5348824" cy="2709182"/>
              <a:chOff x="258226" y="1441450"/>
              <a:chExt cx="5348824" cy="2709182"/>
            </a:xfrm>
          </p:grpSpPr>
          <p:cxnSp>
            <p:nvCxnSpPr>
              <p:cNvPr id="37" name="Straight Connector 36">
                <a:extLst>
                  <a:ext uri="{FF2B5EF4-FFF2-40B4-BE49-F238E27FC236}">
                    <a16:creationId xmlns:a16="http://schemas.microsoft.com/office/drawing/2014/main" id="{E5FE18C7-BFFC-2524-F951-4CB5843CC987}"/>
                  </a:ext>
                </a:extLst>
              </p:cNvPr>
              <p:cNvCxnSpPr/>
              <p:nvPr/>
            </p:nvCxnSpPr>
            <p:spPr bwMode="auto">
              <a:xfrm flipV="1">
                <a:off x="957263" y="1676400"/>
                <a:ext cx="142875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CA2E05C2-AB5D-2DCB-D4D7-A14FAF0A470D}"/>
                  </a:ext>
                </a:extLst>
              </p:cNvPr>
              <p:cNvSpPr/>
              <p:nvPr/>
            </p:nvSpPr>
            <p:spPr bwMode="auto">
              <a:xfrm>
                <a:off x="792163" y="1566862"/>
                <a:ext cx="174625" cy="211138"/>
              </a:xfrm>
              <a:prstGeom prst="ellipse">
                <a:avLst/>
              </a:prstGeom>
              <a:ln w="19050"/>
            </p:spPr>
            <p:style>
              <a:lnRef idx="2">
                <a:schemeClr val="dk1"/>
              </a:lnRef>
              <a:fillRef idx="1">
                <a:schemeClr val="lt1"/>
              </a:fillRef>
              <a:effectRef idx="0">
                <a:schemeClr val="dk1"/>
              </a:effectRef>
              <a:fontRef idx="minor">
                <a:schemeClr val="dk1"/>
              </a:fontRef>
            </p:style>
            <p:txBody>
              <a:bodyPr anchor="ctr"/>
              <a:lstStyle/>
              <a:p>
                <a:pPr algn="ctr">
                  <a:defRPr/>
                </a:pPr>
                <a:r>
                  <a:rPr lang="en-US" sz="1000" b="1">
                    <a:latin typeface="Times New Roman" pitchFamily="18" charset="0"/>
                    <a:cs typeface="Times New Roman" pitchFamily="18" charset="0"/>
                  </a:rPr>
                  <a:t>1</a:t>
                </a:r>
              </a:p>
            </p:txBody>
          </p:sp>
          <p:sp>
            <p:nvSpPr>
              <p:cNvPr id="39" name="Oval 38">
                <a:extLst>
                  <a:ext uri="{FF2B5EF4-FFF2-40B4-BE49-F238E27FC236}">
                    <a16:creationId xmlns:a16="http://schemas.microsoft.com/office/drawing/2014/main" id="{6ED67F41-AED5-08E4-E480-88929123F1A0}"/>
                  </a:ext>
                </a:extLst>
              </p:cNvPr>
              <p:cNvSpPr/>
              <p:nvPr/>
            </p:nvSpPr>
            <p:spPr bwMode="auto">
              <a:xfrm>
                <a:off x="1644650" y="1584325"/>
                <a:ext cx="176213" cy="211137"/>
              </a:xfrm>
              <a:prstGeom prst="ellipse">
                <a:avLst/>
              </a:prstGeom>
              <a:ln w="19050"/>
            </p:spPr>
            <p:style>
              <a:lnRef idx="2">
                <a:schemeClr val="dk1"/>
              </a:lnRef>
              <a:fillRef idx="1">
                <a:schemeClr val="lt1"/>
              </a:fillRef>
              <a:effectRef idx="0">
                <a:schemeClr val="dk1"/>
              </a:effectRef>
              <a:fontRef idx="minor">
                <a:schemeClr val="dk1"/>
              </a:fontRef>
            </p:style>
            <p:txBody>
              <a:bodyPr anchor="ctr"/>
              <a:lstStyle/>
              <a:p>
                <a:pPr algn="ctr">
                  <a:defRPr/>
                </a:pPr>
                <a:r>
                  <a:rPr lang="en-US" sz="1000" b="1">
                    <a:latin typeface="Times New Roman" pitchFamily="18" charset="0"/>
                    <a:cs typeface="Times New Roman" pitchFamily="18" charset="0"/>
                  </a:rPr>
                  <a:t>2</a:t>
                </a:r>
              </a:p>
            </p:txBody>
          </p:sp>
          <p:cxnSp>
            <p:nvCxnSpPr>
              <p:cNvPr id="40" name="Straight Arrow Connector 39">
                <a:extLst>
                  <a:ext uri="{FF2B5EF4-FFF2-40B4-BE49-F238E27FC236}">
                    <a16:creationId xmlns:a16="http://schemas.microsoft.com/office/drawing/2014/main" id="{520D3391-4E41-ED21-EF75-7DBE6513CA4E}"/>
                  </a:ext>
                </a:extLst>
              </p:cNvPr>
              <p:cNvCxnSpPr/>
              <p:nvPr/>
            </p:nvCxnSpPr>
            <p:spPr bwMode="auto">
              <a:xfrm>
                <a:off x="3322638" y="1811337"/>
                <a:ext cx="201612" cy="0"/>
              </a:xfrm>
              <a:prstGeom prst="straightConnector1">
                <a:avLst/>
              </a:prstGeom>
              <a:ln w="25400" cap="rnd">
                <a:headEnd type="arrow"/>
              </a:ln>
            </p:spPr>
            <p:style>
              <a:lnRef idx="2">
                <a:schemeClr val="dk1"/>
              </a:lnRef>
              <a:fillRef idx="0">
                <a:schemeClr val="dk1"/>
              </a:fillRef>
              <a:effectRef idx="1">
                <a:schemeClr val="dk1"/>
              </a:effectRef>
              <a:fontRef idx="minor">
                <a:schemeClr val="tx1"/>
              </a:fontRef>
            </p:style>
          </p:cxnSp>
          <p:cxnSp>
            <p:nvCxnSpPr>
              <p:cNvPr id="41" name="Straight Connector 40">
                <a:extLst>
                  <a:ext uri="{FF2B5EF4-FFF2-40B4-BE49-F238E27FC236}">
                    <a16:creationId xmlns:a16="http://schemas.microsoft.com/office/drawing/2014/main" id="{92A1B64E-27B8-3217-55B4-8070911B7C2D}"/>
                  </a:ext>
                </a:extLst>
              </p:cNvPr>
              <p:cNvCxnSpPr/>
              <p:nvPr/>
            </p:nvCxnSpPr>
            <p:spPr bwMode="auto">
              <a:xfrm flipV="1">
                <a:off x="3322638" y="1752600"/>
                <a:ext cx="0" cy="409575"/>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6C048DBD-E906-9D1F-555A-EC9400657BB6}"/>
                  </a:ext>
                </a:extLst>
              </p:cNvPr>
              <p:cNvCxnSpPr/>
              <p:nvPr/>
            </p:nvCxnSpPr>
            <p:spPr bwMode="auto">
              <a:xfrm>
                <a:off x="3322638" y="2103437"/>
                <a:ext cx="201612"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7DB03BC4-3F20-3935-58B9-838E55A5FA7E}"/>
                  </a:ext>
                </a:extLst>
              </p:cNvPr>
              <p:cNvCxnSpPr/>
              <p:nvPr/>
            </p:nvCxnSpPr>
            <p:spPr bwMode="auto">
              <a:xfrm flipV="1">
                <a:off x="3271838" y="1811337"/>
                <a:ext cx="0" cy="292100"/>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9A454BEA-031D-E8CE-CBAA-2CB4E3926274}"/>
                  </a:ext>
                </a:extLst>
              </p:cNvPr>
              <p:cNvCxnSpPr/>
              <p:nvPr/>
            </p:nvCxnSpPr>
            <p:spPr bwMode="auto">
              <a:xfrm>
                <a:off x="3322638" y="3101975"/>
                <a:ext cx="201612" cy="0"/>
              </a:xfrm>
              <a:prstGeom prst="straightConnector1">
                <a:avLst/>
              </a:prstGeom>
              <a:ln w="25400" cap="rnd"/>
            </p:spPr>
            <p:style>
              <a:lnRef idx="2">
                <a:schemeClr val="dk1"/>
              </a:lnRef>
              <a:fillRef idx="0">
                <a:schemeClr val="dk1"/>
              </a:fillRef>
              <a:effectRef idx="1">
                <a:schemeClr val="dk1"/>
              </a:effectRef>
              <a:fontRef idx="minor">
                <a:schemeClr val="tx1"/>
              </a:fontRef>
            </p:style>
          </p:cxnSp>
          <p:cxnSp>
            <p:nvCxnSpPr>
              <p:cNvPr id="45" name="Straight Connector 44">
                <a:extLst>
                  <a:ext uri="{FF2B5EF4-FFF2-40B4-BE49-F238E27FC236}">
                    <a16:creationId xmlns:a16="http://schemas.microsoft.com/office/drawing/2014/main" id="{93A995FA-6631-D028-1227-48286683B253}"/>
                  </a:ext>
                </a:extLst>
              </p:cNvPr>
              <p:cNvCxnSpPr/>
              <p:nvPr/>
            </p:nvCxnSpPr>
            <p:spPr bwMode="auto">
              <a:xfrm flipV="1">
                <a:off x="3322638" y="3043237"/>
                <a:ext cx="0" cy="409575"/>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BAA042A1-80A6-9BF2-8688-205D5EF03935}"/>
                  </a:ext>
                </a:extLst>
              </p:cNvPr>
              <p:cNvCxnSpPr/>
              <p:nvPr/>
            </p:nvCxnSpPr>
            <p:spPr bwMode="auto">
              <a:xfrm>
                <a:off x="3322638" y="3394075"/>
                <a:ext cx="201612" cy="0"/>
              </a:xfrm>
              <a:prstGeom prst="straightConnector1">
                <a:avLst/>
              </a:prstGeom>
              <a:ln w="25400" cap="rnd">
                <a:tailEnd type="arrow"/>
              </a:ln>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41ACA867-C399-894B-8A39-B066AB45BF94}"/>
                  </a:ext>
                </a:extLst>
              </p:cNvPr>
              <p:cNvCxnSpPr/>
              <p:nvPr/>
            </p:nvCxnSpPr>
            <p:spPr bwMode="auto">
              <a:xfrm flipV="1">
                <a:off x="3271838" y="3101975"/>
                <a:ext cx="0" cy="292100"/>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5745DB36-42C1-C9CD-593C-61D6F3249144}"/>
                  </a:ext>
                </a:extLst>
              </p:cNvPr>
              <p:cNvCxnSpPr>
                <a:cxnSpLocks/>
              </p:cNvCxnSpPr>
              <p:nvPr/>
            </p:nvCxnSpPr>
            <p:spPr bwMode="auto">
              <a:xfrm>
                <a:off x="3530600" y="2103437"/>
                <a:ext cx="0" cy="997895"/>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A24698CE-F5CD-AB14-DE9F-B60D9FBA4C74}"/>
                  </a:ext>
                </a:extLst>
              </p:cNvPr>
              <p:cNvCxnSpPr/>
              <p:nvPr/>
            </p:nvCxnSpPr>
            <p:spPr bwMode="auto">
              <a:xfrm>
                <a:off x="3524250" y="1528762"/>
                <a:ext cx="3175" cy="282575"/>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4C3631DC-4C2D-AD2E-E718-6420BDC54E3C}"/>
                  </a:ext>
                </a:extLst>
              </p:cNvPr>
              <p:cNvCxnSpPr/>
              <p:nvPr/>
            </p:nvCxnSpPr>
            <p:spPr bwMode="auto">
              <a:xfrm flipV="1">
                <a:off x="3514725" y="3398837"/>
                <a:ext cx="0" cy="284163"/>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F21B2B19-BF08-AAC5-1972-E0DC72954869}"/>
                  </a:ext>
                </a:extLst>
              </p:cNvPr>
              <p:cNvCxnSpPr/>
              <p:nvPr/>
            </p:nvCxnSpPr>
            <p:spPr bwMode="auto">
              <a:xfrm>
                <a:off x="2803525" y="3217862"/>
                <a:ext cx="454025"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sp>
            <p:nvSpPr>
              <p:cNvPr id="52" name="Rectangle 272">
                <a:extLst>
                  <a:ext uri="{FF2B5EF4-FFF2-40B4-BE49-F238E27FC236}">
                    <a16:creationId xmlns:a16="http://schemas.microsoft.com/office/drawing/2014/main" id="{9991CC22-3C91-93F0-7885-EECDAC559BF4}"/>
                  </a:ext>
                </a:extLst>
              </p:cNvPr>
              <p:cNvSpPr>
                <a:spLocks noChangeArrowheads="1"/>
              </p:cNvSpPr>
              <p:nvPr/>
            </p:nvSpPr>
            <p:spPr bwMode="auto">
              <a:xfrm>
                <a:off x="3267075" y="1803400"/>
                <a:ext cx="6397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200" b="1">
                    <a:latin typeface="Times New Roman" panose="02020603050405020304" pitchFamily="18" charset="0"/>
                    <a:cs typeface="Times New Roman" panose="02020603050405020304" pitchFamily="18" charset="0"/>
                  </a:rPr>
                  <a:t>M</a:t>
                </a:r>
                <a:r>
                  <a:rPr lang="en-US" sz="1200" b="1" baseline="-25000">
                    <a:latin typeface="Times New Roman" panose="02020603050405020304" pitchFamily="18" charset="0"/>
                    <a:cs typeface="Times New Roman" panose="02020603050405020304" pitchFamily="18" charset="0"/>
                  </a:rPr>
                  <a:t>P</a:t>
                </a:r>
              </a:p>
            </p:txBody>
          </p:sp>
          <p:cxnSp>
            <p:nvCxnSpPr>
              <p:cNvPr id="53" name="Straight Connector 52">
                <a:extLst>
                  <a:ext uri="{FF2B5EF4-FFF2-40B4-BE49-F238E27FC236}">
                    <a16:creationId xmlns:a16="http://schemas.microsoft.com/office/drawing/2014/main" id="{1DCE0AE3-CD6F-6087-C5B3-139964D01FF6}"/>
                  </a:ext>
                </a:extLst>
              </p:cNvPr>
              <p:cNvCxnSpPr/>
              <p:nvPr/>
            </p:nvCxnSpPr>
            <p:spPr bwMode="auto">
              <a:xfrm flipH="1" flipV="1">
                <a:off x="2805113" y="1941512"/>
                <a:ext cx="471487"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6193BAC3-16C8-7173-13A4-E2ECD08F6B5F}"/>
                  </a:ext>
                </a:extLst>
              </p:cNvPr>
              <p:cNvCxnSpPr>
                <a:cxnSpLocks/>
              </p:cNvCxnSpPr>
              <p:nvPr/>
            </p:nvCxnSpPr>
            <p:spPr bwMode="auto">
              <a:xfrm>
                <a:off x="2803525" y="1941512"/>
                <a:ext cx="0" cy="1276350"/>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0B75108A-ABCD-A0F1-4923-44F76962107A}"/>
                  </a:ext>
                </a:extLst>
              </p:cNvPr>
              <p:cNvCxnSpPr/>
              <p:nvPr/>
            </p:nvCxnSpPr>
            <p:spPr bwMode="auto">
              <a:xfrm>
                <a:off x="3395663" y="1528762"/>
                <a:ext cx="239712" cy="0"/>
              </a:xfrm>
              <a:prstGeom prst="straightConnector1">
                <a:avLst/>
              </a:prstGeom>
              <a:ln w="25400" cap="rnd">
                <a:round/>
              </a:ln>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7C256ABC-C6AB-5A2A-C25E-A9C10E460548}"/>
                  </a:ext>
                </a:extLst>
              </p:cNvPr>
              <p:cNvCxnSpPr/>
              <p:nvPr/>
            </p:nvCxnSpPr>
            <p:spPr bwMode="auto">
              <a:xfrm>
                <a:off x="3352800" y="3671887"/>
                <a:ext cx="325438" cy="0"/>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57" name="Straight Connector 56">
                <a:extLst>
                  <a:ext uri="{FF2B5EF4-FFF2-40B4-BE49-F238E27FC236}">
                    <a16:creationId xmlns:a16="http://schemas.microsoft.com/office/drawing/2014/main" id="{9928AC15-413E-E820-63E9-68C403497C77}"/>
                  </a:ext>
                </a:extLst>
              </p:cNvPr>
              <p:cNvCxnSpPr/>
              <p:nvPr/>
            </p:nvCxnSpPr>
            <p:spPr bwMode="auto">
              <a:xfrm>
                <a:off x="3406775" y="3746500"/>
                <a:ext cx="217488" cy="0"/>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1DCC7F0D-7614-3EC0-4813-12A3DA9C1DAA}"/>
                  </a:ext>
                </a:extLst>
              </p:cNvPr>
              <p:cNvCxnSpPr/>
              <p:nvPr/>
            </p:nvCxnSpPr>
            <p:spPr bwMode="auto">
              <a:xfrm>
                <a:off x="3460750" y="3821112"/>
                <a:ext cx="107950" cy="0"/>
              </a:xfrm>
              <a:prstGeom prst="line">
                <a:avLst/>
              </a:prstGeom>
              <a:ln w="25400" cap="rnd">
                <a:round/>
              </a:ln>
            </p:spPr>
            <p:style>
              <a:lnRef idx="2">
                <a:schemeClr val="dk1"/>
              </a:lnRef>
              <a:fillRef idx="0">
                <a:schemeClr val="dk1"/>
              </a:fillRef>
              <a:effectRef idx="1">
                <a:schemeClr val="dk1"/>
              </a:effectRef>
              <a:fontRef idx="minor">
                <a:schemeClr val="tx1"/>
              </a:fontRef>
            </p:style>
          </p:cxnSp>
          <p:grpSp>
            <p:nvGrpSpPr>
              <p:cNvPr id="59" name="Group 27">
                <a:extLst>
                  <a:ext uri="{FF2B5EF4-FFF2-40B4-BE49-F238E27FC236}">
                    <a16:creationId xmlns:a16="http://schemas.microsoft.com/office/drawing/2014/main" id="{74E91AA7-F623-42A6-A00D-C818FAFD9434}"/>
                  </a:ext>
                </a:extLst>
              </p:cNvPr>
              <p:cNvGrpSpPr>
                <a:grpSpLocks/>
              </p:cNvGrpSpPr>
              <p:nvPr/>
            </p:nvGrpSpPr>
            <p:grpSpPr bwMode="auto">
              <a:xfrm>
                <a:off x="2733675" y="1697038"/>
                <a:ext cx="600075" cy="384175"/>
                <a:chOff x="4224253" y="1263472"/>
                <a:chExt cx="487138" cy="225881"/>
              </a:xfrm>
            </p:grpSpPr>
            <p:sp>
              <p:nvSpPr>
                <p:cNvPr id="112" name="Rectangle 111">
                  <a:extLst>
                    <a:ext uri="{FF2B5EF4-FFF2-40B4-BE49-F238E27FC236}">
                      <a16:creationId xmlns:a16="http://schemas.microsoft.com/office/drawing/2014/main" id="{C7FC194B-4803-4C49-ADA3-04EE80F83626}"/>
                    </a:ext>
                  </a:extLst>
                </p:cNvPr>
                <p:cNvSpPr/>
                <p:nvPr/>
              </p:nvSpPr>
              <p:spPr>
                <a:xfrm>
                  <a:off x="4324774" y="1312942"/>
                  <a:ext cx="295118" cy="176411"/>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en-US" sz="1200">
                    <a:latin typeface="Times New Roman" panose="02020603050405020304" pitchFamily="18" charset="0"/>
                    <a:cs typeface="Times New Roman" panose="02020603050405020304" pitchFamily="18" charset="0"/>
                  </a:endParaRPr>
                </a:p>
              </p:txBody>
            </p:sp>
            <p:sp>
              <p:nvSpPr>
                <p:cNvPr id="113" name="TextBox 80">
                  <a:extLst>
                    <a:ext uri="{FF2B5EF4-FFF2-40B4-BE49-F238E27FC236}">
                      <a16:creationId xmlns:a16="http://schemas.microsoft.com/office/drawing/2014/main" id="{F5E1885B-243C-2F57-1A4C-2A1C52B1DDD7}"/>
                    </a:ext>
                  </a:extLst>
                </p:cNvPr>
                <p:cNvSpPr txBox="1">
                  <a:spLocks noChangeArrowheads="1"/>
                </p:cNvSpPr>
                <p:nvPr/>
              </p:nvSpPr>
              <p:spPr bwMode="auto">
                <a:xfrm>
                  <a:off x="4224253" y="1263472"/>
                  <a:ext cx="487138" cy="18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a:latin typeface="Times New Roman" panose="02020603050405020304" pitchFamily="18" charset="0"/>
                      <a:cs typeface="Times New Roman" panose="02020603050405020304" pitchFamily="18" charset="0"/>
                    </a:rPr>
                    <a:t>±</a:t>
                  </a:r>
                  <a:r>
                    <a:rPr lang="en-US" sz="1400" b="1" i="1" err="1">
                      <a:latin typeface="Times New Roman" panose="02020603050405020304" pitchFamily="18" charset="0"/>
                      <a:cs typeface="Times New Roman" panose="02020603050405020304" pitchFamily="18" charset="0"/>
                    </a:rPr>
                    <a:t>t</a:t>
                  </a:r>
                  <a:r>
                    <a:rPr lang="en-US" sz="1400" b="1" i="1" baseline="-25000" err="1">
                      <a:latin typeface="Times New Roman" panose="02020603050405020304" pitchFamily="18" charset="0"/>
                      <a:cs typeface="Times New Roman" panose="02020603050405020304" pitchFamily="18" charset="0"/>
                    </a:rPr>
                    <a:t>skew</a:t>
                  </a:r>
                  <a:endParaRPr lang="en-US" sz="1400" b="1" i="1">
                    <a:latin typeface="Times New Roman" panose="02020603050405020304" pitchFamily="18" charset="0"/>
                    <a:cs typeface="Times New Roman" panose="02020603050405020304" pitchFamily="18" charset="0"/>
                  </a:endParaRPr>
                </a:p>
              </p:txBody>
            </p:sp>
          </p:grpSp>
          <p:grpSp>
            <p:nvGrpSpPr>
              <p:cNvPr id="60" name="Group 20">
                <a:extLst>
                  <a:ext uri="{FF2B5EF4-FFF2-40B4-BE49-F238E27FC236}">
                    <a16:creationId xmlns:a16="http://schemas.microsoft.com/office/drawing/2014/main" id="{42EC1FA2-06D1-B2AE-DA5A-616E77E1C6C1}"/>
                  </a:ext>
                </a:extLst>
              </p:cNvPr>
              <p:cNvGrpSpPr>
                <a:grpSpLocks/>
              </p:cNvGrpSpPr>
              <p:nvPr/>
            </p:nvGrpSpPr>
            <p:grpSpPr bwMode="auto">
              <a:xfrm>
                <a:off x="2109788" y="1835150"/>
                <a:ext cx="665162" cy="538163"/>
                <a:chOff x="2979738" y="5824538"/>
                <a:chExt cx="1700480" cy="742950"/>
              </a:xfrm>
            </p:grpSpPr>
            <p:cxnSp>
              <p:nvCxnSpPr>
                <p:cNvPr id="109" name="Curved Connector 76">
                  <a:extLst>
                    <a:ext uri="{FF2B5EF4-FFF2-40B4-BE49-F238E27FC236}">
                      <a16:creationId xmlns:a16="http://schemas.microsoft.com/office/drawing/2014/main" id="{AE2B485C-7942-F77E-E507-A71FE0DAC15B}"/>
                    </a:ext>
                  </a:extLst>
                </p:cNvPr>
                <p:cNvCxnSpPr/>
                <p:nvPr/>
              </p:nvCxnSpPr>
              <p:spPr>
                <a:xfrm flipV="1">
                  <a:off x="2979738" y="5824538"/>
                  <a:ext cx="758925" cy="742949"/>
                </a:xfrm>
                <a:prstGeom prst="curvedConnector3">
                  <a:avLst>
                    <a:gd name="adj1" fmla="val 50001"/>
                  </a:avLst>
                </a:prstGeom>
                <a:ln w="25400">
                  <a:solidFill>
                    <a:schemeClr val="accent6">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0" name="Curved Connector 77">
                  <a:extLst>
                    <a:ext uri="{FF2B5EF4-FFF2-40B4-BE49-F238E27FC236}">
                      <a16:creationId xmlns:a16="http://schemas.microsoft.com/office/drawing/2014/main" id="{3E661AB0-9351-38C4-548B-9A8CFD4E6783}"/>
                    </a:ext>
                  </a:extLst>
                </p:cNvPr>
                <p:cNvCxnSpPr/>
                <p:nvPr/>
              </p:nvCxnSpPr>
              <p:spPr>
                <a:xfrm flipV="1">
                  <a:off x="3738663" y="5824538"/>
                  <a:ext cx="198864" cy="0"/>
                </a:xfrm>
                <a:prstGeom prst="curvedConnector3">
                  <a:avLst>
                    <a:gd name="adj1" fmla="val 46528"/>
                  </a:avLst>
                </a:prstGeom>
                <a:ln w="25400">
                  <a:solidFill>
                    <a:schemeClr val="accent6">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11" name="Curved Connector 78">
                  <a:extLst>
                    <a:ext uri="{FF2B5EF4-FFF2-40B4-BE49-F238E27FC236}">
                      <a16:creationId xmlns:a16="http://schemas.microsoft.com/office/drawing/2014/main" id="{EE672876-8EBB-1368-37A2-71FFCC9F8689}"/>
                    </a:ext>
                  </a:extLst>
                </p:cNvPr>
                <p:cNvCxnSpPr/>
                <p:nvPr/>
              </p:nvCxnSpPr>
              <p:spPr>
                <a:xfrm>
                  <a:off x="3921293" y="5824538"/>
                  <a:ext cx="758925" cy="742949"/>
                </a:xfrm>
                <a:prstGeom prst="curvedConnector3">
                  <a:avLst>
                    <a:gd name="adj1" fmla="val 50000"/>
                  </a:avLst>
                </a:prstGeom>
                <a:ln w="25400">
                  <a:solidFill>
                    <a:schemeClr val="accent6">
                      <a:lumMod val="75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61" name="Group 20">
                <a:extLst>
                  <a:ext uri="{FF2B5EF4-FFF2-40B4-BE49-F238E27FC236}">
                    <a16:creationId xmlns:a16="http://schemas.microsoft.com/office/drawing/2014/main" id="{053897B0-372E-7612-B5A6-CD5CA0F7E45A}"/>
                  </a:ext>
                </a:extLst>
              </p:cNvPr>
              <p:cNvGrpSpPr>
                <a:grpSpLocks/>
              </p:cNvGrpSpPr>
              <p:nvPr/>
            </p:nvGrpSpPr>
            <p:grpSpPr bwMode="auto">
              <a:xfrm>
                <a:off x="1414463" y="1835148"/>
                <a:ext cx="665162" cy="538162"/>
                <a:chOff x="2979738" y="5824538"/>
                <a:chExt cx="1700480" cy="742949"/>
              </a:xfrm>
            </p:grpSpPr>
            <p:cxnSp>
              <p:nvCxnSpPr>
                <p:cNvPr id="106" name="Curved Connector 73">
                  <a:extLst>
                    <a:ext uri="{FF2B5EF4-FFF2-40B4-BE49-F238E27FC236}">
                      <a16:creationId xmlns:a16="http://schemas.microsoft.com/office/drawing/2014/main" id="{8C5A77B5-CC48-2918-2F8E-7019CFAECE01}"/>
                    </a:ext>
                  </a:extLst>
                </p:cNvPr>
                <p:cNvCxnSpPr/>
                <p:nvPr/>
              </p:nvCxnSpPr>
              <p:spPr>
                <a:xfrm flipV="1">
                  <a:off x="2979738" y="5824538"/>
                  <a:ext cx="758925" cy="742949"/>
                </a:xfrm>
                <a:prstGeom prst="curvedConnector3">
                  <a:avLst>
                    <a:gd name="adj1" fmla="val 50001"/>
                  </a:avLst>
                </a:prstGeom>
                <a:ln w="25400">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07" name="Curved Connector 74">
                  <a:extLst>
                    <a:ext uri="{FF2B5EF4-FFF2-40B4-BE49-F238E27FC236}">
                      <a16:creationId xmlns:a16="http://schemas.microsoft.com/office/drawing/2014/main" id="{FC3CDF55-E181-12C2-72AB-EA545100DA8F}"/>
                    </a:ext>
                  </a:extLst>
                </p:cNvPr>
                <p:cNvCxnSpPr/>
                <p:nvPr/>
              </p:nvCxnSpPr>
              <p:spPr>
                <a:xfrm flipV="1">
                  <a:off x="3738663" y="5824538"/>
                  <a:ext cx="198864" cy="0"/>
                </a:xfrm>
                <a:prstGeom prst="curvedConnector3">
                  <a:avLst>
                    <a:gd name="adj1" fmla="val 46528"/>
                  </a:avLst>
                </a:prstGeom>
                <a:ln w="25400">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08" name="Curved Connector 75">
                  <a:extLst>
                    <a:ext uri="{FF2B5EF4-FFF2-40B4-BE49-F238E27FC236}">
                      <a16:creationId xmlns:a16="http://schemas.microsoft.com/office/drawing/2014/main" id="{F8AF5079-633E-5012-6BC1-F40CFDCBDC10}"/>
                    </a:ext>
                  </a:extLst>
                </p:cNvPr>
                <p:cNvCxnSpPr/>
                <p:nvPr/>
              </p:nvCxnSpPr>
              <p:spPr>
                <a:xfrm>
                  <a:off x="3921293" y="5824538"/>
                  <a:ext cx="758925" cy="742949"/>
                </a:xfrm>
                <a:prstGeom prst="curvedConnector3">
                  <a:avLst>
                    <a:gd name="adj1" fmla="val 50000"/>
                  </a:avLst>
                </a:prstGeom>
                <a:ln w="25400">
                  <a:solidFill>
                    <a:srgbClr val="FFC000"/>
                  </a:solidFill>
                  <a:prstDash val="solid"/>
                </a:ln>
              </p:spPr>
              <p:style>
                <a:lnRef idx="1">
                  <a:schemeClr val="accent1"/>
                </a:lnRef>
                <a:fillRef idx="0">
                  <a:schemeClr val="accent1"/>
                </a:fillRef>
                <a:effectRef idx="0">
                  <a:schemeClr val="accent1"/>
                </a:effectRef>
                <a:fontRef idx="minor">
                  <a:schemeClr val="tx1"/>
                </a:fontRef>
              </p:style>
            </p:cxnSp>
          </p:grpSp>
          <p:grpSp>
            <p:nvGrpSpPr>
              <p:cNvPr id="62" name="Group 20">
                <a:extLst>
                  <a:ext uri="{FF2B5EF4-FFF2-40B4-BE49-F238E27FC236}">
                    <a16:creationId xmlns:a16="http://schemas.microsoft.com/office/drawing/2014/main" id="{B8A42859-5DEC-4F1E-5532-4E2C2451E2DD}"/>
                  </a:ext>
                </a:extLst>
              </p:cNvPr>
              <p:cNvGrpSpPr>
                <a:grpSpLocks/>
              </p:cNvGrpSpPr>
              <p:nvPr/>
            </p:nvGrpSpPr>
            <p:grpSpPr bwMode="auto">
              <a:xfrm>
                <a:off x="528638" y="1822450"/>
                <a:ext cx="665162" cy="538163"/>
                <a:chOff x="2979738" y="5824538"/>
                <a:chExt cx="1700480" cy="742950"/>
              </a:xfrm>
            </p:grpSpPr>
            <p:cxnSp>
              <p:nvCxnSpPr>
                <p:cNvPr id="103" name="Curved Connector 70">
                  <a:extLst>
                    <a:ext uri="{FF2B5EF4-FFF2-40B4-BE49-F238E27FC236}">
                      <a16:creationId xmlns:a16="http://schemas.microsoft.com/office/drawing/2014/main" id="{0B2DB73B-D6A9-3077-3599-95A65E499D9B}"/>
                    </a:ext>
                  </a:extLst>
                </p:cNvPr>
                <p:cNvCxnSpPr/>
                <p:nvPr/>
              </p:nvCxnSpPr>
              <p:spPr>
                <a:xfrm flipV="1">
                  <a:off x="2979738" y="5824538"/>
                  <a:ext cx="758925" cy="742949"/>
                </a:xfrm>
                <a:prstGeom prst="curvedConnector3">
                  <a:avLst>
                    <a:gd name="adj1" fmla="val 50001"/>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04" name="Curved Connector 71">
                  <a:extLst>
                    <a:ext uri="{FF2B5EF4-FFF2-40B4-BE49-F238E27FC236}">
                      <a16:creationId xmlns:a16="http://schemas.microsoft.com/office/drawing/2014/main" id="{61391698-ACE0-6DAB-AE88-8079A8AA91CE}"/>
                    </a:ext>
                  </a:extLst>
                </p:cNvPr>
                <p:cNvCxnSpPr/>
                <p:nvPr/>
              </p:nvCxnSpPr>
              <p:spPr>
                <a:xfrm flipV="1">
                  <a:off x="3738663" y="5824538"/>
                  <a:ext cx="198864" cy="0"/>
                </a:xfrm>
                <a:prstGeom prst="curvedConnector3">
                  <a:avLst>
                    <a:gd name="adj1" fmla="val 46528"/>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05" name="Curved Connector 72">
                  <a:extLst>
                    <a:ext uri="{FF2B5EF4-FFF2-40B4-BE49-F238E27FC236}">
                      <a16:creationId xmlns:a16="http://schemas.microsoft.com/office/drawing/2014/main" id="{81605F60-86A1-E440-0835-0CFBC9589BBF}"/>
                    </a:ext>
                  </a:extLst>
                </p:cNvPr>
                <p:cNvCxnSpPr/>
                <p:nvPr/>
              </p:nvCxnSpPr>
              <p:spPr>
                <a:xfrm>
                  <a:off x="3921293" y="5824538"/>
                  <a:ext cx="758925" cy="742949"/>
                </a:xfrm>
                <a:prstGeom prst="curvedConnector3">
                  <a:avLst>
                    <a:gd name="adj1" fmla="val 50000"/>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grpSp>
            <p:nvGrpSpPr>
              <p:cNvPr id="63" name="Group 20">
                <a:extLst>
                  <a:ext uri="{FF2B5EF4-FFF2-40B4-BE49-F238E27FC236}">
                    <a16:creationId xmlns:a16="http://schemas.microsoft.com/office/drawing/2014/main" id="{07E80361-F016-3E0F-E4C8-EB0062528C95}"/>
                  </a:ext>
                </a:extLst>
              </p:cNvPr>
              <p:cNvGrpSpPr>
                <a:grpSpLocks/>
              </p:cNvGrpSpPr>
              <p:nvPr/>
            </p:nvGrpSpPr>
            <p:grpSpPr bwMode="auto">
              <a:xfrm>
                <a:off x="636588" y="2719388"/>
                <a:ext cx="665162" cy="538162"/>
                <a:chOff x="2979738" y="5824538"/>
                <a:chExt cx="1700480" cy="742950"/>
              </a:xfrm>
            </p:grpSpPr>
            <p:cxnSp>
              <p:nvCxnSpPr>
                <p:cNvPr id="100" name="Curved Connector 67">
                  <a:extLst>
                    <a:ext uri="{FF2B5EF4-FFF2-40B4-BE49-F238E27FC236}">
                      <a16:creationId xmlns:a16="http://schemas.microsoft.com/office/drawing/2014/main" id="{6382C14D-55B5-1E00-CCE9-9C9F91393970}"/>
                    </a:ext>
                  </a:extLst>
                </p:cNvPr>
                <p:cNvCxnSpPr/>
                <p:nvPr/>
              </p:nvCxnSpPr>
              <p:spPr>
                <a:xfrm flipV="1">
                  <a:off x="2979738" y="5824537"/>
                  <a:ext cx="758925" cy="742951"/>
                </a:xfrm>
                <a:prstGeom prst="curvedConnector3">
                  <a:avLst>
                    <a:gd name="adj1" fmla="val 50001"/>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1" name="Curved Connector 68">
                  <a:extLst>
                    <a:ext uri="{FF2B5EF4-FFF2-40B4-BE49-F238E27FC236}">
                      <a16:creationId xmlns:a16="http://schemas.microsoft.com/office/drawing/2014/main" id="{F7617809-BD40-9AED-3643-D22DAD488AD9}"/>
                    </a:ext>
                  </a:extLst>
                </p:cNvPr>
                <p:cNvCxnSpPr/>
                <p:nvPr/>
              </p:nvCxnSpPr>
              <p:spPr>
                <a:xfrm flipV="1">
                  <a:off x="3738663" y="5824537"/>
                  <a:ext cx="198864" cy="0"/>
                </a:xfrm>
                <a:prstGeom prst="curvedConnector3">
                  <a:avLst>
                    <a:gd name="adj1" fmla="val 46528"/>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02" name="Curved Connector 69">
                  <a:extLst>
                    <a:ext uri="{FF2B5EF4-FFF2-40B4-BE49-F238E27FC236}">
                      <a16:creationId xmlns:a16="http://schemas.microsoft.com/office/drawing/2014/main" id="{BBA50220-8479-AD5A-B2EA-313AE67FF5DF}"/>
                    </a:ext>
                  </a:extLst>
                </p:cNvPr>
                <p:cNvCxnSpPr/>
                <p:nvPr/>
              </p:nvCxnSpPr>
              <p:spPr>
                <a:xfrm>
                  <a:off x="3921293" y="5824537"/>
                  <a:ext cx="758925" cy="742951"/>
                </a:xfrm>
                <a:prstGeom prst="curvedConnector3">
                  <a:avLst>
                    <a:gd name="adj1" fmla="val 50000"/>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64" name="Group 20">
                <a:extLst>
                  <a:ext uri="{FF2B5EF4-FFF2-40B4-BE49-F238E27FC236}">
                    <a16:creationId xmlns:a16="http://schemas.microsoft.com/office/drawing/2014/main" id="{D2448DD4-7AD3-0963-D828-5D26A901BD64}"/>
                  </a:ext>
                </a:extLst>
              </p:cNvPr>
              <p:cNvGrpSpPr>
                <a:grpSpLocks/>
              </p:cNvGrpSpPr>
              <p:nvPr/>
            </p:nvGrpSpPr>
            <p:grpSpPr bwMode="auto">
              <a:xfrm>
                <a:off x="1335088" y="2730500"/>
                <a:ext cx="665162" cy="539750"/>
                <a:chOff x="2979738" y="5824538"/>
                <a:chExt cx="1700480" cy="742950"/>
              </a:xfrm>
            </p:grpSpPr>
            <p:cxnSp>
              <p:nvCxnSpPr>
                <p:cNvPr id="97" name="Curved Connector 64">
                  <a:extLst>
                    <a:ext uri="{FF2B5EF4-FFF2-40B4-BE49-F238E27FC236}">
                      <a16:creationId xmlns:a16="http://schemas.microsoft.com/office/drawing/2014/main" id="{F5CDEB5A-D4C7-5A4B-6B67-403E2D249479}"/>
                    </a:ext>
                  </a:extLst>
                </p:cNvPr>
                <p:cNvCxnSpPr/>
                <p:nvPr/>
              </p:nvCxnSpPr>
              <p:spPr>
                <a:xfrm flipV="1">
                  <a:off x="2979738" y="5824538"/>
                  <a:ext cx="758925" cy="742950"/>
                </a:xfrm>
                <a:prstGeom prst="curvedConnector3">
                  <a:avLst>
                    <a:gd name="adj1" fmla="val 50001"/>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8" name="Curved Connector 65">
                  <a:extLst>
                    <a:ext uri="{FF2B5EF4-FFF2-40B4-BE49-F238E27FC236}">
                      <a16:creationId xmlns:a16="http://schemas.microsoft.com/office/drawing/2014/main" id="{322312CC-6A7A-0D37-3E1D-06C5715F90F0}"/>
                    </a:ext>
                  </a:extLst>
                </p:cNvPr>
                <p:cNvCxnSpPr/>
                <p:nvPr/>
              </p:nvCxnSpPr>
              <p:spPr>
                <a:xfrm flipV="1">
                  <a:off x="3738663" y="5824538"/>
                  <a:ext cx="198864" cy="0"/>
                </a:xfrm>
                <a:prstGeom prst="curvedConnector3">
                  <a:avLst>
                    <a:gd name="adj1" fmla="val 46528"/>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9" name="Curved Connector 66">
                  <a:extLst>
                    <a:ext uri="{FF2B5EF4-FFF2-40B4-BE49-F238E27FC236}">
                      <a16:creationId xmlns:a16="http://schemas.microsoft.com/office/drawing/2014/main" id="{A8D74FBC-AA22-E434-0BBF-E6694880AE6A}"/>
                    </a:ext>
                  </a:extLst>
                </p:cNvPr>
                <p:cNvCxnSpPr/>
                <p:nvPr/>
              </p:nvCxnSpPr>
              <p:spPr>
                <a:xfrm>
                  <a:off x="3921293" y="5824538"/>
                  <a:ext cx="758925" cy="742950"/>
                </a:xfrm>
                <a:prstGeom prst="curvedConnector3">
                  <a:avLst>
                    <a:gd name="adj1" fmla="val 50000"/>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65" name="Group 20">
                <a:extLst>
                  <a:ext uri="{FF2B5EF4-FFF2-40B4-BE49-F238E27FC236}">
                    <a16:creationId xmlns:a16="http://schemas.microsoft.com/office/drawing/2014/main" id="{2718A80C-73D1-F175-6CEA-87AC954D04BC}"/>
                  </a:ext>
                </a:extLst>
              </p:cNvPr>
              <p:cNvGrpSpPr>
                <a:grpSpLocks/>
              </p:cNvGrpSpPr>
              <p:nvPr/>
            </p:nvGrpSpPr>
            <p:grpSpPr bwMode="auto">
              <a:xfrm>
                <a:off x="2116138" y="2671763"/>
                <a:ext cx="665162" cy="538162"/>
                <a:chOff x="2979738" y="5824538"/>
                <a:chExt cx="1700480" cy="742950"/>
              </a:xfrm>
            </p:grpSpPr>
            <p:cxnSp>
              <p:nvCxnSpPr>
                <p:cNvPr id="94" name="Curved Connector 61">
                  <a:extLst>
                    <a:ext uri="{FF2B5EF4-FFF2-40B4-BE49-F238E27FC236}">
                      <a16:creationId xmlns:a16="http://schemas.microsoft.com/office/drawing/2014/main" id="{B50D8F16-1EAD-2B19-C23F-A824EB5A956D}"/>
                    </a:ext>
                  </a:extLst>
                </p:cNvPr>
                <p:cNvCxnSpPr/>
                <p:nvPr/>
              </p:nvCxnSpPr>
              <p:spPr>
                <a:xfrm flipV="1">
                  <a:off x="2979738" y="5824537"/>
                  <a:ext cx="758925" cy="742951"/>
                </a:xfrm>
                <a:prstGeom prst="curvedConnector3">
                  <a:avLst>
                    <a:gd name="adj1" fmla="val 50001"/>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5" name="Curved Connector 62">
                  <a:extLst>
                    <a:ext uri="{FF2B5EF4-FFF2-40B4-BE49-F238E27FC236}">
                      <a16:creationId xmlns:a16="http://schemas.microsoft.com/office/drawing/2014/main" id="{23341D21-966D-4B34-1E8E-D49475B8999A}"/>
                    </a:ext>
                  </a:extLst>
                </p:cNvPr>
                <p:cNvCxnSpPr/>
                <p:nvPr/>
              </p:nvCxnSpPr>
              <p:spPr>
                <a:xfrm flipV="1">
                  <a:off x="3738663" y="5824537"/>
                  <a:ext cx="198864" cy="0"/>
                </a:xfrm>
                <a:prstGeom prst="curvedConnector3">
                  <a:avLst>
                    <a:gd name="adj1" fmla="val 46528"/>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6" name="Curved Connector 63">
                  <a:extLst>
                    <a:ext uri="{FF2B5EF4-FFF2-40B4-BE49-F238E27FC236}">
                      <a16:creationId xmlns:a16="http://schemas.microsoft.com/office/drawing/2014/main" id="{4B0AB4F3-3B75-25EB-DF55-A1C56A9E86B9}"/>
                    </a:ext>
                  </a:extLst>
                </p:cNvPr>
                <p:cNvCxnSpPr/>
                <p:nvPr/>
              </p:nvCxnSpPr>
              <p:spPr>
                <a:xfrm>
                  <a:off x="3921293" y="5824537"/>
                  <a:ext cx="758925" cy="742951"/>
                </a:xfrm>
                <a:prstGeom prst="curvedConnector3">
                  <a:avLst>
                    <a:gd name="adj1" fmla="val 50000"/>
                  </a:avLst>
                </a:prstGeom>
                <a:ln w="25400">
                  <a:solidFill>
                    <a:schemeClr val="accent1">
                      <a:lumMod val="50000"/>
                    </a:schemeClr>
                  </a:solidFill>
                  <a:prstDash val="solid"/>
                </a:ln>
              </p:spPr>
              <p:style>
                <a:lnRef idx="1">
                  <a:schemeClr val="accent1"/>
                </a:lnRef>
                <a:fillRef idx="0">
                  <a:schemeClr val="accent1"/>
                </a:fillRef>
                <a:effectRef idx="0">
                  <a:schemeClr val="accent1"/>
                </a:effectRef>
                <a:fontRef idx="minor">
                  <a:schemeClr val="tx1"/>
                </a:fontRef>
              </p:style>
            </p:cxnSp>
          </p:grpSp>
          <p:grpSp>
            <p:nvGrpSpPr>
              <p:cNvPr id="66" name="Group 20">
                <a:extLst>
                  <a:ext uri="{FF2B5EF4-FFF2-40B4-BE49-F238E27FC236}">
                    <a16:creationId xmlns:a16="http://schemas.microsoft.com/office/drawing/2014/main" id="{DEC4D6E1-0973-1E57-EF7A-4C0ABECE60B0}"/>
                  </a:ext>
                </a:extLst>
              </p:cNvPr>
              <p:cNvGrpSpPr>
                <a:grpSpLocks/>
              </p:cNvGrpSpPr>
              <p:nvPr/>
            </p:nvGrpSpPr>
            <p:grpSpPr bwMode="auto">
              <a:xfrm>
                <a:off x="3624263" y="2293938"/>
                <a:ext cx="835025" cy="590550"/>
                <a:chOff x="3922279" y="5824538"/>
                <a:chExt cx="1476809" cy="742950"/>
              </a:xfrm>
            </p:grpSpPr>
            <p:cxnSp>
              <p:nvCxnSpPr>
                <p:cNvPr id="92" name="Curved Connector 59">
                  <a:extLst>
                    <a:ext uri="{FF2B5EF4-FFF2-40B4-BE49-F238E27FC236}">
                      <a16:creationId xmlns:a16="http://schemas.microsoft.com/office/drawing/2014/main" id="{884226B3-A4A6-6D99-8D6A-38354A9B9A7C}"/>
                    </a:ext>
                  </a:extLst>
                </p:cNvPr>
                <p:cNvCxnSpPr/>
                <p:nvPr/>
              </p:nvCxnSpPr>
              <p:spPr>
                <a:xfrm>
                  <a:off x="3922279" y="5824537"/>
                  <a:ext cx="758058" cy="742950"/>
                </a:xfrm>
                <a:prstGeom prst="curvedConnector3">
                  <a:avLst>
                    <a:gd name="adj1" fmla="val 50000"/>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3" name="Curved Connector 60">
                  <a:extLst>
                    <a:ext uri="{FF2B5EF4-FFF2-40B4-BE49-F238E27FC236}">
                      <a16:creationId xmlns:a16="http://schemas.microsoft.com/office/drawing/2014/main" id="{9795A439-E2A3-3964-ECEC-EF7773347E24}"/>
                    </a:ext>
                  </a:extLst>
                </p:cNvPr>
                <p:cNvCxnSpPr/>
                <p:nvPr/>
              </p:nvCxnSpPr>
              <p:spPr>
                <a:xfrm flipV="1">
                  <a:off x="4641030" y="5824537"/>
                  <a:ext cx="758058" cy="742950"/>
                </a:xfrm>
                <a:prstGeom prst="curvedConnector3">
                  <a:avLst>
                    <a:gd name="adj1" fmla="val 50000"/>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7" name="Group 35">
                <a:extLst>
                  <a:ext uri="{FF2B5EF4-FFF2-40B4-BE49-F238E27FC236}">
                    <a16:creationId xmlns:a16="http://schemas.microsoft.com/office/drawing/2014/main" id="{56BB928E-E0AC-4ABE-9645-B12436B43DDC}"/>
                  </a:ext>
                </a:extLst>
              </p:cNvPr>
              <p:cNvGrpSpPr>
                <a:grpSpLocks/>
              </p:cNvGrpSpPr>
              <p:nvPr/>
            </p:nvGrpSpPr>
            <p:grpSpPr bwMode="auto">
              <a:xfrm>
                <a:off x="4087813" y="2293938"/>
                <a:ext cx="1133475" cy="619125"/>
                <a:chOff x="5067356" y="4508815"/>
                <a:chExt cx="1308271" cy="856030"/>
              </a:xfrm>
            </p:grpSpPr>
            <p:cxnSp>
              <p:nvCxnSpPr>
                <p:cNvPr id="89" name="Curved Connector 56">
                  <a:extLst>
                    <a:ext uri="{FF2B5EF4-FFF2-40B4-BE49-F238E27FC236}">
                      <a16:creationId xmlns:a16="http://schemas.microsoft.com/office/drawing/2014/main" id="{D33C5C75-FE2E-6C69-7EC6-8913B03746C6}"/>
                    </a:ext>
                  </a:extLst>
                </p:cNvPr>
                <p:cNvCxnSpPr/>
                <p:nvPr/>
              </p:nvCxnSpPr>
              <p:spPr bwMode="auto">
                <a:xfrm rot="10800000" flipV="1">
                  <a:off x="5792952" y="4508814"/>
                  <a:ext cx="582675" cy="856030"/>
                </a:xfrm>
                <a:prstGeom prst="curvedConnector3">
                  <a:avLst>
                    <a:gd name="adj1" fmla="val 50001"/>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0" name="Curved Connector 57">
                  <a:extLst>
                    <a:ext uri="{FF2B5EF4-FFF2-40B4-BE49-F238E27FC236}">
                      <a16:creationId xmlns:a16="http://schemas.microsoft.com/office/drawing/2014/main" id="{613A25C7-C078-9E23-CCA7-11D7CF14BC1A}"/>
                    </a:ext>
                  </a:extLst>
                </p:cNvPr>
                <p:cNvCxnSpPr/>
                <p:nvPr/>
              </p:nvCxnSpPr>
              <p:spPr bwMode="auto">
                <a:xfrm rot="10800000" flipV="1">
                  <a:off x="5639037" y="5364844"/>
                  <a:ext cx="153914" cy="0"/>
                </a:xfrm>
                <a:prstGeom prst="curvedConnector3">
                  <a:avLst>
                    <a:gd name="adj1" fmla="val 46528"/>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Curved Connector 58">
                  <a:extLst>
                    <a:ext uri="{FF2B5EF4-FFF2-40B4-BE49-F238E27FC236}">
                      <a16:creationId xmlns:a16="http://schemas.microsoft.com/office/drawing/2014/main" id="{CC38FB40-A52D-D328-9704-9DD0E239F602}"/>
                    </a:ext>
                  </a:extLst>
                </p:cNvPr>
                <p:cNvCxnSpPr/>
                <p:nvPr/>
              </p:nvCxnSpPr>
              <p:spPr bwMode="auto">
                <a:xfrm rot="10800000">
                  <a:off x="5067356" y="4508814"/>
                  <a:ext cx="582675" cy="856030"/>
                </a:xfrm>
                <a:prstGeom prst="curvedConnector3">
                  <a:avLst>
                    <a:gd name="adj1" fmla="val 50000"/>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68" name="Straight Connector 67">
                <a:extLst>
                  <a:ext uri="{FF2B5EF4-FFF2-40B4-BE49-F238E27FC236}">
                    <a16:creationId xmlns:a16="http://schemas.microsoft.com/office/drawing/2014/main" id="{EA9E82F9-854B-BE6E-9CE4-336AC6D453F9}"/>
                  </a:ext>
                </a:extLst>
              </p:cNvPr>
              <p:cNvCxnSpPr/>
              <p:nvPr/>
            </p:nvCxnSpPr>
            <p:spPr bwMode="auto">
              <a:xfrm>
                <a:off x="528638" y="2335212"/>
                <a:ext cx="0" cy="974725"/>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7836E74-2D32-EA63-DD2F-3A5D4B983E49}"/>
                  </a:ext>
                </a:extLst>
              </p:cNvPr>
              <p:cNvCxnSpPr/>
              <p:nvPr/>
            </p:nvCxnSpPr>
            <p:spPr bwMode="auto">
              <a:xfrm>
                <a:off x="636588" y="2309812"/>
                <a:ext cx="0" cy="974725"/>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FFEED95-CEBB-D6FB-48BB-7EB24ABFB9F3}"/>
                  </a:ext>
                </a:extLst>
              </p:cNvPr>
              <p:cNvCxnSpPr/>
              <p:nvPr/>
            </p:nvCxnSpPr>
            <p:spPr bwMode="auto">
              <a:xfrm flipH="1">
                <a:off x="1336675" y="2173287"/>
                <a:ext cx="0" cy="1114425"/>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2F96302-789A-8656-05EB-A28780E90ED6}"/>
                  </a:ext>
                </a:extLst>
              </p:cNvPr>
              <p:cNvCxnSpPr/>
              <p:nvPr/>
            </p:nvCxnSpPr>
            <p:spPr bwMode="auto">
              <a:xfrm>
                <a:off x="1430338" y="2235200"/>
                <a:ext cx="0" cy="974725"/>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2D2A099-2DA0-3313-5893-C203451EF631}"/>
                  </a:ext>
                </a:extLst>
              </p:cNvPr>
              <p:cNvCxnSpPr/>
              <p:nvPr/>
            </p:nvCxnSpPr>
            <p:spPr bwMode="auto">
              <a:xfrm>
                <a:off x="2124075" y="2360612"/>
                <a:ext cx="0" cy="836613"/>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73" name="Right Brace 107">
                <a:extLst>
                  <a:ext uri="{FF2B5EF4-FFF2-40B4-BE49-F238E27FC236}">
                    <a16:creationId xmlns:a16="http://schemas.microsoft.com/office/drawing/2014/main" id="{5B2C22D4-109F-E9B5-9590-9FE50358EE6A}"/>
                  </a:ext>
                </a:extLst>
              </p:cNvPr>
              <p:cNvSpPr/>
              <p:nvPr/>
            </p:nvSpPr>
            <p:spPr bwMode="auto">
              <a:xfrm rot="5400000">
                <a:off x="523082" y="3293268"/>
                <a:ext cx="138112" cy="117475"/>
              </a:xfrm>
              <a:custGeom>
                <a:avLst/>
                <a:gdLst>
                  <a:gd name="connsiteX0" fmla="*/ 0 w 91440"/>
                  <a:gd name="connsiteY0" fmla="*/ 0 h 91440"/>
                  <a:gd name="connsiteX1" fmla="*/ 45720 w 91440"/>
                  <a:gd name="connsiteY1" fmla="*/ 7620 h 91440"/>
                  <a:gd name="connsiteX2" fmla="*/ 45720 w 91440"/>
                  <a:gd name="connsiteY2" fmla="*/ 38100 h 91440"/>
                  <a:gd name="connsiteX3" fmla="*/ 91440 w 91440"/>
                  <a:gd name="connsiteY3" fmla="*/ 45720 h 91440"/>
                  <a:gd name="connsiteX4" fmla="*/ 45720 w 91440"/>
                  <a:gd name="connsiteY4" fmla="*/ 53340 h 91440"/>
                  <a:gd name="connsiteX5" fmla="*/ 45720 w 91440"/>
                  <a:gd name="connsiteY5" fmla="*/ 83820 h 91440"/>
                  <a:gd name="connsiteX6" fmla="*/ 0 w 91440"/>
                  <a:gd name="connsiteY6" fmla="*/ 91440 h 91440"/>
                  <a:gd name="connsiteX7" fmla="*/ 0 w 91440"/>
                  <a:gd name="connsiteY7" fmla="*/ 0 h 91440"/>
                  <a:gd name="connsiteX0" fmla="*/ 0 w 91440"/>
                  <a:gd name="connsiteY0" fmla="*/ 0 h 91440"/>
                  <a:gd name="connsiteX1" fmla="*/ 45720 w 91440"/>
                  <a:gd name="connsiteY1" fmla="*/ 7620 h 91440"/>
                  <a:gd name="connsiteX2" fmla="*/ 45720 w 91440"/>
                  <a:gd name="connsiteY2" fmla="*/ 38100 h 91440"/>
                  <a:gd name="connsiteX3" fmla="*/ 91440 w 91440"/>
                  <a:gd name="connsiteY3" fmla="*/ 45720 h 91440"/>
                  <a:gd name="connsiteX4" fmla="*/ 45720 w 91440"/>
                  <a:gd name="connsiteY4" fmla="*/ 53340 h 91440"/>
                  <a:gd name="connsiteX5" fmla="*/ 45720 w 91440"/>
                  <a:gd name="connsiteY5" fmla="*/ 83820 h 91440"/>
                  <a:gd name="connsiteX6" fmla="*/ 0 w 91440"/>
                  <a:gd name="connsiteY6" fmla="*/ 91440 h 91440"/>
                  <a:gd name="connsiteX0" fmla="*/ 0 w 91440"/>
                  <a:gd name="connsiteY0" fmla="*/ 0 h 91440"/>
                  <a:gd name="connsiteX1" fmla="*/ 45720 w 91440"/>
                  <a:gd name="connsiteY1" fmla="*/ 7620 h 91440"/>
                  <a:gd name="connsiteX2" fmla="*/ 45720 w 91440"/>
                  <a:gd name="connsiteY2" fmla="*/ 38100 h 91440"/>
                  <a:gd name="connsiteX3" fmla="*/ 91440 w 91440"/>
                  <a:gd name="connsiteY3" fmla="*/ 45720 h 91440"/>
                  <a:gd name="connsiteX4" fmla="*/ 45720 w 91440"/>
                  <a:gd name="connsiteY4" fmla="*/ 53340 h 91440"/>
                  <a:gd name="connsiteX5" fmla="*/ 45720 w 91440"/>
                  <a:gd name="connsiteY5" fmla="*/ 83820 h 91440"/>
                  <a:gd name="connsiteX6" fmla="*/ 0 w 91440"/>
                  <a:gd name="connsiteY6" fmla="*/ 91440 h 91440"/>
                  <a:gd name="connsiteX7" fmla="*/ 0 w 91440"/>
                  <a:gd name="connsiteY7" fmla="*/ 0 h 91440"/>
                  <a:gd name="connsiteX0" fmla="*/ 0 w 91440"/>
                  <a:gd name="connsiteY0" fmla="*/ 0 h 91440"/>
                  <a:gd name="connsiteX1" fmla="*/ 45720 w 91440"/>
                  <a:gd name="connsiteY1" fmla="*/ 7620 h 91440"/>
                  <a:gd name="connsiteX2" fmla="*/ 45720 w 91440"/>
                  <a:gd name="connsiteY2" fmla="*/ 38100 h 91440"/>
                  <a:gd name="connsiteX3" fmla="*/ 42802 w 91440"/>
                  <a:gd name="connsiteY3" fmla="*/ 40856 h 91440"/>
                  <a:gd name="connsiteX4" fmla="*/ 45720 w 91440"/>
                  <a:gd name="connsiteY4" fmla="*/ 53340 h 91440"/>
                  <a:gd name="connsiteX5" fmla="*/ 45720 w 91440"/>
                  <a:gd name="connsiteY5" fmla="*/ 83820 h 91440"/>
                  <a:gd name="connsiteX6" fmla="*/ 0 w 91440"/>
                  <a:gd name="connsiteY6" fmla="*/ 9144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 h="91440" stroke="0" extrusionOk="0">
                    <a:moveTo>
                      <a:pt x="0" y="0"/>
                    </a:moveTo>
                    <a:cubicBezTo>
                      <a:pt x="25250" y="0"/>
                      <a:pt x="45720" y="3412"/>
                      <a:pt x="45720" y="7620"/>
                    </a:cubicBezTo>
                    <a:lnTo>
                      <a:pt x="45720" y="38100"/>
                    </a:lnTo>
                    <a:cubicBezTo>
                      <a:pt x="45720" y="42308"/>
                      <a:pt x="66190" y="45720"/>
                      <a:pt x="91440" y="45720"/>
                    </a:cubicBezTo>
                    <a:cubicBezTo>
                      <a:pt x="66190" y="45720"/>
                      <a:pt x="45720" y="49132"/>
                      <a:pt x="45720" y="53340"/>
                    </a:cubicBezTo>
                    <a:lnTo>
                      <a:pt x="45720" y="83820"/>
                    </a:lnTo>
                    <a:cubicBezTo>
                      <a:pt x="45720" y="88028"/>
                      <a:pt x="25250" y="91440"/>
                      <a:pt x="0" y="91440"/>
                    </a:cubicBezTo>
                    <a:lnTo>
                      <a:pt x="0" y="0"/>
                    </a:lnTo>
                    <a:close/>
                  </a:path>
                  <a:path w="91440" h="91440" fill="none">
                    <a:moveTo>
                      <a:pt x="0" y="0"/>
                    </a:moveTo>
                    <a:cubicBezTo>
                      <a:pt x="25250" y="0"/>
                      <a:pt x="45720" y="3412"/>
                      <a:pt x="45720" y="7620"/>
                    </a:cubicBezTo>
                    <a:lnTo>
                      <a:pt x="45720" y="38100"/>
                    </a:lnTo>
                    <a:cubicBezTo>
                      <a:pt x="45720" y="42308"/>
                      <a:pt x="17552" y="40856"/>
                      <a:pt x="42802" y="40856"/>
                    </a:cubicBezTo>
                    <a:cubicBezTo>
                      <a:pt x="17552" y="40856"/>
                      <a:pt x="45720" y="49132"/>
                      <a:pt x="45720" y="53340"/>
                    </a:cubicBezTo>
                    <a:lnTo>
                      <a:pt x="45720" y="83820"/>
                    </a:lnTo>
                    <a:cubicBezTo>
                      <a:pt x="45720" y="88028"/>
                      <a:pt x="25250" y="91440"/>
                      <a:pt x="0" y="91440"/>
                    </a:cubicBezTo>
                  </a:path>
                </a:pathLst>
              </a:custGeom>
              <a:ln w="1905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1200" b="1">
                  <a:ln w="12700">
                    <a:solidFill>
                      <a:schemeClr val="tx1"/>
                    </a:solidFill>
                  </a:ln>
                  <a:latin typeface="Times New Roman" panose="02020603050405020304" pitchFamily="18" charset="0"/>
                  <a:cs typeface="Times New Roman" panose="02020603050405020304" pitchFamily="18" charset="0"/>
                </a:endParaRPr>
              </a:p>
            </p:txBody>
          </p:sp>
          <p:sp>
            <p:nvSpPr>
              <p:cNvPr id="74" name="Right Brace 107">
                <a:extLst>
                  <a:ext uri="{FF2B5EF4-FFF2-40B4-BE49-F238E27FC236}">
                    <a16:creationId xmlns:a16="http://schemas.microsoft.com/office/drawing/2014/main" id="{F8FBB3CE-2DAD-4E00-1347-E278D1923F82}"/>
                  </a:ext>
                </a:extLst>
              </p:cNvPr>
              <p:cNvSpPr/>
              <p:nvPr/>
            </p:nvSpPr>
            <p:spPr bwMode="auto">
              <a:xfrm rot="5400000" flipH="1">
                <a:off x="1320006" y="2112169"/>
                <a:ext cx="142875" cy="90488"/>
              </a:xfrm>
              <a:custGeom>
                <a:avLst/>
                <a:gdLst>
                  <a:gd name="connsiteX0" fmla="*/ 0 w 91440"/>
                  <a:gd name="connsiteY0" fmla="*/ 0 h 91440"/>
                  <a:gd name="connsiteX1" fmla="*/ 45720 w 91440"/>
                  <a:gd name="connsiteY1" fmla="*/ 7620 h 91440"/>
                  <a:gd name="connsiteX2" fmla="*/ 45720 w 91440"/>
                  <a:gd name="connsiteY2" fmla="*/ 38100 h 91440"/>
                  <a:gd name="connsiteX3" fmla="*/ 91440 w 91440"/>
                  <a:gd name="connsiteY3" fmla="*/ 45720 h 91440"/>
                  <a:gd name="connsiteX4" fmla="*/ 45720 w 91440"/>
                  <a:gd name="connsiteY4" fmla="*/ 53340 h 91440"/>
                  <a:gd name="connsiteX5" fmla="*/ 45720 w 91440"/>
                  <a:gd name="connsiteY5" fmla="*/ 83820 h 91440"/>
                  <a:gd name="connsiteX6" fmla="*/ 0 w 91440"/>
                  <a:gd name="connsiteY6" fmla="*/ 91440 h 91440"/>
                  <a:gd name="connsiteX7" fmla="*/ 0 w 91440"/>
                  <a:gd name="connsiteY7" fmla="*/ 0 h 91440"/>
                  <a:gd name="connsiteX0" fmla="*/ 0 w 91440"/>
                  <a:gd name="connsiteY0" fmla="*/ 0 h 91440"/>
                  <a:gd name="connsiteX1" fmla="*/ 45720 w 91440"/>
                  <a:gd name="connsiteY1" fmla="*/ 7620 h 91440"/>
                  <a:gd name="connsiteX2" fmla="*/ 45720 w 91440"/>
                  <a:gd name="connsiteY2" fmla="*/ 38100 h 91440"/>
                  <a:gd name="connsiteX3" fmla="*/ 91440 w 91440"/>
                  <a:gd name="connsiteY3" fmla="*/ 45720 h 91440"/>
                  <a:gd name="connsiteX4" fmla="*/ 45720 w 91440"/>
                  <a:gd name="connsiteY4" fmla="*/ 53340 h 91440"/>
                  <a:gd name="connsiteX5" fmla="*/ 45720 w 91440"/>
                  <a:gd name="connsiteY5" fmla="*/ 83820 h 91440"/>
                  <a:gd name="connsiteX6" fmla="*/ 0 w 91440"/>
                  <a:gd name="connsiteY6" fmla="*/ 91440 h 91440"/>
                  <a:gd name="connsiteX0" fmla="*/ 0 w 91440"/>
                  <a:gd name="connsiteY0" fmla="*/ 0 h 91440"/>
                  <a:gd name="connsiteX1" fmla="*/ 45720 w 91440"/>
                  <a:gd name="connsiteY1" fmla="*/ 7620 h 91440"/>
                  <a:gd name="connsiteX2" fmla="*/ 45720 w 91440"/>
                  <a:gd name="connsiteY2" fmla="*/ 38100 h 91440"/>
                  <a:gd name="connsiteX3" fmla="*/ 91440 w 91440"/>
                  <a:gd name="connsiteY3" fmla="*/ 45720 h 91440"/>
                  <a:gd name="connsiteX4" fmla="*/ 45720 w 91440"/>
                  <a:gd name="connsiteY4" fmla="*/ 53340 h 91440"/>
                  <a:gd name="connsiteX5" fmla="*/ 45720 w 91440"/>
                  <a:gd name="connsiteY5" fmla="*/ 83820 h 91440"/>
                  <a:gd name="connsiteX6" fmla="*/ 0 w 91440"/>
                  <a:gd name="connsiteY6" fmla="*/ 91440 h 91440"/>
                  <a:gd name="connsiteX7" fmla="*/ 0 w 91440"/>
                  <a:gd name="connsiteY7" fmla="*/ 0 h 91440"/>
                  <a:gd name="connsiteX0" fmla="*/ 0 w 91440"/>
                  <a:gd name="connsiteY0" fmla="*/ 0 h 91440"/>
                  <a:gd name="connsiteX1" fmla="*/ 45720 w 91440"/>
                  <a:gd name="connsiteY1" fmla="*/ 7620 h 91440"/>
                  <a:gd name="connsiteX2" fmla="*/ 45720 w 91440"/>
                  <a:gd name="connsiteY2" fmla="*/ 38100 h 91440"/>
                  <a:gd name="connsiteX3" fmla="*/ 42802 w 91440"/>
                  <a:gd name="connsiteY3" fmla="*/ 40856 h 91440"/>
                  <a:gd name="connsiteX4" fmla="*/ 45720 w 91440"/>
                  <a:gd name="connsiteY4" fmla="*/ 53340 h 91440"/>
                  <a:gd name="connsiteX5" fmla="*/ 45720 w 91440"/>
                  <a:gd name="connsiteY5" fmla="*/ 83820 h 91440"/>
                  <a:gd name="connsiteX6" fmla="*/ 0 w 91440"/>
                  <a:gd name="connsiteY6" fmla="*/ 9144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 h="91440" stroke="0" extrusionOk="0">
                    <a:moveTo>
                      <a:pt x="0" y="0"/>
                    </a:moveTo>
                    <a:cubicBezTo>
                      <a:pt x="25250" y="0"/>
                      <a:pt x="45720" y="3412"/>
                      <a:pt x="45720" y="7620"/>
                    </a:cubicBezTo>
                    <a:lnTo>
                      <a:pt x="45720" y="38100"/>
                    </a:lnTo>
                    <a:cubicBezTo>
                      <a:pt x="45720" y="42308"/>
                      <a:pt x="66190" y="45720"/>
                      <a:pt x="91440" y="45720"/>
                    </a:cubicBezTo>
                    <a:cubicBezTo>
                      <a:pt x="66190" y="45720"/>
                      <a:pt x="45720" y="49132"/>
                      <a:pt x="45720" y="53340"/>
                    </a:cubicBezTo>
                    <a:lnTo>
                      <a:pt x="45720" y="83820"/>
                    </a:lnTo>
                    <a:cubicBezTo>
                      <a:pt x="45720" y="88028"/>
                      <a:pt x="25250" y="91440"/>
                      <a:pt x="0" y="91440"/>
                    </a:cubicBezTo>
                    <a:lnTo>
                      <a:pt x="0" y="0"/>
                    </a:lnTo>
                    <a:close/>
                  </a:path>
                  <a:path w="91440" h="91440" fill="none">
                    <a:moveTo>
                      <a:pt x="0" y="0"/>
                    </a:moveTo>
                    <a:cubicBezTo>
                      <a:pt x="25250" y="0"/>
                      <a:pt x="45720" y="3412"/>
                      <a:pt x="45720" y="7620"/>
                    </a:cubicBezTo>
                    <a:lnTo>
                      <a:pt x="45720" y="38100"/>
                    </a:lnTo>
                    <a:cubicBezTo>
                      <a:pt x="45720" y="42308"/>
                      <a:pt x="17552" y="40856"/>
                      <a:pt x="42802" y="40856"/>
                    </a:cubicBezTo>
                    <a:cubicBezTo>
                      <a:pt x="17552" y="40856"/>
                      <a:pt x="45720" y="49132"/>
                      <a:pt x="45720" y="53340"/>
                    </a:cubicBezTo>
                    <a:lnTo>
                      <a:pt x="45720" y="83820"/>
                    </a:lnTo>
                    <a:cubicBezTo>
                      <a:pt x="45720" y="88028"/>
                      <a:pt x="25250" y="91440"/>
                      <a:pt x="0" y="91440"/>
                    </a:cubicBezTo>
                  </a:path>
                </a:pathLst>
              </a:custGeom>
              <a:ln w="1905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1200" b="1">
                  <a:ln w="12700">
                    <a:solidFill>
                      <a:schemeClr val="tx1"/>
                    </a:solidFill>
                  </a:ln>
                  <a:latin typeface="Times New Roman" panose="02020603050405020304" pitchFamily="18" charset="0"/>
                  <a:cs typeface="Times New Roman" panose="02020603050405020304" pitchFamily="18" charset="0"/>
                </a:endParaRPr>
              </a:p>
            </p:txBody>
          </p:sp>
          <p:sp>
            <p:nvSpPr>
              <p:cNvPr id="75" name="TextBox 43">
                <a:extLst>
                  <a:ext uri="{FF2B5EF4-FFF2-40B4-BE49-F238E27FC236}">
                    <a16:creationId xmlns:a16="http://schemas.microsoft.com/office/drawing/2014/main" id="{D96B45B5-5FF0-F3A2-2C70-ABE05041B3C6}"/>
                  </a:ext>
                </a:extLst>
              </p:cNvPr>
              <p:cNvSpPr txBox="1">
                <a:spLocks noChangeArrowheads="1"/>
              </p:cNvSpPr>
              <p:nvPr/>
            </p:nvSpPr>
            <p:spPr bwMode="auto">
              <a:xfrm>
                <a:off x="258226" y="3287410"/>
                <a:ext cx="11125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Times New Roman" panose="02020603050405020304" pitchFamily="18" charset="0"/>
                    <a:cs typeface="Times New Roman" panose="02020603050405020304" pitchFamily="18" charset="0"/>
                  </a:rPr>
                  <a:t>Negative Skew Offset</a:t>
                </a:r>
              </a:p>
            </p:txBody>
          </p:sp>
          <p:sp>
            <p:nvSpPr>
              <p:cNvPr id="76" name="TextBox 44">
                <a:extLst>
                  <a:ext uri="{FF2B5EF4-FFF2-40B4-BE49-F238E27FC236}">
                    <a16:creationId xmlns:a16="http://schemas.microsoft.com/office/drawing/2014/main" id="{AFF68839-BE18-963E-527B-97CF24C0CC5D}"/>
                  </a:ext>
                </a:extLst>
              </p:cNvPr>
              <p:cNvSpPr txBox="1">
                <a:spLocks noChangeArrowheads="1"/>
              </p:cNvSpPr>
              <p:nvPr/>
            </p:nvSpPr>
            <p:spPr bwMode="auto">
              <a:xfrm>
                <a:off x="1218709" y="3289124"/>
                <a:ext cx="10759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Times New Roman" panose="02020603050405020304" pitchFamily="18" charset="0"/>
                    <a:cs typeface="Times New Roman" panose="02020603050405020304" pitchFamily="18" charset="0"/>
                  </a:rPr>
                  <a:t>Positive Skew offset</a:t>
                </a:r>
              </a:p>
            </p:txBody>
          </p:sp>
          <p:sp>
            <p:nvSpPr>
              <p:cNvPr id="77" name="TextBox 45">
                <a:extLst>
                  <a:ext uri="{FF2B5EF4-FFF2-40B4-BE49-F238E27FC236}">
                    <a16:creationId xmlns:a16="http://schemas.microsoft.com/office/drawing/2014/main" id="{532C93F7-26EC-2782-5891-0576AD53D159}"/>
                  </a:ext>
                </a:extLst>
              </p:cNvPr>
              <p:cNvSpPr txBox="1">
                <a:spLocks noChangeArrowheads="1"/>
              </p:cNvSpPr>
              <p:nvPr/>
            </p:nvSpPr>
            <p:spPr bwMode="auto">
              <a:xfrm>
                <a:off x="2055806" y="3274570"/>
                <a:ext cx="10803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a:latin typeface="Times New Roman" panose="02020603050405020304" pitchFamily="18" charset="0"/>
                    <a:cs typeface="Times New Roman" panose="02020603050405020304" pitchFamily="18" charset="0"/>
                  </a:rPr>
                  <a:t>Zero Skew offset</a:t>
                </a:r>
              </a:p>
            </p:txBody>
          </p:sp>
          <p:grpSp>
            <p:nvGrpSpPr>
              <p:cNvPr id="78" name="Group 20">
                <a:extLst>
                  <a:ext uri="{FF2B5EF4-FFF2-40B4-BE49-F238E27FC236}">
                    <a16:creationId xmlns:a16="http://schemas.microsoft.com/office/drawing/2014/main" id="{1F7604A2-617A-9A8F-270A-0DB71F655E3E}"/>
                  </a:ext>
                </a:extLst>
              </p:cNvPr>
              <p:cNvGrpSpPr>
                <a:grpSpLocks/>
              </p:cNvGrpSpPr>
              <p:nvPr/>
            </p:nvGrpSpPr>
            <p:grpSpPr bwMode="auto">
              <a:xfrm rot="10800000">
                <a:off x="4862513" y="2282828"/>
                <a:ext cx="744537" cy="632142"/>
                <a:chOff x="2979738" y="5822293"/>
                <a:chExt cx="1700480" cy="745195"/>
              </a:xfrm>
            </p:grpSpPr>
            <p:cxnSp>
              <p:nvCxnSpPr>
                <p:cNvPr id="86" name="Curved Connector 53">
                  <a:extLst>
                    <a:ext uri="{FF2B5EF4-FFF2-40B4-BE49-F238E27FC236}">
                      <a16:creationId xmlns:a16="http://schemas.microsoft.com/office/drawing/2014/main" id="{585321F3-238F-601A-78FF-2F8B9D42CF04}"/>
                    </a:ext>
                  </a:extLst>
                </p:cNvPr>
                <p:cNvCxnSpPr/>
                <p:nvPr/>
              </p:nvCxnSpPr>
              <p:spPr>
                <a:xfrm flipV="1">
                  <a:off x="2979738" y="5824539"/>
                  <a:ext cx="757783" cy="742949"/>
                </a:xfrm>
                <a:prstGeom prst="curvedConnector3">
                  <a:avLst>
                    <a:gd name="adj1" fmla="val 50001"/>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7" name="Curved Connector 54">
                  <a:extLst>
                    <a:ext uri="{FF2B5EF4-FFF2-40B4-BE49-F238E27FC236}">
                      <a16:creationId xmlns:a16="http://schemas.microsoft.com/office/drawing/2014/main" id="{3795B1BC-8791-5FE1-63BA-9D652EB78DDB}"/>
                    </a:ext>
                  </a:extLst>
                </p:cNvPr>
                <p:cNvCxnSpPr/>
                <p:nvPr/>
              </p:nvCxnSpPr>
              <p:spPr>
                <a:xfrm flipV="1">
                  <a:off x="3737523" y="5822293"/>
                  <a:ext cx="199418" cy="0"/>
                </a:xfrm>
                <a:prstGeom prst="curvedConnector3">
                  <a:avLst>
                    <a:gd name="adj1" fmla="val 46528"/>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Curved Connector 55">
                  <a:extLst>
                    <a:ext uri="{FF2B5EF4-FFF2-40B4-BE49-F238E27FC236}">
                      <a16:creationId xmlns:a16="http://schemas.microsoft.com/office/drawing/2014/main" id="{9A1A7C50-2760-EEAB-211D-E81323B4414D}"/>
                    </a:ext>
                  </a:extLst>
                </p:cNvPr>
                <p:cNvCxnSpPr/>
                <p:nvPr/>
              </p:nvCxnSpPr>
              <p:spPr>
                <a:xfrm>
                  <a:off x="3922435" y="5824539"/>
                  <a:ext cx="757783" cy="742949"/>
                </a:xfrm>
                <a:prstGeom prst="curvedConnector3">
                  <a:avLst>
                    <a:gd name="adj1" fmla="val 50000"/>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79" name="TextBox 47">
                <a:extLst>
                  <a:ext uri="{FF2B5EF4-FFF2-40B4-BE49-F238E27FC236}">
                    <a16:creationId xmlns:a16="http://schemas.microsoft.com/office/drawing/2014/main" id="{4AB0A2E2-0643-CF8E-6A0D-F153C6DB0C62}"/>
                  </a:ext>
                </a:extLst>
              </p:cNvPr>
              <p:cNvSpPr txBox="1">
                <a:spLocks noChangeArrowheads="1"/>
              </p:cNvSpPr>
              <p:nvPr/>
            </p:nvSpPr>
            <p:spPr bwMode="auto">
              <a:xfrm>
                <a:off x="3683762" y="2980645"/>
                <a:ext cx="1800150" cy="1169987"/>
              </a:xfrm>
              <a:prstGeom prst="rect">
                <a:avLst/>
              </a:prstGeom>
              <a:noFill/>
              <a:ln w="25400">
                <a:solidFill>
                  <a:srgbClr val="FF0000"/>
                </a:solidFill>
                <a:prstDash val="sysDash"/>
                <a:miter lim="800000"/>
                <a:headEnd/>
                <a:tailEnd/>
              </a:ln>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sz="1400" b="1" dirty="0">
                    <a:cs typeface="Times New Roman" panose="02020603050405020304" pitchFamily="18" charset="0"/>
                  </a:rPr>
                  <a:t>Output Transition due to </a:t>
                </a:r>
              </a:p>
              <a:p>
                <a:pPr algn="ctr">
                  <a:spcBef>
                    <a:spcPct val="0"/>
                  </a:spcBef>
                  <a:buFontTx/>
                  <a:buNone/>
                </a:pPr>
                <a:r>
                  <a:rPr lang="en-US" sz="1400" b="1" dirty="0">
                    <a:cs typeface="Times New Roman" panose="02020603050405020304" pitchFamily="18" charset="0"/>
                  </a:rPr>
                  <a:t>(a) Negative,(b) Positive, and (c) Zero Skew Offset</a:t>
                </a:r>
              </a:p>
            </p:txBody>
          </p:sp>
          <p:sp>
            <p:nvSpPr>
              <p:cNvPr id="80" name="Rectangle 48">
                <a:extLst>
                  <a:ext uri="{FF2B5EF4-FFF2-40B4-BE49-F238E27FC236}">
                    <a16:creationId xmlns:a16="http://schemas.microsoft.com/office/drawing/2014/main" id="{80968658-0719-4836-0EA5-CACFD6FDCE6C}"/>
                  </a:ext>
                </a:extLst>
              </p:cNvPr>
              <p:cNvSpPr>
                <a:spLocks noChangeArrowheads="1"/>
              </p:cNvSpPr>
              <p:nvPr/>
            </p:nvSpPr>
            <p:spPr bwMode="auto">
              <a:xfrm>
                <a:off x="3821113" y="1968500"/>
                <a:ext cx="438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400" b="1">
                    <a:latin typeface="Times New Roman" panose="02020603050405020304" pitchFamily="18" charset="0"/>
                    <a:cs typeface="Times New Roman" panose="02020603050405020304" pitchFamily="18" charset="0"/>
                  </a:rPr>
                  <a:t>(a) </a:t>
                </a:r>
                <a:endParaRPr lang="en-US" sz="1400">
                  <a:latin typeface="Arial" panose="020B0604020202020204" pitchFamily="34" charset="0"/>
                </a:endParaRPr>
              </a:p>
            </p:txBody>
          </p:sp>
          <p:sp>
            <p:nvSpPr>
              <p:cNvPr id="81" name="Rectangle 49">
                <a:extLst>
                  <a:ext uri="{FF2B5EF4-FFF2-40B4-BE49-F238E27FC236}">
                    <a16:creationId xmlns:a16="http://schemas.microsoft.com/office/drawing/2014/main" id="{D795635D-AC18-E8FF-BE18-E31059A5FD13}"/>
                  </a:ext>
                </a:extLst>
              </p:cNvPr>
              <p:cNvSpPr>
                <a:spLocks noChangeArrowheads="1"/>
              </p:cNvSpPr>
              <p:nvPr/>
            </p:nvSpPr>
            <p:spPr bwMode="auto">
              <a:xfrm>
                <a:off x="4414838" y="1968500"/>
                <a:ext cx="447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400" b="1">
                    <a:latin typeface="Times New Roman" panose="02020603050405020304" pitchFamily="18" charset="0"/>
                    <a:cs typeface="Times New Roman" panose="02020603050405020304" pitchFamily="18" charset="0"/>
                  </a:rPr>
                  <a:t>(b) </a:t>
                </a:r>
                <a:endParaRPr lang="en-US" sz="1400">
                  <a:latin typeface="Arial" panose="020B0604020202020204" pitchFamily="34" charset="0"/>
                </a:endParaRPr>
              </a:p>
            </p:txBody>
          </p:sp>
          <p:sp>
            <p:nvSpPr>
              <p:cNvPr id="82" name="Rectangle 50">
                <a:extLst>
                  <a:ext uri="{FF2B5EF4-FFF2-40B4-BE49-F238E27FC236}">
                    <a16:creationId xmlns:a16="http://schemas.microsoft.com/office/drawing/2014/main" id="{D3C3440F-2BF3-61AD-F0CB-D04691508D3F}"/>
                  </a:ext>
                </a:extLst>
              </p:cNvPr>
              <p:cNvSpPr>
                <a:spLocks noChangeArrowheads="1"/>
              </p:cNvSpPr>
              <p:nvPr/>
            </p:nvSpPr>
            <p:spPr bwMode="auto">
              <a:xfrm>
                <a:off x="5018088" y="1968500"/>
                <a:ext cx="4270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sz="1400" b="1">
                    <a:latin typeface="Times New Roman" panose="02020603050405020304" pitchFamily="18" charset="0"/>
                    <a:cs typeface="Times New Roman" panose="02020603050405020304" pitchFamily="18" charset="0"/>
                  </a:rPr>
                  <a:t>(c) </a:t>
                </a:r>
                <a:endParaRPr lang="en-US" sz="1400">
                  <a:latin typeface="Arial" panose="020B0604020202020204" pitchFamily="34" charset="0"/>
                </a:endParaRPr>
              </a:p>
            </p:txBody>
          </p:sp>
          <p:sp>
            <p:nvSpPr>
              <p:cNvPr id="83" name="Oval 82">
                <a:extLst>
                  <a:ext uri="{FF2B5EF4-FFF2-40B4-BE49-F238E27FC236}">
                    <a16:creationId xmlns:a16="http://schemas.microsoft.com/office/drawing/2014/main" id="{E05618C6-9A21-B0C9-FCAC-CD4245C84420}"/>
                  </a:ext>
                </a:extLst>
              </p:cNvPr>
              <p:cNvSpPr/>
              <p:nvPr/>
            </p:nvSpPr>
            <p:spPr bwMode="auto">
              <a:xfrm>
                <a:off x="2352675" y="1566862"/>
                <a:ext cx="176213" cy="211138"/>
              </a:xfrm>
              <a:prstGeom prst="ellipse">
                <a:avLst/>
              </a:prstGeom>
              <a:ln w="19050"/>
            </p:spPr>
            <p:style>
              <a:lnRef idx="2">
                <a:schemeClr val="dk1"/>
              </a:lnRef>
              <a:fillRef idx="1">
                <a:schemeClr val="lt1"/>
              </a:fillRef>
              <a:effectRef idx="0">
                <a:schemeClr val="dk1"/>
              </a:effectRef>
              <a:fontRef idx="minor">
                <a:schemeClr val="dk1"/>
              </a:fontRef>
            </p:style>
            <p:txBody>
              <a:bodyPr anchor="ctr"/>
              <a:lstStyle/>
              <a:p>
                <a:pPr algn="ctr">
                  <a:defRPr/>
                </a:pPr>
                <a:r>
                  <a:rPr lang="en-US" sz="1000" b="1">
                    <a:latin typeface="Times New Roman" pitchFamily="18" charset="0"/>
                    <a:cs typeface="Times New Roman" pitchFamily="18" charset="0"/>
                  </a:rPr>
                  <a:t>3</a:t>
                </a:r>
              </a:p>
            </p:txBody>
          </p:sp>
          <p:sp>
            <p:nvSpPr>
              <p:cNvPr id="84" name="U-Turn Arrow 52">
                <a:extLst>
                  <a:ext uri="{FF2B5EF4-FFF2-40B4-BE49-F238E27FC236}">
                    <a16:creationId xmlns:a16="http://schemas.microsoft.com/office/drawing/2014/main" id="{351791FB-911F-41CA-C596-75A961F46501}"/>
                  </a:ext>
                </a:extLst>
              </p:cNvPr>
              <p:cNvSpPr/>
              <p:nvPr/>
            </p:nvSpPr>
            <p:spPr bwMode="auto">
              <a:xfrm>
                <a:off x="1879600" y="1441450"/>
                <a:ext cx="1423988" cy="249237"/>
              </a:xfrm>
              <a:prstGeom prst="utur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85" name="Rectangle 272">
                <a:extLst>
                  <a:ext uri="{FF2B5EF4-FFF2-40B4-BE49-F238E27FC236}">
                    <a16:creationId xmlns:a16="http://schemas.microsoft.com/office/drawing/2014/main" id="{92227B28-F373-8E3C-A500-33215F8EB82E}"/>
                  </a:ext>
                </a:extLst>
              </p:cNvPr>
              <p:cNvSpPr>
                <a:spLocks noChangeArrowheads="1"/>
              </p:cNvSpPr>
              <p:nvPr/>
            </p:nvSpPr>
            <p:spPr bwMode="auto">
              <a:xfrm>
                <a:off x="3267075" y="3078163"/>
                <a:ext cx="6397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200" b="1">
                    <a:latin typeface="Times New Roman" panose="02020603050405020304" pitchFamily="18" charset="0"/>
                    <a:cs typeface="Times New Roman" panose="02020603050405020304" pitchFamily="18" charset="0"/>
                  </a:rPr>
                  <a:t>M</a:t>
                </a:r>
                <a:r>
                  <a:rPr lang="en-US" sz="1200" b="1" baseline="-25000">
                    <a:latin typeface="Times New Roman" panose="02020603050405020304" pitchFamily="18" charset="0"/>
                    <a:cs typeface="Times New Roman" panose="02020603050405020304" pitchFamily="18" charset="0"/>
                  </a:rPr>
                  <a:t>N</a:t>
                </a:r>
              </a:p>
            </p:txBody>
          </p:sp>
        </p:grpSp>
        <p:sp>
          <p:nvSpPr>
            <p:cNvPr id="31" name="Rectangle 2">
              <a:extLst>
                <a:ext uri="{FF2B5EF4-FFF2-40B4-BE49-F238E27FC236}">
                  <a16:creationId xmlns:a16="http://schemas.microsoft.com/office/drawing/2014/main" id="{1E632595-6077-627D-8471-FD000FE1A101}"/>
                </a:ext>
              </a:extLst>
            </p:cNvPr>
            <p:cNvSpPr>
              <a:spLocks noChangeArrowheads="1"/>
            </p:cNvSpPr>
            <p:nvPr/>
          </p:nvSpPr>
          <p:spPr bwMode="auto">
            <a:xfrm>
              <a:off x="3851598" y="2070934"/>
              <a:ext cx="3561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000000"/>
                  </a:solidFill>
                  <a:latin typeface="Times New Roman" panose="02020603050405020304" pitchFamily="18" charset="0"/>
                </a:rPr>
                <a:t>I</a:t>
              </a:r>
              <a:r>
                <a:rPr lang="en-US" baseline="-25000">
                  <a:solidFill>
                    <a:srgbClr val="000000"/>
                  </a:solidFill>
                  <a:latin typeface="Times New Roman" panose="02020603050405020304" pitchFamily="18" charset="0"/>
                </a:rPr>
                <a:t>Z</a:t>
              </a:r>
              <a:endParaRPr lang="en-US" baseline="-25000"/>
            </a:p>
          </p:txBody>
        </p:sp>
        <p:sp>
          <p:nvSpPr>
            <p:cNvPr id="32" name="Rectangle 82">
              <a:extLst>
                <a:ext uri="{FF2B5EF4-FFF2-40B4-BE49-F238E27FC236}">
                  <a16:creationId xmlns:a16="http://schemas.microsoft.com/office/drawing/2014/main" id="{DC3E0E98-4D21-B410-5054-BEA20BB9524C}"/>
                </a:ext>
              </a:extLst>
            </p:cNvPr>
            <p:cNvSpPr>
              <a:spLocks noChangeArrowheads="1"/>
            </p:cNvSpPr>
            <p:nvPr/>
          </p:nvSpPr>
          <p:spPr bwMode="auto">
            <a:xfrm>
              <a:off x="3116586" y="2017225"/>
              <a:ext cx="346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000000"/>
                  </a:solidFill>
                  <a:latin typeface="Times New Roman" panose="02020603050405020304" pitchFamily="18" charset="0"/>
                </a:rPr>
                <a:t>I</a:t>
              </a:r>
              <a:r>
                <a:rPr lang="en-US" baseline="-25000">
                  <a:solidFill>
                    <a:srgbClr val="000000"/>
                  </a:solidFill>
                  <a:latin typeface="Times New Roman" panose="02020603050405020304" pitchFamily="18" charset="0"/>
                </a:rPr>
                <a:t>P</a:t>
              </a:r>
              <a:endParaRPr lang="en-US" baseline="-25000"/>
            </a:p>
          </p:txBody>
        </p:sp>
        <p:sp>
          <p:nvSpPr>
            <p:cNvPr id="33" name="Rectangle 83">
              <a:extLst>
                <a:ext uri="{FF2B5EF4-FFF2-40B4-BE49-F238E27FC236}">
                  <a16:creationId xmlns:a16="http://schemas.microsoft.com/office/drawing/2014/main" id="{3A8CE227-DEDD-1368-08B7-31A733BFEDBE}"/>
                </a:ext>
              </a:extLst>
            </p:cNvPr>
            <p:cNvSpPr>
              <a:spLocks noChangeArrowheads="1"/>
            </p:cNvSpPr>
            <p:nvPr/>
          </p:nvSpPr>
          <p:spPr bwMode="auto">
            <a:xfrm>
              <a:off x="2245574" y="2074347"/>
              <a:ext cx="3722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000000"/>
                  </a:solidFill>
                  <a:latin typeface="Times New Roman" panose="02020603050405020304" pitchFamily="18" charset="0"/>
                </a:rPr>
                <a:t>I</a:t>
              </a:r>
              <a:r>
                <a:rPr lang="en-US" baseline="-25000">
                  <a:solidFill>
                    <a:srgbClr val="000000"/>
                  </a:solidFill>
                  <a:latin typeface="Times New Roman" panose="02020603050405020304" pitchFamily="18" charset="0"/>
                </a:rPr>
                <a:t>N</a:t>
              </a:r>
              <a:endParaRPr lang="en-US" baseline="-25000"/>
            </a:p>
          </p:txBody>
        </p:sp>
        <p:sp>
          <p:nvSpPr>
            <p:cNvPr id="34" name="Rectangle 3">
              <a:extLst>
                <a:ext uri="{FF2B5EF4-FFF2-40B4-BE49-F238E27FC236}">
                  <a16:creationId xmlns:a16="http://schemas.microsoft.com/office/drawing/2014/main" id="{5F5A48CA-ADF7-8F98-F5EB-5A91E813FB55}"/>
                </a:ext>
              </a:extLst>
            </p:cNvPr>
            <p:cNvSpPr>
              <a:spLocks noChangeArrowheads="1"/>
            </p:cNvSpPr>
            <p:nvPr/>
          </p:nvSpPr>
          <p:spPr bwMode="auto">
            <a:xfrm>
              <a:off x="2355459" y="2986501"/>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000000"/>
                  </a:solidFill>
                  <a:latin typeface="Times New Roman" panose="02020603050405020304" pitchFamily="18" charset="0"/>
                </a:rPr>
                <a:t>R</a:t>
              </a:r>
              <a:endParaRPr lang="en-US"/>
            </a:p>
          </p:txBody>
        </p:sp>
        <p:sp>
          <p:nvSpPr>
            <p:cNvPr id="35" name="Rectangle 85">
              <a:extLst>
                <a:ext uri="{FF2B5EF4-FFF2-40B4-BE49-F238E27FC236}">
                  <a16:creationId xmlns:a16="http://schemas.microsoft.com/office/drawing/2014/main" id="{CF1DA1CE-3A8B-0B7D-509B-CFA2113E6A7B}"/>
                </a:ext>
              </a:extLst>
            </p:cNvPr>
            <p:cNvSpPr>
              <a:spLocks noChangeArrowheads="1"/>
            </p:cNvSpPr>
            <p:nvPr/>
          </p:nvSpPr>
          <p:spPr bwMode="auto">
            <a:xfrm>
              <a:off x="3081017" y="3029442"/>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000000"/>
                  </a:solidFill>
                  <a:latin typeface="Times New Roman" panose="02020603050405020304" pitchFamily="18" charset="0"/>
                </a:rPr>
                <a:t>R</a:t>
              </a:r>
              <a:endParaRPr lang="en-US"/>
            </a:p>
          </p:txBody>
        </p:sp>
        <p:sp>
          <p:nvSpPr>
            <p:cNvPr id="36" name="Rectangle 86">
              <a:extLst>
                <a:ext uri="{FF2B5EF4-FFF2-40B4-BE49-F238E27FC236}">
                  <a16:creationId xmlns:a16="http://schemas.microsoft.com/office/drawing/2014/main" id="{5859EBCD-560B-1711-74EC-614773968053}"/>
                </a:ext>
              </a:extLst>
            </p:cNvPr>
            <p:cNvSpPr>
              <a:spLocks noChangeArrowheads="1"/>
            </p:cNvSpPr>
            <p:nvPr/>
          </p:nvSpPr>
          <p:spPr bwMode="auto">
            <a:xfrm>
              <a:off x="3833651" y="2937000"/>
              <a:ext cx="3385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solidFill>
                    <a:srgbClr val="000000"/>
                  </a:solidFill>
                  <a:latin typeface="Times New Roman" panose="02020603050405020304" pitchFamily="18" charset="0"/>
                </a:rPr>
                <a:t>R</a:t>
              </a:r>
              <a:endParaRPr lang="en-US"/>
            </a:p>
          </p:txBody>
        </p:sp>
      </p:grpSp>
      <p:sp>
        <p:nvSpPr>
          <p:cNvPr id="114" name="Rectangle 113">
            <a:extLst>
              <a:ext uri="{FF2B5EF4-FFF2-40B4-BE49-F238E27FC236}">
                <a16:creationId xmlns:a16="http://schemas.microsoft.com/office/drawing/2014/main" id="{9C2BB5B0-6889-0954-9693-5B2DABF741C4}"/>
              </a:ext>
            </a:extLst>
          </p:cNvPr>
          <p:cNvSpPr/>
          <p:nvPr/>
        </p:nvSpPr>
        <p:spPr>
          <a:xfrm>
            <a:off x="365665" y="3543813"/>
            <a:ext cx="5573081" cy="584775"/>
          </a:xfrm>
          <a:prstGeom prst="rect">
            <a:avLst/>
          </a:prstGeom>
        </p:spPr>
        <p:txBody>
          <a:bodyPr wrap="square">
            <a:spAutoFit/>
          </a:bodyPr>
          <a:lstStyle/>
          <a:p>
            <a:pPr algn="ctr"/>
            <a:r>
              <a:rPr lang="en-US" sz="1600" u="sng" dirty="0">
                <a:solidFill>
                  <a:srgbClr val="002060"/>
                </a:solidFill>
              </a:rPr>
              <a:t>A negative/positive/zero skew offset between the inputs of the delay cell.</a:t>
            </a:r>
          </a:p>
        </p:txBody>
      </p:sp>
      <p:grpSp>
        <p:nvGrpSpPr>
          <p:cNvPr id="115" name="Group 114">
            <a:extLst>
              <a:ext uri="{FF2B5EF4-FFF2-40B4-BE49-F238E27FC236}">
                <a16:creationId xmlns:a16="http://schemas.microsoft.com/office/drawing/2014/main" id="{84766D99-7EDF-3288-DEFF-55D0ABE08070}"/>
              </a:ext>
            </a:extLst>
          </p:cNvPr>
          <p:cNvGrpSpPr>
            <a:grpSpLocks/>
          </p:cNvGrpSpPr>
          <p:nvPr/>
        </p:nvGrpSpPr>
        <p:grpSpPr bwMode="auto">
          <a:xfrm>
            <a:off x="6338111" y="586892"/>
            <a:ext cx="5532437" cy="3198812"/>
            <a:chOff x="297380" y="1832565"/>
            <a:chExt cx="5068351" cy="3198672"/>
          </a:xfrm>
        </p:grpSpPr>
        <p:cxnSp>
          <p:nvCxnSpPr>
            <p:cNvPr id="116" name="Straight Connector 115">
              <a:extLst>
                <a:ext uri="{FF2B5EF4-FFF2-40B4-BE49-F238E27FC236}">
                  <a16:creationId xmlns:a16="http://schemas.microsoft.com/office/drawing/2014/main" id="{58BEBD66-0D6F-C20F-4CBA-15EC771471E8}"/>
                </a:ext>
              </a:extLst>
            </p:cNvPr>
            <p:cNvCxnSpPr/>
            <p:nvPr/>
          </p:nvCxnSpPr>
          <p:spPr bwMode="auto">
            <a:xfrm rot="16200000" flipV="1">
              <a:off x="2463546" y="3177912"/>
              <a:ext cx="2360509"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2C59927-0FE1-8966-C1BB-10DA0EE36567}"/>
                </a:ext>
              </a:extLst>
            </p:cNvPr>
            <p:cNvCxnSpPr/>
            <p:nvPr/>
          </p:nvCxnSpPr>
          <p:spPr bwMode="auto">
            <a:xfrm rot="16200000" flipV="1">
              <a:off x="3092364" y="2911224"/>
              <a:ext cx="1827132"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6F245177-3169-5AA5-898D-BBE3FF25E6C5}"/>
                </a:ext>
              </a:extLst>
            </p:cNvPr>
            <p:cNvCxnSpPr/>
            <p:nvPr/>
          </p:nvCxnSpPr>
          <p:spPr bwMode="auto">
            <a:xfrm rot="16200000" flipV="1">
              <a:off x="3496648" y="2947735"/>
              <a:ext cx="18969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56C464F0-46E6-B324-47AD-E8C287EC25B3}"/>
                </a:ext>
              </a:extLst>
            </p:cNvPr>
            <p:cNvCxnSpPr/>
            <p:nvPr/>
          </p:nvCxnSpPr>
          <p:spPr bwMode="auto">
            <a:xfrm rot="16200000" flipV="1">
              <a:off x="3552408" y="3243791"/>
              <a:ext cx="2492266"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EB101BE1-F0D4-DC5A-99A0-554BD82755AE}"/>
                </a:ext>
              </a:extLst>
            </p:cNvPr>
            <p:cNvCxnSpPr/>
            <p:nvPr/>
          </p:nvCxnSpPr>
          <p:spPr bwMode="auto">
            <a:xfrm rot="16200000" flipV="1">
              <a:off x="2827636" y="2981071"/>
              <a:ext cx="1966826"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A52C423-A129-A21D-61D9-4956A81540F7}"/>
                </a:ext>
              </a:extLst>
            </p:cNvPr>
            <p:cNvCxnSpPr/>
            <p:nvPr/>
          </p:nvCxnSpPr>
          <p:spPr bwMode="auto">
            <a:xfrm flipV="1">
              <a:off x="1130713" y="4143864"/>
              <a:ext cx="3762361" cy="1587"/>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2" name="TextBox 47">
              <a:extLst>
                <a:ext uri="{FF2B5EF4-FFF2-40B4-BE49-F238E27FC236}">
                  <a16:creationId xmlns:a16="http://schemas.microsoft.com/office/drawing/2014/main" id="{102EBA7E-B7B1-79E3-A7AA-E6BC0A6BDF59}"/>
                </a:ext>
              </a:extLst>
            </p:cNvPr>
            <p:cNvSpPr txBox="1">
              <a:spLocks noChangeArrowheads="1"/>
            </p:cNvSpPr>
            <p:nvPr/>
          </p:nvSpPr>
          <p:spPr bwMode="auto">
            <a:xfrm>
              <a:off x="1826752" y="4712055"/>
              <a:ext cx="5216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latin typeface="Times New Roman" panose="02020603050405020304" pitchFamily="18" charset="0"/>
                  <a:cs typeface="Times New Roman" panose="02020603050405020304" pitchFamily="18" charset="0"/>
                </a:rPr>
                <a:t>t</a:t>
              </a:r>
              <a:r>
                <a:rPr lang="en-US" sz="1400" b="1" baseline="-25000">
                  <a:latin typeface="Times New Roman" panose="02020603050405020304" pitchFamily="18" charset="0"/>
                  <a:cs typeface="Times New Roman" panose="02020603050405020304" pitchFamily="18" charset="0"/>
                </a:rPr>
                <a:t>plh</a:t>
              </a:r>
              <a:endParaRPr lang="en-US" sz="1400" b="1">
                <a:latin typeface="Times New Roman" panose="02020603050405020304" pitchFamily="18" charset="0"/>
                <a:cs typeface="Times New Roman" panose="02020603050405020304" pitchFamily="18" charset="0"/>
              </a:endParaRPr>
            </a:p>
          </p:txBody>
        </p:sp>
        <p:sp>
          <p:nvSpPr>
            <p:cNvPr id="123" name="TextBox 48">
              <a:extLst>
                <a:ext uri="{FF2B5EF4-FFF2-40B4-BE49-F238E27FC236}">
                  <a16:creationId xmlns:a16="http://schemas.microsoft.com/office/drawing/2014/main" id="{46587CE9-0A9C-BDCC-6C59-518C831801F2}"/>
                </a:ext>
              </a:extLst>
            </p:cNvPr>
            <p:cNvSpPr txBox="1">
              <a:spLocks noChangeArrowheads="1"/>
            </p:cNvSpPr>
            <p:nvPr/>
          </p:nvSpPr>
          <p:spPr bwMode="auto">
            <a:xfrm>
              <a:off x="2052281" y="2816569"/>
              <a:ext cx="457200" cy="30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latin typeface="Times New Roman" panose="02020603050405020304" pitchFamily="18" charset="0"/>
                  <a:cs typeface="Times New Roman" panose="02020603050405020304" pitchFamily="18" charset="0"/>
                </a:rPr>
                <a:t>t</a:t>
              </a:r>
              <a:r>
                <a:rPr lang="en-US" sz="1400" b="1" baseline="-25000">
                  <a:latin typeface="Times New Roman" panose="02020603050405020304" pitchFamily="18" charset="0"/>
                  <a:cs typeface="Times New Roman" panose="02020603050405020304" pitchFamily="18" charset="0"/>
                </a:rPr>
                <a:t>nlh</a:t>
              </a:r>
              <a:endParaRPr lang="en-US" sz="1400" b="1">
                <a:latin typeface="Times New Roman" panose="02020603050405020304" pitchFamily="18" charset="0"/>
                <a:cs typeface="Times New Roman" panose="02020603050405020304" pitchFamily="18" charset="0"/>
              </a:endParaRPr>
            </a:p>
          </p:txBody>
        </p:sp>
        <p:cxnSp>
          <p:nvCxnSpPr>
            <p:cNvPr id="124" name="Straight Connector 123">
              <a:extLst>
                <a:ext uri="{FF2B5EF4-FFF2-40B4-BE49-F238E27FC236}">
                  <a16:creationId xmlns:a16="http://schemas.microsoft.com/office/drawing/2014/main" id="{083D7F13-188D-381A-C4F5-A23512510B09}"/>
                </a:ext>
              </a:extLst>
            </p:cNvPr>
            <p:cNvCxnSpPr/>
            <p:nvPr/>
          </p:nvCxnSpPr>
          <p:spPr bwMode="auto">
            <a:xfrm>
              <a:off x="781673" y="3389834"/>
              <a:ext cx="420884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09651E7D-51B0-6017-9F5B-939662470867}"/>
                </a:ext>
              </a:extLst>
            </p:cNvPr>
            <p:cNvCxnSpPr/>
            <p:nvPr/>
          </p:nvCxnSpPr>
          <p:spPr bwMode="auto">
            <a:xfrm>
              <a:off x="751132" y="2629455"/>
              <a:ext cx="4207386"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B09130CE-603B-B769-1564-72061A757FBB}"/>
                </a:ext>
              </a:extLst>
            </p:cNvPr>
            <p:cNvCxnSpPr/>
            <p:nvPr/>
          </p:nvCxnSpPr>
          <p:spPr bwMode="auto">
            <a:xfrm rot="5400000">
              <a:off x="648671" y="3785171"/>
              <a:ext cx="1646165" cy="1455"/>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C0471C8A-ABC4-AF14-DB03-B35555634660}"/>
                </a:ext>
              </a:extLst>
            </p:cNvPr>
            <p:cNvCxnSpPr/>
            <p:nvPr/>
          </p:nvCxnSpPr>
          <p:spPr bwMode="auto">
            <a:xfrm rot="5400000">
              <a:off x="83199" y="2602535"/>
              <a:ext cx="703231" cy="1454"/>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76925A7A-A6D6-7868-902C-40D72F44F0C4}"/>
                </a:ext>
              </a:extLst>
            </p:cNvPr>
            <p:cNvCxnSpPr/>
            <p:nvPr/>
          </p:nvCxnSpPr>
          <p:spPr bwMode="auto">
            <a:xfrm rot="5400000">
              <a:off x="-224282" y="3599441"/>
              <a:ext cx="1966826" cy="1455"/>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129" name="Group 158">
              <a:extLst>
                <a:ext uri="{FF2B5EF4-FFF2-40B4-BE49-F238E27FC236}">
                  <a16:creationId xmlns:a16="http://schemas.microsoft.com/office/drawing/2014/main" id="{0EC82059-B24A-B066-53AF-7EB5A76E6B9F}"/>
                </a:ext>
              </a:extLst>
            </p:cNvPr>
            <p:cNvGrpSpPr>
              <a:grpSpLocks/>
            </p:cNvGrpSpPr>
            <p:nvPr/>
          </p:nvGrpSpPr>
          <p:grpSpPr bwMode="auto">
            <a:xfrm>
              <a:off x="430404" y="2262890"/>
              <a:ext cx="4519187" cy="684055"/>
              <a:chOff x="473586" y="1414003"/>
              <a:chExt cx="5115354" cy="890410"/>
            </a:xfrm>
          </p:grpSpPr>
          <p:cxnSp>
            <p:nvCxnSpPr>
              <p:cNvPr id="177" name="Curved Connector 65">
                <a:extLst>
                  <a:ext uri="{FF2B5EF4-FFF2-40B4-BE49-F238E27FC236}">
                    <a16:creationId xmlns:a16="http://schemas.microsoft.com/office/drawing/2014/main" id="{AC4DAF23-63E0-3554-2E3D-6C13A199E8CE}"/>
                  </a:ext>
                </a:extLst>
              </p:cNvPr>
              <p:cNvCxnSpPr/>
              <p:nvPr/>
            </p:nvCxnSpPr>
            <p:spPr bwMode="auto">
              <a:xfrm flipV="1">
                <a:off x="472817" y="1417964"/>
                <a:ext cx="768770" cy="882311"/>
              </a:xfrm>
              <a:prstGeom prst="curvedConnector3">
                <a:avLst>
                  <a:gd name="adj1" fmla="val 50000"/>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grpSp>
            <p:nvGrpSpPr>
              <p:cNvPr id="178" name="Group 93">
                <a:extLst>
                  <a:ext uri="{FF2B5EF4-FFF2-40B4-BE49-F238E27FC236}">
                    <a16:creationId xmlns:a16="http://schemas.microsoft.com/office/drawing/2014/main" id="{9A8C7F3E-203B-D85C-1410-B6637E8C2B43}"/>
                  </a:ext>
                </a:extLst>
              </p:cNvPr>
              <p:cNvGrpSpPr>
                <a:grpSpLocks/>
              </p:cNvGrpSpPr>
              <p:nvPr/>
            </p:nvGrpSpPr>
            <p:grpSpPr bwMode="auto">
              <a:xfrm>
                <a:off x="1228638" y="1414003"/>
                <a:ext cx="4360302" cy="890410"/>
                <a:chOff x="1702187" y="3652162"/>
                <a:chExt cx="3944894" cy="601240"/>
              </a:xfrm>
            </p:grpSpPr>
            <p:cxnSp>
              <p:nvCxnSpPr>
                <p:cNvPr id="179" name="Curved Connector 67">
                  <a:extLst>
                    <a:ext uri="{FF2B5EF4-FFF2-40B4-BE49-F238E27FC236}">
                      <a16:creationId xmlns:a16="http://schemas.microsoft.com/office/drawing/2014/main" id="{54645B17-86C5-07D5-338E-2B6940FD9921}"/>
                    </a:ext>
                  </a:extLst>
                </p:cNvPr>
                <p:cNvCxnSpPr/>
                <p:nvPr/>
              </p:nvCxnSpPr>
              <p:spPr>
                <a:xfrm>
                  <a:off x="1865816" y="3654836"/>
                  <a:ext cx="694039" cy="595772"/>
                </a:xfrm>
                <a:prstGeom prst="curvedConnector3">
                  <a:avLst>
                    <a:gd name="adj1" fmla="val 50000"/>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80" name="Curved Connector 68">
                  <a:extLst>
                    <a:ext uri="{FF2B5EF4-FFF2-40B4-BE49-F238E27FC236}">
                      <a16:creationId xmlns:a16="http://schemas.microsoft.com/office/drawing/2014/main" id="{EC8E8119-561A-96AD-1669-7E699CD048CF}"/>
                    </a:ext>
                  </a:extLst>
                </p:cNvPr>
                <p:cNvCxnSpPr/>
                <p:nvPr/>
              </p:nvCxnSpPr>
              <p:spPr>
                <a:xfrm flipV="1">
                  <a:off x="2555387" y="3654836"/>
                  <a:ext cx="694039" cy="595772"/>
                </a:xfrm>
                <a:prstGeom prst="curvedConnector3">
                  <a:avLst>
                    <a:gd name="adj1" fmla="val 50000"/>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81" name="Curved Connector 69">
                  <a:extLst>
                    <a:ext uri="{FF2B5EF4-FFF2-40B4-BE49-F238E27FC236}">
                      <a16:creationId xmlns:a16="http://schemas.microsoft.com/office/drawing/2014/main" id="{1D67EE8A-74C5-A8F0-EFA8-923BEC724E6D}"/>
                    </a:ext>
                  </a:extLst>
                </p:cNvPr>
                <p:cNvCxnSpPr/>
                <p:nvPr/>
              </p:nvCxnSpPr>
              <p:spPr>
                <a:xfrm flipV="1">
                  <a:off x="3249426" y="3654836"/>
                  <a:ext cx="183191" cy="0"/>
                </a:xfrm>
                <a:prstGeom prst="curvedConnector3">
                  <a:avLst>
                    <a:gd name="adj1" fmla="val 46528"/>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82" name="Curved Connector 70">
                  <a:extLst>
                    <a:ext uri="{FF2B5EF4-FFF2-40B4-BE49-F238E27FC236}">
                      <a16:creationId xmlns:a16="http://schemas.microsoft.com/office/drawing/2014/main" id="{AF49AA8D-3988-6865-64AC-BD963E4E0C87}"/>
                    </a:ext>
                  </a:extLst>
                </p:cNvPr>
                <p:cNvCxnSpPr/>
                <p:nvPr/>
              </p:nvCxnSpPr>
              <p:spPr>
                <a:xfrm>
                  <a:off x="3425170" y="3654836"/>
                  <a:ext cx="695529" cy="595772"/>
                </a:xfrm>
                <a:prstGeom prst="curvedConnector3">
                  <a:avLst>
                    <a:gd name="adj1" fmla="val 50000"/>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83" name="Curved Connector 71">
                  <a:extLst>
                    <a:ext uri="{FF2B5EF4-FFF2-40B4-BE49-F238E27FC236}">
                      <a16:creationId xmlns:a16="http://schemas.microsoft.com/office/drawing/2014/main" id="{78450E0E-D1A2-5E14-B0FB-7BAE9E8B129D}"/>
                    </a:ext>
                  </a:extLst>
                </p:cNvPr>
                <p:cNvCxnSpPr/>
                <p:nvPr/>
              </p:nvCxnSpPr>
              <p:spPr>
                <a:xfrm flipV="1">
                  <a:off x="4084954" y="3654836"/>
                  <a:ext cx="695528" cy="595772"/>
                </a:xfrm>
                <a:prstGeom prst="curvedConnector3">
                  <a:avLst>
                    <a:gd name="adj1" fmla="val 50000"/>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84" name="Curved Connector 72">
                  <a:extLst>
                    <a:ext uri="{FF2B5EF4-FFF2-40B4-BE49-F238E27FC236}">
                      <a16:creationId xmlns:a16="http://schemas.microsoft.com/office/drawing/2014/main" id="{02A543AE-C386-0E4A-65C0-067A60CB4D89}"/>
                    </a:ext>
                  </a:extLst>
                </p:cNvPr>
                <p:cNvCxnSpPr/>
                <p:nvPr/>
              </p:nvCxnSpPr>
              <p:spPr>
                <a:xfrm flipV="1">
                  <a:off x="4771546" y="3654836"/>
                  <a:ext cx="181701" cy="0"/>
                </a:xfrm>
                <a:prstGeom prst="curvedConnector3">
                  <a:avLst>
                    <a:gd name="adj1" fmla="val 46528"/>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85" name="Curved Connector 73">
                  <a:extLst>
                    <a:ext uri="{FF2B5EF4-FFF2-40B4-BE49-F238E27FC236}">
                      <a16:creationId xmlns:a16="http://schemas.microsoft.com/office/drawing/2014/main" id="{9F1C9846-0FC1-8FFC-A1DF-2730174299E7}"/>
                    </a:ext>
                  </a:extLst>
                </p:cNvPr>
                <p:cNvCxnSpPr/>
                <p:nvPr/>
              </p:nvCxnSpPr>
              <p:spPr>
                <a:xfrm>
                  <a:off x="4951758" y="3654836"/>
                  <a:ext cx="695528" cy="598562"/>
                </a:xfrm>
                <a:prstGeom prst="curvedConnector3">
                  <a:avLst>
                    <a:gd name="adj1" fmla="val 50000"/>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cxnSp>
              <p:nvCxnSpPr>
                <p:cNvPr id="186" name="Curved Connector 74">
                  <a:extLst>
                    <a:ext uri="{FF2B5EF4-FFF2-40B4-BE49-F238E27FC236}">
                      <a16:creationId xmlns:a16="http://schemas.microsoft.com/office/drawing/2014/main" id="{1DCE8E2E-258F-2C83-6D0F-735DE3D3FB24}"/>
                    </a:ext>
                  </a:extLst>
                </p:cNvPr>
                <p:cNvCxnSpPr/>
                <p:nvPr/>
              </p:nvCxnSpPr>
              <p:spPr>
                <a:xfrm flipV="1">
                  <a:off x="1701987" y="3652046"/>
                  <a:ext cx="183190" cy="0"/>
                </a:xfrm>
                <a:prstGeom prst="curvedConnector3">
                  <a:avLst>
                    <a:gd name="adj1" fmla="val 46528"/>
                  </a:avLst>
                </a:prstGeom>
                <a:ln w="57150">
                  <a:solidFill>
                    <a:srgbClr val="002060"/>
                  </a:solidFill>
                  <a:prstDash val="solid"/>
                </a:ln>
              </p:spPr>
              <p:style>
                <a:lnRef idx="1">
                  <a:schemeClr val="accent1"/>
                </a:lnRef>
                <a:fillRef idx="0">
                  <a:schemeClr val="accent1"/>
                </a:fillRef>
                <a:effectRef idx="0">
                  <a:schemeClr val="accent1"/>
                </a:effectRef>
                <a:fontRef idx="minor">
                  <a:schemeClr val="tx1"/>
                </a:fontRef>
              </p:style>
            </p:cxnSp>
          </p:grpSp>
        </p:grpSp>
        <p:grpSp>
          <p:nvGrpSpPr>
            <p:cNvPr id="130" name="Group 157">
              <a:extLst>
                <a:ext uri="{FF2B5EF4-FFF2-40B4-BE49-F238E27FC236}">
                  <a16:creationId xmlns:a16="http://schemas.microsoft.com/office/drawing/2014/main" id="{B83E33A0-B159-9147-EB3B-EE16267B94F3}"/>
                </a:ext>
              </a:extLst>
            </p:cNvPr>
            <p:cNvGrpSpPr>
              <a:grpSpLocks/>
            </p:cNvGrpSpPr>
            <p:nvPr/>
          </p:nvGrpSpPr>
          <p:grpSpPr bwMode="auto">
            <a:xfrm>
              <a:off x="916150" y="3021316"/>
              <a:ext cx="3800715" cy="680401"/>
              <a:chOff x="824228" y="2425208"/>
              <a:chExt cx="4351921" cy="885654"/>
            </a:xfrm>
          </p:grpSpPr>
          <p:grpSp>
            <p:nvGrpSpPr>
              <p:cNvPr id="168" name="Group 93">
                <a:extLst>
                  <a:ext uri="{FF2B5EF4-FFF2-40B4-BE49-F238E27FC236}">
                    <a16:creationId xmlns:a16="http://schemas.microsoft.com/office/drawing/2014/main" id="{5545EA3C-95FB-A51E-1451-947F681CBC56}"/>
                  </a:ext>
                </a:extLst>
              </p:cNvPr>
              <p:cNvGrpSpPr>
                <a:grpSpLocks/>
              </p:cNvGrpSpPr>
              <p:nvPr/>
            </p:nvGrpSpPr>
            <p:grpSpPr bwMode="auto">
              <a:xfrm>
                <a:off x="1578726" y="2425208"/>
                <a:ext cx="3597423" cy="884060"/>
                <a:chOff x="1697825" y="3654074"/>
                <a:chExt cx="3254695" cy="596954"/>
              </a:xfrm>
            </p:grpSpPr>
            <p:cxnSp>
              <p:nvCxnSpPr>
                <p:cNvPr id="170" name="Curved Connector 58">
                  <a:extLst>
                    <a:ext uri="{FF2B5EF4-FFF2-40B4-BE49-F238E27FC236}">
                      <a16:creationId xmlns:a16="http://schemas.microsoft.com/office/drawing/2014/main" id="{9B987691-2298-2DAF-7237-50460FE4F4F5}"/>
                    </a:ext>
                  </a:extLst>
                </p:cNvPr>
                <p:cNvCxnSpPr/>
                <p:nvPr/>
              </p:nvCxnSpPr>
              <p:spPr>
                <a:xfrm>
                  <a:off x="1853683" y="3654280"/>
                  <a:ext cx="706596" cy="584612"/>
                </a:xfrm>
                <a:prstGeom prst="curvedConnector3">
                  <a:avLst>
                    <a:gd name="adj1" fmla="val 50000"/>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71" name="Curved Connector 59">
                  <a:extLst>
                    <a:ext uri="{FF2B5EF4-FFF2-40B4-BE49-F238E27FC236}">
                      <a16:creationId xmlns:a16="http://schemas.microsoft.com/office/drawing/2014/main" id="{787E861C-ADA9-10B8-C09C-E549A652C0DE}"/>
                    </a:ext>
                  </a:extLst>
                </p:cNvPr>
                <p:cNvCxnSpPr/>
                <p:nvPr/>
              </p:nvCxnSpPr>
              <p:spPr>
                <a:xfrm flipV="1">
                  <a:off x="2560279" y="3654280"/>
                  <a:ext cx="694544" cy="584612"/>
                </a:xfrm>
                <a:prstGeom prst="curvedConnector3">
                  <a:avLst>
                    <a:gd name="adj1" fmla="val 50000"/>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72" name="Curved Connector 60">
                  <a:extLst>
                    <a:ext uri="{FF2B5EF4-FFF2-40B4-BE49-F238E27FC236}">
                      <a16:creationId xmlns:a16="http://schemas.microsoft.com/office/drawing/2014/main" id="{CED3BC4D-ED76-06F8-211C-2893D22D14E1}"/>
                    </a:ext>
                  </a:extLst>
                </p:cNvPr>
                <p:cNvCxnSpPr/>
                <p:nvPr/>
              </p:nvCxnSpPr>
              <p:spPr>
                <a:xfrm flipV="1">
                  <a:off x="3254823" y="3654280"/>
                  <a:ext cx="183805" cy="0"/>
                </a:xfrm>
                <a:prstGeom prst="curvedConnector3">
                  <a:avLst>
                    <a:gd name="adj1" fmla="val 46528"/>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73" name="Curved Connector 61">
                  <a:extLst>
                    <a:ext uri="{FF2B5EF4-FFF2-40B4-BE49-F238E27FC236}">
                      <a16:creationId xmlns:a16="http://schemas.microsoft.com/office/drawing/2014/main" id="{40BED59D-5606-4A87-21DB-9902A5654C92}"/>
                    </a:ext>
                  </a:extLst>
                </p:cNvPr>
                <p:cNvCxnSpPr/>
                <p:nvPr/>
              </p:nvCxnSpPr>
              <p:spPr>
                <a:xfrm>
                  <a:off x="3425068" y="3654280"/>
                  <a:ext cx="694544" cy="584612"/>
                </a:xfrm>
                <a:prstGeom prst="curvedConnector3">
                  <a:avLst>
                    <a:gd name="adj1" fmla="val 50000"/>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74" name="Curved Connector 62">
                  <a:extLst>
                    <a:ext uri="{FF2B5EF4-FFF2-40B4-BE49-F238E27FC236}">
                      <a16:creationId xmlns:a16="http://schemas.microsoft.com/office/drawing/2014/main" id="{9CB5AD4D-41DC-EAB2-2352-F5804F1D2D2D}"/>
                    </a:ext>
                  </a:extLst>
                </p:cNvPr>
                <p:cNvCxnSpPr/>
                <p:nvPr/>
              </p:nvCxnSpPr>
              <p:spPr>
                <a:xfrm flipV="1">
                  <a:off x="4086467" y="3654280"/>
                  <a:ext cx="694543" cy="584612"/>
                </a:xfrm>
                <a:prstGeom prst="curvedConnector3">
                  <a:avLst>
                    <a:gd name="adj1" fmla="val 50000"/>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75" name="Curved Connector 63">
                  <a:extLst>
                    <a:ext uri="{FF2B5EF4-FFF2-40B4-BE49-F238E27FC236}">
                      <a16:creationId xmlns:a16="http://schemas.microsoft.com/office/drawing/2014/main" id="{B1D49F35-7EEB-635D-1B9E-058CED4A2983}"/>
                    </a:ext>
                  </a:extLst>
                </p:cNvPr>
                <p:cNvCxnSpPr/>
                <p:nvPr/>
              </p:nvCxnSpPr>
              <p:spPr>
                <a:xfrm flipV="1">
                  <a:off x="4770464" y="3654280"/>
                  <a:ext cx="182298" cy="0"/>
                </a:xfrm>
                <a:prstGeom prst="curvedConnector3">
                  <a:avLst>
                    <a:gd name="adj1" fmla="val 46528"/>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76" name="Curved Connector 64">
                  <a:extLst>
                    <a:ext uri="{FF2B5EF4-FFF2-40B4-BE49-F238E27FC236}">
                      <a16:creationId xmlns:a16="http://schemas.microsoft.com/office/drawing/2014/main" id="{939703FC-BC4F-F982-2B69-01DBFA396066}"/>
                    </a:ext>
                  </a:extLst>
                </p:cNvPr>
                <p:cNvCxnSpPr/>
                <p:nvPr/>
              </p:nvCxnSpPr>
              <p:spPr>
                <a:xfrm flipV="1">
                  <a:off x="1684944" y="3657070"/>
                  <a:ext cx="182298" cy="0"/>
                </a:xfrm>
                <a:prstGeom prst="curvedConnector3">
                  <a:avLst>
                    <a:gd name="adj1" fmla="val 46528"/>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cxnSp>
            <p:nvCxnSpPr>
              <p:cNvPr id="169" name="Curved Connector 57">
                <a:extLst>
                  <a:ext uri="{FF2B5EF4-FFF2-40B4-BE49-F238E27FC236}">
                    <a16:creationId xmlns:a16="http://schemas.microsoft.com/office/drawing/2014/main" id="{67EA4EE8-793F-78F5-36CB-E87652C442C8}"/>
                  </a:ext>
                </a:extLst>
              </p:cNvPr>
              <p:cNvCxnSpPr/>
              <p:nvPr/>
            </p:nvCxnSpPr>
            <p:spPr bwMode="auto">
              <a:xfrm flipV="1">
                <a:off x="823451" y="2427580"/>
                <a:ext cx="769346" cy="882310"/>
              </a:xfrm>
              <a:prstGeom prst="curvedConnector3">
                <a:avLst>
                  <a:gd name="adj1" fmla="val 50000"/>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grpSp>
        <p:grpSp>
          <p:nvGrpSpPr>
            <p:cNvPr id="131" name="Group 155">
              <a:extLst>
                <a:ext uri="{FF2B5EF4-FFF2-40B4-BE49-F238E27FC236}">
                  <a16:creationId xmlns:a16="http://schemas.microsoft.com/office/drawing/2014/main" id="{2385AD1B-9173-47C9-B08D-64210AFC5229}"/>
                </a:ext>
              </a:extLst>
            </p:cNvPr>
            <p:cNvGrpSpPr>
              <a:grpSpLocks/>
            </p:cNvGrpSpPr>
            <p:nvPr/>
          </p:nvGrpSpPr>
          <p:grpSpPr bwMode="auto">
            <a:xfrm>
              <a:off x="954262" y="3824242"/>
              <a:ext cx="3995096" cy="681744"/>
              <a:chOff x="1828800" y="3455988"/>
              <a:chExt cx="4365625" cy="887402"/>
            </a:xfrm>
          </p:grpSpPr>
          <p:cxnSp>
            <p:nvCxnSpPr>
              <p:cNvPr id="160" name="Curved Connector 48">
                <a:extLst>
                  <a:ext uri="{FF2B5EF4-FFF2-40B4-BE49-F238E27FC236}">
                    <a16:creationId xmlns:a16="http://schemas.microsoft.com/office/drawing/2014/main" id="{83594CE2-4CC3-C838-E07C-C577E1786CA6}"/>
                  </a:ext>
                </a:extLst>
              </p:cNvPr>
              <p:cNvCxnSpPr/>
              <p:nvPr/>
            </p:nvCxnSpPr>
            <p:spPr bwMode="auto">
              <a:xfrm>
                <a:off x="2015258" y="3456701"/>
                <a:ext cx="767592" cy="884377"/>
              </a:xfrm>
              <a:prstGeom prst="curvedConnector3">
                <a:avLst>
                  <a:gd name="adj1" fmla="val 50000"/>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61" name="Curved Connector 49">
                <a:extLst>
                  <a:ext uri="{FF2B5EF4-FFF2-40B4-BE49-F238E27FC236}">
                    <a16:creationId xmlns:a16="http://schemas.microsoft.com/office/drawing/2014/main" id="{B98D9DFA-F3D1-0D97-B636-158F0D71221E}"/>
                  </a:ext>
                </a:extLst>
              </p:cNvPr>
              <p:cNvCxnSpPr/>
              <p:nvPr/>
            </p:nvCxnSpPr>
            <p:spPr bwMode="auto">
              <a:xfrm flipV="1">
                <a:off x="2782851" y="3456701"/>
                <a:ext cx="769181" cy="884377"/>
              </a:xfrm>
              <a:prstGeom prst="curvedConnector3">
                <a:avLst>
                  <a:gd name="adj1" fmla="val 50000"/>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62" name="Curved Connector 50">
                <a:extLst>
                  <a:ext uri="{FF2B5EF4-FFF2-40B4-BE49-F238E27FC236}">
                    <a16:creationId xmlns:a16="http://schemas.microsoft.com/office/drawing/2014/main" id="{0DF59B85-D09A-7F61-E64F-F3F1813F91E4}"/>
                  </a:ext>
                </a:extLst>
              </p:cNvPr>
              <p:cNvCxnSpPr/>
              <p:nvPr/>
            </p:nvCxnSpPr>
            <p:spPr bwMode="auto">
              <a:xfrm flipV="1">
                <a:off x="3539318" y="3456701"/>
                <a:ext cx="203420" cy="0"/>
              </a:xfrm>
              <a:prstGeom prst="curvedConnector3">
                <a:avLst>
                  <a:gd name="adj1" fmla="val 46528"/>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63" name="Curved Connector 51">
                <a:extLst>
                  <a:ext uri="{FF2B5EF4-FFF2-40B4-BE49-F238E27FC236}">
                    <a16:creationId xmlns:a16="http://schemas.microsoft.com/office/drawing/2014/main" id="{E4F9E78A-2A95-DC04-C8DC-BAA71757E099}"/>
                  </a:ext>
                </a:extLst>
              </p:cNvPr>
              <p:cNvCxnSpPr/>
              <p:nvPr/>
            </p:nvCxnSpPr>
            <p:spPr bwMode="auto">
              <a:xfrm>
                <a:off x="3733202" y="3456701"/>
                <a:ext cx="769181" cy="884377"/>
              </a:xfrm>
              <a:prstGeom prst="curvedConnector3">
                <a:avLst>
                  <a:gd name="adj1" fmla="val 50000"/>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64" name="Curved Connector 52">
                <a:extLst>
                  <a:ext uri="{FF2B5EF4-FFF2-40B4-BE49-F238E27FC236}">
                    <a16:creationId xmlns:a16="http://schemas.microsoft.com/office/drawing/2014/main" id="{C0AB7C0A-4FB5-FF8B-72A2-32B7FCC62506}"/>
                  </a:ext>
                </a:extLst>
              </p:cNvPr>
              <p:cNvCxnSpPr/>
              <p:nvPr/>
            </p:nvCxnSpPr>
            <p:spPr bwMode="auto">
              <a:xfrm flipV="1">
                <a:off x="4469009" y="3456701"/>
                <a:ext cx="767592" cy="884377"/>
              </a:xfrm>
              <a:prstGeom prst="curvedConnector3">
                <a:avLst>
                  <a:gd name="adj1" fmla="val 50000"/>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65" name="Curved Connector 53">
                <a:extLst>
                  <a:ext uri="{FF2B5EF4-FFF2-40B4-BE49-F238E27FC236}">
                    <a16:creationId xmlns:a16="http://schemas.microsoft.com/office/drawing/2014/main" id="{310C771F-45AA-886A-37E9-D80D7E7C4FA0}"/>
                  </a:ext>
                </a:extLst>
              </p:cNvPr>
              <p:cNvCxnSpPr/>
              <p:nvPr/>
            </p:nvCxnSpPr>
            <p:spPr bwMode="auto">
              <a:xfrm flipV="1">
                <a:off x="5227066" y="3456701"/>
                <a:ext cx="200241" cy="0"/>
              </a:xfrm>
              <a:prstGeom prst="curvedConnector3">
                <a:avLst>
                  <a:gd name="adj1" fmla="val 46528"/>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66" name="Curved Connector 54">
                <a:extLst>
                  <a:ext uri="{FF2B5EF4-FFF2-40B4-BE49-F238E27FC236}">
                    <a16:creationId xmlns:a16="http://schemas.microsoft.com/office/drawing/2014/main" id="{CBF70855-64C2-BE13-7E0C-7216FC28E5EF}"/>
                  </a:ext>
                </a:extLst>
              </p:cNvPr>
              <p:cNvCxnSpPr/>
              <p:nvPr/>
            </p:nvCxnSpPr>
            <p:spPr bwMode="auto">
              <a:xfrm>
                <a:off x="5425718" y="3458768"/>
                <a:ext cx="769181" cy="884377"/>
              </a:xfrm>
              <a:prstGeom prst="curvedConnector3">
                <a:avLst>
                  <a:gd name="adj1" fmla="val 50000"/>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cxnSp>
            <p:nvCxnSpPr>
              <p:cNvPr id="167" name="Curved Connector 55">
                <a:extLst>
                  <a:ext uri="{FF2B5EF4-FFF2-40B4-BE49-F238E27FC236}">
                    <a16:creationId xmlns:a16="http://schemas.microsoft.com/office/drawing/2014/main" id="{8978E69F-C4D0-EC18-DB20-FBD99A1695C6}"/>
                  </a:ext>
                </a:extLst>
              </p:cNvPr>
              <p:cNvCxnSpPr/>
              <p:nvPr/>
            </p:nvCxnSpPr>
            <p:spPr bwMode="auto">
              <a:xfrm flipV="1">
                <a:off x="1829321" y="3458768"/>
                <a:ext cx="200241" cy="0"/>
              </a:xfrm>
              <a:prstGeom prst="curvedConnector3">
                <a:avLst>
                  <a:gd name="adj1" fmla="val 46528"/>
                </a:avLst>
              </a:prstGeom>
              <a:ln w="53975">
                <a:solidFill>
                  <a:srgbClr val="FFC000"/>
                </a:solidFill>
                <a:prstDash val="solid"/>
              </a:ln>
            </p:spPr>
            <p:style>
              <a:lnRef idx="1">
                <a:schemeClr val="accent1"/>
              </a:lnRef>
              <a:fillRef idx="0">
                <a:schemeClr val="accent1"/>
              </a:fillRef>
              <a:effectRef idx="0">
                <a:schemeClr val="accent1"/>
              </a:effectRef>
              <a:fontRef idx="minor">
                <a:schemeClr val="tx1"/>
              </a:fontRef>
            </p:style>
          </p:cxnSp>
        </p:grpSp>
        <p:cxnSp>
          <p:nvCxnSpPr>
            <p:cNvPr id="132" name="Straight Connector 131">
              <a:extLst>
                <a:ext uri="{FF2B5EF4-FFF2-40B4-BE49-F238E27FC236}">
                  <a16:creationId xmlns:a16="http://schemas.microsoft.com/office/drawing/2014/main" id="{168D54FB-DFF9-F1E7-4A43-54A8565763AC}"/>
                </a:ext>
              </a:extLst>
            </p:cNvPr>
            <p:cNvCxnSpPr/>
            <p:nvPr/>
          </p:nvCxnSpPr>
          <p:spPr bwMode="auto">
            <a:xfrm rot="5400000">
              <a:off x="202767" y="2968438"/>
              <a:ext cx="1476310" cy="1454"/>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554A472-C853-CACA-ADE0-091CB0BC4954}"/>
                </a:ext>
              </a:extLst>
            </p:cNvPr>
            <p:cNvCxnSpPr/>
            <p:nvPr/>
          </p:nvCxnSpPr>
          <p:spPr bwMode="auto">
            <a:xfrm rot="5400000">
              <a:off x="654088" y="3549437"/>
              <a:ext cx="1187398" cy="1455"/>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F36A1197-2537-D4B8-14A0-41637BE45144}"/>
                </a:ext>
              </a:extLst>
            </p:cNvPr>
            <p:cNvCxnSpPr/>
            <p:nvPr/>
          </p:nvCxnSpPr>
          <p:spPr bwMode="auto">
            <a:xfrm rot="5400000">
              <a:off x="577035" y="3623253"/>
              <a:ext cx="2036674" cy="1454"/>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40485EE3-4C39-6B5F-194A-3CC9D4FCF548}"/>
                </a:ext>
              </a:extLst>
            </p:cNvPr>
            <p:cNvCxnSpPr/>
            <p:nvPr/>
          </p:nvCxnSpPr>
          <p:spPr bwMode="auto">
            <a:xfrm>
              <a:off x="2052760" y="3112034"/>
              <a:ext cx="10181" cy="1046116"/>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1861A15-2136-964E-71AD-BF7AFB5D638F}"/>
                </a:ext>
              </a:extLst>
            </p:cNvPr>
            <p:cNvCxnSpPr/>
            <p:nvPr/>
          </p:nvCxnSpPr>
          <p:spPr bwMode="auto">
            <a:xfrm>
              <a:off x="2172015" y="3112034"/>
              <a:ext cx="15998" cy="1601717"/>
            </a:xfrm>
            <a:prstGeom prst="lin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37" name="Right Brace 136">
              <a:extLst>
                <a:ext uri="{FF2B5EF4-FFF2-40B4-BE49-F238E27FC236}">
                  <a16:creationId xmlns:a16="http://schemas.microsoft.com/office/drawing/2014/main" id="{FE2FD021-2325-BEF9-A0D2-95EC110A421C}"/>
                </a:ext>
              </a:extLst>
            </p:cNvPr>
            <p:cNvSpPr/>
            <p:nvPr/>
          </p:nvSpPr>
          <p:spPr bwMode="auto">
            <a:xfrm rot="16200000">
              <a:off x="641105" y="1966844"/>
              <a:ext cx="92071" cy="506108"/>
            </a:xfrm>
            <a:prstGeom prst="rightBrac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a:p>
          </p:txBody>
        </p:sp>
        <p:sp>
          <p:nvSpPr>
            <p:cNvPr id="138" name="TextBox 30">
              <a:extLst>
                <a:ext uri="{FF2B5EF4-FFF2-40B4-BE49-F238E27FC236}">
                  <a16:creationId xmlns:a16="http://schemas.microsoft.com/office/drawing/2014/main" id="{BDE261B5-88DC-623F-B3DD-C48E6925F750}"/>
                </a:ext>
              </a:extLst>
            </p:cNvPr>
            <p:cNvSpPr txBox="1">
              <a:spLocks noChangeArrowheads="1"/>
            </p:cNvSpPr>
            <p:nvPr/>
          </p:nvSpPr>
          <p:spPr bwMode="auto">
            <a:xfrm>
              <a:off x="297380" y="1832565"/>
              <a:ext cx="16245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latin typeface="Times New Roman" panose="02020603050405020304" pitchFamily="18" charset="0"/>
                  <a:cs typeface="Times New Roman" panose="02020603050405020304" pitchFamily="18" charset="0"/>
                </a:rPr>
                <a:t>Negative Skew</a:t>
              </a:r>
            </a:p>
          </p:txBody>
        </p:sp>
        <p:sp>
          <p:nvSpPr>
            <p:cNvPr id="139" name="Right Brace 138">
              <a:extLst>
                <a:ext uri="{FF2B5EF4-FFF2-40B4-BE49-F238E27FC236}">
                  <a16:creationId xmlns:a16="http://schemas.microsoft.com/office/drawing/2014/main" id="{65089E6B-DA30-1B4D-77B6-7FC38EB428D8}"/>
                </a:ext>
              </a:extLst>
            </p:cNvPr>
            <p:cNvSpPr/>
            <p:nvPr/>
          </p:nvSpPr>
          <p:spPr bwMode="auto">
            <a:xfrm rot="5400000">
              <a:off x="993343" y="4320334"/>
              <a:ext cx="241289" cy="716987"/>
            </a:xfrm>
            <a:prstGeom prst="rightBrac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a:p>
          </p:txBody>
        </p:sp>
        <p:sp>
          <p:nvSpPr>
            <p:cNvPr id="140" name="TextBox 46">
              <a:extLst>
                <a:ext uri="{FF2B5EF4-FFF2-40B4-BE49-F238E27FC236}">
                  <a16:creationId xmlns:a16="http://schemas.microsoft.com/office/drawing/2014/main" id="{9385B21D-DC69-AB06-8CDA-F472C39A413B}"/>
                </a:ext>
              </a:extLst>
            </p:cNvPr>
            <p:cNvSpPr txBox="1">
              <a:spLocks noChangeArrowheads="1"/>
            </p:cNvSpPr>
            <p:nvPr/>
          </p:nvSpPr>
          <p:spPr bwMode="auto">
            <a:xfrm>
              <a:off x="888674" y="4723460"/>
              <a:ext cx="4676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latin typeface="Times New Roman" panose="02020603050405020304" pitchFamily="18" charset="0"/>
                  <a:cs typeface="Times New Roman" panose="02020603050405020304" pitchFamily="18" charset="0"/>
                </a:rPr>
                <a:t>t</a:t>
              </a:r>
              <a:r>
                <a:rPr lang="en-US" sz="1400" b="1" baseline="-25000">
                  <a:latin typeface="Times New Roman" panose="02020603050405020304" pitchFamily="18" charset="0"/>
                  <a:cs typeface="Times New Roman" panose="02020603050405020304" pitchFamily="18" charset="0"/>
                </a:rPr>
                <a:t>phl</a:t>
              </a:r>
              <a:endParaRPr lang="en-US" sz="1400" b="1">
                <a:latin typeface="Times New Roman" panose="02020603050405020304" pitchFamily="18" charset="0"/>
                <a:cs typeface="Times New Roman" panose="02020603050405020304" pitchFamily="18" charset="0"/>
              </a:endParaRPr>
            </a:p>
          </p:txBody>
        </p:sp>
        <p:sp>
          <p:nvSpPr>
            <p:cNvPr id="141" name="Right Brace 140">
              <a:extLst>
                <a:ext uri="{FF2B5EF4-FFF2-40B4-BE49-F238E27FC236}">
                  <a16:creationId xmlns:a16="http://schemas.microsoft.com/office/drawing/2014/main" id="{5D2F94AE-7D1A-DD12-0A6D-14292E769D5F}"/>
                </a:ext>
              </a:extLst>
            </p:cNvPr>
            <p:cNvSpPr/>
            <p:nvPr/>
          </p:nvSpPr>
          <p:spPr bwMode="auto">
            <a:xfrm rot="5400000" flipH="1">
              <a:off x="1297001" y="2810613"/>
              <a:ext cx="126994" cy="212333"/>
            </a:xfrm>
            <a:prstGeom prst="rightBrace">
              <a:avLst>
                <a:gd name="adj1" fmla="val 8333"/>
                <a:gd name="adj2" fmla="val 47473"/>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a:p>
          </p:txBody>
        </p:sp>
        <p:sp>
          <p:nvSpPr>
            <p:cNvPr id="142" name="TextBox 49">
              <a:extLst>
                <a:ext uri="{FF2B5EF4-FFF2-40B4-BE49-F238E27FC236}">
                  <a16:creationId xmlns:a16="http://schemas.microsoft.com/office/drawing/2014/main" id="{E6FAB9E6-BF2F-CF91-2E7F-64F35F6E3E84}"/>
                </a:ext>
              </a:extLst>
            </p:cNvPr>
            <p:cNvSpPr txBox="1">
              <a:spLocks noChangeArrowheads="1"/>
            </p:cNvSpPr>
            <p:nvPr/>
          </p:nvSpPr>
          <p:spPr bwMode="auto">
            <a:xfrm>
              <a:off x="1026520" y="2605918"/>
              <a:ext cx="4233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latin typeface="Times New Roman" panose="02020603050405020304" pitchFamily="18" charset="0"/>
                  <a:cs typeface="Times New Roman" panose="02020603050405020304" pitchFamily="18" charset="0"/>
                </a:rPr>
                <a:t>t</a:t>
              </a:r>
              <a:r>
                <a:rPr lang="en-US" sz="1400" b="1" baseline="-25000">
                  <a:latin typeface="Times New Roman" panose="02020603050405020304" pitchFamily="18" charset="0"/>
                  <a:cs typeface="Times New Roman" panose="02020603050405020304" pitchFamily="18" charset="0"/>
                </a:rPr>
                <a:t>nhl</a:t>
              </a:r>
              <a:endParaRPr lang="en-US" sz="1400" b="1">
                <a:latin typeface="Times New Roman" panose="02020603050405020304" pitchFamily="18" charset="0"/>
                <a:cs typeface="Times New Roman" panose="02020603050405020304" pitchFamily="18" charset="0"/>
              </a:endParaRPr>
            </a:p>
          </p:txBody>
        </p:sp>
        <p:sp>
          <p:nvSpPr>
            <p:cNvPr id="143" name="Right Brace 142">
              <a:extLst>
                <a:ext uri="{FF2B5EF4-FFF2-40B4-BE49-F238E27FC236}">
                  <a16:creationId xmlns:a16="http://schemas.microsoft.com/office/drawing/2014/main" id="{99561843-3490-0228-8B00-25A1A54EB511}"/>
                </a:ext>
              </a:extLst>
            </p:cNvPr>
            <p:cNvSpPr/>
            <p:nvPr/>
          </p:nvSpPr>
          <p:spPr bwMode="auto">
            <a:xfrm rot="5400000">
              <a:off x="1796811" y="4439885"/>
              <a:ext cx="190492" cy="589005"/>
            </a:xfrm>
            <a:prstGeom prst="rightBrac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a:p>
          </p:txBody>
        </p:sp>
        <p:sp>
          <p:nvSpPr>
            <p:cNvPr id="144" name="Right Brace 143">
              <a:extLst>
                <a:ext uri="{FF2B5EF4-FFF2-40B4-BE49-F238E27FC236}">
                  <a16:creationId xmlns:a16="http://schemas.microsoft.com/office/drawing/2014/main" id="{FE4656CC-8B3A-A1DC-682D-DA6D8645899F}"/>
                </a:ext>
              </a:extLst>
            </p:cNvPr>
            <p:cNvSpPr/>
            <p:nvPr/>
          </p:nvSpPr>
          <p:spPr bwMode="auto">
            <a:xfrm rot="5400000" flipH="1">
              <a:off x="2091551" y="3044403"/>
              <a:ext cx="46035" cy="117801"/>
            </a:xfrm>
            <a:prstGeom prst="rightBrac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a:p>
          </p:txBody>
        </p:sp>
        <p:sp>
          <p:nvSpPr>
            <p:cNvPr id="145" name="Right Brace 144">
              <a:extLst>
                <a:ext uri="{FF2B5EF4-FFF2-40B4-BE49-F238E27FC236}">
                  <a16:creationId xmlns:a16="http://schemas.microsoft.com/office/drawing/2014/main" id="{11E8C264-C7B3-D740-8362-AAF9DC8A0718}"/>
                </a:ext>
              </a:extLst>
            </p:cNvPr>
            <p:cNvSpPr/>
            <p:nvPr/>
          </p:nvSpPr>
          <p:spPr bwMode="auto">
            <a:xfrm rot="5400000">
              <a:off x="2472257" y="3848907"/>
              <a:ext cx="279388" cy="856603"/>
            </a:xfrm>
            <a:prstGeom prst="rightBrac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a:p>
          </p:txBody>
        </p:sp>
        <p:sp>
          <p:nvSpPr>
            <p:cNvPr id="146" name="Right Brace 145">
              <a:extLst>
                <a:ext uri="{FF2B5EF4-FFF2-40B4-BE49-F238E27FC236}">
                  <a16:creationId xmlns:a16="http://schemas.microsoft.com/office/drawing/2014/main" id="{E9BE497D-1FE5-B26C-FDA7-C920F0C232EE}"/>
                </a:ext>
              </a:extLst>
            </p:cNvPr>
            <p:cNvSpPr/>
            <p:nvPr/>
          </p:nvSpPr>
          <p:spPr bwMode="auto">
            <a:xfrm rot="16200000">
              <a:off x="3290017" y="3732038"/>
              <a:ext cx="182554" cy="644270"/>
            </a:xfrm>
            <a:prstGeom prst="rightBrace">
              <a:avLst/>
            </a:prstGeom>
            <a:ln w="25400">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b="1"/>
            </a:p>
          </p:txBody>
        </p:sp>
        <p:sp>
          <p:nvSpPr>
            <p:cNvPr id="147" name="TextBox 50">
              <a:extLst>
                <a:ext uri="{FF2B5EF4-FFF2-40B4-BE49-F238E27FC236}">
                  <a16:creationId xmlns:a16="http://schemas.microsoft.com/office/drawing/2014/main" id="{0ECB32F2-DCC1-70CE-FB0C-8B43F9C9A15E}"/>
                </a:ext>
              </a:extLst>
            </p:cNvPr>
            <p:cNvSpPr txBox="1">
              <a:spLocks noChangeArrowheads="1"/>
            </p:cNvSpPr>
            <p:nvPr/>
          </p:nvSpPr>
          <p:spPr bwMode="auto">
            <a:xfrm>
              <a:off x="2513952" y="4258608"/>
              <a:ext cx="4711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sz="1400" b="1">
                  <a:latin typeface="Times New Roman" panose="02020603050405020304" pitchFamily="18" charset="0"/>
                  <a:cs typeface="Times New Roman" panose="02020603050405020304" pitchFamily="18" charset="0"/>
                </a:rPr>
                <a:t>t</a:t>
              </a:r>
              <a:r>
                <a:rPr lang="en-US" sz="1400" b="1" baseline="-25000">
                  <a:latin typeface="Times New Roman" panose="02020603050405020304" pitchFamily="18" charset="0"/>
                  <a:cs typeface="Times New Roman" panose="02020603050405020304" pitchFamily="18" charset="0"/>
                </a:rPr>
                <a:t>dh</a:t>
              </a:r>
              <a:endParaRPr lang="en-US" sz="1400" b="1">
                <a:latin typeface="Times New Roman" panose="02020603050405020304" pitchFamily="18" charset="0"/>
                <a:cs typeface="Times New Roman" panose="02020603050405020304" pitchFamily="18" charset="0"/>
              </a:endParaRPr>
            </a:p>
          </p:txBody>
        </p:sp>
        <p:cxnSp>
          <p:nvCxnSpPr>
            <p:cNvPr id="148" name="Straight Connector 147">
              <a:extLst>
                <a:ext uri="{FF2B5EF4-FFF2-40B4-BE49-F238E27FC236}">
                  <a16:creationId xmlns:a16="http://schemas.microsoft.com/office/drawing/2014/main" id="{35F812D8-4F23-083E-3070-D6DEB5D61D06}"/>
                </a:ext>
              </a:extLst>
            </p:cNvPr>
            <p:cNvCxnSpPr/>
            <p:nvPr/>
          </p:nvCxnSpPr>
          <p:spPr bwMode="auto">
            <a:xfrm flipV="1">
              <a:off x="3653981" y="1992895"/>
              <a:ext cx="1159103" cy="47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3F723ADC-45D6-BAB9-2562-C1A1B54AEA7C}"/>
                </a:ext>
              </a:extLst>
            </p:cNvPr>
            <p:cNvSpPr/>
            <p:nvPr/>
          </p:nvSpPr>
          <p:spPr bwMode="auto">
            <a:xfrm>
              <a:off x="3643800" y="2011944"/>
              <a:ext cx="155614" cy="14128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1</a:t>
              </a:r>
            </a:p>
          </p:txBody>
        </p:sp>
        <p:sp>
          <p:nvSpPr>
            <p:cNvPr id="150" name="Rectangle 149">
              <a:extLst>
                <a:ext uri="{FF2B5EF4-FFF2-40B4-BE49-F238E27FC236}">
                  <a16:creationId xmlns:a16="http://schemas.microsoft.com/office/drawing/2014/main" id="{2666198A-1CE4-41A8-B6DD-5AC136CE7BEF}"/>
                </a:ext>
              </a:extLst>
            </p:cNvPr>
            <p:cNvSpPr/>
            <p:nvPr/>
          </p:nvSpPr>
          <p:spPr bwMode="auto">
            <a:xfrm>
              <a:off x="3845953" y="2008769"/>
              <a:ext cx="155613" cy="13969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2</a:t>
              </a:r>
            </a:p>
          </p:txBody>
        </p:sp>
        <p:sp>
          <p:nvSpPr>
            <p:cNvPr id="151" name="Rectangle 150">
              <a:extLst>
                <a:ext uri="{FF2B5EF4-FFF2-40B4-BE49-F238E27FC236}">
                  <a16:creationId xmlns:a16="http://schemas.microsoft.com/office/drawing/2014/main" id="{D00BC410-F2C3-02E0-1D2C-A497EA932A25}"/>
                </a:ext>
              </a:extLst>
            </p:cNvPr>
            <p:cNvSpPr/>
            <p:nvPr/>
          </p:nvSpPr>
          <p:spPr bwMode="auto">
            <a:xfrm>
              <a:off x="4115004" y="2007182"/>
              <a:ext cx="155614" cy="14128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3</a:t>
              </a:r>
            </a:p>
          </p:txBody>
        </p:sp>
        <p:sp>
          <p:nvSpPr>
            <p:cNvPr id="152" name="Rectangle 151">
              <a:extLst>
                <a:ext uri="{FF2B5EF4-FFF2-40B4-BE49-F238E27FC236}">
                  <a16:creationId xmlns:a16="http://schemas.microsoft.com/office/drawing/2014/main" id="{7BBA86F7-EEB1-158C-515C-F1ABE7BB2F76}"/>
                </a:ext>
              </a:extLst>
            </p:cNvPr>
            <p:cNvSpPr/>
            <p:nvPr/>
          </p:nvSpPr>
          <p:spPr bwMode="auto">
            <a:xfrm>
              <a:off x="4536761" y="1997658"/>
              <a:ext cx="157068" cy="13969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t>4</a:t>
              </a:r>
            </a:p>
          </p:txBody>
        </p:sp>
        <p:sp>
          <p:nvSpPr>
            <p:cNvPr id="153" name="TextBox 52">
              <a:extLst>
                <a:ext uri="{FF2B5EF4-FFF2-40B4-BE49-F238E27FC236}">
                  <a16:creationId xmlns:a16="http://schemas.microsoft.com/office/drawing/2014/main" id="{0B68CEA7-0F95-F031-303A-D0029A902AE6}"/>
                </a:ext>
              </a:extLst>
            </p:cNvPr>
            <p:cNvSpPr txBox="1">
              <a:spLocks noChangeArrowheads="1"/>
            </p:cNvSpPr>
            <p:nvPr/>
          </p:nvSpPr>
          <p:spPr bwMode="auto">
            <a:xfrm>
              <a:off x="859027" y="2005017"/>
              <a:ext cx="10059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solidFill>
                    <a:srgbClr val="002060"/>
                  </a:solidFill>
                  <a:latin typeface="Times New Roman" panose="02020603050405020304" pitchFamily="18" charset="0"/>
                  <a:cs typeface="Times New Roman" panose="02020603050405020304" pitchFamily="18" charset="0"/>
                </a:rPr>
                <a:t>PMOS I/P</a:t>
              </a:r>
            </a:p>
          </p:txBody>
        </p:sp>
        <p:sp>
          <p:nvSpPr>
            <p:cNvPr id="154" name="TextBox 52">
              <a:extLst>
                <a:ext uri="{FF2B5EF4-FFF2-40B4-BE49-F238E27FC236}">
                  <a16:creationId xmlns:a16="http://schemas.microsoft.com/office/drawing/2014/main" id="{9A5EB78D-2664-5F5D-17EC-0C0D90BA6F3A}"/>
                </a:ext>
              </a:extLst>
            </p:cNvPr>
            <p:cNvSpPr txBox="1">
              <a:spLocks noChangeArrowheads="1"/>
            </p:cNvSpPr>
            <p:nvPr/>
          </p:nvSpPr>
          <p:spPr bwMode="auto">
            <a:xfrm>
              <a:off x="2828731" y="3080270"/>
              <a:ext cx="8118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latin typeface="Times New Roman" panose="02020603050405020304" pitchFamily="18" charset="0"/>
                  <a:cs typeface="Times New Roman" panose="02020603050405020304" pitchFamily="18" charset="0"/>
                </a:rPr>
                <a:t>V</a:t>
              </a:r>
              <a:r>
                <a:rPr lang="en-US" sz="1400" b="1" baseline="-25000">
                  <a:latin typeface="Times New Roman" panose="02020603050405020304" pitchFamily="18" charset="0"/>
                  <a:cs typeface="Times New Roman" panose="02020603050405020304" pitchFamily="18" charset="0"/>
                </a:rPr>
                <a:t>DD</a:t>
              </a:r>
              <a:r>
                <a:rPr lang="en-US" sz="1400" b="1">
                  <a:latin typeface="Times New Roman" panose="02020603050405020304" pitchFamily="18" charset="0"/>
                  <a:cs typeface="Times New Roman" panose="02020603050405020304" pitchFamily="18" charset="0"/>
                </a:rPr>
                <a:t>/2</a:t>
              </a:r>
            </a:p>
          </p:txBody>
        </p:sp>
        <p:sp>
          <p:nvSpPr>
            <p:cNvPr id="155" name="TextBox 52">
              <a:extLst>
                <a:ext uri="{FF2B5EF4-FFF2-40B4-BE49-F238E27FC236}">
                  <a16:creationId xmlns:a16="http://schemas.microsoft.com/office/drawing/2014/main" id="{1125D89C-40B6-9C3B-83DC-31963CA1AC9B}"/>
                </a:ext>
              </a:extLst>
            </p:cNvPr>
            <p:cNvSpPr txBox="1">
              <a:spLocks noChangeArrowheads="1"/>
            </p:cNvSpPr>
            <p:nvPr/>
          </p:nvSpPr>
          <p:spPr bwMode="auto">
            <a:xfrm>
              <a:off x="2361206" y="2565928"/>
              <a:ext cx="81183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latin typeface="Times New Roman" panose="02020603050405020304" pitchFamily="18" charset="0"/>
                  <a:cs typeface="Times New Roman" panose="02020603050405020304" pitchFamily="18" charset="0"/>
                </a:rPr>
                <a:t>V</a:t>
              </a:r>
              <a:r>
                <a:rPr lang="en-US" sz="1400" b="1" baseline="-25000">
                  <a:latin typeface="Times New Roman" panose="02020603050405020304" pitchFamily="18" charset="0"/>
                  <a:cs typeface="Times New Roman" panose="02020603050405020304" pitchFamily="18" charset="0"/>
                </a:rPr>
                <a:t>DD</a:t>
              </a:r>
              <a:r>
                <a:rPr lang="en-US" sz="1400" b="1">
                  <a:latin typeface="Times New Roman" panose="02020603050405020304" pitchFamily="18" charset="0"/>
                  <a:cs typeface="Times New Roman" panose="02020603050405020304" pitchFamily="18" charset="0"/>
                </a:rPr>
                <a:t>/2</a:t>
              </a:r>
            </a:p>
          </p:txBody>
        </p:sp>
        <p:sp>
          <p:nvSpPr>
            <p:cNvPr id="156" name="TextBox 52">
              <a:extLst>
                <a:ext uri="{FF2B5EF4-FFF2-40B4-BE49-F238E27FC236}">
                  <a16:creationId xmlns:a16="http://schemas.microsoft.com/office/drawing/2014/main" id="{53AAD902-1542-D025-9AC4-63E8397DD2A8}"/>
                </a:ext>
              </a:extLst>
            </p:cNvPr>
            <p:cNvSpPr txBox="1">
              <a:spLocks noChangeArrowheads="1"/>
            </p:cNvSpPr>
            <p:nvPr/>
          </p:nvSpPr>
          <p:spPr bwMode="auto">
            <a:xfrm>
              <a:off x="547293" y="3821674"/>
              <a:ext cx="10059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a:solidFill>
                    <a:srgbClr val="FFC000"/>
                  </a:solidFill>
                  <a:latin typeface="Times New Roman" panose="02020603050405020304" pitchFamily="18" charset="0"/>
                  <a:cs typeface="Times New Roman" panose="02020603050405020304" pitchFamily="18" charset="0"/>
                </a:rPr>
                <a:t>Output</a:t>
              </a:r>
            </a:p>
          </p:txBody>
        </p:sp>
        <p:sp>
          <p:nvSpPr>
            <p:cNvPr id="157" name="TextBox 52">
              <a:extLst>
                <a:ext uri="{FF2B5EF4-FFF2-40B4-BE49-F238E27FC236}">
                  <a16:creationId xmlns:a16="http://schemas.microsoft.com/office/drawing/2014/main" id="{4A9D4E10-D64F-8CC8-C3E3-077E2A083D3F}"/>
                </a:ext>
              </a:extLst>
            </p:cNvPr>
            <p:cNvSpPr txBox="1">
              <a:spLocks noChangeArrowheads="1"/>
            </p:cNvSpPr>
            <p:nvPr/>
          </p:nvSpPr>
          <p:spPr bwMode="auto">
            <a:xfrm>
              <a:off x="341698" y="3112286"/>
              <a:ext cx="10059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sz="1400" b="1" dirty="0">
                  <a:solidFill>
                    <a:srgbClr val="FF0000"/>
                  </a:solidFill>
                  <a:latin typeface="Times New Roman" panose="02020603050405020304" pitchFamily="18" charset="0"/>
                  <a:cs typeface="Times New Roman" panose="02020603050405020304" pitchFamily="18" charset="0"/>
                </a:rPr>
                <a:t>NMOS I/P</a:t>
              </a:r>
            </a:p>
          </p:txBody>
        </p:sp>
        <p:cxnSp>
          <p:nvCxnSpPr>
            <p:cNvPr id="158" name="Curved Connector 46">
              <a:extLst>
                <a:ext uri="{FF2B5EF4-FFF2-40B4-BE49-F238E27FC236}">
                  <a16:creationId xmlns:a16="http://schemas.microsoft.com/office/drawing/2014/main" id="{6A6B1217-848D-5E0C-346E-32002861E3A2}"/>
                </a:ext>
              </a:extLst>
            </p:cNvPr>
            <p:cNvCxnSpPr/>
            <p:nvPr/>
          </p:nvCxnSpPr>
          <p:spPr bwMode="auto">
            <a:xfrm>
              <a:off x="4695284" y="3023138"/>
              <a:ext cx="670447" cy="679420"/>
            </a:xfrm>
            <a:prstGeom prst="curvedConnector3">
              <a:avLst>
                <a:gd name="adj1" fmla="val 50000"/>
              </a:avLst>
            </a:prstGeom>
            <a:ln w="57150">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159" name="TextBox 50">
              <a:extLst>
                <a:ext uri="{FF2B5EF4-FFF2-40B4-BE49-F238E27FC236}">
                  <a16:creationId xmlns:a16="http://schemas.microsoft.com/office/drawing/2014/main" id="{E780AF68-D513-AB3B-91A5-C7A579C53F4F}"/>
                </a:ext>
              </a:extLst>
            </p:cNvPr>
            <p:cNvSpPr txBox="1">
              <a:spLocks noChangeArrowheads="1"/>
            </p:cNvSpPr>
            <p:nvPr/>
          </p:nvSpPr>
          <p:spPr bwMode="auto">
            <a:xfrm>
              <a:off x="3144758" y="3561852"/>
              <a:ext cx="4711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sz="1400" b="1">
                  <a:latin typeface="Times New Roman" panose="02020603050405020304" pitchFamily="18" charset="0"/>
                  <a:cs typeface="Times New Roman" panose="02020603050405020304" pitchFamily="18" charset="0"/>
                </a:rPr>
                <a:t>t</a:t>
              </a:r>
              <a:r>
                <a:rPr lang="en-US" sz="1400" b="1" baseline="-25000">
                  <a:latin typeface="Times New Roman" panose="02020603050405020304" pitchFamily="18" charset="0"/>
                  <a:cs typeface="Times New Roman" panose="02020603050405020304" pitchFamily="18" charset="0"/>
                </a:rPr>
                <a:t>dl</a:t>
              </a:r>
              <a:endParaRPr lang="en-US" sz="1400" b="1">
                <a:latin typeface="Times New Roman" panose="02020603050405020304" pitchFamily="18" charset="0"/>
                <a:cs typeface="Times New Roman" panose="02020603050405020304" pitchFamily="18" charset="0"/>
              </a:endParaRPr>
            </a:p>
          </p:txBody>
        </p:sp>
      </p:grpSp>
      <p:sp>
        <p:nvSpPr>
          <p:cNvPr id="187" name="Rectangle 186">
            <a:extLst>
              <a:ext uri="{FF2B5EF4-FFF2-40B4-BE49-F238E27FC236}">
                <a16:creationId xmlns:a16="http://schemas.microsoft.com/office/drawing/2014/main" id="{8F83DBC4-DDBC-E65F-6D1C-B246A75F3D72}"/>
              </a:ext>
            </a:extLst>
          </p:cNvPr>
          <p:cNvSpPr/>
          <p:nvPr/>
        </p:nvSpPr>
        <p:spPr>
          <a:xfrm>
            <a:off x="6488923" y="3722554"/>
            <a:ext cx="5876809" cy="338554"/>
          </a:xfrm>
          <a:prstGeom prst="rect">
            <a:avLst/>
          </a:prstGeom>
        </p:spPr>
        <p:txBody>
          <a:bodyPr wrap="square">
            <a:spAutoFit/>
          </a:bodyPr>
          <a:lstStyle/>
          <a:p>
            <a:pPr algn="ctr"/>
            <a:r>
              <a:rPr lang="en-US" sz="1600" u="sng">
                <a:solidFill>
                  <a:srgbClr val="002060"/>
                </a:solidFill>
              </a:rPr>
              <a:t>Timing diagram of negative skew offset delay cell</a:t>
            </a:r>
          </a:p>
        </p:txBody>
      </p:sp>
      <p:graphicFrame>
        <p:nvGraphicFramePr>
          <p:cNvPr id="188" name="Table 187">
            <a:extLst>
              <a:ext uri="{FF2B5EF4-FFF2-40B4-BE49-F238E27FC236}">
                <a16:creationId xmlns:a16="http://schemas.microsoft.com/office/drawing/2014/main" id="{6362699F-48C1-5C1C-E34B-3026C0B90008}"/>
              </a:ext>
            </a:extLst>
          </p:cNvPr>
          <p:cNvGraphicFramePr>
            <a:graphicFrameLocks noGrp="1"/>
          </p:cNvGraphicFramePr>
          <p:nvPr>
            <p:extLst>
              <p:ext uri="{D42A27DB-BD31-4B8C-83A1-F6EECF244321}">
                <p14:modId xmlns:p14="http://schemas.microsoft.com/office/powerpoint/2010/main" val="207302189"/>
              </p:ext>
            </p:extLst>
          </p:nvPr>
        </p:nvGraphicFramePr>
        <p:xfrm>
          <a:off x="8503232" y="4485313"/>
          <a:ext cx="2624451" cy="1309362"/>
        </p:xfrm>
        <a:graphic>
          <a:graphicData uri="http://schemas.openxmlformats.org/drawingml/2006/table">
            <a:tbl>
              <a:tblPr/>
              <a:tblGrid>
                <a:gridCol w="754979">
                  <a:extLst>
                    <a:ext uri="{9D8B030D-6E8A-4147-A177-3AD203B41FA5}">
                      <a16:colId xmlns:a16="http://schemas.microsoft.com/office/drawing/2014/main" val="20000"/>
                    </a:ext>
                  </a:extLst>
                </a:gridCol>
                <a:gridCol w="934736">
                  <a:extLst>
                    <a:ext uri="{9D8B030D-6E8A-4147-A177-3AD203B41FA5}">
                      <a16:colId xmlns:a16="http://schemas.microsoft.com/office/drawing/2014/main" val="20001"/>
                    </a:ext>
                  </a:extLst>
                </a:gridCol>
                <a:gridCol w="934736">
                  <a:extLst>
                    <a:ext uri="{9D8B030D-6E8A-4147-A177-3AD203B41FA5}">
                      <a16:colId xmlns:a16="http://schemas.microsoft.com/office/drawing/2014/main" val="20002"/>
                    </a:ext>
                  </a:extLst>
                </a:gridCol>
              </a:tblGrid>
              <a:tr h="359851">
                <a:tc>
                  <a:txBody>
                    <a:bodyPr/>
                    <a:lstStyle/>
                    <a:p>
                      <a:pPr marL="0" marR="0" algn="ctr">
                        <a:lnSpc>
                          <a:spcPct val="115000"/>
                        </a:lnSpc>
                        <a:spcBef>
                          <a:spcPts val="0"/>
                        </a:spcBef>
                        <a:spcAft>
                          <a:spcPts val="0"/>
                        </a:spcAft>
                      </a:pPr>
                      <a:r>
                        <a:rPr lang="en-US" sz="1200" b="1" dirty="0">
                          <a:latin typeface="+mj-lt"/>
                          <a:ea typeface="Times New Roman"/>
                        </a:rPr>
                        <a:t>Region     </a:t>
                      </a:r>
                      <a:endParaRPr lang="en-US" sz="1200" dirty="0">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latin typeface="+mj-lt"/>
                          <a:ea typeface="Times New Roman"/>
                        </a:rPr>
                        <a:t>Operation of  NMOS </a:t>
                      </a:r>
                      <a:endParaRPr lang="en-US" sz="1200">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latin typeface="+mj-lt"/>
                          <a:ea typeface="Times New Roman"/>
                        </a:rPr>
                        <a:t>Operation of  PMOS </a:t>
                      </a:r>
                      <a:endParaRPr lang="en-US" sz="1200">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4675">
                <a:tc>
                  <a:txBody>
                    <a:bodyPr/>
                    <a:lstStyle/>
                    <a:p>
                      <a:pPr marL="0" marR="0" algn="ctr">
                        <a:lnSpc>
                          <a:spcPct val="115000"/>
                        </a:lnSpc>
                        <a:spcBef>
                          <a:spcPts val="0"/>
                        </a:spcBef>
                        <a:spcAft>
                          <a:spcPts val="0"/>
                        </a:spcAft>
                      </a:pPr>
                      <a:r>
                        <a:rPr lang="en-US" sz="1200" b="1" dirty="0">
                          <a:solidFill>
                            <a:srgbClr val="00B050"/>
                          </a:solidFill>
                          <a:latin typeface="+mj-lt"/>
                          <a:ea typeface="Times New Roman"/>
                        </a:rPr>
                        <a:t>1</a:t>
                      </a:r>
                      <a:endParaRPr lang="en-US" sz="1200" dirty="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solidFill>
                            <a:srgbClr val="00B050"/>
                          </a:solidFill>
                          <a:latin typeface="+mj-lt"/>
                          <a:ea typeface="Times New Roman"/>
                        </a:rPr>
                        <a:t>Cutoff</a:t>
                      </a:r>
                      <a:endParaRPr lang="en-US" sz="120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solidFill>
                            <a:srgbClr val="00B050"/>
                          </a:solidFill>
                          <a:latin typeface="+mj-lt"/>
                          <a:ea typeface="Times New Roman"/>
                        </a:rPr>
                        <a:t>Saturation</a:t>
                      </a:r>
                      <a:endParaRPr lang="en-US" sz="120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4675">
                <a:tc>
                  <a:txBody>
                    <a:bodyPr/>
                    <a:lstStyle/>
                    <a:p>
                      <a:pPr marL="0" marR="0" algn="ctr">
                        <a:lnSpc>
                          <a:spcPct val="115000"/>
                        </a:lnSpc>
                        <a:spcBef>
                          <a:spcPts val="0"/>
                        </a:spcBef>
                        <a:spcAft>
                          <a:spcPts val="0"/>
                        </a:spcAft>
                      </a:pPr>
                      <a:r>
                        <a:rPr lang="en-US" sz="1200" b="1">
                          <a:solidFill>
                            <a:srgbClr val="00B050"/>
                          </a:solidFill>
                          <a:latin typeface="+mj-lt"/>
                          <a:ea typeface="Times New Roman"/>
                        </a:rPr>
                        <a:t>2</a:t>
                      </a:r>
                      <a:endParaRPr lang="en-US" sz="120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solidFill>
                            <a:srgbClr val="00B050"/>
                          </a:solidFill>
                          <a:latin typeface="+mj-lt"/>
                          <a:ea typeface="Times New Roman"/>
                        </a:rPr>
                        <a:t>Cutoff </a:t>
                      </a:r>
                      <a:endParaRPr lang="en-US" sz="120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solidFill>
                            <a:srgbClr val="00B050"/>
                          </a:solidFill>
                          <a:latin typeface="+mj-lt"/>
                          <a:ea typeface="Times New Roman"/>
                        </a:rPr>
                        <a:t>Cutoff</a:t>
                      </a:r>
                      <a:endParaRPr lang="en-US" sz="120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4675">
                <a:tc>
                  <a:txBody>
                    <a:bodyPr/>
                    <a:lstStyle/>
                    <a:p>
                      <a:pPr marL="0" marR="0" algn="ctr">
                        <a:lnSpc>
                          <a:spcPct val="115000"/>
                        </a:lnSpc>
                        <a:spcBef>
                          <a:spcPts val="0"/>
                        </a:spcBef>
                        <a:spcAft>
                          <a:spcPts val="0"/>
                        </a:spcAft>
                      </a:pPr>
                      <a:r>
                        <a:rPr lang="en-US" sz="1200" b="1">
                          <a:solidFill>
                            <a:srgbClr val="00B050"/>
                          </a:solidFill>
                          <a:latin typeface="+mj-lt"/>
                          <a:ea typeface="Times New Roman"/>
                        </a:rPr>
                        <a:t>3</a:t>
                      </a:r>
                      <a:endParaRPr lang="en-US" sz="120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solidFill>
                            <a:srgbClr val="00B050"/>
                          </a:solidFill>
                          <a:latin typeface="+mj-lt"/>
                          <a:ea typeface="Times New Roman"/>
                        </a:rPr>
                        <a:t>Sat/Linear </a:t>
                      </a:r>
                      <a:endParaRPr lang="en-US" sz="1200" dirty="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solidFill>
                            <a:srgbClr val="00B050"/>
                          </a:solidFill>
                          <a:latin typeface="+mj-lt"/>
                          <a:ea typeface="Times New Roman"/>
                        </a:rPr>
                        <a:t>Cutoff</a:t>
                      </a:r>
                      <a:endParaRPr lang="en-US" sz="1200">
                        <a:solidFill>
                          <a:srgbClr val="00B05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4675">
                <a:tc>
                  <a:txBody>
                    <a:bodyPr/>
                    <a:lstStyle/>
                    <a:p>
                      <a:pPr marL="0" marR="0" algn="ctr">
                        <a:lnSpc>
                          <a:spcPct val="115000"/>
                        </a:lnSpc>
                        <a:spcBef>
                          <a:spcPts val="0"/>
                        </a:spcBef>
                        <a:spcAft>
                          <a:spcPts val="0"/>
                        </a:spcAft>
                      </a:pPr>
                      <a:r>
                        <a:rPr lang="en-US" sz="1200" b="1">
                          <a:solidFill>
                            <a:srgbClr val="FF0000"/>
                          </a:solidFill>
                          <a:latin typeface="+mj-lt"/>
                          <a:ea typeface="Times New Roman"/>
                        </a:rPr>
                        <a:t>4</a:t>
                      </a:r>
                      <a:endParaRPr lang="en-US" sz="1200">
                        <a:solidFill>
                          <a:srgbClr val="FF000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a:solidFill>
                            <a:srgbClr val="FF0000"/>
                          </a:solidFill>
                          <a:latin typeface="+mj-lt"/>
                          <a:ea typeface="Times New Roman"/>
                        </a:rPr>
                        <a:t>Linear</a:t>
                      </a:r>
                      <a:endParaRPr lang="en-US" sz="1200">
                        <a:solidFill>
                          <a:srgbClr val="FF000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200" b="1" dirty="0">
                          <a:solidFill>
                            <a:srgbClr val="FF0000"/>
                          </a:solidFill>
                          <a:latin typeface="+mj-lt"/>
                          <a:ea typeface="Times New Roman"/>
                        </a:rPr>
                        <a:t>Linear/Sat </a:t>
                      </a:r>
                      <a:endParaRPr lang="en-US" sz="1200" dirty="0">
                        <a:solidFill>
                          <a:srgbClr val="FF0000"/>
                        </a:solidFill>
                        <a:latin typeface="+mj-lt"/>
                        <a:ea typeface="Times New Roman"/>
                      </a:endParaRPr>
                    </a:p>
                  </a:txBody>
                  <a:tcPr marL="68580" marR="68580" marT="9498"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190" name="Group 189">
            <a:extLst>
              <a:ext uri="{FF2B5EF4-FFF2-40B4-BE49-F238E27FC236}">
                <a16:creationId xmlns:a16="http://schemas.microsoft.com/office/drawing/2014/main" id="{468FA49C-5897-DF77-394F-CA4296DF641C}"/>
              </a:ext>
            </a:extLst>
          </p:cNvPr>
          <p:cNvGrpSpPr/>
          <p:nvPr/>
        </p:nvGrpSpPr>
        <p:grpSpPr>
          <a:xfrm>
            <a:off x="2160558" y="3040897"/>
            <a:ext cx="445350" cy="637809"/>
            <a:chOff x="1776139" y="3289314"/>
            <a:chExt cx="472338" cy="660239"/>
          </a:xfrm>
        </p:grpSpPr>
        <p:sp>
          <p:nvSpPr>
            <p:cNvPr id="191" name="Oval 190">
              <a:extLst>
                <a:ext uri="{FF2B5EF4-FFF2-40B4-BE49-F238E27FC236}">
                  <a16:creationId xmlns:a16="http://schemas.microsoft.com/office/drawing/2014/main" id="{16BE247E-107D-5BA7-BE5C-7F976A085120}"/>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2" name="Oval 191">
              <a:extLst>
                <a:ext uri="{FF2B5EF4-FFF2-40B4-BE49-F238E27FC236}">
                  <a16:creationId xmlns:a16="http://schemas.microsoft.com/office/drawing/2014/main" id="{BBCC92B0-DA71-B76D-8253-E0F5A5417BA5}"/>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193" name="Oval 192">
              <a:extLst>
                <a:ext uri="{FF2B5EF4-FFF2-40B4-BE49-F238E27FC236}">
                  <a16:creationId xmlns:a16="http://schemas.microsoft.com/office/drawing/2014/main" id="{A8D68999-E5DE-0766-0DE1-6EA3259C1CEF}"/>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194" name="Arc 193">
              <a:extLst>
                <a:ext uri="{FF2B5EF4-FFF2-40B4-BE49-F238E27FC236}">
                  <a16:creationId xmlns:a16="http://schemas.microsoft.com/office/drawing/2014/main" id="{7BDB20D3-CA1A-54D9-1169-E237D6819B9B}"/>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195" name="Group 194">
            <a:extLst>
              <a:ext uri="{FF2B5EF4-FFF2-40B4-BE49-F238E27FC236}">
                <a16:creationId xmlns:a16="http://schemas.microsoft.com/office/drawing/2014/main" id="{3808CA46-D4C2-0C06-AADD-CF552DEF1E38}"/>
              </a:ext>
            </a:extLst>
          </p:cNvPr>
          <p:cNvGrpSpPr/>
          <p:nvPr/>
        </p:nvGrpSpPr>
        <p:grpSpPr>
          <a:xfrm>
            <a:off x="1359836" y="3020562"/>
            <a:ext cx="445350" cy="637809"/>
            <a:chOff x="1776139" y="3289314"/>
            <a:chExt cx="472338" cy="660239"/>
          </a:xfrm>
        </p:grpSpPr>
        <p:sp>
          <p:nvSpPr>
            <p:cNvPr id="196" name="Oval 195">
              <a:extLst>
                <a:ext uri="{FF2B5EF4-FFF2-40B4-BE49-F238E27FC236}">
                  <a16:creationId xmlns:a16="http://schemas.microsoft.com/office/drawing/2014/main" id="{C5E28E8F-B26F-2914-6D6C-CCC7D34BE3C6}"/>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7" name="Oval 196">
              <a:extLst>
                <a:ext uri="{FF2B5EF4-FFF2-40B4-BE49-F238E27FC236}">
                  <a16:creationId xmlns:a16="http://schemas.microsoft.com/office/drawing/2014/main" id="{9B988840-42F7-15FF-E524-04DEE07774D2}"/>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198" name="Oval 197">
              <a:extLst>
                <a:ext uri="{FF2B5EF4-FFF2-40B4-BE49-F238E27FC236}">
                  <a16:creationId xmlns:a16="http://schemas.microsoft.com/office/drawing/2014/main" id="{DD5BB9BB-AFCE-04C3-883D-4C62DC060856}"/>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199" name="Arc 198">
              <a:extLst>
                <a:ext uri="{FF2B5EF4-FFF2-40B4-BE49-F238E27FC236}">
                  <a16:creationId xmlns:a16="http://schemas.microsoft.com/office/drawing/2014/main" id="{04F85EEF-B68F-A129-78DA-BDE8A0178E51}"/>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00" name="Group 199">
            <a:extLst>
              <a:ext uri="{FF2B5EF4-FFF2-40B4-BE49-F238E27FC236}">
                <a16:creationId xmlns:a16="http://schemas.microsoft.com/office/drawing/2014/main" id="{07D6F7C2-1904-29DC-80DA-5376D10489BB}"/>
              </a:ext>
            </a:extLst>
          </p:cNvPr>
          <p:cNvGrpSpPr/>
          <p:nvPr/>
        </p:nvGrpSpPr>
        <p:grpSpPr>
          <a:xfrm>
            <a:off x="584682" y="2969785"/>
            <a:ext cx="435826" cy="459337"/>
            <a:chOff x="1776139" y="3223476"/>
            <a:chExt cx="462237" cy="475491"/>
          </a:xfrm>
        </p:grpSpPr>
        <p:sp>
          <p:nvSpPr>
            <p:cNvPr id="201" name="Oval 200">
              <a:extLst>
                <a:ext uri="{FF2B5EF4-FFF2-40B4-BE49-F238E27FC236}">
                  <a16:creationId xmlns:a16="http://schemas.microsoft.com/office/drawing/2014/main" id="{D4A071CB-4214-C712-2D39-60638A4E6621}"/>
                </a:ext>
              </a:extLst>
            </p:cNvPr>
            <p:cNvSpPr/>
            <p:nvPr/>
          </p:nvSpPr>
          <p:spPr>
            <a:xfrm>
              <a:off x="1776139" y="3289314"/>
              <a:ext cx="432000" cy="409653"/>
            </a:xfrm>
            <a:prstGeom prst="ellipse">
              <a:avLst/>
            </a:prstGeom>
            <a:solidFill>
              <a:schemeClr val="bg1"/>
            </a:solidFill>
            <a:ln w="444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2" name="Oval 201">
              <a:extLst>
                <a:ext uri="{FF2B5EF4-FFF2-40B4-BE49-F238E27FC236}">
                  <a16:creationId xmlns:a16="http://schemas.microsoft.com/office/drawing/2014/main" id="{53F410A9-8514-26E3-2D57-27C2868D5BB3}"/>
                </a:ext>
              </a:extLst>
            </p:cNvPr>
            <p:cNvSpPr/>
            <p:nvPr/>
          </p:nvSpPr>
          <p:spPr bwMode="auto">
            <a:xfrm>
              <a:off x="1872337" y="3410307"/>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203" name="Oval 202">
              <a:extLst>
                <a:ext uri="{FF2B5EF4-FFF2-40B4-BE49-F238E27FC236}">
                  <a16:creationId xmlns:a16="http://schemas.microsoft.com/office/drawing/2014/main" id="{E21E1207-7802-0F2F-C78B-80E387EA89FF}"/>
                </a:ext>
              </a:extLst>
            </p:cNvPr>
            <p:cNvSpPr/>
            <p:nvPr/>
          </p:nvSpPr>
          <p:spPr bwMode="auto">
            <a:xfrm>
              <a:off x="2027187" y="3406984"/>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204" name="Arc 203">
              <a:extLst>
                <a:ext uri="{FF2B5EF4-FFF2-40B4-BE49-F238E27FC236}">
                  <a16:creationId xmlns:a16="http://schemas.microsoft.com/office/drawing/2014/main" id="{A06C5364-D418-D18C-DAD9-726232601D3E}"/>
                </a:ext>
              </a:extLst>
            </p:cNvPr>
            <p:cNvSpPr/>
            <p:nvPr/>
          </p:nvSpPr>
          <p:spPr>
            <a:xfrm rot="8155382">
              <a:off x="1795794" y="3223476"/>
              <a:ext cx="442582" cy="369556"/>
            </a:xfrm>
            <a:prstGeom prst="arc">
              <a:avLst>
                <a:gd name="adj1" fmla="val 17114423"/>
                <a:gd name="adj2" fmla="val 0"/>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cxnSp>
        <p:nvCxnSpPr>
          <p:cNvPr id="211" name="Straight Connector 210">
            <a:extLst>
              <a:ext uri="{FF2B5EF4-FFF2-40B4-BE49-F238E27FC236}">
                <a16:creationId xmlns:a16="http://schemas.microsoft.com/office/drawing/2014/main" id="{5F0E0CEB-522F-0162-7568-B2EF146BE3EC}"/>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pic>
        <p:nvPicPr>
          <p:cNvPr id="213" name="Picture 212" descr="A picture containing text&#10;&#10;Description automatically generated">
            <a:extLst>
              <a:ext uri="{FF2B5EF4-FFF2-40B4-BE49-F238E27FC236}">
                <a16:creationId xmlns:a16="http://schemas.microsoft.com/office/drawing/2014/main" id="{17C922A9-2DF7-1255-6F48-052A1C79BEA8}"/>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artisticMarker/>
                    </a14:imgEffect>
                  </a14:imgLayer>
                </a14:imgProps>
              </a:ext>
              <a:ext uri="{28A0092B-C50C-407E-A947-70E740481C1C}">
                <a14:useLocalDpi xmlns:a14="http://schemas.microsoft.com/office/drawing/2010/main" val="0"/>
              </a:ext>
            </a:extLst>
          </a:blip>
          <a:stretch>
            <a:fillRect/>
          </a:stretch>
        </p:blipFill>
        <p:spPr>
          <a:xfrm>
            <a:off x="5257891" y="708680"/>
            <a:ext cx="543518" cy="643294"/>
          </a:xfrm>
          <a:prstGeom prst="rect">
            <a:avLst/>
          </a:prstGeom>
        </p:spPr>
      </p:pic>
      <p:sp>
        <p:nvSpPr>
          <p:cNvPr id="316" name="Rectangle 315"/>
          <p:cNvSpPr/>
          <p:nvPr/>
        </p:nvSpPr>
        <p:spPr>
          <a:xfrm>
            <a:off x="177800" y="619760"/>
            <a:ext cx="5720080" cy="30073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317" name="Rectangle 316"/>
          <p:cNvSpPr/>
          <p:nvPr/>
        </p:nvSpPr>
        <p:spPr>
          <a:xfrm>
            <a:off x="6207760" y="563880"/>
            <a:ext cx="5720080" cy="32207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286981223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6239F9-1620-41E8-9C17-84D87F143E42}"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41</a:t>
            </a:fld>
            <a:endParaRPr lang="en-BE"/>
          </a:p>
        </p:txBody>
      </p:sp>
      <p:sp>
        <p:nvSpPr>
          <p:cNvPr id="28" name="Rectangle 27">
            <a:extLst>
              <a:ext uri="{FF2B5EF4-FFF2-40B4-BE49-F238E27FC236}">
                <a16:creationId xmlns:a16="http://schemas.microsoft.com/office/drawing/2014/main" id="{38C1C0BA-DF95-C124-A1FD-BD9A7B8C7809}"/>
              </a:ext>
            </a:extLst>
          </p:cNvPr>
          <p:cNvSpPr/>
          <p:nvPr/>
        </p:nvSpPr>
        <p:spPr>
          <a:xfrm>
            <a:off x="5724864" y="597730"/>
            <a:ext cx="1347161" cy="2769376"/>
          </a:xfrm>
          <a:prstGeom prst="rect">
            <a:avLst/>
          </a:prstGeom>
          <a:solidFill>
            <a:schemeClr val="bg1">
              <a:lumMod val="95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5D07E947-79FE-1383-E619-85944E758629}"/>
              </a:ext>
            </a:extLst>
          </p:cNvPr>
          <p:cNvSpPr/>
          <p:nvPr/>
        </p:nvSpPr>
        <p:spPr>
          <a:xfrm>
            <a:off x="0" y="0"/>
            <a:ext cx="12192000" cy="464179"/>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itle 1">
            <a:extLst>
              <a:ext uri="{FF2B5EF4-FFF2-40B4-BE49-F238E27FC236}">
                <a16:creationId xmlns:a16="http://schemas.microsoft.com/office/drawing/2014/main" id="{0DE3B128-A7DD-22E4-2F10-4A41A0C0102B}"/>
              </a:ext>
            </a:extLst>
          </p:cNvPr>
          <p:cNvSpPr txBox="1">
            <a:spLocks/>
          </p:cNvSpPr>
          <p:nvPr/>
        </p:nvSpPr>
        <p:spPr>
          <a:xfrm>
            <a:off x="25349" y="0"/>
            <a:ext cx="6809480" cy="55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3200" b="1" dirty="0">
                <a:solidFill>
                  <a:schemeClr val="bg1"/>
                </a:solidFill>
                <a:latin typeface="Arial" panose="020B0604020202020204" pitchFamily="34" charset="0"/>
                <a:cs typeface="Arial" panose="020B0604020202020204" pitchFamily="34" charset="0"/>
              </a:rPr>
              <a:t>MSSROs Operation in ZSO &amp; NSO</a:t>
            </a:r>
          </a:p>
        </p:txBody>
      </p:sp>
      <p:grpSp>
        <p:nvGrpSpPr>
          <p:cNvPr id="31" name="Group 3">
            <a:extLst>
              <a:ext uri="{FF2B5EF4-FFF2-40B4-BE49-F238E27FC236}">
                <a16:creationId xmlns:a16="http://schemas.microsoft.com/office/drawing/2014/main" id="{BB72BC17-03A7-FE03-655D-DB6A2D937CDB}"/>
              </a:ext>
            </a:extLst>
          </p:cNvPr>
          <p:cNvGrpSpPr>
            <a:grpSpLocks/>
          </p:cNvGrpSpPr>
          <p:nvPr/>
        </p:nvGrpSpPr>
        <p:grpSpPr bwMode="auto">
          <a:xfrm>
            <a:off x="269758" y="558146"/>
            <a:ext cx="4608327" cy="2914625"/>
            <a:chOff x="897648" y="3698059"/>
            <a:chExt cx="3821300" cy="3013490"/>
          </a:xfrm>
        </p:grpSpPr>
        <p:sp>
          <p:nvSpPr>
            <p:cNvPr id="32" name="Rectangle 272">
              <a:extLst>
                <a:ext uri="{FF2B5EF4-FFF2-40B4-BE49-F238E27FC236}">
                  <a16:creationId xmlns:a16="http://schemas.microsoft.com/office/drawing/2014/main" id="{6535B678-B5BD-2A69-E6C6-AA3DF305749A}"/>
                </a:ext>
              </a:extLst>
            </p:cNvPr>
            <p:cNvSpPr>
              <a:spLocks noChangeArrowheads="1"/>
            </p:cNvSpPr>
            <p:nvPr/>
          </p:nvSpPr>
          <p:spPr bwMode="auto">
            <a:xfrm>
              <a:off x="1191450" y="5093952"/>
              <a:ext cx="402282" cy="3182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A</a:t>
              </a:r>
              <a:endParaRPr lang="en-US" sz="1400" b="1" baseline="-25000">
                <a:latin typeface="Times New Roman" panose="02020603050405020304" pitchFamily="18" charset="0"/>
                <a:cs typeface="Times New Roman" panose="02020603050405020304" pitchFamily="18" charset="0"/>
              </a:endParaRPr>
            </a:p>
          </p:txBody>
        </p:sp>
        <p:sp>
          <p:nvSpPr>
            <p:cNvPr id="33" name="Oval 32">
              <a:extLst>
                <a:ext uri="{FF2B5EF4-FFF2-40B4-BE49-F238E27FC236}">
                  <a16:creationId xmlns:a16="http://schemas.microsoft.com/office/drawing/2014/main" id="{F8C5B760-8BB0-30A4-3510-BC5E768C94D1}"/>
                </a:ext>
              </a:extLst>
            </p:cNvPr>
            <p:cNvSpPr/>
            <p:nvPr/>
          </p:nvSpPr>
          <p:spPr bwMode="auto">
            <a:xfrm>
              <a:off x="1156170" y="3698059"/>
              <a:ext cx="168753" cy="163842"/>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400" b="1">
                  <a:latin typeface="Times New Roman" pitchFamily="18" charset="0"/>
                  <a:cs typeface="Times New Roman" pitchFamily="18" charset="0"/>
                </a:rPr>
                <a:t>1</a:t>
              </a:r>
            </a:p>
          </p:txBody>
        </p:sp>
        <p:sp>
          <p:nvSpPr>
            <p:cNvPr id="34" name="Oval 33">
              <a:extLst>
                <a:ext uri="{FF2B5EF4-FFF2-40B4-BE49-F238E27FC236}">
                  <a16:creationId xmlns:a16="http://schemas.microsoft.com/office/drawing/2014/main" id="{9720C186-7756-7AAA-14C5-CE02EA8423DF}"/>
                </a:ext>
              </a:extLst>
            </p:cNvPr>
            <p:cNvSpPr/>
            <p:nvPr/>
          </p:nvSpPr>
          <p:spPr bwMode="auto">
            <a:xfrm>
              <a:off x="1749272" y="3715817"/>
              <a:ext cx="99726" cy="111579"/>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400" b="1">
                  <a:latin typeface="Times New Roman" pitchFamily="18" charset="0"/>
                  <a:cs typeface="Times New Roman" pitchFamily="18" charset="0"/>
                </a:rPr>
                <a:t>2</a:t>
              </a:r>
            </a:p>
          </p:txBody>
        </p:sp>
        <p:sp>
          <p:nvSpPr>
            <p:cNvPr id="35" name="Oval 34">
              <a:extLst>
                <a:ext uri="{FF2B5EF4-FFF2-40B4-BE49-F238E27FC236}">
                  <a16:creationId xmlns:a16="http://schemas.microsoft.com/office/drawing/2014/main" id="{936EAE5C-8D83-4B34-2F60-151BA6CD5647}"/>
                </a:ext>
              </a:extLst>
            </p:cNvPr>
            <p:cNvSpPr/>
            <p:nvPr/>
          </p:nvSpPr>
          <p:spPr bwMode="auto">
            <a:xfrm>
              <a:off x="2372620" y="3709058"/>
              <a:ext cx="125461" cy="157222"/>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400" b="1">
                  <a:latin typeface="Times New Roman" pitchFamily="18" charset="0"/>
                  <a:cs typeface="Times New Roman" pitchFamily="18" charset="0"/>
                </a:rPr>
                <a:t>3</a:t>
              </a:r>
            </a:p>
          </p:txBody>
        </p:sp>
        <p:sp>
          <p:nvSpPr>
            <p:cNvPr id="36" name="Oval 35">
              <a:extLst>
                <a:ext uri="{FF2B5EF4-FFF2-40B4-BE49-F238E27FC236}">
                  <a16:creationId xmlns:a16="http://schemas.microsoft.com/office/drawing/2014/main" id="{C013A695-9B27-DA15-AE91-1033EAB35A45}"/>
                </a:ext>
              </a:extLst>
            </p:cNvPr>
            <p:cNvSpPr/>
            <p:nvPr/>
          </p:nvSpPr>
          <p:spPr bwMode="auto">
            <a:xfrm>
              <a:off x="3012442" y="3705543"/>
              <a:ext cx="109181" cy="162296"/>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400" b="1">
                  <a:latin typeface="Times New Roman" pitchFamily="18" charset="0"/>
                  <a:cs typeface="Times New Roman" pitchFamily="18" charset="0"/>
                </a:rPr>
                <a:t>4</a:t>
              </a:r>
            </a:p>
          </p:txBody>
        </p:sp>
        <p:sp>
          <p:nvSpPr>
            <p:cNvPr id="37" name="Oval 36">
              <a:extLst>
                <a:ext uri="{FF2B5EF4-FFF2-40B4-BE49-F238E27FC236}">
                  <a16:creationId xmlns:a16="http://schemas.microsoft.com/office/drawing/2014/main" id="{C6FD1C59-1065-5272-31DC-E0EA1796BD4A}"/>
                </a:ext>
              </a:extLst>
            </p:cNvPr>
            <p:cNvSpPr/>
            <p:nvPr/>
          </p:nvSpPr>
          <p:spPr bwMode="auto">
            <a:xfrm>
              <a:off x="3672268" y="3731022"/>
              <a:ext cx="126834" cy="138637"/>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400" b="1">
                  <a:latin typeface="Times New Roman" pitchFamily="18" charset="0"/>
                  <a:cs typeface="Times New Roman" pitchFamily="18" charset="0"/>
                </a:rPr>
                <a:t>5</a:t>
              </a:r>
            </a:p>
          </p:txBody>
        </p:sp>
        <p:sp>
          <p:nvSpPr>
            <p:cNvPr id="38" name="Oval 37">
              <a:extLst>
                <a:ext uri="{FF2B5EF4-FFF2-40B4-BE49-F238E27FC236}">
                  <a16:creationId xmlns:a16="http://schemas.microsoft.com/office/drawing/2014/main" id="{B7327916-3B25-A4F6-C453-3FFD512BA06C}"/>
                </a:ext>
              </a:extLst>
            </p:cNvPr>
            <p:cNvSpPr/>
            <p:nvPr/>
          </p:nvSpPr>
          <p:spPr bwMode="auto">
            <a:xfrm>
              <a:off x="4306008" y="3731022"/>
              <a:ext cx="117854" cy="135256"/>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400" b="1">
                  <a:latin typeface="Times New Roman" pitchFamily="18" charset="0"/>
                  <a:cs typeface="Times New Roman" pitchFamily="18" charset="0"/>
                </a:rPr>
                <a:t>6</a:t>
              </a:r>
            </a:p>
          </p:txBody>
        </p:sp>
        <p:sp>
          <p:nvSpPr>
            <p:cNvPr id="39" name="Rectangle 272">
              <a:extLst>
                <a:ext uri="{FF2B5EF4-FFF2-40B4-BE49-F238E27FC236}">
                  <a16:creationId xmlns:a16="http://schemas.microsoft.com/office/drawing/2014/main" id="{74488184-7D71-BCB5-2056-CC91561CB6A3}"/>
                </a:ext>
              </a:extLst>
            </p:cNvPr>
            <p:cNvSpPr>
              <a:spLocks noChangeArrowheads="1"/>
            </p:cNvSpPr>
            <p:nvPr/>
          </p:nvSpPr>
          <p:spPr bwMode="auto">
            <a:xfrm>
              <a:off x="1174115" y="5475908"/>
              <a:ext cx="458242" cy="3182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solidFill>
                    <a:srgbClr val="FFC000"/>
                  </a:solidFill>
                  <a:latin typeface="Times New Roman" panose="02020603050405020304" pitchFamily="18" charset="0"/>
                  <a:cs typeface="Times New Roman" panose="02020603050405020304" pitchFamily="18" charset="0"/>
                </a:rPr>
                <a:t>P2</a:t>
              </a:r>
              <a:endParaRPr lang="en-US" sz="1400" b="1" baseline="-25000">
                <a:solidFill>
                  <a:srgbClr val="FFC000"/>
                </a:solidFill>
                <a:latin typeface="Times New Roman" panose="02020603050405020304" pitchFamily="18" charset="0"/>
                <a:cs typeface="Times New Roman" panose="02020603050405020304" pitchFamily="18" charset="0"/>
              </a:endParaRPr>
            </a:p>
          </p:txBody>
        </p:sp>
        <p:cxnSp>
          <p:nvCxnSpPr>
            <p:cNvPr id="40" name="Straight Connector 39">
              <a:extLst>
                <a:ext uri="{FF2B5EF4-FFF2-40B4-BE49-F238E27FC236}">
                  <a16:creationId xmlns:a16="http://schemas.microsoft.com/office/drawing/2014/main" id="{7E036C74-8323-F055-D4E1-56260A0E22C9}"/>
                </a:ext>
              </a:extLst>
            </p:cNvPr>
            <p:cNvCxnSpPr/>
            <p:nvPr/>
          </p:nvCxnSpPr>
          <p:spPr bwMode="auto">
            <a:xfrm flipH="1" flipV="1">
              <a:off x="3717305" y="5122390"/>
              <a:ext cx="0" cy="373621"/>
            </a:xfrm>
            <a:prstGeom prst="line">
              <a:avLst/>
            </a:prstGeom>
            <a:ln w="25400" cap="rnd">
              <a:solidFill>
                <a:schemeClr val="accent1">
                  <a:lumMod val="75000"/>
                </a:schemeClr>
              </a:solidFill>
              <a:round/>
              <a:headEnd type="triangle"/>
            </a:ln>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94D421A1-6972-88E7-054C-766F1CB536B1}"/>
                </a:ext>
              </a:extLst>
            </p:cNvPr>
            <p:cNvCxnSpPr/>
            <p:nvPr/>
          </p:nvCxnSpPr>
          <p:spPr>
            <a:xfrm flipV="1">
              <a:off x="1230602" y="4667620"/>
              <a:ext cx="0" cy="148773"/>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ACAC5D0A-CC44-C5BD-B269-47B5C6969601}"/>
                </a:ext>
              </a:extLst>
            </p:cNvPr>
            <p:cNvCxnSpPr/>
            <p:nvPr/>
          </p:nvCxnSpPr>
          <p:spPr bwMode="auto">
            <a:xfrm>
              <a:off x="1005415" y="4922900"/>
              <a:ext cx="1423501" cy="1690"/>
            </a:xfrm>
            <a:prstGeom prst="line">
              <a:avLst/>
            </a:prstGeom>
            <a:ln w="25400" cap="rnd">
              <a:solidFill>
                <a:srgbClr val="FFC000"/>
              </a:solidFill>
              <a:round/>
              <a:headEnd type="none" w="med" len="lg"/>
            </a:ln>
          </p:spPr>
          <p:style>
            <a:lnRef idx="3">
              <a:schemeClr val="dk1"/>
            </a:lnRef>
            <a:fillRef idx="0">
              <a:schemeClr val="dk1"/>
            </a:fillRef>
            <a:effectRef idx="2">
              <a:schemeClr val="dk1"/>
            </a:effectRef>
            <a:fontRef idx="minor">
              <a:schemeClr val="tx1"/>
            </a:fontRef>
          </p:style>
        </p:cxnSp>
        <p:cxnSp>
          <p:nvCxnSpPr>
            <p:cNvPr id="43" name="Straight Arrow Connector 42">
              <a:extLst>
                <a:ext uri="{FF2B5EF4-FFF2-40B4-BE49-F238E27FC236}">
                  <a16:creationId xmlns:a16="http://schemas.microsoft.com/office/drawing/2014/main" id="{4F681CF3-FBA1-9699-C279-07F639DF2803}"/>
                </a:ext>
              </a:extLst>
            </p:cNvPr>
            <p:cNvCxnSpPr/>
            <p:nvPr/>
          </p:nvCxnSpPr>
          <p:spPr>
            <a:xfrm>
              <a:off x="1089056" y="4415723"/>
              <a:ext cx="136721" cy="0"/>
            </a:xfrm>
            <a:prstGeom prst="straightConnector1">
              <a:avLst/>
            </a:prstGeom>
            <a:ln w="25400" cap="rnd">
              <a:solidFill>
                <a:srgbClr val="FFC000"/>
              </a:solidFill>
              <a:headEnd type="triangle"/>
            </a:ln>
          </p:spPr>
          <p:style>
            <a:lnRef idx="2">
              <a:schemeClr val="dk1"/>
            </a:lnRef>
            <a:fillRef idx="0">
              <a:schemeClr val="dk1"/>
            </a:fillRef>
            <a:effectRef idx="1">
              <a:schemeClr val="dk1"/>
            </a:effectRef>
            <a:fontRef idx="minor">
              <a:schemeClr val="tx1"/>
            </a:fontRef>
          </p:style>
        </p:cxnSp>
        <p:cxnSp>
          <p:nvCxnSpPr>
            <p:cNvPr id="44" name="Straight Connector 43">
              <a:extLst>
                <a:ext uri="{FF2B5EF4-FFF2-40B4-BE49-F238E27FC236}">
                  <a16:creationId xmlns:a16="http://schemas.microsoft.com/office/drawing/2014/main" id="{687C26FC-8000-6086-8012-ACDA380CB3E5}"/>
                </a:ext>
              </a:extLst>
            </p:cNvPr>
            <p:cNvCxnSpPr/>
            <p:nvPr/>
          </p:nvCxnSpPr>
          <p:spPr>
            <a:xfrm flipV="1">
              <a:off x="1089056" y="4365005"/>
              <a:ext cx="0" cy="355024"/>
            </a:xfrm>
            <a:prstGeom prst="line">
              <a:avLst/>
            </a:prstGeom>
            <a:ln w="38100" cap="sq">
              <a:solidFill>
                <a:srgbClr val="FFC000"/>
              </a:solidFill>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3F4908B3-5B8F-06CC-EED2-FA98E68D4966}"/>
                </a:ext>
              </a:extLst>
            </p:cNvPr>
            <p:cNvCxnSpPr/>
            <p:nvPr/>
          </p:nvCxnSpPr>
          <p:spPr>
            <a:xfrm>
              <a:off x="1089056" y="4667620"/>
              <a:ext cx="136721" cy="0"/>
            </a:xfrm>
            <a:prstGeom prst="straightConnector1">
              <a:avLst/>
            </a:prstGeom>
            <a:ln w="25400" cap="rnd">
              <a:solidFill>
                <a:srgbClr val="FFC000"/>
              </a:solidFill>
              <a:headEnd type="none"/>
              <a:tailEnd type="none"/>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09525D9D-2CF6-3297-A67F-4441EB14EE5A}"/>
                </a:ext>
              </a:extLst>
            </p:cNvPr>
            <p:cNvCxnSpPr/>
            <p:nvPr/>
          </p:nvCxnSpPr>
          <p:spPr>
            <a:xfrm flipV="1">
              <a:off x="1048845" y="4419104"/>
              <a:ext cx="0" cy="251897"/>
            </a:xfrm>
            <a:prstGeom prst="line">
              <a:avLst/>
            </a:prstGeom>
            <a:ln w="25400" cap="sq">
              <a:solidFill>
                <a:srgbClr val="FFC000"/>
              </a:solidFill>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DB14DFF5-3896-9FB8-48FD-776896379A47}"/>
                </a:ext>
              </a:extLst>
            </p:cNvPr>
            <p:cNvCxnSpPr/>
            <p:nvPr/>
          </p:nvCxnSpPr>
          <p:spPr>
            <a:xfrm>
              <a:off x="1089056" y="5864560"/>
              <a:ext cx="136721" cy="0"/>
            </a:xfrm>
            <a:prstGeom prst="straightConnector1">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9EF8360E-3443-5126-3786-96DA9E59D038}"/>
                </a:ext>
              </a:extLst>
            </p:cNvPr>
            <p:cNvCxnSpPr/>
            <p:nvPr/>
          </p:nvCxnSpPr>
          <p:spPr>
            <a:xfrm flipV="1">
              <a:off x="1089056" y="5813843"/>
              <a:ext cx="0" cy="353334"/>
            </a:xfrm>
            <a:prstGeom prst="line">
              <a:avLst/>
            </a:prstGeom>
            <a:ln w="381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C69249E3-0920-5596-C0A5-7940D9CF58F9}"/>
                </a:ext>
              </a:extLst>
            </p:cNvPr>
            <p:cNvCxnSpPr/>
            <p:nvPr/>
          </p:nvCxnSpPr>
          <p:spPr>
            <a:xfrm>
              <a:off x="1089056" y="6116460"/>
              <a:ext cx="136721" cy="0"/>
            </a:xfrm>
            <a:prstGeom prst="straightConnector1">
              <a:avLst/>
            </a:prstGeom>
            <a:ln w="25400" cap="rnd">
              <a:solidFill>
                <a:schemeClr val="accent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C044F562-5F23-CB7A-95BA-9158DE98B443}"/>
                </a:ext>
              </a:extLst>
            </p:cNvPr>
            <p:cNvCxnSpPr/>
            <p:nvPr/>
          </p:nvCxnSpPr>
          <p:spPr>
            <a:xfrm flipV="1">
              <a:off x="1048845" y="5864560"/>
              <a:ext cx="0" cy="251899"/>
            </a:xfrm>
            <a:prstGeom prst="line">
              <a:avLst/>
            </a:prstGeom>
            <a:ln w="254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3797624E-FD33-5986-9E46-542349DF7083}"/>
                </a:ext>
              </a:extLst>
            </p:cNvPr>
            <p:cNvCxnSpPr>
              <a:stCxn id="168" idx="4"/>
            </p:cNvCxnSpPr>
            <p:nvPr/>
          </p:nvCxnSpPr>
          <p:spPr>
            <a:xfrm flipH="1">
              <a:off x="1230602" y="4873872"/>
              <a:ext cx="1609" cy="988998"/>
            </a:xfrm>
            <a:prstGeom prst="line">
              <a:avLst/>
            </a:prstGeom>
            <a:ln w="25400" cap="rnd">
              <a:solidFill>
                <a:schemeClr val="accent1">
                  <a:lumMod val="75000"/>
                </a:schemeClr>
              </a:solidFill>
              <a:headEnd type="triangle"/>
              <a:tailEnd type="none"/>
            </a:ln>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CB369227-57A8-8B57-1B5C-B09030018E80}"/>
                </a:ext>
              </a:extLst>
            </p:cNvPr>
            <p:cNvCxnSpPr/>
            <p:nvPr/>
          </p:nvCxnSpPr>
          <p:spPr>
            <a:xfrm>
              <a:off x="1225777" y="3895020"/>
              <a:ext cx="1608" cy="520703"/>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997136C7-1037-3333-7F78-7F4805216DF9}"/>
                </a:ext>
              </a:extLst>
            </p:cNvPr>
            <p:cNvCxnSpPr/>
            <p:nvPr/>
          </p:nvCxnSpPr>
          <p:spPr>
            <a:xfrm flipV="1">
              <a:off x="1219343" y="6121530"/>
              <a:ext cx="0" cy="429411"/>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B8FCD24E-E313-1E5D-10FC-D6318345C17F}"/>
                </a:ext>
              </a:extLst>
            </p:cNvPr>
            <p:cNvCxnSpPr/>
            <p:nvPr/>
          </p:nvCxnSpPr>
          <p:spPr>
            <a:xfrm>
              <a:off x="965204" y="5974450"/>
              <a:ext cx="90075" cy="0"/>
            </a:xfrm>
            <a:prstGeom prst="straightConnector1">
              <a:avLst/>
            </a:prstGeom>
            <a:ln w="25400" cap="rnd">
              <a:solidFill>
                <a:schemeClr val="accent1">
                  <a:lumMod val="75000"/>
                </a:schemeClr>
              </a:solidFill>
              <a:headEnd type="none"/>
              <a:tailEnd type="none"/>
            </a:ln>
          </p:spPr>
          <p:style>
            <a:lnRef idx="2">
              <a:schemeClr val="dk1"/>
            </a:lnRef>
            <a:fillRef idx="0">
              <a:schemeClr val="dk1"/>
            </a:fillRef>
            <a:effectRef idx="1">
              <a:schemeClr val="dk1"/>
            </a:effectRef>
            <a:fontRef idx="minor">
              <a:schemeClr val="tx1"/>
            </a:fontRef>
          </p:style>
        </p:cxnSp>
        <p:sp>
          <p:nvSpPr>
            <p:cNvPr id="55" name="Rectangle 272">
              <a:extLst>
                <a:ext uri="{FF2B5EF4-FFF2-40B4-BE49-F238E27FC236}">
                  <a16:creationId xmlns:a16="http://schemas.microsoft.com/office/drawing/2014/main" id="{257F2DAF-A95F-D967-5DF8-F889659D09D1}"/>
                </a:ext>
              </a:extLst>
            </p:cNvPr>
            <p:cNvSpPr>
              <a:spLocks noChangeArrowheads="1"/>
            </p:cNvSpPr>
            <p:nvPr/>
          </p:nvSpPr>
          <p:spPr bwMode="auto">
            <a:xfrm>
              <a:off x="1011646" y="4387639"/>
              <a:ext cx="543080"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P1</a:t>
              </a:r>
            </a:p>
          </p:txBody>
        </p:sp>
        <p:sp>
          <p:nvSpPr>
            <p:cNvPr id="56" name="Rectangle 272">
              <a:extLst>
                <a:ext uri="{FF2B5EF4-FFF2-40B4-BE49-F238E27FC236}">
                  <a16:creationId xmlns:a16="http://schemas.microsoft.com/office/drawing/2014/main" id="{F7C66E41-1104-144F-CBB7-94C3E2BF85F0}"/>
                </a:ext>
              </a:extLst>
            </p:cNvPr>
            <p:cNvSpPr>
              <a:spLocks noChangeArrowheads="1"/>
            </p:cNvSpPr>
            <p:nvPr/>
          </p:nvSpPr>
          <p:spPr bwMode="auto">
            <a:xfrm>
              <a:off x="1018361" y="5821030"/>
              <a:ext cx="53189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N1</a:t>
              </a:r>
            </a:p>
          </p:txBody>
        </p:sp>
        <p:cxnSp>
          <p:nvCxnSpPr>
            <p:cNvPr id="57" name="Straight Connector 56">
              <a:extLst>
                <a:ext uri="{FF2B5EF4-FFF2-40B4-BE49-F238E27FC236}">
                  <a16:creationId xmlns:a16="http://schemas.microsoft.com/office/drawing/2014/main" id="{ADC5C6EB-C954-00F9-3316-64C0279DB495}"/>
                </a:ext>
              </a:extLst>
            </p:cNvPr>
            <p:cNvCxnSpPr/>
            <p:nvPr/>
          </p:nvCxnSpPr>
          <p:spPr bwMode="auto">
            <a:xfrm flipH="1" flipV="1">
              <a:off x="1005415" y="4549278"/>
              <a:ext cx="0" cy="373623"/>
            </a:xfrm>
            <a:prstGeom prst="line">
              <a:avLst/>
            </a:prstGeom>
            <a:ln w="25400" cap="rnd">
              <a:solidFill>
                <a:srgbClr val="FFC000"/>
              </a:solidFill>
              <a:round/>
            </a:ln>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a16="http://schemas.microsoft.com/office/drawing/2014/main" id="{7F3DF44F-A1D5-2D6A-B1CE-CB6842F09082}"/>
                </a:ext>
              </a:extLst>
            </p:cNvPr>
            <p:cNvCxnSpPr/>
            <p:nvPr/>
          </p:nvCxnSpPr>
          <p:spPr bwMode="auto">
            <a:xfrm flipH="1" flipV="1">
              <a:off x="1005415" y="4539136"/>
              <a:ext cx="53080" cy="1691"/>
            </a:xfrm>
            <a:prstGeom prst="line">
              <a:avLst/>
            </a:prstGeom>
            <a:ln w="25400" cap="rnd">
              <a:solidFill>
                <a:srgbClr val="FFC000"/>
              </a:solidFill>
              <a:round/>
            </a:ln>
          </p:spPr>
          <p:style>
            <a:lnRef idx="3">
              <a:schemeClr val="dk1"/>
            </a:lnRef>
            <a:fillRef idx="0">
              <a:schemeClr val="dk1"/>
            </a:fillRef>
            <a:effectRef idx="2">
              <a:schemeClr val="dk1"/>
            </a:effectRef>
            <a:fontRef idx="minor">
              <a:schemeClr val="tx1"/>
            </a:fontRef>
          </p:style>
        </p:cxnSp>
        <p:cxnSp>
          <p:nvCxnSpPr>
            <p:cNvPr id="59" name="Elbow Connector 31">
              <a:extLst>
                <a:ext uri="{FF2B5EF4-FFF2-40B4-BE49-F238E27FC236}">
                  <a16:creationId xmlns:a16="http://schemas.microsoft.com/office/drawing/2014/main" id="{98E4A179-F036-B580-7089-4A47117ED238}"/>
                </a:ext>
              </a:extLst>
            </p:cNvPr>
            <p:cNvCxnSpPr/>
            <p:nvPr/>
          </p:nvCxnSpPr>
          <p:spPr bwMode="auto">
            <a:xfrm>
              <a:off x="1243470" y="5524752"/>
              <a:ext cx="397294" cy="446317"/>
            </a:xfrm>
            <a:prstGeom prst="bentConnector3">
              <a:avLst>
                <a:gd name="adj1" fmla="val 59804"/>
              </a:avLst>
            </a:prstGeom>
            <a:ln w="25400" cap="rnd">
              <a:solidFill>
                <a:srgbClr val="FFC000"/>
              </a:solidFill>
              <a:prstDash val="solid"/>
              <a:round/>
              <a:tailEnd type="triangle"/>
            </a:ln>
          </p:spPr>
          <p:style>
            <a:lnRef idx="3">
              <a:schemeClr val="dk1"/>
            </a:lnRef>
            <a:fillRef idx="0">
              <a:schemeClr val="dk1"/>
            </a:fillRef>
            <a:effectRef idx="2">
              <a:schemeClr val="dk1"/>
            </a:effectRef>
            <a:fontRef idx="minor">
              <a:schemeClr val="tx1"/>
            </a:fontRef>
          </p:style>
        </p:cxnSp>
        <p:cxnSp>
          <p:nvCxnSpPr>
            <p:cNvPr id="60" name="Straight Arrow Connector 59">
              <a:extLst>
                <a:ext uri="{FF2B5EF4-FFF2-40B4-BE49-F238E27FC236}">
                  <a16:creationId xmlns:a16="http://schemas.microsoft.com/office/drawing/2014/main" id="{4E4EEEB2-775A-4804-4619-5506C5101311}"/>
                </a:ext>
              </a:extLst>
            </p:cNvPr>
            <p:cNvCxnSpPr/>
            <p:nvPr/>
          </p:nvCxnSpPr>
          <p:spPr>
            <a:xfrm>
              <a:off x="1661673" y="4410649"/>
              <a:ext cx="136721" cy="0"/>
            </a:xfrm>
            <a:prstGeom prst="straightConnector1">
              <a:avLst/>
            </a:prstGeom>
            <a:ln w="25400" cap="rnd">
              <a:headEnd type="triangle"/>
            </a:ln>
          </p:spPr>
          <p:style>
            <a:lnRef idx="2">
              <a:schemeClr val="dk1"/>
            </a:lnRef>
            <a:fillRef idx="0">
              <a:schemeClr val="dk1"/>
            </a:fillRef>
            <a:effectRef idx="1">
              <a:schemeClr val="dk1"/>
            </a:effectRef>
            <a:fontRef idx="minor">
              <a:schemeClr val="tx1"/>
            </a:fontRef>
          </p:style>
        </p:cxnSp>
        <p:cxnSp>
          <p:nvCxnSpPr>
            <p:cNvPr id="61" name="Straight Connector 60">
              <a:extLst>
                <a:ext uri="{FF2B5EF4-FFF2-40B4-BE49-F238E27FC236}">
                  <a16:creationId xmlns:a16="http://schemas.microsoft.com/office/drawing/2014/main" id="{E02A57F4-A7F4-3F46-D25F-9EEDA0BB02DF}"/>
                </a:ext>
              </a:extLst>
            </p:cNvPr>
            <p:cNvCxnSpPr/>
            <p:nvPr/>
          </p:nvCxnSpPr>
          <p:spPr>
            <a:xfrm flipV="1">
              <a:off x="1661673" y="4361624"/>
              <a:ext cx="0" cy="353333"/>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65A7F9FD-F010-184D-54E0-90789865B516}"/>
                </a:ext>
              </a:extLst>
            </p:cNvPr>
            <p:cNvCxnSpPr/>
            <p:nvPr/>
          </p:nvCxnSpPr>
          <p:spPr>
            <a:xfrm>
              <a:off x="1661673" y="4665929"/>
              <a:ext cx="136721"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cxnSp>
          <p:nvCxnSpPr>
            <p:cNvPr id="63" name="Straight Connector 62">
              <a:extLst>
                <a:ext uri="{FF2B5EF4-FFF2-40B4-BE49-F238E27FC236}">
                  <a16:creationId xmlns:a16="http://schemas.microsoft.com/office/drawing/2014/main" id="{37823FC4-CB33-4E29-3F75-965A5F910849}"/>
                </a:ext>
              </a:extLst>
            </p:cNvPr>
            <p:cNvCxnSpPr/>
            <p:nvPr/>
          </p:nvCxnSpPr>
          <p:spPr>
            <a:xfrm flipV="1">
              <a:off x="1619853" y="4415723"/>
              <a:ext cx="0" cy="251897"/>
            </a:xfrm>
            <a:prstGeom prst="line">
              <a:avLst/>
            </a:prstGeom>
            <a:ln w="25400" cap="sq"/>
          </p:spPr>
          <p:style>
            <a:lnRef idx="2">
              <a:schemeClr val="dk1"/>
            </a:lnRef>
            <a:fillRef idx="0">
              <a:schemeClr val="dk1"/>
            </a:fillRef>
            <a:effectRef idx="1">
              <a:schemeClr val="dk1"/>
            </a:effectRef>
            <a:fontRef idx="minor">
              <a:schemeClr val="tx1"/>
            </a:fontRef>
          </p:style>
        </p:cxnSp>
        <p:cxnSp>
          <p:nvCxnSpPr>
            <p:cNvPr id="64" name="Straight Arrow Connector 63">
              <a:extLst>
                <a:ext uri="{FF2B5EF4-FFF2-40B4-BE49-F238E27FC236}">
                  <a16:creationId xmlns:a16="http://schemas.microsoft.com/office/drawing/2014/main" id="{1942A82D-0A43-9177-BF7A-0BF74CE418CB}"/>
                </a:ext>
              </a:extLst>
            </p:cNvPr>
            <p:cNvCxnSpPr/>
            <p:nvPr/>
          </p:nvCxnSpPr>
          <p:spPr>
            <a:xfrm>
              <a:off x="1661673" y="5861178"/>
              <a:ext cx="136721" cy="0"/>
            </a:xfrm>
            <a:prstGeom prst="straightConnector1">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93360B5A-B980-110A-F1D2-EC20A13891D7}"/>
                </a:ext>
              </a:extLst>
            </p:cNvPr>
            <p:cNvCxnSpPr/>
            <p:nvPr/>
          </p:nvCxnSpPr>
          <p:spPr>
            <a:xfrm flipV="1">
              <a:off x="1661673" y="5810462"/>
              <a:ext cx="0" cy="353334"/>
            </a:xfrm>
            <a:prstGeom prst="line">
              <a:avLst/>
            </a:prstGeom>
            <a:ln w="38100" cap="sq">
              <a:solidFill>
                <a:srgbClr val="FFC000"/>
              </a:solidFill>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2C177BCC-9A46-B368-490A-50BCBA396EB9}"/>
                </a:ext>
              </a:extLst>
            </p:cNvPr>
            <p:cNvCxnSpPr/>
            <p:nvPr/>
          </p:nvCxnSpPr>
          <p:spPr>
            <a:xfrm>
              <a:off x="1661673" y="6113079"/>
              <a:ext cx="136721" cy="0"/>
            </a:xfrm>
            <a:prstGeom prst="straightConnector1">
              <a:avLst/>
            </a:prstGeom>
            <a:ln w="25400" cap="rnd">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67" name="Straight Connector 66">
              <a:extLst>
                <a:ext uri="{FF2B5EF4-FFF2-40B4-BE49-F238E27FC236}">
                  <a16:creationId xmlns:a16="http://schemas.microsoft.com/office/drawing/2014/main" id="{DD4004AC-2EBE-EED4-2AC7-E4CD166643A0}"/>
                </a:ext>
              </a:extLst>
            </p:cNvPr>
            <p:cNvCxnSpPr/>
            <p:nvPr/>
          </p:nvCxnSpPr>
          <p:spPr>
            <a:xfrm flipV="1">
              <a:off x="1619853" y="5861178"/>
              <a:ext cx="0" cy="251899"/>
            </a:xfrm>
            <a:prstGeom prst="line">
              <a:avLst/>
            </a:prstGeom>
            <a:ln w="25400" cap="sq">
              <a:solidFill>
                <a:srgbClr val="FFC000"/>
              </a:solidFill>
            </a:ln>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DE8BD6F6-B3E9-5B7D-2CF4-7D109B3CB2EF}"/>
                </a:ext>
              </a:extLst>
            </p:cNvPr>
            <p:cNvCxnSpPr/>
            <p:nvPr/>
          </p:nvCxnSpPr>
          <p:spPr>
            <a:xfrm>
              <a:off x="1801612" y="4665929"/>
              <a:ext cx="0" cy="1191868"/>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BD89E51A-D504-61EC-48D5-918FFB3AE64A}"/>
                </a:ext>
              </a:extLst>
            </p:cNvPr>
            <p:cNvCxnSpPr/>
            <p:nvPr/>
          </p:nvCxnSpPr>
          <p:spPr>
            <a:xfrm>
              <a:off x="1798395" y="3895020"/>
              <a:ext cx="1608" cy="515631"/>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70" name="Straight Connector 69">
              <a:extLst>
                <a:ext uri="{FF2B5EF4-FFF2-40B4-BE49-F238E27FC236}">
                  <a16:creationId xmlns:a16="http://schemas.microsoft.com/office/drawing/2014/main" id="{67CB3354-3C82-43EB-10A2-66C2EC88181E}"/>
                </a:ext>
              </a:extLst>
            </p:cNvPr>
            <p:cNvCxnSpPr/>
            <p:nvPr/>
          </p:nvCxnSpPr>
          <p:spPr>
            <a:xfrm flipV="1">
              <a:off x="1791961" y="6116460"/>
              <a:ext cx="0" cy="431101"/>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71" name="Straight Arrow Connector 70">
              <a:extLst>
                <a:ext uri="{FF2B5EF4-FFF2-40B4-BE49-F238E27FC236}">
                  <a16:creationId xmlns:a16="http://schemas.microsoft.com/office/drawing/2014/main" id="{4229DE7D-D2F0-6E4C-8182-04DAE88AF118}"/>
                </a:ext>
              </a:extLst>
            </p:cNvPr>
            <p:cNvCxnSpPr/>
            <p:nvPr/>
          </p:nvCxnSpPr>
          <p:spPr>
            <a:xfrm>
              <a:off x="1536213" y="5969377"/>
              <a:ext cx="90075" cy="0"/>
            </a:xfrm>
            <a:prstGeom prst="straightConnector1">
              <a:avLst/>
            </a:prstGeom>
            <a:ln w="25400" cap="rnd">
              <a:solidFill>
                <a:srgbClr val="FFC000"/>
              </a:solidFill>
              <a:headEnd type="none"/>
              <a:tailEnd type="none"/>
            </a:ln>
          </p:spPr>
          <p:style>
            <a:lnRef idx="2">
              <a:schemeClr val="dk1"/>
            </a:lnRef>
            <a:fillRef idx="0">
              <a:schemeClr val="dk1"/>
            </a:fillRef>
            <a:effectRef idx="1">
              <a:schemeClr val="dk1"/>
            </a:effectRef>
            <a:fontRef idx="minor">
              <a:schemeClr val="tx1"/>
            </a:fontRef>
          </p:style>
        </p:cxnSp>
        <p:sp>
          <p:nvSpPr>
            <p:cNvPr id="72" name="Rectangle 272">
              <a:extLst>
                <a:ext uri="{FF2B5EF4-FFF2-40B4-BE49-F238E27FC236}">
                  <a16:creationId xmlns:a16="http://schemas.microsoft.com/office/drawing/2014/main" id="{9949E61D-F453-392C-CACE-E2A291FD4513}"/>
                </a:ext>
              </a:extLst>
            </p:cNvPr>
            <p:cNvSpPr>
              <a:spLocks noChangeArrowheads="1"/>
            </p:cNvSpPr>
            <p:nvPr/>
          </p:nvSpPr>
          <p:spPr bwMode="auto">
            <a:xfrm>
              <a:off x="1583919" y="4374124"/>
              <a:ext cx="54902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P2</a:t>
              </a:r>
            </a:p>
          </p:txBody>
        </p:sp>
        <p:sp>
          <p:nvSpPr>
            <p:cNvPr id="73" name="Rectangle 272">
              <a:extLst>
                <a:ext uri="{FF2B5EF4-FFF2-40B4-BE49-F238E27FC236}">
                  <a16:creationId xmlns:a16="http://schemas.microsoft.com/office/drawing/2014/main" id="{514CC5A5-E6BE-D5CB-9172-010003DF6392}"/>
                </a:ext>
              </a:extLst>
            </p:cNvPr>
            <p:cNvSpPr>
              <a:spLocks noChangeArrowheads="1"/>
            </p:cNvSpPr>
            <p:nvPr/>
          </p:nvSpPr>
          <p:spPr bwMode="auto">
            <a:xfrm>
              <a:off x="1589566" y="5816990"/>
              <a:ext cx="53189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N2</a:t>
              </a:r>
            </a:p>
          </p:txBody>
        </p:sp>
        <p:cxnSp>
          <p:nvCxnSpPr>
            <p:cNvPr id="74" name="Straight Connector 73">
              <a:extLst>
                <a:ext uri="{FF2B5EF4-FFF2-40B4-BE49-F238E27FC236}">
                  <a16:creationId xmlns:a16="http://schemas.microsoft.com/office/drawing/2014/main" id="{1FF4EF9A-B092-F188-5B71-8A0090607B27}"/>
                </a:ext>
              </a:extLst>
            </p:cNvPr>
            <p:cNvCxnSpPr/>
            <p:nvPr/>
          </p:nvCxnSpPr>
          <p:spPr bwMode="auto">
            <a:xfrm flipH="1" flipV="1">
              <a:off x="1569991" y="4544207"/>
              <a:ext cx="0" cy="486891"/>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75" name="Straight Arrow Connector 74">
              <a:extLst>
                <a:ext uri="{FF2B5EF4-FFF2-40B4-BE49-F238E27FC236}">
                  <a16:creationId xmlns:a16="http://schemas.microsoft.com/office/drawing/2014/main" id="{29C2DBBC-83AD-8876-ECAC-14D1CE8596A5}"/>
                </a:ext>
              </a:extLst>
            </p:cNvPr>
            <p:cNvCxnSpPr/>
            <p:nvPr/>
          </p:nvCxnSpPr>
          <p:spPr>
            <a:xfrm>
              <a:off x="2301846" y="4410649"/>
              <a:ext cx="133504" cy="0"/>
            </a:xfrm>
            <a:prstGeom prst="straightConnector1">
              <a:avLst/>
            </a:prstGeom>
            <a:ln w="25400" cap="rnd">
              <a:headEnd type="triangle"/>
            </a:ln>
          </p:spPr>
          <p:style>
            <a:lnRef idx="2">
              <a:schemeClr val="dk1"/>
            </a:lnRef>
            <a:fillRef idx="0">
              <a:schemeClr val="dk1"/>
            </a:fillRef>
            <a:effectRef idx="1">
              <a:schemeClr val="dk1"/>
            </a:effectRef>
            <a:fontRef idx="minor">
              <a:schemeClr val="tx1"/>
            </a:fontRef>
          </p:style>
        </p:cxnSp>
        <p:cxnSp>
          <p:nvCxnSpPr>
            <p:cNvPr id="76" name="Straight Connector 75">
              <a:extLst>
                <a:ext uri="{FF2B5EF4-FFF2-40B4-BE49-F238E27FC236}">
                  <a16:creationId xmlns:a16="http://schemas.microsoft.com/office/drawing/2014/main" id="{25FBD7C2-5368-3204-4D04-ABF0F72C10E1}"/>
                </a:ext>
              </a:extLst>
            </p:cNvPr>
            <p:cNvCxnSpPr/>
            <p:nvPr/>
          </p:nvCxnSpPr>
          <p:spPr>
            <a:xfrm flipV="1">
              <a:off x="2301846" y="4361624"/>
              <a:ext cx="0" cy="353333"/>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77" name="Straight Arrow Connector 76">
              <a:extLst>
                <a:ext uri="{FF2B5EF4-FFF2-40B4-BE49-F238E27FC236}">
                  <a16:creationId xmlns:a16="http://schemas.microsoft.com/office/drawing/2014/main" id="{9C970CDF-A964-254B-5B01-687AF4250DF8}"/>
                </a:ext>
              </a:extLst>
            </p:cNvPr>
            <p:cNvCxnSpPr/>
            <p:nvPr/>
          </p:nvCxnSpPr>
          <p:spPr>
            <a:xfrm>
              <a:off x="2301846" y="4665929"/>
              <a:ext cx="133504"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996695DB-E155-90C7-97E5-097D4DD6018A}"/>
                </a:ext>
              </a:extLst>
            </p:cNvPr>
            <p:cNvCxnSpPr/>
            <p:nvPr/>
          </p:nvCxnSpPr>
          <p:spPr>
            <a:xfrm flipV="1">
              <a:off x="2260027" y="4415723"/>
              <a:ext cx="0" cy="251897"/>
            </a:xfrm>
            <a:prstGeom prst="line">
              <a:avLst/>
            </a:prstGeom>
            <a:ln w="25400" cap="sq"/>
          </p:spPr>
          <p:style>
            <a:lnRef idx="2">
              <a:schemeClr val="dk1"/>
            </a:lnRef>
            <a:fillRef idx="0">
              <a:schemeClr val="dk1"/>
            </a:fillRef>
            <a:effectRef idx="1">
              <a:schemeClr val="dk1"/>
            </a:effectRef>
            <a:fontRef idx="minor">
              <a:schemeClr val="tx1"/>
            </a:fontRef>
          </p:style>
        </p:cxnSp>
        <p:cxnSp>
          <p:nvCxnSpPr>
            <p:cNvPr id="79" name="Straight Arrow Connector 78">
              <a:extLst>
                <a:ext uri="{FF2B5EF4-FFF2-40B4-BE49-F238E27FC236}">
                  <a16:creationId xmlns:a16="http://schemas.microsoft.com/office/drawing/2014/main" id="{9CD3DBA7-3039-72D2-BDE6-44B025950976}"/>
                </a:ext>
              </a:extLst>
            </p:cNvPr>
            <p:cNvCxnSpPr/>
            <p:nvPr/>
          </p:nvCxnSpPr>
          <p:spPr>
            <a:xfrm>
              <a:off x="2301846" y="5861178"/>
              <a:ext cx="133504" cy="0"/>
            </a:xfrm>
            <a:prstGeom prst="straightConnector1">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80" name="Straight Connector 79">
              <a:extLst>
                <a:ext uri="{FF2B5EF4-FFF2-40B4-BE49-F238E27FC236}">
                  <a16:creationId xmlns:a16="http://schemas.microsoft.com/office/drawing/2014/main" id="{72DCA353-D454-450E-43C7-EFC382BB3335}"/>
                </a:ext>
              </a:extLst>
            </p:cNvPr>
            <p:cNvCxnSpPr/>
            <p:nvPr/>
          </p:nvCxnSpPr>
          <p:spPr>
            <a:xfrm flipV="1">
              <a:off x="2301846" y="5810462"/>
              <a:ext cx="0" cy="353334"/>
            </a:xfrm>
            <a:prstGeom prst="line">
              <a:avLst/>
            </a:prstGeom>
            <a:ln w="38100" cap="sq">
              <a:solidFill>
                <a:srgbClr val="FFC000"/>
              </a:solidFill>
            </a:ln>
          </p:spPr>
          <p:style>
            <a:lnRef idx="2">
              <a:schemeClr val="dk1"/>
            </a:lnRef>
            <a:fillRef idx="0">
              <a:schemeClr val="dk1"/>
            </a:fillRef>
            <a:effectRef idx="1">
              <a:schemeClr val="dk1"/>
            </a:effectRef>
            <a:fontRef idx="minor">
              <a:schemeClr val="tx1"/>
            </a:fontRef>
          </p:style>
        </p:cxnSp>
        <p:cxnSp>
          <p:nvCxnSpPr>
            <p:cNvPr id="81" name="Straight Arrow Connector 80">
              <a:extLst>
                <a:ext uri="{FF2B5EF4-FFF2-40B4-BE49-F238E27FC236}">
                  <a16:creationId xmlns:a16="http://schemas.microsoft.com/office/drawing/2014/main" id="{8AF9BD8D-6ED1-8EC7-EA51-2D94CFA36FC3}"/>
                </a:ext>
              </a:extLst>
            </p:cNvPr>
            <p:cNvCxnSpPr/>
            <p:nvPr/>
          </p:nvCxnSpPr>
          <p:spPr>
            <a:xfrm>
              <a:off x="2301846" y="6113079"/>
              <a:ext cx="133504" cy="0"/>
            </a:xfrm>
            <a:prstGeom prst="straightConnector1">
              <a:avLst/>
            </a:prstGeom>
            <a:ln w="25400" cap="rnd">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82" name="Straight Connector 81">
              <a:extLst>
                <a:ext uri="{FF2B5EF4-FFF2-40B4-BE49-F238E27FC236}">
                  <a16:creationId xmlns:a16="http://schemas.microsoft.com/office/drawing/2014/main" id="{55E97E26-0D28-7244-E2C4-E314710E2681}"/>
                </a:ext>
              </a:extLst>
            </p:cNvPr>
            <p:cNvCxnSpPr/>
            <p:nvPr/>
          </p:nvCxnSpPr>
          <p:spPr>
            <a:xfrm flipV="1">
              <a:off x="2260027" y="5861178"/>
              <a:ext cx="0" cy="251899"/>
            </a:xfrm>
            <a:prstGeom prst="line">
              <a:avLst/>
            </a:prstGeom>
            <a:ln w="25400" cap="sq">
              <a:solidFill>
                <a:srgbClr val="FFC000"/>
              </a:solidFill>
            </a:ln>
          </p:spPr>
          <p:style>
            <a:lnRef idx="2">
              <a:schemeClr val="dk1"/>
            </a:lnRef>
            <a:fillRef idx="0">
              <a:schemeClr val="dk1"/>
            </a:fillRef>
            <a:effectRef idx="1">
              <a:schemeClr val="dk1"/>
            </a:effectRef>
            <a:fontRef idx="minor">
              <a:schemeClr val="tx1"/>
            </a:fontRef>
          </p:style>
        </p:cxnSp>
        <p:cxnSp>
          <p:nvCxnSpPr>
            <p:cNvPr id="83" name="Straight Connector 82">
              <a:extLst>
                <a:ext uri="{FF2B5EF4-FFF2-40B4-BE49-F238E27FC236}">
                  <a16:creationId xmlns:a16="http://schemas.microsoft.com/office/drawing/2014/main" id="{A4F915F3-BAED-DB1D-E9D3-D7CB640E9D43}"/>
                </a:ext>
              </a:extLst>
            </p:cNvPr>
            <p:cNvCxnSpPr/>
            <p:nvPr/>
          </p:nvCxnSpPr>
          <p:spPr>
            <a:xfrm>
              <a:off x="2440175" y="4665929"/>
              <a:ext cx="0" cy="1191868"/>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84" name="Straight Connector 83">
              <a:extLst>
                <a:ext uri="{FF2B5EF4-FFF2-40B4-BE49-F238E27FC236}">
                  <a16:creationId xmlns:a16="http://schemas.microsoft.com/office/drawing/2014/main" id="{0388C32A-5492-4C6B-95E6-864CAEDA063A}"/>
                </a:ext>
              </a:extLst>
            </p:cNvPr>
            <p:cNvCxnSpPr/>
            <p:nvPr/>
          </p:nvCxnSpPr>
          <p:spPr>
            <a:xfrm>
              <a:off x="2435350" y="3895020"/>
              <a:ext cx="3217" cy="515631"/>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85" name="Straight Connector 84">
              <a:extLst>
                <a:ext uri="{FF2B5EF4-FFF2-40B4-BE49-F238E27FC236}">
                  <a16:creationId xmlns:a16="http://schemas.microsoft.com/office/drawing/2014/main" id="{18E77A9B-B70A-6D23-8A88-3F22512B6930}"/>
                </a:ext>
              </a:extLst>
            </p:cNvPr>
            <p:cNvCxnSpPr/>
            <p:nvPr/>
          </p:nvCxnSpPr>
          <p:spPr>
            <a:xfrm flipV="1">
              <a:off x="2430525" y="6116460"/>
              <a:ext cx="0" cy="431101"/>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86" name="Straight Arrow Connector 85">
              <a:extLst>
                <a:ext uri="{FF2B5EF4-FFF2-40B4-BE49-F238E27FC236}">
                  <a16:creationId xmlns:a16="http://schemas.microsoft.com/office/drawing/2014/main" id="{352AE1FB-30B8-E2EC-C3B5-522D8C3DCC85}"/>
                </a:ext>
              </a:extLst>
            </p:cNvPr>
            <p:cNvCxnSpPr/>
            <p:nvPr/>
          </p:nvCxnSpPr>
          <p:spPr>
            <a:xfrm>
              <a:off x="2176385" y="5969377"/>
              <a:ext cx="90075" cy="0"/>
            </a:xfrm>
            <a:prstGeom prst="straightConnector1">
              <a:avLst/>
            </a:prstGeom>
            <a:ln w="25400" cap="rnd">
              <a:solidFill>
                <a:srgbClr val="FFC000"/>
              </a:solidFill>
              <a:headEnd type="none"/>
              <a:tailEnd type="none"/>
            </a:ln>
          </p:spPr>
          <p:style>
            <a:lnRef idx="2">
              <a:schemeClr val="dk1"/>
            </a:lnRef>
            <a:fillRef idx="0">
              <a:schemeClr val="dk1"/>
            </a:fillRef>
            <a:effectRef idx="1">
              <a:schemeClr val="dk1"/>
            </a:effectRef>
            <a:fontRef idx="minor">
              <a:schemeClr val="tx1"/>
            </a:fontRef>
          </p:style>
        </p:cxnSp>
        <p:sp>
          <p:nvSpPr>
            <p:cNvPr id="87" name="Rectangle 272">
              <a:extLst>
                <a:ext uri="{FF2B5EF4-FFF2-40B4-BE49-F238E27FC236}">
                  <a16:creationId xmlns:a16="http://schemas.microsoft.com/office/drawing/2014/main" id="{6AA5DC17-19C5-E91A-7A38-22DC7EB442CF}"/>
                </a:ext>
              </a:extLst>
            </p:cNvPr>
            <p:cNvSpPr>
              <a:spLocks noChangeArrowheads="1"/>
            </p:cNvSpPr>
            <p:nvPr/>
          </p:nvSpPr>
          <p:spPr bwMode="auto">
            <a:xfrm>
              <a:off x="2245798" y="4346211"/>
              <a:ext cx="53503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P3</a:t>
              </a:r>
            </a:p>
          </p:txBody>
        </p:sp>
        <p:sp>
          <p:nvSpPr>
            <p:cNvPr id="88" name="Rectangle 272">
              <a:extLst>
                <a:ext uri="{FF2B5EF4-FFF2-40B4-BE49-F238E27FC236}">
                  <a16:creationId xmlns:a16="http://schemas.microsoft.com/office/drawing/2014/main" id="{3531DF55-BE86-32FF-9E84-0219226879DF}"/>
                </a:ext>
              </a:extLst>
            </p:cNvPr>
            <p:cNvSpPr>
              <a:spLocks noChangeArrowheads="1"/>
            </p:cNvSpPr>
            <p:nvPr/>
          </p:nvSpPr>
          <p:spPr bwMode="auto">
            <a:xfrm>
              <a:off x="2228749" y="5816990"/>
              <a:ext cx="53189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N3</a:t>
              </a:r>
            </a:p>
          </p:txBody>
        </p:sp>
        <p:cxnSp>
          <p:nvCxnSpPr>
            <p:cNvPr id="89" name="Straight Connector 88">
              <a:extLst>
                <a:ext uri="{FF2B5EF4-FFF2-40B4-BE49-F238E27FC236}">
                  <a16:creationId xmlns:a16="http://schemas.microsoft.com/office/drawing/2014/main" id="{D3580481-70FC-AF9E-A813-CCA67C69DCE8}"/>
                </a:ext>
              </a:extLst>
            </p:cNvPr>
            <p:cNvCxnSpPr/>
            <p:nvPr/>
          </p:nvCxnSpPr>
          <p:spPr bwMode="auto">
            <a:xfrm flipH="1" flipV="1">
              <a:off x="2213382" y="4549278"/>
              <a:ext cx="0" cy="59678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90" name="Elbow Connector 62">
              <a:extLst>
                <a:ext uri="{FF2B5EF4-FFF2-40B4-BE49-F238E27FC236}">
                  <a16:creationId xmlns:a16="http://schemas.microsoft.com/office/drawing/2014/main" id="{3EA9D8AE-56A7-BFCA-0947-6D01C86AE96B}"/>
                </a:ext>
              </a:extLst>
            </p:cNvPr>
            <p:cNvCxnSpPr/>
            <p:nvPr/>
          </p:nvCxnSpPr>
          <p:spPr bwMode="auto">
            <a:xfrm>
              <a:off x="2443393" y="5524752"/>
              <a:ext cx="397294" cy="444626"/>
            </a:xfrm>
            <a:prstGeom prst="bentConnector3">
              <a:avLst>
                <a:gd name="adj1" fmla="val 71569"/>
              </a:avLst>
            </a:prstGeom>
            <a:ln w="25400" cap="rnd">
              <a:solidFill>
                <a:schemeClr val="tx1"/>
              </a:solidFill>
              <a:prstDash val="solid"/>
              <a:round/>
              <a:tailEnd type="none"/>
            </a:ln>
          </p:spPr>
          <p:style>
            <a:lnRef idx="3">
              <a:schemeClr val="dk1"/>
            </a:lnRef>
            <a:fillRef idx="0">
              <a:schemeClr val="dk1"/>
            </a:fillRef>
            <a:effectRef idx="2">
              <a:schemeClr val="dk1"/>
            </a:effectRef>
            <a:fontRef idx="minor">
              <a:schemeClr val="tx1"/>
            </a:fontRef>
          </p:style>
        </p:cxnSp>
        <p:cxnSp>
          <p:nvCxnSpPr>
            <p:cNvPr id="91" name="Straight Arrow Connector 90">
              <a:extLst>
                <a:ext uri="{FF2B5EF4-FFF2-40B4-BE49-F238E27FC236}">
                  <a16:creationId xmlns:a16="http://schemas.microsoft.com/office/drawing/2014/main" id="{AB89D97D-63F3-D7A6-3B86-15186081A4E5}"/>
                </a:ext>
              </a:extLst>
            </p:cNvPr>
            <p:cNvCxnSpPr/>
            <p:nvPr/>
          </p:nvCxnSpPr>
          <p:spPr>
            <a:xfrm>
              <a:off x="2935586" y="4408960"/>
              <a:ext cx="136721" cy="0"/>
            </a:xfrm>
            <a:prstGeom prst="straightConnector1">
              <a:avLst/>
            </a:prstGeom>
            <a:ln w="25400" cap="rnd">
              <a:headEnd type="triangle"/>
            </a:ln>
          </p:spPr>
          <p:style>
            <a:lnRef idx="2">
              <a:schemeClr val="dk1"/>
            </a:lnRef>
            <a:fillRef idx="0">
              <a:schemeClr val="dk1"/>
            </a:fillRef>
            <a:effectRef idx="1">
              <a:schemeClr val="dk1"/>
            </a:effectRef>
            <a:fontRef idx="minor">
              <a:schemeClr val="tx1"/>
            </a:fontRef>
          </p:style>
        </p:cxnSp>
        <p:cxnSp>
          <p:nvCxnSpPr>
            <p:cNvPr id="92" name="Straight Connector 91">
              <a:extLst>
                <a:ext uri="{FF2B5EF4-FFF2-40B4-BE49-F238E27FC236}">
                  <a16:creationId xmlns:a16="http://schemas.microsoft.com/office/drawing/2014/main" id="{D1EEA648-A085-4247-555C-C02F8F00D506}"/>
                </a:ext>
              </a:extLst>
            </p:cNvPr>
            <p:cNvCxnSpPr/>
            <p:nvPr/>
          </p:nvCxnSpPr>
          <p:spPr>
            <a:xfrm flipV="1">
              <a:off x="2935586" y="4358242"/>
              <a:ext cx="0" cy="355024"/>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93" name="Straight Arrow Connector 92">
              <a:extLst>
                <a:ext uri="{FF2B5EF4-FFF2-40B4-BE49-F238E27FC236}">
                  <a16:creationId xmlns:a16="http://schemas.microsoft.com/office/drawing/2014/main" id="{A64D1F20-E9A6-AD9F-A83B-9FC99F21FCD6}"/>
                </a:ext>
              </a:extLst>
            </p:cNvPr>
            <p:cNvCxnSpPr/>
            <p:nvPr/>
          </p:nvCxnSpPr>
          <p:spPr>
            <a:xfrm>
              <a:off x="2935586" y="4662548"/>
              <a:ext cx="136721"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cxnSp>
          <p:nvCxnSpPr>
            <p:cNvPr id="94" name="Straight Connector 93">
              <a:extLst>
                <a:ext uri="{FF2B5EF4-FFF2-40B4-BE49-F238E27FC236}">
                  <a16:creationId xmlns:a16="http://schemas.microsoft.com/office/drawing/2014/main" id="{5B8DEACE-027B-DA1A-F85C-B0575FF79B27}"/>
                </a:ext>
              </a:extLst>
            </p:cNvPr>
            <p:cNvCxnSpPr/>
            <p:nvPr/>
          </p:nvCxnSpPr>
          <p:spPr>
            <a:xfrm flipV="1">
              <a:off x="2895375" y="4412342"/>
              <a:ext cx="0" cy="253590"/>
            </a:xfrm>
            <a:prstGeom prst="line">
              <a:avLst/>
            </a:prstGeom>
            <a:ln w="25400" cap="sq"/>
          </p:spPr>
          <p:style>
            <a:lnRef idx="2">
              <a:schemeClr val="dk1"/>
            </a:lnRef>
            <a:fillRef idx="0">
              <a:schemeClr val="dk1"/>
            </a:fillRef>
            <a:effectRef idx="1">
              <a:schemeClr val="dk1"/>
            </a:effectRef>
            <a:fontRef idx="minor">
              <a:schemeClr val="tx1"/>
            </a:fontRef>
          </p:style>
        </p:cxnSp>
        <p:cxnSp>
          <p:nvCxnSpPr>
            <p:cNvPr id="95" name="Straight Arrow Connector 94">
              <a:extLst>
                <a:ext uri="{FF2B5EF4-FFF2-40B4-BE49-F238E27FC236}">
                  <a16:creationId xmlns:a16="http://schemas.microsoft.com/office/drawing/2014/main" id="{60A99BFF-7C9E-5F04-6456-444DEB9F3FE7}"/>
                </a:ext>
              </a:extLst>
            </p:cNvPr>
            <p:cNvCxnSpPr/>
            <p:nvPr/>
          </p:nvCxnSpPr>
          <p:spPr>
            <a:xfrm>
              <a:off x="2935586" y="5857798"/>
              <a:ext cx="136721" cy="0"/>
            </a:xfrm>
            <a:prstGeom prst="straightConnector1">
              <a:avLst/>
            </a:prstGeom>
            <a:ln w="25400" cap="rnd"/>
          </p:spPr>
          <p:style>
            <a:lnRef idx="2">
              <a:schemeClr val="dk1"/>
            </a:lnRef>
            <a:fillRef idx="0">
              <a:schemeClr val="dk1"/>
            </a:fillRef>
            <a:effectRef idx="1">
              <a:schemeClr val="dk1"/>
            </a:effectRef>
            <a:fontRef idx="minor">
              <a:schemeClr val="tx1"/>
            </a:fontRef>
          </p:style>
        </p:cxnSp>
        <p:cxnSp>
          <p:nvCxnSpPr>
            <p:cNvPr id="96" name="Straight Connector 95">
              <a:extLst>
                <a:ext uri="{FF2B5EF4-FFF2-40B4-BE49-F238E27FC236}">
                  <a16:creationId xmlns:a16="http://schemas.microsoft.com/office/drawing/2014/main" id="{0400F504-93A1-7DB2-E8DE-FE6D2448F67E}"/>
                </a:ext>
              </a:extLst>
            </p:cNvPr>
            <p:cNvCxnSpPr/>
            <p:nvPr/>
          </p:nvCxnSpPr>
          <p:spPr>
            <a:xfrm flipV="1">
              <a:off x="2935586" y="5807080"/>
              <a:ext cx="0" cy="353334"/>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97" name="Straight Arrow Connector 96">
              <a:extLst>
                <a:ext uri="{FF2B5EF4-FFF2-40B4-BE49-F238E27FC236}">
                  <a16:creationId xmlns:a16="http://schemas.microsoft.com/office/drawing/2014/main" id="{EF110B4C-5265-40E2-4D15-FC1DD47AEABE}"/>
                </a:ext>
              </a:extLst>
            </p:cNvPr>
            <p:cNvCxnSpPr/>
            <p:nvPr/>
          </p:nvCxnSpPr>
          <p:spPr>
            <a:xfrm>
              <a:off x="2935586" y="6109697"/>
              <a:ext cx="136721" cy="0"/>
            </a:xfrm>
            <a:prstGeom prst="straightConnector1">
              <a:avLst/>
            </a:prstGeom>
            <a:ln w="25400" cap="rnd">
              <a:tailEnd type="triangle"/>
            </a:ln>
          </p:spPr>
          <p:style>
            <a:lnRef idx="2">
              <a:schemeClr val="dk1"/>
            </a:lnRef>
            <a:fillRef idx="0">
              <a:schemeClr val="dk1"/>
            </a:fillRef>
            <a:effectRef idx="1">
              <a:schemeClr val="dk1"/>
            </a:effectRef>
            <a:fontRef idx="minor">
              <a:schemeClr val="tx1"/>
            </a:fontRef>
          </p:style>
        </p:cxnSp>
        <p:cxnSp>
          <p:nvCxnSpPr>
            <p:cNvPr id="98" name="Straight Connector 97">
              <a:extLst>
                <a:ext uri="{FF2B5EF4-FFF2-40B4-BE49-F238E27FC236}">
                  <a16:creationId xmlns:a16="http://schemas.microsoft.com/office/drawing/2014/main" id="{5C2A9142-AF4F-2BA8-6357-82F05F2C114C}"/>
                </a:ext>
              </a:extLst>
            </p:cNvPr>
            <p:cNvCxnSpPr/>
            <p:nvPr/>
          </p:nvCxnSpPr>
          <p:spPr>
            <a:xfrm flipV="1">
              <a:off x="2895375" y="5857798"/>
              <a:ext cx="0" cy="251899"/>
            </a:xfrm>
            <a:prstGeom prst="line">
              <a:avLst/>
            </a:prstGeom>
            <a:ln w="25400" cap="sq"/>
          </p:spPr>
          <p:style>
            <a:lnRef idx="2">
              <a:schemeClr val="dk1"/>
            </a:lnRef>
            <a:fillRef idx="0">
              <a:schemeClr val="dk1"/>
            </a:fillRef>
            <a:effectRef idx="1">
              <a:schemeClr val="dk1"/>
            </a:effectRef>
            <a:fontRef idx="minor">
              <a:schemeClr val="tx1"/>
            </a:fontRef>
          </p:style>
        </p:cxnSp>
        <p:cxnSp>
          <p:nvCxnSpPr>
            <p:cNvPr id="99" name="Straight Connector 98">
              <a:extLst>
                <a:ext uri="{FF2B5EF4-FFF2-40B4-BE49-F238E27FC236}">
                  <a16:creationId xmlns:a16="http://schemas.microsoft.com/office/drawing/2014/main" id="{D9CEFD95-9B05-B2E2-CDD8-B65A7DA40B27}"/>
                </a:ext>
              </a:extLst>
            </p:cNvPr>
            <p:cNvCxnSpPr/>
            <p:nvPr/>
          </p:nvCxnSpPr>
          <p:spPr>
            <a:xfrm>
              <a:off x="3077132" y="4662548"/>
              <a:ext cx="0" cy="1193560"/>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100" name="Straight Connector 99">
              <a:extLst>
                <a:ext uri="{FF2B5EF4-FFF2-40B4-BE49-F238E27FC236}">
                  <a16:creationId xmlns:a16="http://schemas.microsoft.com/office/drawing/2014/main" id="{36095FCC-3F14-39D6-73B4-B0CA4ADFF096}"/>
                </a:ext>
              </a:extLst>
            </p:cNvPr>
            <p:cNvCxnSpPr/>
            <p:nvPr/>
          </p:nvCxnSpPr>
          <p:spPr>
            <a:xfrm>
              <a:off x="3072308" y="3895020"/>
              <a:ext cx="1608" cy="513941"/>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101" name="Straight Connector 100">
              <a:extLst>
                <a:ext uri="{FF2B5EF4-FFF2-40B4-BE49-F238E27FC236}">
                  <a16:creationId xmlns:a16="http://schemas.microsoft.com/office/drawing/2014/main" id="{EB7F60F2-C8A1-22FA-D031-646A56FCC4E4}"/>
                </a:ext>
              </a:extLst>
            </p:cNvPr>
            <p:cNvCxnSpPr/>
            <p:nvPr/>
          </p:nvCxnSpPr>
          <p:spPr>
            <a:xfrm flipV="1">
              <a:off x="3065874" y="6114768"/>
              <a:ext cx="0" cy="429411"/>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102" name="Straight Arrow Connector 101">
              <a:extLst>
                <a:ext uri="{FF2B5EF4-FFF2-40B4-BE49-F238E27FC236}">
                  <a16:creationId xmlns:a16="http://schemas.microsoft.com/office/drawing/2014/main" id="{5D2F5613-0965-9438-C6BF-EF4517DC0029}"/>
                </a:ext>
              </a:extLst>
            </p:cNvPr>
            <p:cNvCxnSpPr/>
            <p:nvPr/>
          </p:nvCxnSpPr>
          <p:spPr>
            <a:xfrm>
              <a:off x="2811734" y="5969377"/>
              <a:ext cx="90075"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sp>
          <p:nvSpPr>
            <p:cNvPr id="103" name="Rectangle 272">
              <a:extLst>
                <a:ext uri="{FF2B5EF4-FFF2-40B4-BE49-F238E27FC236}">
                  <a16:creationId xmlns:a16="http://schemas.microsoft.com/office/drawing/2014/main" id="{C3979195-2E36-86C2-AC06-C4D6B6D98740}"/>
                </a:ext>
              </a:extLst>
            </p:cNvPr>
            <p:cNvSpPr>
              <a:spLocks noChangeArrowheads="1"/>
            </p:cNvSpPr>
            <p:nvPr/>
          </p:nvSpPr>
          <p:spPr bwMode="auto">
            <a:xfrm>
              <a:off x="2868316" y="4357505"/>
              <a:ext cx="537818"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P4</a:t>
              </a:r>
            </a:p>
          </p:txBody>
        </p:sp>
        <p:sp>
          <p:nvSpPr>
            <p:cNvPr id="104" name="Rectangle 272">
              <a:extLst>
                <a:ext uri="{FF2B5EF4-FFF2-40B4-BE49-F238E27FC236}">
                  <a16:creationId xmlns:a16="http://schemas.microsoft.com/office/drawing/2014/main" id="{171F34F5-4F49-1912-BF96-C4CDAEFA91C1}"/>
                </a:ext>
              </a:extLst>
            </p:cNvPr>
            <p:cNvSpPr>
              <a:spLocks noChangeArrowheads="1"/>
            </p:cNvSpPr>
            <p:nvPr/>
          </p:nvSpPr>
          <p:spPr bwMode="auto">
            <a:xfrm>
              <a:off x="2864488" y="5814585"/>
              <a:ext cx="53189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N4</a:t>
              </a:r>
            </a:p>
          </p:txBody>
        </p:sp>
        <p:cxnSp>
          <p:nvCxnSpPr>
            <p:cNvPr id="105" name="Straight Connector 104">
              <a:extLst>
                <a:ext uri="{FF2B5EF4-FFF2-40B4-BE49-F238E27FC236}">
                  <a16:creationId xmlns:a16="http://schemas.microsoft.com/office/drawing/2014/main" id="{99595CBD-A82F-4B90-2124-FA9C30C27921}"/>
                </a:ext>
              </a:extLst>
            </p:cNvPr>
            <p:cNvCxnSpPr/>
            <p:nvPr/>
          </p:nvCxnSpPr>
          <p:spPr bwMode="auto">
            <a:xfrm flipH="1" flipV="1">
              <a:off x="2845570" y="4544207"/>
              <a:ext cx="0" cy="708358"/>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106" name="Elbow Connector 78">
              <a:extLst>
                <a:ext uri="{FF2B5EF4-FFF2-40B4-BE49-F238E27FC236}">
                  <a16:creationId xmlns:a16="http://schemas.microsoft.com/office/drawing/2014/main" id="{50A836E4-98A0-F33A-4B4D-369BF8A47A8B}"/>
                </a:ext>
              </a:extLst>
            </p:cNvPr>
            <p:cNvCxnSpPr>
              <a:cxnSpLocks/>
            </p:cNvCxnSpPr>
            <p:nvPr/>
          </p:nvCxnSpPr>
          <p:spPr bwMode="auto">
            <a:xfrm>
              <a:off x="3094826" y="5521370"/>
              <a:ext cx="424636" cy="453079"/>
            </a:xfrm>
            <a:prstGeom prst="bentConnector3">
              <a:avLst>
                <a:gd name="adj1" fmla="val 50000"/>
              </a:avLst>
            </a:prstGeom>
            <a:ln w="25400" cap="rnd">
              <a:solidFill>
                <a:schemeClr val="tx1"/>
              </a:solidFill>
              <a:prstDash val="solid"/>
              <a:round/>
              <a:tailEnd type="none"/>
            </a:ln>
          </p:spPr>
          <p:style>
            <a:lnRef idx="3">
              <a:schemeClr val="dk1"/>
            </a:lnRef>
            <a:fillRef idx="0">
              <a:schemeClr val="dk1"/>
            </a:fillRef>
            <a:effectRef idx="2">
              <a:schemeClr val="dk1"/>
            </a:effectRef>
            <a:fontRef idx="minor">
              <a:schemeClr val="tx1"/>
            </a:fontRef>
          </p:style>
        </p:cxnSp>
        <p:cxnSp>
          <p:nvCxnSpPr>
            <p:cNvPr id="107" name="Straight Arrow Connector 106">
              <a:extLst>
                <a:ext uri="{FF2B5EF4-FFF2-40B4-BE49-F238E27FC236}">
                  <a16:creationId xmlns:a16="http://schemas.microsoft.com/office/drawing/2014/main" id="{4200578F-CABE-6043-BD12-FBE406589363}"/>
                </a:ext>
              </a:extLst>
            </p:cNvPr>
            <p:cNvCxnSpPr/>
            <p:nvPr/>
          </p:nvCxnSpPr>
          <p:spPr>
            <a:xfrm>
              <a:off x="3580585" y="4408960"/>
              <a:ext cx="136720" cy="0"/>
            </a:xfrm>
            <a:prstGeom prst="straightConnector1">
              <a:avLst/>
            </a:prstGeom>
            <a:ln w="25400" cap="rnd">
              <a:solidFill>
                <a:schemeClr val="accent1">
                  <a:lumMod val="75000"/>
                </a:schemeClr>
              </a:solidFill>
              <a:headEnd type="triangle"/>
            </a:ln>
          </p:spPr>
          <p:style>
            <a:lnRef idx="2">
              <a:schemeClr val="dk1"/>
            </a:lnRef>
            <a:fillRef idx="0">
              <a:schemeClr val="dk1"/>
            </a:fillRef>
            <a:effectRef idx="1">
              <a:schemeClr val="dk1"/>
            </a:effectRef>
            <a:fontRef idx="minor">
              <a:schemeClr val="tx1"/>
            </a:fontRef>
          </p:style>
        </p:cxnSp>
        <p:cxnSp>
          <p:nvCxnSpPr>
            <p:cNvPr id="108" name="Straight Connector 107">
              <a:extLst>
                <a:ext uri="{FF2B5EF4-FFF2-40B4-BE49-F238E27FC236}">
                  <a16:creationId xmlns:a16="http://schemas.microsoft.com/office/drawing/2014/main" id="{01E30E5A-4BA4-EDAC-1240-05A3BA46060E}"/>
                </a:ext>
              </a:extLst>
            </p:cNvPr>
            <p:cNvCxnSpPr/>
            <p:nvPr/>
          </p:nvCxnSpPr>
          <p:spPr>
            <a:xfrm flipV="1">
              <a:off x="3580585" y="4358242"/>
              <a:ext cx="0" cy="355024"/>
            </a:xfrm>
            <a:prstGeom prst="line">
              <a:avLst/>
            </a:prstGeom>
            <a:ln w="381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109" name="Straight Arrow Connector 108">
              <a:extLst>
                <a:ext uri="{FF2B5EF4-FFF2-40B4-BE49-F238E27FC236}">
                  <a16:creationId xmlns:a16="http://schemas.microsoft.com/office/drawing/2014/main" id="{1A8B1298-BE10-4208-AAF8-7356478A0B06}"/>
                </a:ext>
              </a:extLst>
            </p:cNvPr>
            <p:cNvCxnSpPr/>
            <p:nvPr/>
          </p:nvCxnSpPr>
          <p:spPr>
            <a:xfrm>
              <a:off x="3580585" y="4662548"/>
              <a:ext cx="136720" cy="0"/>
            </a:xfrm>
            <a:prstGeom prst="straightConnector1">
              <a:avLst/>
            </a:prstGeom>
            <a:ln w="25400" cap="rnd">
              <a:solidFill>
                <a:schemeClr val="accent1">
                  <a:lumMod val="75000"/>
                </a:schemeClr>
              </a:solidFill>
              <a:headEnd type="none"/>
              <a:tailEnd type="none"/>
            </a:ln>
          </p:spPr>
          <p:style>
            <a:lnRef idx="2">
              <a:schemeClr val="dk1"/>
            </a:lnRef>
            <a:fillRef idx="0">
              <a:schemeClr val="dk1"/>
            </a:fillRef>
            <a:effectRef idx="1">
              <a:schemeClr val="dk1"/>
            </a:effectRef>
            <a:fontRef idx="minor">
              <a:schemeClr val="tx1"/>
            </a:fontRef>
          </p:style>
        </p:cxnSp>
        <p:cxnSp>
          <p:nvCxnSpPr>
            <p:cNvPr id="110" name="Straight Connector 109">
              <a:extLst>
                <a:ext uri="{FF2B5EF4-FFF2-40B4-BE49-F238E27FC236}">
                  <a16:creationId xmlns:a16="http://schemas.microsoft.com/office/drawing/2014/main" id="{F9DF13C2-7C59-87CC-5250-11A29A6FE5DE}"/>
                </a:ext>
              </a:extLst>
            </p:cNvPr>
            <p:cNvCxnSpPr/>
            <p:nvPr/>
          </p:nvCxnSpPr>
          <p:spPr>
            <a:xfrm flipV="1">
              <a:off x="3538765" y="4412342"/>
              <a:ext cx="0" cy="253590"/>
            </a:xfrm>
            <a:prstGeom prst="line">
              <a:avLst/>
            </a:prstGeom>
            <a:ln w="254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111" name="Straight Arrow Connector 110">
              <a:extLst>
                <a:ext uri="{FF2B5EF4-FFF2-40B4-BE49-F238E27FC236}">
                  <a16:creationId xmlns:a16="http://schemas.microsoft.com/office/drawing/2014/main" id="{4BA6279F-8DC0-2575-9ABA-420510F84534}"/>
                </a:ext>
              </a:extLst>
            </p:cNvPr>
            <p:cNvCxnSpPr/>
            <p:nvPr/>
          </p:nvCxnSpPr>
          <p:spPr>
            <a:xfrm>
              <a:off x="3580585" y="5857798"/>
              <a:ext cx="136720" cy="0"/>
            </a:xfrm>
            <a:prstGeom prst="straightConnector1">
              <a:avLst/>
            </a:prstGeom>
            <a:ln w="25400" cap="rnd"/>
          </p:spPr>
          <p:style>
            <a:lnRef idx="2">
              <a:schemeClr val="dk1"/>
            </a:lnRef>
            <a:fillRef idx="0">
              <a:schemeClr val="dk1"/>
            </a:fillRef>
            <a:effectRef idx="1">
              <a:schemeClr val="dk1"/>
            </a:effectRef>
            <a:fontRef idx="minor">
              <a:schemeClr val="tx1"/>
            </a:fontRef>
          </p:style>
        </p:cxnSp>
        <p:cxnSp>
          <p:nvCxnSpPr>
            <p:cNvPr id="112" name="Straight Connector 111">
              <a:extLst>
                <a:ext uri="{FF2B5EF4-FFF2-40B4-BE49-F238E27FC236}">
                  <a16:creationId xmlns:a16="http://schemas.microsoft.com/office/drawing/2014/main" id="{798ED479-E332-6A7B-3DD1-C33B308C1859}"/>
                </a:ext>
              </a:extLst>
            </p:cNvPr>
            <p:cNvCxnSpPr/>
            <p:nvPr/>
          </p:nvCxnSpPr>
          <p:spPr>
            <a:xfrm flipV="1">
              <a:off x="3580585" y="5807080"/>
              <a:ext cx="0" cy="353334"/>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113" name="Straight Arrow Connector 112">
              <a:extLst>
                <a:ext uri="{FF2B5EF4-FFF2-40B4-BE49-F238E27FC236}">
                  <a16:creationId xmlns:a16="http://schemas.microsoft.com/office/drawing/2014/main" id="{668266DF-9A26-D02E-6457-53E7DDAB17E1}"/>
                </a:ext>
              </a:extLst>
            </p:cNvPr>
            <p:cNvCxnSpPr/>
            <p:nvPr/>
          </p:nvCxnSpPr>
          <p:spPr>
            <a:xfrm>
              <a:off x="3580585" y="6109697"/>
              <a:ext cx="136720" cy="0"/>
            </a:xfrm>
            <a:prstGeom prst="straightConnector1">
              <a:avLst/>
            </a:prstGeom>
            <a:ln w="25400" cap="rnd">
              <a:tailEnd type="triangle"/>
            </a:ln>
          </p:spPr>
          <p:style>
            <a:lnRef idx="2">
              <a:schemeClr val="dk1"/>
            </a:lnRef>
            <a:fillRef idx="0">
              <a:schemeClr val="dk1"/>
            </a:fillRef>
            <a:effectRef idx="1">
              <a:schemeClr val="dk1"/>
            </a:effectRef>
            <a:fontRef idx="minor">
              <a:schemeClr val="tx1"/>
            </a:fontRef>
          </p:style>
        </p:cxnSp>
        <p:cxnSp>
          <p:nvCxnSpPr>
            <p:cNvPr id="114" name="Straight Connector 113">
              <a:extLst>
                <a:ext uri="{FF2B5EF4-FFF2-40B4-BE49-F238E27FC236}">
                  <a16:creationId xmlns:a16="http://schemas.microsoft.com/office/drawing/2014/main" id="{25724557-B216-583F-E173-86721E50597D}"/>
                </a:ext>
              </a:extLst>
            </p:cNvPr>
            <p:cNvCxnSpPr/>
            <p:nvPr/>
          </p:nvCxnSpPr>
          <p:spPr>
            <a:xfrm flipV="1">
              <a:off x="3538765" y="5857798"/>
              <a:ext cx="0" cy="251899"/>
            </a:xfrm>
            <a:prstGeom prst="line">
              <a:avLst/>
            </a:prstGeom>
            <a:ln w="25400" cap="sq"/>
          </p:spPr>
          <p:style>
            <a:lnRef idx="2">
              <a:schemeClr val="dk1"/>
            </a:lnRef>
            <a:fillRef idx="0">
              <a:schemeClr val="dk1"/>
            </a:fillRef>
            <a:effectRef idx="1">
              <a:schemeClr val="dk1"/>
            </a:effectRef>
            <a:fontRef idx="minor">
              <a:schemeClr val="tx1"/>
            </a:fontRef>
          </p:style>
        </p:cxnSp>
        <p:cxnSp>
          <p:nvCxnSpPr>
            <p:cNvPr id="115" name="Straight Connector 114">
              <a:extLst>
                <a:ext uri="{FF2B5EF4-FFF2-40B4-BE49-F238E27FC236}">
                  <a16:creationId xmlns:a16="http://schemas.microsoft.com/office/drawing/2014/main" id="{E84E8DFC-7E65-1B36-0DE4-A7EAF42DF451}"/>
                </a:ext>
              </a:extLst>
            </p:cNvPr>
            <p:cNvCxnSpPr/>
            <p:nvPr/>
          </p:nvCxnSpPr>
          <p:spPr>
            <a:xfrm>
              <a:off x="3720523" y="4662548"/>
              <a:ext cx="0" cy="1193560"/>
            </a:xfrm>
            <a:prstGeom prst="line">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116" name="Straight Connector 115">
              <a:extLst>
                <a:ext uri="{FF2B5EF4-FFF2-40B4-BE49-F238E27FC236}">
                  <a16:creationId xmlns:a16="http://schemas.microsoft.com/office/drawing/2014/main" id="{1ED5F09B-78FD-6709-C5A8-A6D65C9B1008}"/>
                </a:ext>
              </a:extLst>
            </p:cNvPr>
            <p:cNvCxnSpPr/>
            <p:nvPr/>
          </p:nvCxnSpPr>
          <p:spPr>
            <a:xfrm>
              <a:off x="3717305" y="3895020"/>
              <a:ext cx="1609" cy="513941"/>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117" name="Straight Connector 116">
              <a:extLst>
                <a:ext uri="{FF2B5EF4-FFF2-40B4-BE49-F238E27FC236}">
                  <a16:creationId xmlns:a16="http://schemas.microsoft.com/office/drawing/2014/main" id="{C2A825B3-89F9-725C-D34E-25B2F14BC7E6}"/>
                </a:ext>
              </a:extLst>
            </p:cNvPr>
            <p:cNvCxnSpPr/>
            <p:nvPr/>
          </p:nvCxnSpPr>
          <p:spPr>
            <a:xfrm flipV="1">
              <a:off x="3710871" y="6114768"/>
              <a:ext cx="0" cy="429411"/>
            </a:xfrm>
            <a:prstGeom prst="line">
              <a:avLst/>
            </a:prstGeom>
            <a:ln w="25400" cap="rnd"/>
          </p:spPr>
          <p:style>
            <a:lnRef idx="2">
              <a:schemeClr val="dk1"/>
            </a:lnRef>
            <a:fillRef idx="0">
              <a:schemeClr val="dk1"/>
            </a:fillRef>
            <a:effectRef idx="1">
              <a:schemeClr val="dk1"/>
            </a:effectRef>
            <a:fontRef idx="minor">
              <a:schemeClr val="tx1"/>
            </a:fontRef>
          </p:style>
        </p:cxnSp>
        <p:sp>
          <p:nvSpPr>
            <p:cNvPr id="118" name="Rectangle 272">
              <a:extLst>
                <a:ext uri="{FF2B5EF4-FFF2-40B4-BE49-F238E27FC236}">
                  <a16:creationId xmlns:a16="http://schemas.microsoft.com/office/drawing/2014/main" id="{C1646F93-C5CE-B6BC-CD3E-ECC0CE727956}"/>
                </a:ext>
              </a:extLst>
            </p:cNvPr>
            <p:cNvSpPr>
              <a:spLocks noChangeArrowheads="1"/>
            </p:cNvSpPr>
            <p:nvPr/>
          </p:nvSpPr>
          <p:spPr bwMode="auto">
            <a:xfrm>
              <a:off x="3533708" y="4370918"/>
              <a:ext cx="558798"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P5</a:t>
              </a:r>
            </a:p>
          </p:txBody>
        </p:sp>
        <p:sp>
          <p:nvSpPr>
            <p:cNvPr id="119" name="Rectangle 272">
              <a:extLst>
                <a:ext uri="{FF2B5EF4-FFF2-40B4-BE49-F238E27FC236}">
                  <a16:creationId xmlns:a16="http://schemas.microsoft.com/office/drawing/2014/main" id="{F539A850-CC8F-4EE3-464B-364EC14894B8}"/>
                </a:ext>
              </a:extLst>
            </p:cNvPr>
            <p:cNvSpPr>
              <a:spLocks noChangeArrowheads="1"/>
            </p:cNvSpPr>
            <p:nvPr/>
          </p:nvSpPr>
          <p:spPr bwMode="auto">
            <a:xfrm>
              <a:off x="3542012" y="5817903"/>
              <a:ext cx="53189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N5</a:t>
              </a:r>
            </a:p>
          </p:txBody>
        </p:sp>
        <p:cxnSp>
          <p:nvCxnSpPr>
            <p:cNvPr id="120" name="Elbow Connector 93">
              <a:extLst>
                <a:ext uri="{FF2B5EF4-FFF2-40B4-BE49-F238E27FC236}">
                  <a16:creationId xmlns:a16="http://schemas.microsoft.com/office/drawing/2014/main" id="{6B848726-417E-E66A-2BF0-79A131DEA63E}"/>
                </a:ext>
              </a:extLst>
            </p:cNvPr>
            <p:cNvCxnSpPr/>
            <p:nvPr/>
          </p:nvCxnSpPr>
          <p:spPr bwMode="auto">
            <a:xfrm>
              <a:off x="3725348" y="5521370"/>
              <a:ext cx="397293" cy="448007"/>
            </a:xfrm>
            <a:prstGeom prst="bentConnector3">
              <a:avLst>
                <a:gd name="adj1" fmla="val 62745"/>
              </a:avLst>
            </a:prstGeom>
            <a:ln w="25400" cap="rnd">
              <a:solidFill>
                <a:schemeClr val="accent1">
                  <a:lumMod val="75000"/>
                </a:schemeClr>
              </a:solidFill>
              <a:prstDash val="solid"/>
              <a:round/>
              <a:tailEnd type="triangle"/>
            </a:ln>
          </p:spPr>
          <p:style>
            <a:lnRef idx="3">
              <a:schemeClr val="dk1"/>
            </a:lnRef>
            <a:fillRef idx="0">
              <a:schemeClr val="dk1"/>
            </a:fillRef>
            <a:effectRef idx="2">
              <a:schemeClr val="dk1"/>
            </a:effectRef>
            <a:fontRef idx="minor">
              <a:schemeClr val="tx1"/>
            </a:fontRef>
          </p:style>
        </p:cxnSp>
        <p:cxnSp>
          <p:nvCxnSpPr>
            <p:cNvPr id="121" name="Straight Arrow Connector 120">
              <a:extLst>
                <a:ext uri="{FF2B5EF4-FFF2-40B4-BE49-F238E27FC236}">
                  <a16:creationId xmlns:a16="http://schemas.microsoft.com/office/drawing/2014/main" id="{55BA06E2-BA23-9AC0-DEEC-BB79CE675A63}"/>
                </a:ext>
              </a:extLst>
            </p:cNvPr>
            <p:cNvCxnSpPr/>
            <p:nvPr/>
          </p:nvCxnSpPr>
          <p:spPr>
            <a:xfrm>
              <a:off x="4217542" y="4412342"/>
              <a:ext cx="135112" cy="0"/>
            </a:xfrm>
            <a:prstGeom prst="straightConnector1">
              <a:avLst/>
            </a:prstGeom>
            <a:ln w="25400" cap="rnd">
              <a:solidFill>
                <a:schemeClr val="tx1"/>
              </a:solidFill>
              <a:headEnd type="triangle"/>
            </a:ln>
          </p:spPr>
          <p:style>
            <a:lnRef idx="2">
              <a:schemeClr val="dk1"/>
            </a:lnRef>
            <a:fillRef idx="0">
              <a:schemeClr val="dk1"/>
            </a:fillRef>
            <a:effectRef idx="1">
              <a:schemeClr val="dk1"/>
            </a:effectRef>
            <a:fontRef idx="minor">
              <a:schemeClr val="tx1"/>
            </a:fontRef>
          </p:style>
        </p:cxnSp>
        <p:cxnSp>
          <p:nvCxnSpPr>
            <p:cNvPr id="122" name="Straight Connector 121">
              <a:extLst>
                <a:ext uri="{FF2B5EF4-FFF2-40B4-BE49-F238E27FC236}">
                  <a16:creationId xmlns:a16="http://schemas.microsoft.com/office/drawing/2014/main" id="{4AB5B17F-7D86-F498-ECF8-7752AE91797C}"/>
                </a:ext>
              </a:extLst>
            </p:cNvPr>
            <p:cNvCxnSpPr/>
            <p:nvPr/>
          </p:nvCxnSpPr>
          <p:spPr>
            <a:xfrm flipV="1">
              <a:off x="4217542" y="4361624"/>
              <a:ext cx="0" cy="355024"/>
            </a:xfrm>
            <a:prstGeom prst="line">
              <a:avLst/>
            </a:prstGeom>
            <a:ln w="34925" cap="sq">
              <a:solidFill>
                <a:schemeClr val="tx1"/>
              </a:solidFill>
            </a:ln>
          </p:spPr>
          <p:style>
            <a:lnRef idx="2">
              <a:schemeClr val="dk1"/>
            </a:lnRef>
            <a:fillRef idx="0">
              <a:schemeClr val="dk1"/>
            </a:fillRef>
            <a:effectRef idx="1">
              <a:schemeClr val="dk1"/>
            </a:effectRef>
            <a:fontRef idx="minor">
              <a:schemeClr val="tx1"/>
            </a:fontRef>
          </p:style>
        </p:cxnSp>
        <p:cxnSp>
          <p:nvCxnSpPr>
            <p:cNvPr id="123" name="Straight Arrow Connector 122">
              <a:extLst>
                <a:ext uri="{FF2B5EF4-FFF2-40B4-BE49-F238E27FC236}">
                  <a16:creationId xmlns:a16="http://schemas.microsoft.com/office/drawing/2014/main" id="{6EAC9645-EC6F-7D60-62FD-7354603A77EA}"/>
                </a:ext>
              </a:extLst>
            </p:cNvPr>
            <p:cNvCxnSpPr/>
            <p:nvPr/>
          </p:nvCxnSpPr>
          <p:spPr>
            <a:xfrm>
              <a:off x="4217542" y="4665929"/>
              <a:ext cx="135112" cy="0"/>
            </a:xfrm>
            <a:prstGeom prst="straightConnector1">
              <a:avLst/>
            </a:prstGeom>
            <a:ln w="25400" cap="rnd">
              <a:solidFill>
                <a:schemeClr val="tx1"/>
              </a:solidFill>
              <a:headEnd type="none"/>
              <a:tailEnd type="none"/>
            </a:ln>
          </p:spPr>
          <p:style>
            <a:lnRef idx="2">
              <a:schemeClr val="dk1"/>
            </a:lnRef>
            <a:fillRef idx="0">
              <a:schemeClr val="dk1"/>
            </a:fillRef>
            <a:effectRef idx="1">
              <a:schemeClr val="dk1"/>
            </a:effectRef>
            <a:fontRef idx="minor">
              <a:schemeClr val="tx1"/>
            </a:fontRef>
          </p:style>
        </p:cxnSp>
        <p:cxnSp>
          <p:nvCxnSpPr>
            <p:cNvPr id="124" name="Straight Connector 123">
              <a:extLst>
                <a:ext uri="{FF2B5EF4-FFF2-40B4-BE49-F238E27FC236}">
                  <a16:creationId xmlns:a16="http://schemas.microsoft.com/office/drawing/2014/main" id="{4F3E4D78-3E05-60D0-2E72-49B9A243641B}"/>
                </a:ext>
              </a:extLst>
            </p:cNvPr>
            <p:cNvCxnSpPr/>
            <p:nvPr/>
          </p:nvCxnSpPr>
          <p:spPr>
            <a:xfrm flipV="1">
              <a:off x="4175722" y="4415723"/>
              <a:ext cx="0" cy="253590"/>
            </a:xfrm>
            <a:prstGeom prst="line">
              <a:avLst/>
            </a:prstGeom>
            <a:ln w="25400" cap="sq">
              <a:solidFill>
                <a:schemeClr val="tx1"/>
              </a:solidFill>
            </a:ln>
          </p:spPr>
          <p:style>
            <a:lnRef idx="2">
              <a:schemeClr val="dk1"/>
            </a:lnRef>
            <a:fillRef idx="0">
              <a:schemeClr val="dk1"/>
            </a:fillRef>
            <a:effectRef idx="1">
              <a:schemeClr val="dk1"/>
            </a:effectRef>
            <a:fontRef idx="minor">
              <a:schemeClr val="tx1"/>
            </a:fontRef>
          </p:style>
        </p:cxnSp>
        <p:cxnSp>
          <p:nvCxnSpPr>
            <p:cNvPr id="125" name="Straight Arrow Connector 124">
              <a:extLst>
                <a:ext uri="{FF2B5EF4-FFF2-40B4-BE49-F238E27FC236}">
                  <a16:creationId xmlns:a16="http://schemas.microsoft.com/office/drawing/2014/main" id="{9943D8B3-F7A6-7653-0A5B-97DDBCAEC1C6}"/>
                </a:ext>
              </a:extLst>
            </p:cNvPr>
            <p:cNvCxnSpPr/>
            <p:nvPr/>
          </p:nvCxnSpPr>
          <p:spPr>
            <a:xfrm>
              <a:off x="4217542" y="5861178"/>
              <a:ext cx="135112" cy="0"/>
            </a:xfrm>
            <a:prstGeom prst="straightConnector1">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126" name="Straight Connector 125">
              <a:extLst>
                <a:ext uri="{FF2B5EF4-FFF2-40B4-BE49-F238E27FC236}">
                  <a16:creationId xmlns:a16="http://schemas.microsoft.com/office/drawing/2014/main" id="{D5655E57-BE62-1C71-7C4F-12CAA6D24B25}"/>
                </a:ext>
              </a:extLst>
            </p:cNvPr>
            <p:cNvCxnSpPr/>
            <p:nvPr/>
          </p:nvCxnSpPr>
          <p:spPr>
            <a:xfrm flipV="1">
              <a:off x="4217542" y="5810462"/>
              <a:ext cx="0" cy="353334"/>
            </a:xfrm>
            <a:prstGeom prst="line">
              <a:avLst/>
            </a:prstGeom>
            <a:ln w="381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127" name="Straight Arrow Connector 126">
              <a:extLst>
                <a:ext uri="{FF2B5EF4-FFF2-40B4-BE49-F238E27FC236}">
                  <a16:creationId xmlns:a16="http://schemas.microsoft.com/office/drawing/2014/main" id="{496534C3-913B-B159-C4FA-A50779EED447}"/>
                </a:ext>
              </a:extLst>
            </p:cNvPr>
            <p:cNvCxnSpPr/>
            <p:nvPr/>
          </p:nvCxnSpPr>
          <p:spPr>
            <a:xfrm>
              <a:off x="4217542" y="6114768"/>
              <a:ext cx="135112" cy="0"/>
            </a:xfrm>
            <a:prstGeom prst="straightConnector1">
              <a:avLst/>
            </a:prstGeom>
            <a:ln w="25400" cap="rnd">
              <a:solidFill>
                <a:schemeClr val="accent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128" name="Straight Connector 127">
              <a:extLst>
                <a:ext uri="{FF2B5EF4-FFF2-40B4-BE49-F238E27FC236}">
                  <a16:creationId xmlns:a16="http://schemas.microsoft.com/office/drawing/2014/main" id="{823F57A3-6885-74EF-AE78-8D2F968AA532}"/>
                </a:ext>
              </a:extLst>
            </p:cNvPr>
            <p:cNvCxnSpPr/>
            <p:nvPr/>
          </p:nvCxnSpPr>
          <p:spPr>
            <a:xfrm flipV="1">
              <a:off x="4175722" y="5861178"/>
              <a:ext cx="0" cy="253590"/>
            </a:xfrm>
            <a:prstGeom prst="line">
              <a:avLst/>
            </a:prstGeom>
            <a:ln w="254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129" name="Straight Connector 128">
              <a:extLst>
                <a:ext uri="{FF2B5EF4-FFF2-40B4-BE49-F238E27FC236}">
                  <a16:creationId xmlns:a16="http://schemas.microsoft.com/office/drawing/2014/main" id="{58B8F421-7D53-01A7-40ED-C7DD441CFC00}"/>
                </a:ext>
              </a:extLst>
            </p:cNvPr>
            <p:cNvCxnSpPr/>
            <p:nvPr/>
          </p:nvCxnSpPr>
          <p:spPr>
            <a:xfrm>
              <a:off x="4352654" y="3895020"/>
              <a:ext cx="3217" cy="517322"/>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130" name="Straight Connector 129">
              <a:extLst>
                <a:ext uri="{FF2B5EF4-FFF2-40B4-BE49-F238E27FC236}">
                  <a16:creationId xmlns:a16="http://schemas.microsoft.com/office/drawing/2014/main" id="{48C409D4-828A-7D16-377C-E1DEE789F268}"/>
                </a:ext>
              </a:extLst>
            </p:cNvPr>
            <p:cNvCxnSpPr/>
            <p:nvPr/>
          </p:nvCxnSpPr>
          <p:spPr>
            <a:xfrm flipV="1">
              <a:off x="4347828" y="6116460"/>
              <a:ext cx="0" cy="429411"/>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131" name="Straight Arrow Connector 130">
              <a:extLst>
                <a:ext uri="{FF2B5EF4-FFF2-40B4-BE49-F238E27FC236}">
                  <a16:creationId xmlns:a16="http://schemas.microsoft.com/office/drawing/2014/main" id="{4988A951-9949-5A52-E6BF-74A1251AD830}"/>
                </a:ext>
              </a:extLst>
            </p:cNvPr>
            <p:cNvCxnSpPr/>
            <p:nvPr/>
          </p:nvCxnSpPr>
          <p:spPr>
            <a:xfrm>
              <a:off x="4092081" y="5971068"/>
              <a:ext cx="90075" cy="0"/>
            </a:xfrm>
            <a:prstGeom prst="straightConnector1">
              <a:avLst/>
            </a:prstGeom>
            <a:ln w="25400" cap="rnd">
              <a:solidFill>
                <a:schemeClr val="accent1">
                  <a:lumMod val="75000"/>
                </a:schemeClr>
              </a:solidFill>
              <a:headEnd type="none"/>
              <a:tailEnd type="none"/>
            </a:ln>
          </p:spPr>
          <p:style>
            <a:lnRef idx="2">
              <a:schemeClr val="dk1"/>
            </a:lnRef>
            <a:fillRef idx="0">
              <a:schemeClr val="dk1"/>
            </a:fillRef>
            <a:effectRef idx="1">
              <a:schemeClr val="dk1"/>
            </a:effectRef>
            <a:fontRef idx="minor">
              <a:schemeClr val="tx1"/>
            </a:fontRef>
          </p:style>
        </p:cxnSp>
        <p:sp>
          <p:nvSpPr>
            <p:cNvPr id="132" name="Rectangle 272">
              <a:extLst>
                <a:ext uri="{FF2B5EF4-FFF2-40B4-BE49-F238E27FC236}">
                  <a16:creationId xmlns:a16="http://schemas.microsoft.com/office/drawing/2014/main" id="{17A766F6-952F-8F5B-C070-4A7E8128E676}"/>
                </a:ext>
              </a:extLst>
            </p:cNvPr>
            <p:cNvSpPr>
              <a:spLocks noChangeArrowheads="1"/>
            </p:cNvSpPr>
            <p:nvPr/>
          </p:nvSpPr>
          <p:spPr bwMode="auto">
            <a:xfrm>
              <a:off x="4174112" y="4377060"/>
              <a:ext cx="544836"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P6</a:t>
              </a:r>
            </a:p>
          </p:txBody>
        </p:sp>
        <p:sp>
          <p:nvSpPr>
            <p:cNvPr id="133" name="Rectangle 272">
              <a:extLst>
                <a:ext uri="{FF2B5EF4-FFF2-40B4-BE49-F238E27FC236}">
                  <a16:creationId xmlns:a16="http://schemas.microsoft.com/office/drawing/2014/main" id="{FC4C5ADB-A293-586A-0101-4A20725E084E}"/>
                </a:ext>
              </a:extLst>
            </p:cNvPr>
            <p:cNvSpPr>
              <a:spLocks noChangeArrowheads="1"/>
            </p:cNvSpPr>
            <p:nvPr/>
          </p:nvSpPr>
          <p:spPr bwMode="auto">
            <a:xfrm>
              <a:off x="4170031" y="5821601"/>
              <a:ext cx="531897" cy="33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500" b="1">
                  <a:latin typeface="Times New Roman" panose="02020603050405020304" pitchFamily="18" charset="0"/>
                  <a:cs typeface="Times New Roman" panose="02020603050405020304" pitchFamily="18" charset="0"/>
                </a:rPr>
                <a:t>M</a:t>
              </a:r>
              <a:r>
                <a:rPr lang="en-US" sz="1500" b="1" baseline="-25000">
                  <a:latin typeface="Times New Roman" panose="02020603050405020304" pitchFamily="18" charset="0"/>
                  <a:cs typeface="Times New Roman" panose="02020603050405020304" pitchFamily="18" charset="0"/>
                </a:rPr>
                <a:t>N6</a:t>
              </a:r>
            </a:p>
          </p:txBody>
        </p:sp>
        <p:cxnSp>
          <p:nvCxnSpPr>
            <p:cNvPr id="134" name="Elbow Connector 107">
              <a:extLst>
                <a:ext uri="{FF2B5EF4-FFF2-40B4-BE49-F238E27FC236}">
                  <a16:creationId xmlns:a16="http://schemas.microsoft.com/office/drawing/2014/main" id="{3293E56B-55E3-4F47-B52D-3D796569E2F4}"/>
                </a:ext>
              </a:extLst>
            </p:cNvPr>
            <p:cNvCxnSpPr/>
            <p:nvPr/>
          </p:nvCxnSpPr>
          <p:spPr bwMode="auto">
            <a:xfrm>
              <a:off x="1809654" y="5524752"/>
              <a:ext cx="395685" cy="444626"/>
            </a:xfrm>
            <a:prstGeom prst="bentConnector3">
              <a:avLst>
                <a:gd name="adj1" fmla="val 66667"/>
              </a:avLst>
            </a:prstGeom>
            <a:ln w="25400" cap="rnd">
              <a:solidFill>
                <a:srgbClr val="FFC000"/>
              </a:solidFill>
              <a:prstDash val="solid"/>
              <a:round/>
              <a:tailEnd type="triangle"/>
            </a:ln>
          </p:spPr>
          <p:style>
            <a:lnRef idx="3">
              <a:schemeClr val="dk1"/>
            </a:lnRef>
            <a:fillRef idx="0">
              <a:schemeClr val="dk1"/>
            </a:fillRef>
            <a:effectRef idx="2">
              <a:schemeClr val="dk1"/>
            </a:effectRef>
            <a:fontRef idx="minor">
              <a:schemeClr val="tx1"/>
            </a:fontRef>
          </p:style>
        </p:cxnSp>
        <p:cxnSp>
          <p:nvCxnSpPr>
            <p:cNvPr id="135" name="Straight Connector 134">
              <a:extLst>
                <a:ext uri="{FF2B5EF4-FFF2-40B4-BE49-F238E27FC236}">
                  <a16:creationId xmlns:a16="http://schemas.microsoft.com/office/drawing/2014/main" id="{9745B79C-A3D0-FA39-BDE9-C55927FF5F93}"/>
                </a:ext>
              </a:extLst>
            </p:cNvPr>
            <p:cNvCxnSpPr/>
            <p:nvPr/>
          </p:nvCxnSpPr>
          <p:spPr bwMode="auto">
            <a:xfrm flipV="1">
              <a:off x="1569991" y="5039551"/>
              <a:ext cx="1492666" cy="1691"/>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136" name="Straight Connector 135">
              <a:extLst>
                <a:ext uri="{FF2B5EF4-FFF2-40B4-BE49-F238E27FC236}">
                  <a16:creationId xmlns:a16="http://schemas.microsoft.com/office/drawing/2014/main" id="{FB827AD7-BDA4-7D08-278C-A5F92873BA8E}"/>
                </a:ext>
              </a:extLst>
            </p:cNvPr>
            <p:cNvCxnSpPr/>
            <p:nvPr/>
          </p:nvCxnSpPr>
          <p:spPr bwMode="auto">
            <a:xfrm>
              <a:off x="2213382" y="5147749"/>
              <a:ext cx="1492666" cy="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137" name="Straight Connector 136">
              <a:extLst>
                <a:ext uri="{FF2B5EF4-FFF2-40B4-BE49-F238E27FC236}">
                  <a16:creationId xmlns:a16="http://schemas.microsoft.com/office/drawing/2014/main" id="{F1E55A84-FB4C-316F-F66E-F6A575861D7C}"/>
                </a:ext>
              </a:extLst>
            </p:cNvPr>
            <p:cNvCxnSpPr/>
            <p:nvPr/>
          </p:nvCxnSpPr>
          <p:spPr bwMode="auto">
            <a:xfrm>
              <a:off x="2851945" y="5254257"/>
              <a:ext cx="1495882" cy="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138" name="Straight Connector 137">
              <a:extLst>
                <a:ext uri="{FF2B5EF4-FFF2-40B4-BE49-F238E27FC236}">
                  <a16:creationId xmlns:a16="http://schemas.microsoft.com/office/drawing/2014/main" id="{C88FD6B7-5572-EA57-E5BB-CD73B0EFE13C}"/>
                </a:ext>
              </a:extLst>
            </p:cNvPr>
            <p:cNvCxnSpPr/>
            <p:nvPr/>
          </p:nvCxnSpPr>
          <p:spPr bwMode="auto">
            <a:xfrm flipV="1">
              <a:off x="1225777" y="3893328"/>
              <a:ext cx="3126877" cy="1691"/>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139" name="Straight Connector 138">
              <a:extLst>
                <a:ext uri="{FF2B5EF4-FFF2-40B4-BE49-F238E27FC236}">
                  <a16:creationId xmlns:a16="http://schemas.microsoft.com/office/drawing/2014/main" id="{C9C0D958-20C7-4563-A2F3-115FE9EDA1E0}"/>
                </a:ext>
              </a:extLst>
            </p:cNvPr>
            <p:cNvCxnSpPr/>
            <p:nvPr/>
          </p:nvCxnSpPr>
          <p:spPr bwMode="auto">
            <a:xfrm flipV="1">
              <a:off x="1217734" y="6545869"/>
              <a:ext cx="3130094" cy="169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sp>
          <p:nvSpPr>
            <p:cNvPr id="140" name="Arc 139">
              <a:extLst>
                <a:ext uri="{FF2B5EF4-FFF2-40B4-BE49-F238E27FC236}">
                  <a16:creationId xmlns:a16="http://schemas.microsoft.com/office/drawing/2014/main" id="{B18ED482-ACEE-51D3-84DE-F66983994416}"/>
                </a:ext>
              </a:extLst>
            </p:cNvPr>
            <p:cNvSpPr/>
            <p:nvPr/>
          </p:nvSpPr>
          <p:spPr>
            <a:xfrm rot="21428402">
              <a:off x="3786470" y="5455437"/>
              <a:ext cx="85249" cy="38884"/>
            </a:xfrm>
            <a:prstGeom prst="arc">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41" name="Oval 140">
              <a:extLst>
                <a:ext uri="{FF2B5EF4-FFF2-40B4-BE49-F238E27FC236}">
                  <a16:creationId xmlns:a16="http://schemas.microsoft.com/office/drawing/2014/main" id="{8C1610CD-CCA8-970A-90D8-7DC974E40F26}"/>
                </a:ext>
              </a:extLst>
            </p:cNvPr>
            <p:cNvSpPr/>
            <p:nvPr/>
          </p:nvSpPr>
          <p:spPr>
            <a:xfrm>
              <a:off x="4323701" y="5215372"/>
              <a:ext cx="65947" cy="76077"/>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2" name="Oval 141">
              <a:extLst>
                <a:ext uri="{FF2B5EF4-FFF2-40B4-BE49-F238E27FC236}">
                  <a16:creationId xmlns:a16="http://schemas.microsoft.com/office/drawing/2014/main" id="{19A5913F-23C9-B992-8E71-425216FDF440}"/>
                </a:ext>
              </a:extLst>
            </p:cNvPr>
            <p:cNvSpPr/>
            <p:nvPr/>
          </p:nvSpPr>
          <p:spPr>
            <a:xfrm>
              <a:off x="4320484" y="5524752"/>
              <a:ext cx="64339" cy="7438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3" name="Oval 142">
              <a:extLst>
                <a:ext uri="{FF2B5EF4-FFF2-40B4-BE49-F238E27FC236}">
                  <a16:creationId xmlns:a16="http://schemas.microsoft.com/office/drawing/2014/main" id="{9A7D9A1E-C5AE-3D79-0A88-977D12349F0D}"/>
                </a:ext>
              </a:extLst>
            </p:cNvPr>
            <p:cNvSpPr/>
            <p:nvPr/>
          </p:nvSpPr>
          <p:spPr>
            <a:xfrm>
              <a:off x="3683528" y="5487558"/>
              <a:ext cx="67556" cy="74385"/>
            </a:xfrm>
            <a:prstGeom prst="ellipse">
              <a:avLst/>
            </a:prstGeom>
            <a:solidFill>
              <a:schemeClr val="accent1"/>
            </a:solidFill>
            <a:ln>
              <a:solidFill>
                <a:schemeClr val="accent1">
                  <a:lumMod val="75000"/>
                </a:schemeClr>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4" name="Oval 143">
              <a:extLst>
                <a:ext uri="{FF2B5EF4-FFF2-40B4-BE49-F238E27FC236}">
                  <a16:creationId xmlns:a16="http://schemas.microsoft.com/office/drawing/2014/main" id="{480F4ACF-7575-FF22-A523-BB1861D904E3}"/>
                </a:ext>
              </a:extLst>
            </p:cNvPr>
            <p:cNvSpPr/>
            <p:nvPr/>
          </p:nvSpPr>
          <p:spPr>
            <a:xfrm>
              <a:off x="3688353" y="5108866"/>
              <a:ext cx="65948" cy="7438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5" name="Oval 144">
              <a:extLst>
                <a:ext uri="{FF2B5EF4-FFF2-40B4-BE49-F238E27FC236}">
                  <a16:creationId xmlns:a16="http://schemas.microsoft.com/office/drawing/2014/main" id="{8D4DBF3E-DB45-E1CF-A211-7FBB569CDF6A}"/>
                </a:ext>
              </a:extLst>
            </p:cNvPr>
            <p:cNvSpPr/>
            <p:nvPr/>
          </p:nvSpPr>
          <p:spPr>
            <a:xfrm>
              <a:off x="3044963" y="5004049"/>
              <a:ext cx="67556" cy="7438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6" name="Oval 145">
              <a:extLst>
                <a:ext uri="{FF2B5EF4-FFF2-40B4-BE49-F238E27FC236}">
                  <a16:creationId xmlns:a16="http://schemas.microsoft.com/office/drawing/2014/main" id="{E22B7639-45D7-444E-C50E-94DBBF306247}"/>
                </a:ext>
              </a:extLst>
            </p:cNvPr>
            <p:cNvSpPr/>
            <p:nvPr/>
          </p:nvSpPr>
          <p:spPr>
            <a:xfrm>
              <a:off x="3044963" y="5487558"/>
              <a:ext cx="67556" cy="7438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7" name="Oval 146">
              <a:extLst>
                <a:ext uri="{FF2B5EF4-FFF2-40B4-BE49-F238E27FC236}">
                  <a16:creationId xmlns:a16="http://schemas.microsoft.com/office/drawing/2014/main" id="{B4E58AD2-B056-52EC-7866-6835CC96BDF4}"/>
                </a:ext>
              </a:extLst>
            </p:cNvPr>
            <p:cNvSpPr/>
            <p:nvPr/>
          </p:nvSpPr>
          <p:spPr>
            <a:xfrm>
              <a:off x="2406398" y="4889089"/>
              <a:ext cx="65947" cy="74385"/>
            </a:xfrm>
            <a:prstGeom prst="ellipse">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8" name="Oval 147">
              <a:extLst>
                <a:ext uri="{FF2B5EF4-FFF2-40B4-BE49-F238E27FC236}">
                  <a16:creationId xmlns:a16="http://schemas.microsoft.com/office/drawing/2014/main" id="{42A1D60F-78DD-5EC8-D785-429162F41901}"/>
                </a:ext>
              </a:extLst>
            </p:cNvPr>
            <p:cNvSpPr/>
            <p:nvPr/>
          </p:nvSpPr>
          <p:spPr>
            <a:xfrm>
              <a:off x="2404790" y="5490940"/>
              <a:ext cx="64339" cy="7438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49" name="Oval 148">
              <a:extLst>
                <a:ext uri="{FF2B5EF4-FFF2-40B4-BE49-F238E27FC236}">
                  <a16:creationId xmlns:a16="http://schemas.microsoft.com/office/drawing/2014/main" id="{C61472B5-6B17-8F09-E2D1-487EBDD312F3}"/>
                </a:ext>
              </a:extLst>
            </p:cNvPr>
            <p:cNvSpPr/>
            <p:nvPr/>
          </p:nvSpPr>
          <p:spPr>
            <a:xfrm>
              <a:off x="1766224" y="5482486"/>
              <a:ext cx="65947" cy="74385"/>
            </a:xfrm>
            <a:prstGeom prst="ellipse">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50" name="Oval 149">
              <a:extLst>
                <a:ext uri="{FF2B5EF4-FFF2-40B4-BE49-F238E27FC236}">
                  <a16:creationId xmlns:a16="http://schemas.microsoft.com/office/drawing/2014/main" id="{49F304AD-1279-4568-ED8F-2B6BB296726D}"/>
                </a:ext>
              </a:extLst>
            </p:cNvPr>
            <p:cNvSpPr/>
            <p:nvPr/>
          </p:nvSpPr>
          <p:spPr>
            <a:xfrm>
              <a:off x="1198432" y="5480796"/>
              <a:ext cx="64339" cy="74385"/>
            </a:xfrm>
            <a:prstGeom prst="ellipse">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cxnSp>
          <p:nvCxnSpPr>
            <p:cNvPr id="151" name="Straight Connector 150">
              <a:extLst>
                <a:ext uri="{FF2B5EF4-FFF2-40B4-BE49-F238E27FC236}">
                  <a16:creationId xmlns:a16="http://schemas.microsoft.com/office/drawing/2014/main" id="{A3ABBB92-602F-9260-09A8-7FEC0087A590}"/>
                </a:ext>
              </a:extLst>
            </p:cNvPr>
            <p:cNvCxnSpPr/>
            <p:nvPr/>
          </p:nvCxnSpPr>
          <p:spPr>
            <a:xfrm flipV="1">
              <a:off x="2856771" y="3742866"/>
              <a:ext cx="0" cy="136938"/>
            </a:xfrm>
            <a:prstGeom prst="line">
              <a:avLst/>
            </a:prstGeom>
            <a:ln w="25400"/>
          </p:spPr>
          <p:style>
            <a:lnRef idx="2">
              <a:schemeClr val="dk1"/>
            </a:lnRef>
            <a:fillRef idx="0">
              <a:schemeClr val="dk1"/>
            </a:fillRef>
            <a:effectRef idx="1">
              <a:schemeClr val="dk1"/>
            </a:effectRef>
            <a:fontRef idx="minor">
              <a:schemeClr val="tx1"/>
            </a:fontRef>
          </p:style>
        </p:cxnSp>
        <p:cxnSp>
          <p:nvCxnSpPr>
            <p:cNvPr id="152" name="Straight Arrow Connector 151">
              <a:extLst>
                <a:ext uri="{FF2B5EF4-FFF2-40B4-BE49-F238E27FC236}">
                  <a16:creationId xmlns:a16="http://schemas.microsoft.com/office/drawing/2014/main" id="{990F871C-D048-F59A-DB6D-D1DBD372C87B}"/>
                </a:ext>
              </a:extLst>
            </p:cNvPr>
            <p:cNvCxnSpPr/>
            <p:nvPr/>
          </p:nvCxnSpPr>
          <p:spPr>
            <a:xfrm>
              <a:off x="2787607" y="3749629"/>
              <a:ext cx="135112" cy="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153" name="Straight Connector 152">
              <a:extLst>
                <a:ext uri="{FF2B5EF4-FFF2-40B4-BE49-F238E27FC236}">
                  <a16:creationId xmlns:a16="http://schemas.microsoft.com/office/drawing/2014/main" id="{933755D7-67E0-184C-0B5D-5E6CF000117F}"/>
                </a:ext>
              </a:extLst>
            </p:cNvPr>
            <p:cNvCxnSpPr/>
            <p:nvPr/>
          </p:nvCxnSpPr>
          <p:spPr>
            <a:xfrm>
              <a:off x="2908242" y="6550942"/>
              <a:ext cx="0" cy="92983"/>
            </a:xfrm>
            <a:prstGeom prst="line">
              <a:avLst/>
            </a:prstGeom>
            <a:ln w="25400"/>
          </p:spPr>
          <p:style>
            <a:lnRef idx="2">
              <a:schemeClr val="dk1"/>
            </a:lnRef>
            <a:fillRef idx="0">
              <a:schemeClr val="dk1"/>
            </a:fillRef>
            <a:effectRef idx="1">
              <a:schemeClr val="dk1"/>
            </a:effectRef>
            <a:fontRef idx="minor">
              <a:schemeClr val="tx1"/>
            </a:fontRef>
          </p:style>
        </p:cxnSp>
        <p:cxnSp>
          <p:nvCxnSpPr>
            <p:cNvPr id="154" name="Straight Connector 153">
              <a:extLst>
                <a:ext uri="{FF2B5EF4-FFF2-40B4-BE49-F238E27FC236}">
                  <a16:creationId xmlns:a16="http://schemas.microsoft.com/office/drawing/2014/main" id="{B59B63F3-D394-39B5-E2C0-481DC7F9809D}"/>
                </a:ext>
              </a:extLst>
            </p:cNvPr>
            <p:cNvCxnSpPr/>
            <p:nvPr/>
          </p:nvCxnSpPr>
          <p:spPr>
            <a:xfrm>
              <a:off x="2814952" y="6632090"/>
              <a:ext cx="184974" cy="0"/>
            </a:xfrm>
            <a:prstGeom prst="line">
              <a:avLst/>
            </a:prstGeom>
            <a:ln w="25400"/>
          </p:spPr>
          <p:style>
            <a:lnRef idx="2">
              <a:schemeClr val="dk1"/>
            </a:lnRef>
            <a:fillRef idx="0">
              <a:schemeClr val="dk1"/>
            </a:fillRef>
            <a:effectRef idx="1">
              <a:schemeClr val="dk1"/>
            </a:effectRef>
            <a:fontRef idx="minor">
              <a:schemeClr val="tx1"/>
            </a:fontRef>
          </p:style>
        </p:cxnSp>
        <p:cxnSp>
          <p:nvCxnSpPr>
            <p:cNvPr id="155" name="Straight Connector 154">
              <a:extLst>
                <a:ext uri="{FF2B5EF4-FFF2-40B4-BE49-F238E27FC236}">
                  <a16:creationId xmlns:a16="http://schemas.microsoft.com/office/drawing/2014/main" id="{641C9711-CA2C-022E-EF8A-D764702CA29A}"/>
                </a:ext>
              </a:extLst>
            </p:cNvPr>
            <p:cNvCxnSpPr/>
            <p:nvPr/>
          </p:nvCxnSpPr>
          <p:spPr>
            <a:xfrm>
              <a:off x="2845511" y="6672665"/>
              <a:ext cx="123853" cy="0"/>
            </a:xfrm>
            <a:prstGeom prst="line">
              <a:avLst/>
            </a:prstGeom>
            <a:ln w="25400"/>
          </p:spPr>
          <p:style>
            <a:lnRef idx="2">
              <a:schemeClr val="dk1"/>
            </a:lnRef>
            <a:fillRef idx="0">
              <a:schemeClr val="dk1"/>
            </a:fillRef>
            <a:effectRef idx="1">
              <a:schemeClr val="dk1"/>
            </a:effectRef>
            <a:fontRef idx="minor">
              <a:schemeClr val="tx1"/>
            </a:fontRef>
          </p:style>
        </p:cxnSp>
        <p:cxnSp>
          <p:nvCxnSpPr>
            <p:cNvPr id="156" name="Straight Connector 155">
              <a:extLst>
                <a:ext uri="{FF2B5EF4-FFF2-40B4-BE49-F238E27FC236}">
                  <a16:creationId xmlns:a16="http://schemas.microsoft.com/office/drawing/2014/main" id="{6FE28E16-BF19-3D48-9694-96C7F07E83FE}"/>
                </a:ext>
              </a:extLst>
            </p:cNvPr>
            <p:cNvCxnSpPr/>
            <p:nvPr/>
          </p:nvCxnSpPr>
          <p:spPr>
            <a:xfrm>
              <a:off x="2877681" y="6711549"/>
              <a:ext cx="59514" cy="0"/>
            </a:xfrm>
            <a:prstGeom prst="line">
              <a:avLst/>
            </a:prstGeom>
            <a:ln w="25400"/>
          </p:spPr>
          <p:style>
            <a:lnRef idx="2">
              <a:schemeClr val="dk1"/>
            </a:lnRef>
            <a:fillRef idx="0">
              <a:schemeClr val="dk1"/>
            </a:fillRef>
            <a:effectRef idx="1">
              <a:schemeClr val="dk1"/>
            </a:effectRef>
            <a:fontRef idx="minor">
              <a:schemeClr val="tx1"/>
            </a:fontRef>
          </p:style>
        </p:cxnSp>
        <p:cxnSp>
          <p:nvCxnSpPr>
            <p:cNvPr id="157" name="Straight Connector 156">
              <a:extLst>
                <a:ext uri="{FF2B5EF4-FFF2-40B4-BE49-F238E27FC236}">
                  <a16:creationId xmlns:a16="http://schemas.microsoft.com/office/drawing/2014/main" id="{5E5BC996-0D70-92C3-0525-B86EF805EEC7}"/>
                </a:ext>
              </a:extLst>
            </p:cNvPr>
            <p:cNvCxnSpPr/>
            <p:nvPr/>
          </p:nvCxnSpPr>
          <p:spPr bwMode="auto">
            <a:xfrm flipH="1" flipV="1">
              <a:off x="1569991" y="4540827"/>
              <a:ext cx="51471"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158" name="Straight Connector 157">
              <a:extLst>
                <a:ext uri="{FF2B5EF4-FFF2-40B4-BE49-F238E27FC236}">
                  <a16:creationId xmlns:a16="http://schemas.microsoft.com/office/drawing/2014/main" id="{2BCB850F-CA96-5BDF-B909-B661576A62DB}"/>
                </a:ext>
              </a:extLst>
            </p:cNvPr>
            <p:cNvCxnSpPr/>
            <p:nvPr/>
          </p:nvCxnSpPr>
          <p:spPr bwMode="auto">
            <a:xfrm flipH="1" flipV="1">
              <a:off x="2213382" y="4542517"/>
              <a:ext cx="53079"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159" name="Straight Connector 158">
              <a:extLst>
                <a:ext uri="{FF2B5EF4-FFF2-40B4-BE49-F238E27FC236}">
                  <a16:creationId xmlns:a16="http://schemas.microsoft.com/office/drawing/2014/main" id="{B0B1A5DB-D794-B2C6-E2D7-6540B68DD84F}"/>
                </a:ext>
              </a:extLst>
            </p:cNvPr>
            <p:cNvCxnSpPr/>
            <p:nvPr/>
          </p:nvCxnSpPr>
          <p:spPr bwMode="auto">
            <a:xfrm flipH="1" flipV="1">
              <a:off x="2842466" y="4542517"/>
              <a:ext cx="54688"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160" name="Straight Connector 159">
              <a:extLst>
                <a:ext uri="{FF2B5EF4-FFF2-40B4-BE49-F238E27FC236}">
                  <a16:creationId xmlns:a16="http://schemas.microsoft.com/office/drawing/2014/main" id="{F286BB93-7E7D-BB40-AF06-A7A9860DE81F}"/>
                </a:ext>
              </a:extLst>
            </p:cNvPr>
            <p:cNvCxnSpPr/>
            <p:nvPr/>
          </p:nvCxnSpPr>
          <p:spPr bwMode="auto">
            <a:xfrm flipH="1" flipV="1">
              <a:off x="3480862" y="4541287"/>
              <a:ext cx="51471" cy="0"/>
            </a:xfrm>
            <a:prstGeom prst="line">
              <a:avLst/>
            </a:prstGeom>
            <a:ln w="25400" cap="rnd">
              <a:solidFill>
                <a:schemeClr val="accent1">
                  <a:lumMod val="75000"/>
                </a:schemeClr>
              </a:solidFill>
              <a:round/>
            </a:ln>
          </p:spPr>
          <p:style>
            <a:lnRef idx="3">
              <a:schemeClr val="dk1"/>
            </a:lnRef>
            <a:fillRef idx="0">
              <a:schemeClr val="dk1"/>
            </a:fillRef>
            <a:effectRef idx="2">
              <a:schemeClr val="dk1"/>
            </a:effectRef>
            <a:fontRef idx="minor">
              <a:schemeClr val="tx1"/>
            </a:fontRef>
          </p:style>
        </p:cxnSp>
        <p:cxnSp>
          <p:nvCxnSpPr>
            <p:cNvPr id="161" name="Straight Connector 160">
              <a:extLst>
                <a:ext uri="{FF2B5EF4-FFF2-40B4-BE49-F238E27FC236}">
                  <a16:creationId xmlns:a16="http://schemas.microsoft.com/office/drawing/2014/main" id="{05F87284-4330-36C1-26F2-7FEEB77C54E6}"/>
                </a:ext>
              </a:extLst>
            </p:cNvPr>
            <p:cNvCxnSpPr/>
            <p:nvPr/>
          </p:nvCxnSpPr>
          <p:spPr bwMode="auto">
            <a:xfrm flipH="1" flipV="1">
              <a:off x="4121033" y="4547589"/>
              <a:ext cx="53079"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162" name="Straight Connector 161">
              <a:extLst>
                <a:ext uri="{FF2B5EF4-FFF2-40B4-BE49-F238E27FC236}">
                  <a16:creationId xmlns:a16="http://schemas.microsoft.com/office/drawing/2014/main" id="{FFD1BEAA-5418-55A7-1C6D-5EABF4821068}"/>
                </a:ext>
              </a:extLst>
            </p:cNvPr>
            <p:cNvCxnSpPr/>
            <p:nvPr/>
          </p:nvCxnSpPr>
          <p:spPr bwMode="auto">
            <a:xfrm flipV="1">
              <a:off x="1433270" y="4160442"/>
              <a:ext cx="2047591" cy="0"/>
            </a:xfrm>
            <a:prstGeom prst="line">
              <a:avLst/>
            </a:prstGeom>
            <a:ln w="25400" cap="rnd">
              <a:solidFill>
                <a:schemeClr val="accent1">
                  <a:lumMod val="75000"/>
                </a:schemeClr>
              </a:solidFill>
              <a:round/>
              <a:headEnd type="none" w="med" len="lg"/>
            </a:ln>
          </p:spPr>
          <p:style>
            <a:lnRef idx="3">
              <a:schemeClr val="dk1"/>
            </a:lnRef>
            <a:fillRef idx="0">
              <a:schemeClr val="dk1"/>
            </a:fillRef>
            <a:effectRef idx="2">
              <a:schemeClr val="dk1"/>
            </a:effectRef>
            <a:fontRef idx="minor">
              <a:schemeClr val="tx1"/>
            </a:fontRef>
          </p:style>
        </p:cxnSp>
        <p:cxnSp>
          <p:nvCxnSpPr>
            <p:cNvPr id="163" name="Straight Connector 162">
              <a:extLst>
                <a:ext uri="{FF2B5EF4-FFF2-40B4-BE49-F238E27FC236}">
                  <a16:creationId xmlns:a16="http://schemas.microsoft.com/office/drawing/2014/main" id="{65F269E8-BB41-19B7-BFBC-8EA4C5FD8A7B}"/>
                </a:ext>
              </a:extLst>
            </p:cNvPr>
            <p:cNvCxnSpPr/>
            <p:nvPr/>
          </p:nvCxnSpPr>
          <p:spPr bwMode="auto">
            <a:xfrm flipV="1">
              <a:off x="2021972" y="4015052"/>
              <a:ext cx="2099061" cy="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164" name="Straight Connector 163">
              <a:extLst>
                <a:ext uri="{FF2B5EF4-FFF2-40B4-BE49-F238E27FC236}">
                  <a16:creationId xmlns:a16="http://schemas.microsoft.com/office/drawing/2014/main" id="{49E6A5E6-23DC-744D-8DAE-E24DD97BA779}"/>
                </a:ext>
              </a:extLst>
            </p:cNvPr>
            <p:cNvCxnSpPr/>
            <p:nvPr/>
          </p:nvCxnSpPr>
          <p:spPr bwMode="auto">
            <a:xfrm flipH="1" flipV="1">
              <a:off x="1430052" y="4160442"/>
              <a:ext cx="0" cy="671166"/>
            </a:xfrm>
            <a:prstGeom prst="line">
              <a:avLst/>
            </a:prstGeom>
            <a:ln w="25400" cap="rnd">
              <a:solidFill>
                <a:schemeClr val="accent1">
                  <a:lumMod val="75000"/>
                </a:schemeClr>
              </a:solidFill>
              <a:round/>
            </a:ln>
          </p:spPr>
          <p:style>
            <a:lnRef idx="3">
              <a:schemeClr val="dk1"/>
            </a:lnRef>
            <a:fillRef idx="0">
              <a:schemeClr val="dk1"/>
            </a:fillRef>
            <a:effectRef idx="2">
              <a:schemeClr val="dk1"/>
            </a:effectRef>
            <a:fontRef idx="minor">
              <a:schemeClr val="tx1"/>
            </a:fontRef>
          </p:style>
        </p:cxnSp>
        <p:cxnSp>
          <p:nvCxnSpPr>
            <p:cNvPr id="165" name="Straight Connector 164">
              <a:extLst>
                <a:ext uri="{FF2B5EF4-FFF2-40B4-BE49-F238E27FC236}">
                  <a16:creationId xmlns:a16="http://schemas.microsoft.com/office/drawing/2014/main" id="{F5D2A9F1-56B6-CD4C-9402-BB9D21829D73}"/>
                </a:ext>
              </a:extLst>
            </p:cNvPr>
            <p:cNvCxnSpPr/>
            <p:nvPr/>
          </p:nvCxnSpPr>
          <p:spPr bwMode="auto">
            <a:xfrm flipH="1" flipV="1">
              <a:off x="2013931" y="4018433"/>
              <a:ext cx="0" cy="821629"/>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166" name="Straight Connector 165">
              <a:extLst>
                <a:ext uri="{FF2B5EF4-FFF2-40B4-BE49-F238E27FC236}">
                  <a16:creationId xmlns:a16="http://schemas.microsoft.com/office/drawing/2014/main" id="{631E2ABD-00A1-9767-32FE-12EE2FFFE6D3}"/>
                </a:ext>
              </a:extLst>
            </p:cNvPr>
            <p:cNvCxnSpPr/>
            <p:nvPr/>
          </p:nvCxnSpPr>
          <p:spPr bwMode="auto">
            <a:xfrm flipH="1" flipV="1">
              <a:off x="1230602" y="4838372"/>
              <a:ext cx="199451" cy="0"/>
            </a:xfrm>
            <a:prstGeom prst="line">
              <a:avLst/>
            </a:prstGeom>
            <a:ln w="25400" cap="rnd">
              <a:solidFill>
                <a:schemeClr val="accent1"/>
              </a:solidFill>
              <a:round/>
            </a:ln>
          </p:spPr>
          <p:style>
            <a:lnRef idx="3">
              <a:schemeClr val="dk1"/>
            </a:lnRef>
            <a:fillRef idx="0">
              <a:schemeClr val="dk1"/>
            </a:fillRef>
            <a:effectRef idx="2">
              <a:schemeClr val="dk1"/>
            </a:effectRef>
            <a:fontRef idx="minor">
              <a:schemeClr val="tx1"/>
            </a:fontRef>
          </p:style>
        </p:cxnSp>
        <p:cxnSp>
          <p:nvCxnSpPr>
            <p:cNvPr id="167" name="Straight Connector 166">
              <a:extLst>
                <a:ext uri="{FF2B5EF4-FFF2-40B4-BE49-F238E27FC236}">
                  <a16:creationId xmlns:a16="http://schemas.microsoft.com/office/drawing/2014/main" id="{A42CD7C0-34F3-A2F5-D079-2B7876DBDE11}"/>
                </a:ext>
              </a:extLst>
            </p:cNvPr>
            <p:cNvCxnSpPr/>
            <p:nvPr/>
          </p:nvCxnSpPr>
          <p:spPr bwMode="auto">
            <a:xfrm flipH="1" flipV="1">
              <a:off x="1808046" y="4841753"/>
              <a:ext cx="196234" cy="169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sp>
          <p:nvSpPr>
            <p:cNvPr id="168" name="Oval 167">
              <a:extLst>
                <a:ext uri="{FF2B5EF4-FFF2-40B4-BE49-F238E27FC236}">
                  <a16:creationId xmlns:a16="http://schemas.microsoft.com/office/drawing/2014/main" id="{E2B372AB-3762-DF18-4F85-BE4FA9A7CD1C}"/>
                </a:ext>
              </a:extLst>
            </p:cNvPr>
            <p:cNvSpPr/>
            <p:nvPr/>
          </p:nvSpPr>
          <p:spPr>
            <a:xfrm>
              <a:off x="1200042" y="4797798"/>
              <a:ext cx="65947" cy="76076"/>
            </a:xfrm>
            <a:prstGeom prst="ellipse">
              <a:avLst/>
            </a:prstGeom>
            <a:solidFill>
              <a:schemeClr val="accent1">
                <a:lumMod val="75000"/>
              </a:schemeClr>
            </a:solidFill>
            <a:ln>
              <a:solidFill>
                <a:schemeClr val="accent1">
                  <a:lumMod val="75000"/>
                </a:schemeClr>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169" name="Oval 168">
              <a:extLst>
                <a:ext uri="{FF2B5EF4-FFF2-40B4-BE49-F238E27FC236}">
                  <a16:creationId xmlns:a16="http://schemas.microsoft.com/office/drawing/2014/main" id="{3A458E18-1393-CBC7-7496-0D8E7627061E}"/>
                </a:ext>
              </a:extLst>
            </p:cNvPr>
            <p:cNvSpPr/>
            <p:nvPr/>
          </p:nvSpPr>
          <p:spPr>
            <a:xfrm>
              <a:off x="1767832" y="4807940"/>
              <a:ext cx="65948" cy="74385"/>
            </a:xfrm>
            <a:prstGeom prst="ellipse">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cxnSp>
          <p:nvCxnSpPr>
            <p:cNvPr id="170" name="Straight Connector 169">
              <a:extLst>
                <a:ext uri="{FF2B5EF4-FFF2-40B4-BE49-F238E27FC236}">
                  <a16:creationId xmlns:a16="http://schemas.microsoft.com/office/drawing/2014/main" id="{4467A5D0-ED24-0229-4136-E723E2777A71}"/>
                </a:ext>
              </a:extLst>
            </p:cNvPr>
            <p:cNvCxnSpPr/>
            <p:nvPr/>
          </p:nvCxnSpPr>
          <p:spPr bwMode="auto">
            <a:xfrm flipH="1" flipV="1">
              <a:off x="3484077" y="4168897"/>
              <a:ext cx="0" cy="370240"/>
            </a:xfrm>
            <a:prstGeom prst="line">
              <a:avLst/>
            </a:prstGeom>
            <a:ln w="25400" cap="rnd">
              <a:solidFill>
                <a:schemeClr val="accent1">
                  <a:lumMod val="75000"/>
                </a:schemeClr>
              </a:solidFill>
              <a:round/>
              <a:headEnd type="triangle"/>
            </a:ln>
          </p:spPr>
          <p:style>
            <a:lnRef idx="3">
              <a:schemeClr val="dk1"/>
            </a:lnRef>
            <a:fillRef idx="0">
              <a:schemeClr val="dk1"/>
            </a:fillRef>
            <a:effectRef idx="2">
              <a:schemeClr val="dk1"/>
            </a:effectRef>
            <a:fontRef idx="minor">
              <a:schemeClr val="tx1"/>
            </a:fontRef>
          </p:style>
        </p:cxnSp>
        <p:cxnSp>
          <p:nvCxnSpPr>
            <p:cNvPr id="171" name="Straight Connector 170">
              <a:extLst>
                <a:ext uri="{FF2B5EF4-FFF2-40B4-BE49-F238E27FC236}">
                  <a16:creationId xmlns:a16="http://schemas.microsoft.com/office/drawing/2014/main" id="{FA71B5E0-65F0-47DB-E227-D9161B8F7EBD}"/>
                </a:ext>
              </a:extLst>
            </p:cNvPr>
            <p:cNvCxnSpPr/>
            <p:nvPr/>
          </p:nvCxnSpPr>
          <p:spPr bwMode="auto">
            <a:xfrm flipV="1">
              <a:off x="4121033" y="4026886"/>
              <a:ext cx="0" cy="512249"/>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172" name="Straight Connector 171">
              <a:extLst>
                <a:ext uri="{FF2B5EF4-FFF2-40B4-BE49-F238E27FC236}">
                  <a16:creationId xmlns:a16="http://schemas.microsoft.com/office/drawing/2014/main" id="{7F3D315F-1CC9-E071-C26B-23C1FF16E782}"/>
                </a:ext>
              </a:extLst>
            </p:cNvPr>
            <p:cNvCxnSpPr/>
            <p:nvPr/>
          </p:nvCxnSpPr>
          <p:spPr bwMode="auto">
            <a:xfrm flipV="1">
              <a:off x="966812" y="6295663"/>
              <a:ext cx="3659283" cy="0"/>
            </a:xfrm>
            <a:prstGeom prst="line">
              <a:avLst/>
            </a:prstGeom>
            <a:ln w="25400" cap="rnd">
              <a:solidFill>
                <a:schemeClr val="accent1">
                  <a:lumMod val="75000"/>
                </a:schemeClr>
              </a:solidFill>
              <a:round/>
              <a:headEnd type="none" w="med" len="lg"/>
            </a:ln>
          </p:spPr>
          <p:style>
            <a:lnRef idx="3">
              <a:schemeClr val="dk1"/>
            </a:lnRef>
            <a:fillRef idx="0">
              <a:schemeClr val="dk1"/>
            </a:fillRef>
            <a:effectRef idx="2">
              <a:schemeClr val="dk1"/>
            </a:effectRef>
            <a:fontRef idx="minor">
              <a:schemeClr val="tx1"/>
            </a:fontRef>
          </p:style>
        </p:cxnSp>
        <p:cxnSp>
          <p:nvCxnSpPr>
            <p:cNvPr id="173" name="Straight Connector 172">
              <a:extLst>
                <a:ext uri="{FF2B5EF4-FFF2-40B4-BE49-F238E27FC236}">
                  <a16:creationId xmlns:a16="http://schemas.microsoft.com/office/drawing/2014/main" id="{D5707F96-6420-2605-058A-5E03B3CE40D7}"/>
                </a:ext>
              </a:extLst>
            </p:cNvPr>
            <p:cNvCxnSpPr/>
            <p:nvPr/>
          </p:nvCxnSpPr>
          <p:spPr>
            <a:xfrm>
              <a:off x="966812" y="5984594"/>
              <a:ext cx="0" cy="311069"/>
            </a:xfrm>
            <a:prstGeom prst="line">
              <a:avLst/>
            </a:prstGeom>
            <a:ln w="25400" cap="rnd">
              <a:solidFill>
                <a:schemeClr val="accent1">
                  <a:lumMod val="75000"/>
                </a:schemeClr>
              </a:solidFill>
              <a:round/>
            </a:ln>
          </p:spPr>
          <p:style>
            <a:lnRef idx="2">
              <a:schemeClr val="dk1"/>
            </a:lnRef>
            <a:fillRef idx="0">
              <a:schemeClr val="dk1"/>
            </a:fillRef>
            <a:effectRef idx="1">
              <a:schemeClr val="dk1"/>
            </a:effectRef>
            <a:fontRef idx="minor">
              <a:schemeClr val="tx1"/>
            </a:fontRef>
          </p:style>
        </p:cxnSp>
        <p:cxnSp>
          <p:nvCxnSpPr>
            <p:cNvPr id="174" name="Straight Connector 173">
              <a:extLst>
                <a:ext uri="{FF2B5EF4-FFF2-40B4-BE49-F238E27FC236}">
                  <a16:creationId xmlns:a16="http://schemas.microsoft.com/office/drawing/2014/main" id="{4E8FB86E-BE8E-1AE4-FC79-D2390EAD7EE8}"/>
                </a:ext>
              </a:extLst>
            </p:cNvPr>
            <p:cNvCxnSpPr/>
            <p:nvPr/>
          </p:nvCxnSpPr>
          <p:spPr>
            <a:xfrm>
              <a:off x="4622878" y="5563636"/>
              <a:ext cx="0" cy="738790"/>
            </a:xfrm>
            <a:prstGeom prst="line">
              <a:avLst/>
            </a:prstGeom>
            <a:ln w="25400" cap="rnd">
              <a:solidFill>
                <a:schemeClr val="accent1">
                  <a:lumMod val="75000"/>
                </a:schemeClr>
              </a:solidFill>
              <a:round/>
            </a:ln>
          </p:spPr>
          <p:style>
            <a:lnRef idx="2">
              <a:schemeClr val="dk1"/>
            </a:lnRef>
            <a:fillRef idx="0">
              <a:schemeClr val="dk1"/>
            </a:fillRef>
            <a:effectRef idx="1">
              <a:schemeClr val="dk1"/>
            </a:effectRef>
            <a:fontRef idx="minor">
              <a:schemeClr val="tx1"/>
            </a:fontRef>
          </p:style>
        </p:cxnSp>
        <p:cxnSp>
          <p:nvCxnSpPr>
            <p:cNvPr id="175" name="Straight Arrow Connector 174">
              <a:extLst>
                <a:ext uri="{FF2B5EF4-FFF2-40B4-BE49-F238E27FC236}">
                  <a16:creationId xmlns:a16="http://schemas.microsoft.com/office/drawing/2014/main" id="{E4F57C1C-91BD-959A-8A72-0B26066AB296}"/>
                </a:ext>
              </a:extLst>
            </p:cNvPr>
            <p:cNvCxnSpPr/>
            <p:nvPr/>
          </p:nvCxnSpPr>
          <p:spPr>
            <a:xfrm>
              <a:off x="4354262" y="5555183"/>
              <a:ext cx="273441" cy="0"/>
            </a:xfrm>
            <a:prstGeom prst="straightConnector1">
              <a:avLst/>
            </a:prstGeom>
            <a:ln w="25400" cap="rnd">
              <a:solidFill>
                <a:schemeClr val="accent1">
                  <a:lumMod val="75000"/>
                </a:schemeClr>
              </a:solidFill>
              <a:tailEnd type="triangle"/>
            </a:ln>
          </p:spPr>
          <p:style>
            <a:lnRef idx="2">
              <a:schemeClr val="dk1"/>
            </a:lnRef>
            <a:fillRef idx="0">
              <a:schemeClr val="dk1"/>
            </a:fillRef>
            <a:effectRef idx="1">
              <a:schemeClr val="dk1"/>
            </a:effectRef>
            <a:fontRef idx="minor">
              <a:schemeClr val="tx1"/>
            </a:fontRef>
          </p:style>
        </p:cxnSp>
        <p:sp>
          <p:nvSpPr>
            <p:cNvPr id="176" name="Rectangle 272">
              <a:extLst>
                <a:ext uri="{FF2B5EF4-FFF2-40B4-BE49-F238E27FC236}">
                  <a16:creationId xmlns:a16="http://schemas.microsoft.com/office/drawing/2014/main" id="{C6FA4514-9B6F-5C73-B461-7D6EB81551D0}"/>
                </a:ext>
              </a:extLst>
            </p:cNvPr>
            <p:cNvSpPr>
              <a:spLocks noChangeArrowheads="1"/>
            </p:cNvSpPr>
            <p:nvPr/>
          </p:nvSpPr>
          <p:spPr bwMode="auto">
            <a:xfrm>
              <a:off x="3728621" y="6223353"/>
              <a:ext cx="624280" cy="318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F</a:t>
              </a:r>
              <a:r>
                <a:rPr lang="en-US" sz="1400" b="1" baseline="-25000">
                  <a:latin typeface="Times New Roman" panose="02020603050405020304" pitchFamily="18" charset="0"/>
                  <a:cs typeface="Times New Roman" panose="02020603050405020304" pitchFamily="18" charset="0"/>
                </a:rPr>
                <a:t>OSC</a:t>
              </a:r>
            </a:p>
          </p:txBody>
        </p:sp>
        <p:cxnSp>
          <p:nvCxnSpPr>
            <p:cNvPr id="177" name="Straight Connector 176">
              <a:extLst>
                <a:ext uri="{FF2B5EF4-FFF2-40B4-BE49-F238E27FC236}">
                  <a16:creationId xmlns:a16="http://schemas.microsoft.com/office/drawing/2014/main" id="{7CE256F9-DD97-92AC-BE62-F63DD955D318}"/>
                </a:ext>
              </a:extLst>
            </p:cNvPr>
            <p:cNvCxnSpPr/>
            <p:nvPr/>
          </p:nvCxnSpPr>
          <p:spPr bwMode="auto">
            <a:xfrm>
              <a:off x="2785998" y="5311738"/>
              <a:ext cx="1573090" cy="0"/>
            </a:xfrm>
            <a:prstGeom prst="line">
              <a:avLst/>
            </a:prstGeom>
            <a:ln w="25400" cap="rnd" cmpd="sng">
              <a:solidFill>
                <a:srgbClr val="FF0000"/>
              </a:solidFill>
              <a:prstDash val="sysDot"/>
              <a:round/>
              <a:headEnd type="triangle" w="med" len="lg"/>
            </a:ln>
          </p:spPr>
          <p:style>
            <a:lnRef idx="3">
              <a:schemeClr val="dk1"/>
            </a:lnRef>
            <a:fillRef idx="0">
              <a:schemeClr val="dk1"/>
            </a:fillRef>
            <a:effectRef idx="2">
              <a:schemeClr val="dk1"/>
            </a:effectRef>
            <a:fontRef idx="minor">
              <a:schemeClr val="tx1"/>
            </a:fontRef>
          </p:style>
        </p:cxnSp>
        <p:cxnSp>
          <p:nvCxnSpPr>
            <p:cNvPr id="178" name="Straight Connector 177">
              <a:extLst>
                <a:ext uri="{FF2B5EF4-FFF2-40B4-BE49-F238E27FC236}">
                  <a16:creationId xmlns:a16="http://schemas.microsoft.com/office/drawing/2014/main" id="{1218EB26-0724-401B-032A-55ABEC5E9CFA}"/>
                </a:ext>
              </a:extLst>
            </p:cNvPr>
            <p:cNvCxnSpPr/>
            <p:nvPr/>
          </p:nvCxnSpPr>
          <p:spPr bwMode="auto">
            <a:xfrm flipV="1">
              <a:off x="2777955" y="4491799"/>
              <a:ext cx="0" cy="821629"/>
            </a:xfrm>
            <a:prstGeom prst="line">
              <a:avLst/>
            </a:prstGeom>
            <a:ln w="25400" cap="rnd">
              <a:solidFill>
                <a:srgbClr val="FF0000"/>
              </a:solidFill>
              <a:prstDash val="sysDot"/>
              <a:round/>
              <a:tailEnd type="none"/>
            </a:ln>
          </p:spPr>
          <p:style>
            <a:lnRef idx="3">
              <a:schemeClr val="dk1"/>
            </a:lnRef>
            <a:fillRef idx="0">
              <a:schemeClr val="dk1"/>
            </a:fillRef>
            <a:effectRef idx="2">
              <a:schemeClr val="dk1"/>
            </a:effectRef>
            <a:fontRef idx="minor">
              <a:schemeClr val="tx1"/>
            </a:fontRef>
          </p:style>
        </p:cxnSp>
        <p:cxnSp>
          <p:nvCxnSpPr>
            <p:cNvPr id="179" name="Straight Connector 178">
              <a:extLst>
                <a:ext uri="{FF2B5EF4-FFF2-40B4-BE49-F238E27FC236}">
                  <a16:creationId xmlns:a16="http://schemas.microsoft.com/office/drawing/2014/main" id="{CC5B23F3-CF85-86E0-52E3-23CDCC307F5C}"/>
                </a:ext>
              </a:extLst>
            </p:cNvPr>
            <p:cNvCxnSpPr/>
            <p:nvPr/>
          </p:nvCxnSpPr>
          <p:spPr bwMode="auto">
            <a:xfrm flipH="1" flipV="1">
              <a:off x="2765087" y="4495180"/>
              <a:ext cx="131895" cy="0"/>
            </a:xfrm>
            <a:prstGeom prst="line">
              <a:avLst/>
            </a:prstGeom>
            <a:ln w="25400" cap="rnd">
              <a:solidFill>
                <a:srgbClr val="FF0000"/>
              </a:solidFill>
              <a:prstDash val="sysDot"/>
              <a:round/>
              <a:headEnd type="triangle"/>
              <a:tailEnd type="none"/>
            </a:ln>
          </p:spPr>
          <p:style>
            <a:lnRef idx="3">
              <a:schemeClr val="dk1"/>
            </a:lnRef>
            <a:fillRef idx="0">
              <a:schemeClr val="dk1"/>
            </a:fillRef>
            <a:effectRef idx="2">
              <a:schemeClr val="dk1"/>
            </a:effectRef>
            <a:fontRef idx="minor">
              <a:schemeClr val="tx1"/>
            </a:fontRef>
          </p:style>
        </p:cxnSp>
        <p:cxnSp>
          <p:nvCxnSpPr>
            <p:cNvPr id="180" name="Straight Connector 179">
              <a:extLst>
                <a:ext uri="{FF2B5EF4-FFF2-40B4-BE49-F238E27FC236}">
                  <a16:creationId xmlns:a16="http://schemas.microsoft.com/office/drawing/2014/main" id="{58566A1D-2D69-F5F6-9E96-063B07A8922C}"/>
                </a:ext>
              </a:extLst>
            </p:cNvPr>
            <p:cNvCxnSpPr/>
            <p:nvPr/>
          </p:nvCxnSpPr>
          <p:spPr bwMode="auto">
            <a:xfrm>
              <a:off x="2152259" y="5195087"/>
              <a:ext cx="1573090" cy="0"/>
            </a:xfrm>
            <a:prstGeom prst="line">
              <a:avLst/>
            </a:prstGeom>
            <a:ln w="25400" cap="rnd" cmpd="sng">
              <a:solidFill>
                <a:srgbClr val="FF0000"/>
              </a:solidFill>
              <a:prstDash val="sysDot"/>
              <a:round/>
              <a:headEnd type="triangle" w="med" len="lg"/>
            </a:ln>
          </p:spPr>
          <p:style>
            <a:lnRef idx="3">
              <a:schemeClr val="dk1"/>
            </a:lnRef>
            <a:fillRef idx="0">
              <a:schemeClr val="dk1"/>
            </a:fillRef>
            <a:effectRef idx="2">
              <a:schemeClr val="dk1"/>
            </a:effectRef>
            <a:fontRef idx="minor">
              <a:schemeClr val="tx1"/>
            </a:fontRef>
          </p:style>
        </p:cxnSp>
        <p:cxnSp>
          <p:nvCxnSpPr>
            <p:cNvPr id="181" name="Straight Connector 180">
              <a:extLst>
                <a:ext uri="{FF2B5EF4-FFF2-40B4-BE49-F238E27FC236}">
                  <a16:creationId xmlns:a16="http://schemas.microsoft.com/office/drawing/2014/main" id="{66C3294D-76CE-DC06-1A6A-3DF1166DD7D9}"/>
                </a:ext>
              </a:extLst>
            </p:cNvPr>
            <p:cNvCxnSpPr/>
            <p:nvPr/>
          </p:nvCxnSpPr>
          <p:spPr bwMode="auto">
            <a:xfrm flipV="1">
              <a:off x="2152259" y="4479965"/>
              <a:ext cx="0" cy="708359"/>
            </a:xfrm>
            <a:prstGeom prst="line">
              <a:avLst/>
            </a:prstGeom>
            <a:ln w="25400" cap="rnd">
              <a:solidFill>
                <a:srgbClr val="FF0000"/>
              </a:solidFill>
              <a:prstDash val="sysDot"/>
              <a:round/>
              <a:tailEnd type="none"/>
            </a:ln>
          </p:spPr>
          <p:style>
            <a:lnRef idx="3">
              <a:schemeClr val="dk1"/>
            </a:lnRef>
            <a:fillRef idx="0">
              <a:schemeClr val="dk1"/>
            </a:fillRef>
            <a:effectRef idx="2">
              <a:schemeClr val="dk1"/>
            </a:effectRef>
            <a:fontRef idx="minor">
              <a:schemeClr val="tx1"/>
            </a:fontRef>
          </p:style>
        </p:cxnSp>
        <p:cxnSp>
          <p:nvCxnSpPr>
            <p:cNvPr id="182" name="Straight Connector 181">
              <a:extLst>
                <a:ext uri="{FF2B5EF4-FFF2-40B4-BE49-F238E27FC236}">
                  <a16:creationId xmlns:a16="http://schemas.microsoft.com/office/drawing/2014/main" id="{42193B1B-C6C3-C663-6C5B-7104E56FBD7D}"/>
                </a:ext>
              </a:extLst>
            </p:cNvPr>
            <p:cNvCxnSpPr/>
            <p:nvPr/>
          </p:nvCxnSpPr>
          <p:spPr bwMode="auto">
            <a:xfrm flipH="1" flipV="1">
              <a:off x="2134566" y="4493490"/>
              <a:ext cx="131895" cy="0"/>
            </a:xfrm>
            <a:prstGeom prst="line">
              <a:avLst/>
            </a:prstGeom>
            <a:ln w="25400" cap="rnd">
              <a:solidFill>
                <a:srgbClr val="FF0000"/>
              </a:solidFill>
              <a:prstDash val="sysDot"/>
              <a:round/>
              <a:headEnd type="triangle"/>
              <a:tailEnd type="none"/>
            </a:ln>
          </p:spPr>
          <p:style>
            <a:lnRef idx="3">
              <a:schemeClr val="dk1"/>
            </a:lnRef>
            <a:fillRef idx="0">
              <a:schemeClr val="dk1"/>
            </a:fillRef>
            <a:effectRef idx="2">
              <a:schemeClr val="dk1"/>
            </a:effectRef>
            <a:fontRef idx="minor">
              <a:schemeClr val="tx1"/>
            </a:fontRef>
          </p:style>
        </p:cxnSp>
        <p:cxnSp>
          <p:nvCxnSpPr>
            <p:cNvPr id="183" name="Straight Connector 182">
              <a:extLst>
                <a:ext uri="{FF2B5EF4-FFF2-40B4-BE49-F238E27FC236}">
                  <a16:creationId xmlns:a16="http://schemas.microsoft.com/office/drawing/2014/main" id="{58E1F491-C41B-882D-60D1-B7BA9CF4FD02}"/>
                </a:ext>
              </a:extLst>
            </p:cNvPr>
            <p:cNvCxnSpPr/>
            <p:nvPr/>
          </p:nvCxnSpPr>
          <p:spPr bwMode="auto">
            <a:xfrm>
              <a:off x="1479916" y="5097032"/>
              <a:ext cx="1574698" cy="0"/>
            </a:xfrm>
            <a:prstGeom prst="line">
              <a:avLst/>
            </a:prstGeom>
            <a:ln w="25400" cap="rnd" cmpd="sng">
              <a:solidFill>
                <a:srgbClr val="FF0000"/>
              </a:solidFill>
              <a:prstDash val="sysDot"/>
              <a:round/>
              <a:headEnd type="triangle" w="med" len="lg"/>
            </a:ln>
          </p:spPr>
          <p:style>
            <a:lnRef idx="3">
              <a:schemeClr val="dk1"/>
            </a:lnRef>
            <a:fillRef idx="0">
              <a:schemeClr val="dk1"/>
            </a:fillRef>
            <a:effectRef idx="2">
              <a:schemeClr val="dk1"/>
            </a:effectRef>
            <a:fontRef idx="minor">
              <a:schemeClr val="tx1"/>
            </a:fontRef>
          </p:style>
        </p:cxnSp>
        <p:cxnSp>
          <p:nvCxnSpPr>
            <p:cNvPr id="184" name="Straight Connector 183">
              <a:extLst>
                <a:ext uri="{FF2B5EF4-FFF2-40B4-BE49-F238E27FC236}">
                  <a16:creationId xmlns:a16="http://schemas.microsoft.com/office/drawing/2014/main" id="{FA584B28-2D81-FE58-7756-FA0BA1CC2B3F}"/>
                </a:ext>
              </a:extLst>
            </p:cNvPr>
            <p:cNvCxnSpPr/>
            <p:nvPr/>
          </p:nvCxnSpPr>
          <p:spPr bwMode="auto">
            <a:xfrm flipV="1">
              <a:off x="1479916" y="4485038"/>
              <a:ext cx="0" cy="596780"/>
            </a:xfrm>
            <a:prstGeom prst="line">
              <a:avLst/>
            </a:prstGeom>
            <a:ln w="25400" cap="rnd">
              <a:solidFill>
                <a:srgbClr val="FF0000"/>
              </a:solidFill>
              <a:prstDash val="sysDot"/>
              <a:round/>
              <a:tailEnd type="none"/>
            </a:ln>
          </p:spPr>
          <p:style>
            <a:lnRef idx="3">
              <a:schemeClr val="dk1"/>
            </a:lnRef>
            <a:fillRef idx="0">
              <a:schemeClr val="dk1"/>
            </a:fillRef>
            <a:effectRef idx="2">
              <a:schemeClr val="dk1"/>
            </a:effectRef>
            <a:fontRef idx="minor">
              <a:schemeClr val="tx1"/>
            </a:fontRef>
          </p:style>
        </p:cxnSp>
        <p:cxnSp>
          <p:nvCxnSpPr>
            <p:cNvPr id="185" name="Straight Connector 184">
              <a:extLst>
                <a:ext uri="{FF2B5EF4-FFF2-40B4-BE49-F238E27FC236}">
                  <a16:creationId xmlns:a16="http://schemas.microsoft.com/office/drawing/2014/main" id="{D576BA92-0910-4E6A-F4B9-B57DF2D890EA}"/>
                </a:ext>
              </a:extLst>
            </p:cNvPr>
            <p:cNvCxnSpPr/>
            <p:nvPr/>
          </p:nvCxnSpPr>
          <p:spPr bwMode="auto">
            <a:xfrm flipH="1" flipV="1">
              <a:off x="1487958" y="4479965"/>
              <a:ext cx="131895" cy="0"/>
            </a:xfrm>
            <a:prstGeom prst="line">
              <a:avLst/>
            </a:prstGeom>
            <a:ln w="25400" cap="rnd">
              <a:solidFill>
                <a:srgbClr val="FF0000"/>
              </a:solidFill>
              <a:prstDash val="sysDot"/>
              <a:round/>
              <a:headEnd type="triangle"/>
              <a:tailEnd type="none"/>
            </a:ln>
          </p:spPr>
          <p:style>
            <a:lnRef idx="3">
              <a:schemeClr val="dk1"/>
            </a:lnRef>
            <a:fillRef idx="0">
              <a:schemeClr val="dk1"/>
            </a:fillRef>
            <a:effectRef idx="2">
              <a:schemeClr val="dk1"/>
            </a:effectRef>
            <a:fontRef idx="minor">
              <a:schemeClr val="tx1"/>
            </a:fontRef>
          </p:style>
        </p:cxnSp>
        <p:cxnSp>
          <p:nvCxnSpPr>
            <p:cNvPr id="186" name="Straight Connector 185">
              <a:extLst>
                <a:ext uri="{FF2B5EF4-FFF2-40B4-BE49-F238E27FC236}">
                  <a16:creationId xmlns:a16="http://schemas.microsoft.com/office/drawing/2014/main" id="{EF93BFD2-3A0E-9956-065E-6A65829AE4D8}"/>
                </a:ext>
              </a:extLst>
            </p:cNvPr>
            <p:cNvCxnSpPr/>
            <p:nvPr/>
          </p:nvCxnSpPr>
          <p:spPr bwMode="auto">
            <a:xfrm>
              <a:off x="921775" y="4992215"/>
              <a:ext cx="1505534" cy="16906"/>
            </a:xfrm>
            <a:prstGeom prst="line">
              <a:avLst/>
            </a:prstGeom>
            <a:ln w="25400" cap="rnd" cmpd="sng">
              <a:solidFill>
                <a:srgbClr val="FF0000"/>
              </a:solidFill>
              <a:prstDash val="sysDot"/>
              <a:round/>
              <a:headEnd type="triangle" w="med" len="lg"/>
            </a:ln>
          </p:spPr>
          <p:style>
            <a:lnRef idx="3">
              <a:schemeClr val="dk1"/>
            </a:lnRef>
            <a:fillRef idx="0">
              <a:schemeClr val="dk1"/>
            </a:fillRef>
            <a:effectRef idx="2">
              <a:schemeClr val="dk1"/>
            </a:effectRef>
            <a:fontRef idx="minor">
              <a:schemeClr val="tx1"/>
            </a:fontRef>
          </p:style>
        </p:cxnSp>
        <p:cxnSp>
          <p:nvCxnSpPr>
            <p:cNvPr id="187" name="Straight Connector 186">
              <a:extLst>
                <a:ext uri="{FF2B5EF4-FFF2-40B4-BE49-F238E27FC236}">
                  <a16:creationId xmlns:a16="http://schemas.microsoft.com/office/drawing/2014/main" id="{7F882ABB-AB0F-C921-F91F-5B64B9399657}"/>
                </a:ext>
              </a:extLst>
            </p:cNvPr>
            <p:cNvCxnSpPr/>
            <p:nvPr/>
          </p:nvCxnSpPr>
          <p:spPr bwMode="auto">
            <a:xfrm flipV="1">
              <a:off x="921775" y="4485038"/>
              <a:ext cx="0" cy="478438"/>
            </a:xfrm>
            <a:prstGeom prst="line">
              <a:avLst/>
            </a:prstGeom>
            <a:ln w="25400" cap="rnd">
              <a:solidFill>
                <a:srgbClr val="FF0000"/>
              </a:solidFill>
              <a:prstDash val="sysDot"/>
              <a:round/>
              <a:tailEnd type="none"/>
            </a:ln>
          </p:spPr>
          <p:style>
            <a:lnRef idx="3">
              <a:schemeClr val="dk1"/>
            </a:lnRef>
            <a:fillRef idx="0">
              <a:schemeClr val="dk1"/>
            </a:fillRef>
            <a:effectRef idx="2">
              <a:schemeClr val="dk1"/>
            </a:effectRef>
            <a:fontRef idx="minor">
              <a:schemeClr val="tx1"/>
            </a:fontRef>
          </p:style>
        </p:cxnSp>
        <p:cxnSp>
          <p:nvCxnSpPr>
            <p:cNvPr id="188" name="Straight Connector 187">
              <a:extLst>
                <a:ext uri="{FF2B5EF4-FFF2-40B4-BE49-F238E27FC236}">
                  <a16:creationId xmlns:a16="http://schemas.microsoft.com/office/drawing/2014/main" id="{A2C75A36-CBD8-DF3C-BBB3-22D1985BD4D3}"/>
                </a:ext>
              </a:extLst>
            </p:cNvPr>
            <p:cNvCxnSpPr/>
            <p:nvPr/>
          </p:nvCxnSpPr>
          <p:spPr bwMode="auto">
            <a:xfrm flipH="1" flipV="1">
              <a:off x="923384" y="4478274"/>
              <a:ext cx="131895" cy="0"/>
            </a:xfrm>
            <a:prstGeom prst="line">
              <a:avLst/>
            </a:prstGeom>
            <a:ln w="25400" cap="rnd">
              <a:solidFill>
                <a:srgbClr val="FF0000"/>
              </a:solidFill>
              <a:prstDash val="sysDot"/>
              <a:round/>
              <a:headEnd type="triangle"/>
              <a:tailEnd type="none"/>
            </a:ln>
          </p:spPr>
          <p:style>
            <a:lnRef idx="3">
              <a:schemeClr val="dk1"/>
            </a:lnRef>
            <a:fillRef idx="0">
              <a:schemeClr val="dk1"/>
            </a:fillRef>
            <a:effectRef idx="2">
              <a:schemeClr val="dk1"/>
            </a:effectRef>
            <a:fontRef idx="minor">
              <a:schemeClr val="tx1"/>
            </a:fontRef>
          </p:style>
        </p:cxnSp>
        <p:cxnSp>
          <p:nvCxnSpPr>
            <p:cNvPr id="189" name="Straight Connector 188">
              <a:extLst>
                <a:ext uri="{FF2B5EF4-FFF2-40B4-BE49-F238E27FC236}">
                  <a16:creationId xmlns:a16="http://schemas.microsoft.com/office/drawing/2014/main" id="{5C88A2A5-5FE1-A3AF-4CC2-50CBFA097B4D}"/>
                </a:ext>
              </a:extLst>
            </p:cNvPr>
            <p:cNvCxnSpPr/>
            <p:nvPr/>
          </p:nvCxnSpPr>
          <p:spPr>
            <a:xfrm>
              <a:off x="3128603" y="4704814"/>
              <a:ext cx="0" cy="745553"/>
            </a:xfrm>
            <a:prstGeom prst="line">
              <a:avLst/>
            </a:prstGeom>
            <a:ln w="25400" cap="rnd">
              <a:solidFill>
                <a:srgbClr val="FF0000"/>
              </a:solidFill>
              <a:prstDash val="sysDot"/>
              <a:tailEnd type="triangle"/>
            </a:ln>
          </p:spPr>
          <p:style>
            <a:lnRef idx="2">
              <a:schemeClr val="dk1"/>
            </a:lnRef>
            <a:fillRef idx="0">
              <a:schemeClr val="dk1"/>
            </a:fillRef>
            <a:effectRef idx="1">
              <a:schemeClr val="dk1"/>
            </a:effectRef>
            <a:fontRef idx="minor">
              <a:schemeClr val="tx1"/>
            </a:fontRef>
          </p:style>
        </p:cxnSp>
        <p:cxnSp>
          <p:nvCxnSpPr>
            <p:cNvPr id="190" name="Elbow Connector 163">
              <a:extLst>
                <a:ext uri="{FF2B5EF4-FFF2-40B4-BE49-F238E27FC236}">
                  <a16:creationId xmlns:a16="http://schemas.microsoft.com/office/drawing/2014/main" id="{058C20C7-97E8-0829-CE6E-5580C33546D6}"/>
                </a:ext>
              </a:extLst>
            </p:cNvPr>
            <p:cNvCxnSpPr/>
            <p:nvPr/>
          </p:nvCxnSpPr>
          <p:spPr bwMode="auto">
            <a:xfrm>
              <a:off x="3151123" y="5448675"/>
              <a:ext cx="394077" cy="446317"/>
            </a:xfrm>
            <a:prstGeom prst="bentConnector3">
              <a:avLst>
                <a:gd name="adj1" fmla="val 67324"/>
              </a:avLst>
            </a:prstGeom>
            <a:ln w="25400" cap="rnd">
              <a:solidFill>
                <a:srgbClr val="FF0000"/>
              </a:solidFill>
              <a:prstDash val="sysDot"/>
              <a:round/>
              <a:headEnd type="none"/>
              <a:tailEnd type="triangle"/>
            </a:ln>
          </p:spPr>
          <p:style>
            <a:lnRef idx="3">
              <a:schemeClr val="dk1"/>
            </a:lnRef>
            <a:fillRef idx="0">
              <a:schemeClr val="dk1"/>
            </a:fillRef>
            <a:effectRef idx="2">
              <a:schemeClr val="dk1"/>
            </a:effectRef>
            <a:fontRef idx="minor">
              <a:schemeClr val="tx1"/>
            </a:fontRef>
          </p:style>
        </p:cxnSp>
        <p:cxnSp>
          <p:nvCxnSpPr>
            <p:cNvPr id="191" name="Straight Connector 190">
              <a:extLst>
                <a:ext uri="{FF2B5EF4-FFF2-40B4-BE49-F238E27FC236}">
                  <a16:creationId xmlns:a16="http://schemas.microsoft.com/office/drawing/2014/main" id="{879249C6-E82C-A3D4-E4CA-548C42911576}"/>
                </a:ext>
              </a:extLst>
            </p:cNvPr>
            <p:cNvCxnSpPr/>
            <p:nvPr/>
          </p:nvCxnSpPr>
          <p:spPr bwMode="auto">
            <a:xfrm flipH="1" flipV="1">
              <a:off x="3675485" y="5196777"/>
              <a:ext cx="0" cy="645806"/>
            </a:xfrm>
            <a:prstGeom prst="line">
              <a:avLst/>
            </a:prstGeom>
            <a:ln w="25400" cap="rnd">
              <a:solidFill>
                <a:srgbClr val="FF0000"/>
              </a:solidFill>
              <a:prstDash val="sysDot"/>
              <a:round/>
              <a:tailEnd type="triangle"/>
            </a:ln>
          </p:spPr>
          <p:style>
            <a:lnRef idx="3">
              <a:schemeClr val="dk1"/>
            </a:lnRef>
            <a:fillRef idx="0">
              <a:schemeClr val="dk1"/>
            </a:fillRef>
            <a:effectRef idx="2">
              <a:schemeClr val="dk1"/>
            </a:effectRef>
            <a:fontRef idx="minor">
              <a:schemeClr val="tx1"/>
            </a:fontRef>
          </p:style>
        </p:cxnSp>
        <p:cxnSp>
          <p:nvCxnSpPr>
            <p:cNvPr id="192" name="Elbow Connector 165">
              <a:extLst>
                <a:ext uri="{FF2B5EF4-FFF2-40B4-BE49-F238E27FC236}">
                  <a16:creationId xmlns:a16="http://schemas.microsoft.com/office/drawing/2014/main" id="{3DE0BC54-760E-EA0A-0CF7-C0A898E548C5}"/>
                </a:ext>
              </a:extLst>
            </p:cNvPr>
            <p:cNvCxnSpPr/>
            <p:nvPr/>
          </p:nvCxnSpPr>
          <p:spPr bwMode="auto">
            <a:xfrm>
              <a:off x="2498081" y="5485868"/>
              <a:ext cx="397294" cy="448008"/>
            </a:xfrm>
            <a:prstGeom prst="bentConnector3">
              <a:avLst>
                <a:gd name="adj1" fmla="val 67324"/>
              </a:avLst>
            </a:prstGeom>
            <a:ln w="25400" cap="rnd">
              <a:solidFill>
                <a:srgbClr val="FF0000"/>
              </a:solidFill>
              <a:prstDash val="sysDot"/>
              <a:round/>
              <a:headEnd type="none"/>
              <a:tailEnd type="triangle"/>
            </a:ln>
          </p:spPr>
          <p:style>
            <a:lnRef idx="3">
              <a:schemeClr val="dk1"/>
            </a:lnRef>
            <a:fillRef idx="0">
              <a:schemeClr val="dk1"/>
            </a:fillRef>
            <a:effectRef idx="2">
              <a:schemeClr val="dk1"/>
            </a:effectRef>
            <a:fontRef idx="minor">
              <a:schemeClr val="tx1"/>
            </a:fontRef>
          </p:style>
        </p:cxnSp>
        <p:cxnSp>
          <p:nvCxnSpPr>
            <p:cNvPr id="193" name="Straight Connector 192">
              <a:extLst>
                <a:ext uri="{FF2B5EF4-FFF2-40B4-BE49-F238E27FC236}">
                  <a16:creationId xmlns:a16="http://schemas.microsoft.com/office/drawing/2014/main" id="{C0A53E02-A4EC-1A3E-55DB-D4535D50EFBC}"/>
                </a:ext>
              </a:extLst>
            </p:cNvPr>
            <p:cNvCxnSpPr/>
            <p:nvPr/>
          </p:nvCxnSpPr>
          <p:spPr>
            <a:xfrm>
              <a:off x="2488429" y="4659168"/>
              <a:ext cx="3217" cy="841915"/>
            </a:xfrm>
            <a:prstGeom prst="line">
              <a:avLst/>
            </a:prstGeom>
            <a:ln w="25400" cap="rnd">
              <a:solidFill>
                <a:srgbClr val="FF0000"/>
              </a:solidFill>
              <a:prstDash val="sysDot"/>
              <a:tailEnd type="triangle"/>
            </a:ln>
          </p:spPr>
          <p:style>
            <a:lnRef idx="2">
              <a:schemeClr val="dk1"/>
            </a:lnRef>
            <a:fillRef idx="0">
              <a:schemeClr val="dk1"/>
            </a:fillRef>
            <a:effectRef idx="1">
              <a:schemeClr val="dk1"/>
            </a:effectRef>
            <a:fontRef idx="minor">
              <a:schemeClr val="tx1"/>
            </a:fontRef>
          </p:style>
        </p:cxnSp>
        <p:cxnSp>
          <p:nvCxnSpPr>
            <p:cNvPr id="194" name="Straight Connector 193">
              <a:extLst>
                <a:ext uri="{FF2B5EF4-FFF2-40B4-BE49-F238E27FC236}">
                  <a16:creationId xmlns:a16="http://schemas.microsoft.com/office/drawing/2014/main" id="{46176A81-F986-2C57-9561-9EC182343D4D}"/>
                </a:ext>
              </a:extLst>
            </p:cNvPr>
            <p:cNvCxnSpPr/>
            <p:nvPr/>
          </p:nvCxnSpPr>
          <p:spPr bwMode="auto">
            <a:xfrm flipV="1">
              <a:off x="3030486" y="5110556"/>
              <a:ext cx="0" cy="703287"/>
            </a:xfrm>
            <a:prstGeom prst="line">
              <a:avLst/>
            </a:prstGeom>
            <a:ln w="25400" cap="rnd">
              <a:solidFill>
                <a:srgbClr val="FF0000"/>
              </a:solidFill>
              <a:prstDash val="sysDot"/>
              <a:round/>
              <a:tailEnd type="triangle"/>
            </a:ln>
          </p:spPr>
          <p:style>
            <a:lnRef idx="3">
              <a:schemeClr val="dk1"/>
            </a:lnRef>
            <a:fillRef idx="0">
              <a:schemeClr val="dk1"/>
            </a:fillRef>
            <a:effectRef idx="2">
              <a:schemeClr val="dk1"/>
            </a:effectRef>
            <a:fontRef idx="minor">
              <a:schemeClr val="tx1"/>
            </a:fontRef>
          </p:style>
        </p:cxnSp>
        <p:cxnSp>
          <p:nvCxnSpPr>
            <p:cNvPr id="195" name="Elbow Connector 168">
              <a:extLst>
                <a:ext uri="{FF2B5EF4-FFF2-40B4-BE49-F238E27FC236}">
                  <a16:creationId xmlns:a16="http://schemas.microsoft.com/office/drawing/2014/main" id="{A917B294-4F98-3925-B675-177A5F8091E1}"/>
                </a:ext>
              </a:extLst>
            </p:cNvPr>
            <p:cNvCxnSpPr/>
            <p:nvPr/>
          </p:nvCxnSpPr>
          <p:spPr bwMode="auto">
            <a:xfrm>
              <a:off x="1846648" y="5485868"/>
              <a:ext cx="397293" cy="448008"/>
            </a:xfrm>
            <a:prstGeom prst="bentConnector3">
              <a:avLst>
                <a:gd name="adj1" fmla="val 67324"/>
              </a:avLst>
            </a:prstGeom>
            <a:ln w="25400" cap="rnd">
              <a:solidFill>
                <a:srgbClr val="FF0000"/>
              </a:solidFill>
              <a:prstDash val="sysDot"/>
              <a:round/>
              <a:headEnd type="none"/>
              <a:tailEnd type="triangle"/>
            </a:ln>
          </p:spPr>
          <p:style>
            <a:lnRef idx="3">
              <a:schemeClr val="dk1"/>
            </a:lnRef>
            <a:fillRef idx="0">
              <a:schemeClr val="dk1"/>
            </a:fillRef>
            <a:effectRef idx="2">
              <a:schemeClr val="dk1"/>
            </a:effectRef>
            <a:fontRef idx="minor">
              <a:schemeClr val="tx1"/>
            </a:fontRef>
          </p:style>
        </p:cxnSp>
        <p:cxnSp>
          <p:nvCxnSpPr>
            <p:cNvPr id="196" name="Straight Connector 195">
              <a:extLst>
                <a:ext uri="{FF2B5EF4-FFF2-40B4-BE49-F238E27FC236}">
                  <a16:creationId xmlns:a16="http://schemas.microsoft.com/office/drawing/2014/main" id="{93FE2DB6-6522-5928-ED57-E3407CDDBA9D}"/>
                </a:ext>
              </a:extLst>
            </p:cNvPr>
            <p:cNvCxnSpPr/>
            <p:nvPr/>
          </p:nvCxnSpPr>
          <p:spPr>
            <a:xfrm>
              <a:off x="1846648" y="4659168"/>
              <a:ext cx="0" cy="826700"/>
            </a:xfrm>
            <a:prstGeom prst="line">
              <a:avLst/>
            </a:prstGeom>
            <a:ln w="25400" cap="rnd">
              <a:solidFill>
                <a:srgbClr val="FF0000"/>
              </a:solidFill>
              <a:prstDash val="sysDot"/>
              <a:tailEnd type="triangle"/>
            </a:ln>
          </p:spPr>
          <p:style>
            <a:lnRef idx="2">
              <a:schemeClr val="dk1"/>
            </a:lnRef>
            <a:fillRef idx="0">
              <a:schemeClr val="dk1"/>
            </a:fillRef>
            <a:effectRef idx="1">
              <a:schemeClr val="dk1"/>
            </a:effectRef>
            <a:fontRef idx="minor">
              <a:schemeClr val="tx1"/>
            </a:fontRef>
          </p:style>
        </p:cxnSp>
        <p:cxnSp>
          <p:nvCxnSpPr>
            <p:cNvPr id="197" name="Straight Connector 196">
              <a:extLst>
                <a:ext uri="{FF2B5EF4-FFF2-40B4-BE49-F238E27FC236}">
                  <a16:creationId xmlns:a16="http://schemas.microsoft.com/office/drawing/2014/main" id="{4CCA75C9-EA16-B530-416B-59C1E3509D7D}"/>
                </a:ext>
              </a:extLst>
            </p:cNvPr>
            <p:cNvCxnSpPr/>
            <p:nvPr/>
          </p:nvCxnSpPr>
          <p:spPr>
            <a:xfrm flipV="1">
              <a:off x="1183957" y="4708196"/>
              <a:ext cx="0" cy="819938"/>
            </a:xfrm>
            <a:prstGeom prst="line">
              <a:avLst/>
            </a:prstGeom>
            <a:ln w="25400" cap="rnd">
              <a:solidFill>
                <a:srgbClr val="FFC000"/>
              </a:solidFill>
              <a:prstDash val="sysDash"/>
              <a:headEnd type="triangle"/>
            </a:ln>
          </p:spPr>
          <p:style>
            <a:lnRef idx="2">
              <a:schemeClr val="dk1"/>
            </a:lnRef>
            <a:fillRef idx="0">
              <a:schemeClr val="dk1"/>
            </a:fillRef>
            <a:effectRef idx="1">
              <a:schemeClr val="dk1"/>
            </a:effectRef>
            <a:fontRef idx="minor">
              <a:schemeClr val="tx1"/>
            </a:fontRef>
          </p:style>
        </p:cxnSp>
        <p:cxnSp>
          <p:nvCxnSpPr>
            <p:cNvPr id="198" name="Elbow Connector 171">
              <a:extLst>
                <a:ext uri="{FF2B5EF4-FFF2-40B4-BE49-F238E27FC236}">
                  <a16:creationId xmlns:a16="http://schemas.microsoft.com/office/drawing/2014/main" id="{CAF96682-9344-138D-A608-EA9A32D8AE19}"/>
                </a:ext>
              </a:extLst>
            </p:cNvPr>
            <p:cNvCxnSpPr/>
            <p:nvPr/>
          </p:nvCxnSpPr>
          <p:spPr>
            <a:xfrm flipV="1">
              <a:off x="897648" y="5737768"/>
              <a:ext cx="197842" cy="150462"/>
            </a:xfrm>
            <a:prstGeom prst="bentConnector3">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9" name="Elbow Connector 172">
              <a:extLst>
                <a:ext uri="{FF2B5EF4-FFF2-40B4-BE49-F238E27FC236}">
                  <a16:creationId xmlns:a16="http://schemas.microsoft.com/office/drawing/2014/main" id="{3CB45229-9CE5-A31D-16D6-77FD9C01D9EC}"/>
                </a:ext>
              </a:extLst>
            </p:cNvPr>
            <p:cNvCxnSpPr/>
            <p:nvPr/>
          </p:nvCxnSpPr>
          <p:spPr>
            <a:xfrm>
              <a:off x="3265325" y="4273714"/>
              <a:ext cx="197842" cy="148773"/>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Elbow Connector 173">
              <a:extLst>
                <a:ext uri="{FF2B5EF4-FFF2-40B4-BE49-F238E27FC236}">
                  <a16:creationId xmlns:a16="http://schemas.microsoft.com/office/drawing/2014/main" id="{F928F945-2E69-D959-B312-63811800895C}"/>
                </a:ext>
              </a:extLst>
            </p:cNvPr>
            <p:cNvCxnSpPr/>
            <p:nvPr/>
          </p:nvCxnSpPr>
          <p:spPr>
            <a:xfrm flipV="1">
              <a:off x="4022916" y="5747911"/>
              <a:ext cx="199451" cy="148773"/>
            </a:xfrm>
            <a:prstGeom prst="bentConnector3">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1" name="Elbow Connector 174">
              <a:extLst>
                <a:ext uri="{FF2B5EF4-FFF2-40B4-BE49-F238E27FC236}">
                  <a16:creationId xmlns:a16="http://schemas.microsoft.com/office/drawing/2014/main" id="{5CBA8FEE-A1A4-693E-71CE-EFF06099E112}"/>
                </a:ext>
              </a:extLst>
            </p:cNvPr>
            <p:cNvCxnSpPr/>
            <p:nvPr/>
          </p:nvCxnSpPr>
          <p:spPr>
            <a:xfrm>
              <a:off x="4365522" y="5340478"/>
              <a:ext cx="197842" cy="148773"/>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2" name="Elbow Connector 175">
              <a:extLst>
                <a:ext uri="{FF2B5EF4-FFF2-40B4-BE49-F238E27FC236}">
                  <a16:creationId xmlns:a16="http://schemas.microsoft.com/office/drawing/2014/main" id="{2E206DB8-B02F-B255-5709-20FC6EED3A5E}"/>
                </a:ext>
              </a:extLst>
            </p:cNvPr>
            <p:cNvCxnSpPr/>
            <p:nvPr/>
          </p:nvCxnSpPr>
          <p:spPr>
            <a:xfrm>
              <a:off x="984506" y="4158753"/>
              <a:ext cx="199451" cy="148773"/>
            </a:xfrm>
            <a:prstGeom prst="bentConnector3">
              <a:avLst>
                <a:gd name="adj1" fmla="val 50000"/>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3" name="Elbow Connector 176">
              <a:extLst>
                <a:ext uri="{FF2B5EF4-FFF2-40B4-BE49-F238E27FC236}">
                  <a16:creationId xmlns:a16="http://schemas.microsoft.com/office/drawing/2014/main" id="{6CEF9C00-0BA8-F449-CA5D-32ED9FA5F0D4}"/>
                </a:ext>
              </a:extLst>
            </p:cNvPr>
            <p:cNvCxnSpPr/>
            <p:nvPr/>
          </p:nvCxnSpPr>
          <p:spPr>
            <a:xfrm>
              <a:off x="2134565" y="5604210"/>
              <a:ext cx="197843" cy="148773"/>
            </a:xfrm>
            <a:prstGeom prst="bentConnector3">
              <a:avLst>
                <a:gd name="adj1" fmla="val 50000"/>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4" name="Elbow Connector 177">
              <a:extLst>
                <a:ext uri="{FF2B5EF4-FFF2-40B4-BE49-F238E27FC236}">
                  <a16:creationId xmlns:a16="http://schemas.microsoft.com/office/drawing/2014/main" id="{50C29169-DF41-CA45-C354-651C62B33360}"/>
                </a:ext>
              </a:extLst>
            </p:cNvPr>
            <p:cNvCxnSpPr/>
            <p:nvPr/>
          </p:nvCxnSpPr>
          <p:spPr>
            <a:xfrm flipV="1">
              <a:off x="1515302" y="5653238"/>
              <a:ext cx="196234" cy="148773"/>
            </a:xfrm>
            <a:prstGeom prst="bentConnector3">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5" name="Elbow Connector 178">
              <a:extLst>
                <a:ext uri="{FF2B5EF4-FFF2-40B4-BE49-F238E27FC236}">
                  <a16:creationId xmlns:a16="http://schemas.microsoft.com/office/drawing/2014/main" id="{08645B1E-93E0-4DA8-2E0D-CF30EEAFF6BC}"/>
                </a:ext>
              </a:extLst>
            </p:cNvPr>
            <p:cNvCxnSpPr/>
            <p:nvPr/>
          </p:nvCxnSpPr>
          <p:spPr>
            <a:xfrm flipV="1">
              <a:off x="2539901" y="4831610"/>
              <a:ext cx="196234" cy="148773"/>
            </a:xfrm>
            <a:prstGeom prst="bentConnector3">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6" name="Elbow Connector 179">
              <a:extLst>
                <a:ext uri="{FF2B5EF4-FFF2-40B4-BE49-F238E27FC236}">
                  <a16:creationId xmlns:a16="http://schemas.microsoft.com/office/drawing/2014/main" id="{1516ED01-67C8-3871-92E5-E4B8C4706594}"/>
                </a:ext>
              </a:extLst>
            </p:cNvPr>
            <p:cNvCxnSpPr/>
            <p:nvPr/>
          </p:nvCxnSpPr>
          <p:spPr>
            <a:xfrm>
              <a:off x="3136645" y="4927972"/>
              <a:ext cx="197842" cy="14877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7" name="Elbow Connector 180">
              <a:extLst>
                <a:ext uri="{FF2B5EF4-FFF2-40B4-BE49-F238E27FC236}">
                  <a16:creationId xmlns:a16="http://schemas.microsoft.com/office/drawing/2014/main" id="{00AB4B17-E057-E16F-BD0E-4CB242F3B77A}"/>
                </a:ext>
              </a:extLst>
            </p:cNvPr>
            <p:cNvCxnSpPr/>
            <p:nvPr/>
          </p:nvCxnSpPr>
          <p:spPr>
            <a:xfrm>
              <a:off x="3755908" y="5032789"/>
              <a:ext cx="196234" cy="15046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8" name="Elbow Connector 181">
              <a:extLst>
                <a:ext uri="{FF2B5EF4-FFF2-40B4-BE49-F238E27FC236}">
                  <a16:creationId xmlns:a16="http://schemas.microsoft.com/office/drawing/2014/main" id="{650305B9-2213-E914-4C36-09361535F8BB}"/>
                </a:ext>
              </a:extLst>
            </p:cNvPr>
            <p:cNvCxnSpPr/>
            <p:nvPr/>
          </p:nvCxnSpPr>
          <p:spPr>
            <a:xfrm>
              <a:off x="2538293" y="4637189"/>
              <a:ext cx="197842" cy="14877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9" name="Elbow Connector 182">
              <a:extLst>
                <a:ext uri="{FF2B5EF4-FFF2-40B4-BE49-F238E27FC236}">
                  <a16:creationId xmlns:a16="http://schemas.microsoft.com/office/drawing/2014/main" id="{7E693C5F-0873-2B06-FE30-7EB74AC1326D}"/>
                </a:ext>
              </a:extLst>
            </p:cNvPr>
            <p:cNvCxnSpPr/>
            <p:nvPr/>
          </p:nvCxnSpPr>
          <p:spPr>
            <a:xfrm flipV="1">
              <a:off x="4352653" y="4985453"/>
              <a:ext cx="197842" cy="150463"/>
            </a:xfrm>
            <a:prstGeom prst="bentConnector3">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210" name="Rectangle 272">
              <a:extLst>
                <a:ext uri="{FF2B5EF4-FFF2-40B4-BE49-F238E27FC236}">
                  <a16:creationId xmlns:a16="http://schemas.microsoft.com/office/drawing/2014/main" id="{2EC57A15-AE42-E43E-C798-F50145F3BAF1}"/>
                </a:ext>
              </a:extLst>
            </p:cNvPr>
            <p:cNvSpPr>
              <a:spLocks noChangeArrowheads="1"/>
            </p:cNvSpPr>
            <p:nvPr/>
          </p:nvSpPr>
          <p:spPr bwMode="auto">
            <a:xfrm>
              <a:off x="1364105" y="3918689"/>
              <a:ext cx="403727" cy="318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sz="1400" b="1">
                  <a:solidFill>
                    <a:schemeClr val="accent1">
                      <a:lumMod val="75000"/>
                    </a:schemeClr>
                  </a:solidFill>
                  <a:latin typeface="Times New Roman" panose="02020603050405020304" pitchFamily="18" charset="0"/>
                  <a:cs typeface="Times New Roman" panose="02020603050405020304" pitchFamily="18" charset="0"/>
                </a:rPr>
                <a:t>P1</a:t>
              </a:r>
              <a:endParaRPr lang="en-US" sz="1400" b="1" baseline="-2500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211" name="Rectangle 272">
              <a:extLst>
                <a:ext uri="{FF2B5EF4-FFF2-40B4-BE49-F238E27FC236}">
                  <a16:creationId xmlns:a16="http://schemas.microsoft.com/office/drawing/2014/main" id="{B82C803B-B8BD-0CE1-1960-604B34001C4E}"/>
                </a:ext>
              </a:extLst>
            </p:cNvPr>
            <p:cNvSpPr>
              <a:spLocks noChangeArrowheads="1"/>
            </p:cNvSpPr>
            <p:nvPr/>
          </p:nvSpPr>
          <p:spPr bwMode="auto">
            <a:xfrm>
              <a:off x="3871630" y="5251563"/>
              <a:ext cx="384497" cy="318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solidFill>
                    <a:srgbClr val="FF0000"/>
                  </a:solidFill>
                  <a:latin typeface="Times New Roman" panose="02020603050405020304" pitchFamily="18" charset="0"/>
                  <a:cs typeface="Times New Roman" panose="02020603050405020304" pitchFamily="18" charset="0"/>
                </a:rPr>
                <a:t>P3</a:t>
              </a:r>
              <a:endParaRPr lang="en-US" sz="1400" b="1" baseline="-25000">
                <a:solidFill>
                  <a:srgbClr val="FF0000"/>
                </a:solidFill>
                <a:latin typeface="Times New Roman" panose="02020603050405020304" pitchFamily="18" charset="0"/>
                <a:cs typeface="Times New Roman" panose="02020603050405020304" pitchFamily="18" charset="0"/>
              </a:endParaRPr>
            </a:p>
          </p:txBody>
        </p:sp>
        <p:sp>
          <p:nvSpPr>
            <p:cNvPr id="212" name="Rectangle 272">
              <a:extLst>
                <a:ext uri="{FF2B5EF4-FFF2-40B4-BE49-F238E27FC236}">
                  <a16:creationId xmlns:a16="http://schemas.microsoft.com/office/drawing/2014/main" id="{F6B443C8-53B8-3574-2A75-7FF2A8A70FE5}"/>
                </a:ext>
              </a:extLst>
            </p:cNvPr>
            <p:cNvSpPr>
              <a:spLocks noChangeArrowheads="1"/>
            </p:cNvSpPr>
            <p:nvPr/>
          </p:nvSpPr>
          <p:spPr bwMode="auto">
            <a:xfrm>
              <a:off x="2547944" y="6228039"/>
              <a:ext cx="451981" cy="318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sz="1400" b="1">
                  <a:solidFill>
                    <a:schemeClr val="accent1">
                      <a:lumMod val="75000"/>
                    </a:schemeClr>
                  </a:solidFill>
                  <a:latin typeface="Times New Roman" panose="02020603050405020304" pitchFamily="18" charset="0"/>
                  <a:cs typeface="Times New Roman" panose="02020603050405020304" pitchFamily="18" charset="0"/>
                </a:rPr>
                <a:t>P4</a:t>
              </a:r>
              <a:endParaRPr lang="en-US" sz="1400" b="1" baseline="-25000">
                <a:solidFill>
                  <a:schemeClr val="accent1">
                    <a:lumMod val="75000"/>
                  </a:schemeClr>
                </a:solidFill>
                <a:latin typeface="Times New Roman" panose="02020603050405020304" pitchFamily="18" charset="0"/>
                <a:cs typeface="Times New Roman" panose="02020603050405020304" pitchFamily="18" charset="0"/>
              </a:endParaRPr>
            </a:p>
          </p:txBody>
        </p:sp>
        <p:cxnSp>
          <p:nvCxnSpPr>
            <p:cNvPr id="213" name="Straight Connector 212">
              <a:extLst>
                <a:ext uri="{FF2B5EF4-FFF2-40B4-BE49-F238E27FC236}">
                  <a16:creationId xmlns:a16="http://schemas.microsoft.com/office/drawing/2014/main" id="{DFA09F7F-F074-4145-F968-ABEFD5C01EEE}"/>
                </a:ext>
              </a:extLst>
            </p:cNvPr>
            <p:cNvCxnSpPr/>
            <p:nvPr/>
          </p:nvCxnSpPr>
          <p:spPr>
            <a:xfrm>
              <a:off x="4347827" y="4662550"/>
              <a:ext cx="0" cy="1193560"/>
            </a:xfrm>
            <a:prstGeom prst="line">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14" name="Elbow Connector 187">
              <a:extLst>
                <a:ext uri="{FF2B5EF4-FFF2-40B4-BE49-F238E27FC236}">
                  <a16:creationId xmlns:a16="http://schemas.microsoft.com/office/drawing/2014/main" id="{379B10F5-7688-D63B-F9FF-7F41ED76B07F}"/>
                </a:ext>
              </a:extLst>
            </p:cNvPr>
            <p:cNvCxnSpPr/>
            <p:nvPr/>
          </p:nvCxnSpPr>
          <p:spPr>
            <a:xfrm>
              <a:off x="2038056" y="4273714"/>
              <a:ext cx="196234" cy="14877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5" name="Elbow Connector 188">
              <a:extLst>
                <a:ext uri="{FF2B5EF4-FFF2-40B4-BE49-F238E27FC236}">
                  <a16:creationId xmlns:a16="http://schemas.microsoft.com/office/drawing/2014/main" id="{708E608A-431D-72ED-6848-A78D5650F272}"/>
                </a:ext>
              </a:extLst>
            </p:cNvPr>
            <p:cNvCxnSpPr/>
            <p:nvPr/>
          </p:nvCxnSpPr>
          <p:spPr>
            <a:xfrm>
              <a:off x="1444530" y="4221308"/>
              <a:ext cx="196234" cy="14877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6" name="Elbow Connector 189">
              <a:extLst>
                <a:ext uri="{FF2B5EF4-FFF2-40B4-BE49-F238E27FC236}">
                  <a16:creationId xmlns:a16="http://schemas.microsoft.com/office/drawing/2014/main" id="{E35EED29-9DE4-0F4E-FCEC-3C1CA94D34E8}"/>
                </a:ext>
              </a:extLst>
            </p:cNvPr>
            <p:cNvCxnSpPr/>
            <p:nvPr/>
          </p:nvCxnSpPr>
          <p:spPr>
            <a:xfrm flipV="1">
              <a:off x="3442258" y="5588998"/>
              <a:ext cx="199451" cy="148773"/>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7" name="Elbow Connector 190">
              <a:extLst>
                <a:ext uri="{FF2B5EF4-FFF2-40B4-BE49-F238E27FC236}">
                  <a16:creationId xmlns:a16="http://schemas.microsoft.com/office/drawing/2014/main" id="{52C45E48-5B18-145B-A39A-C6D7095148F8}"/>
                </a:ext>
              </a:extLst>
            </p:cNvPr>
            <p:cNvCxnSpPr/>
            <p:nvPr/>
          </p:nvCxnSpPr>
          <p:spPr>
            <a:xfrm flipV="1">
              <a:off x="2794040" y="5494326"/>
              <a:ext cx="196234" cy="148773"/>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Elbow Connector 191">
              <a:extLst>
                <a:ext uri="{FF2B5EF4-FFF2-40B4-BE49-F238E27FC236}">
                  <a16:creationId xmlns:a16="http://schemas.microsoft.com/office/drawing/2014/main" id="{BFEDF177-3C66-BEA5-1419-DC71C4DB255B}"/>
                </a:ext>
              </a:extLst>
            </p:cNvPr>
            <p:cNvCxnSpPr/>
            <p:nvPr/>
          </p:nvCxnSpPr>
          <p:spPr>
            <a:xfrm flipV="1">
              <a:off x="2150650" y="5359085"/>
              <a:ext cx="197843" cy="148773"/>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9" name="Rectangle 218">
            <a:extLst>
              <a:ext uri="{FF2B5EF4-FFF2-40B4-BE49-F238E27FC236}">
                <a16:creationId xmlns:a16="http://schemas.microsoft.com/office/drawing/2014/main" id="{E8DF287C-BCE9-1BD2-6541-1A0AC1F43D93}"/>
              </a:ext>
            </a:extLst>
          </p:cNvPr>
          <p:cNvSpPr/>
          <p:nvPr/>
        </p:nvSpPr>
        <p:spPr>
          <a:xfrm>
            <a:off x="261489" y="5799579"/>
            <a:ext cx="5477237" cy="584775"/>
          </a:xfrm>
          <a:prstGeom prst="rect">
            <a:avLst/>
          </a:prstGeom>
        </p:spPr>
        <p:txBody>
          <a:bodyPr wrap="square">
            <a:spAutoFit/>
          </a:bodyPr>
          <a:lstStyle/>
          <a:p>
            <a:pPr algn="ctr"/>
            <a:r>
              <a:rPr lang="en-US" sz="1600" u="sng" dirty="0"/>
              <a:t> Signal flow paths of 6 Stage (ZSO) MSSROs and </a:t>
            </a:r>
          </a:p>
          <a:p>
            <a:pPr algn="ctr"/>
            <a:r>
              <a:rPr lang="en-US" sz="1600" u="sng" dirty="0"/>
              <a:t>Its phases arrangements</a:t>
            </a:r>
          </a:p>
        </p:txBody>
      </p:sp>
      <p:pic>
        <p:nvPicPr>
          <p:cNvPr id="220" name="Picture 219">
            <a:extLst>
              <a:ext uri="{FF2B5EF4-FFF2-40B4-BE49-F238E27FC236}">
                <a16:creationId xmlns:a16="http://schemas.microsoft.com/office/drawing/2014/main" id="{4EB26D73-A545-DD79-AD4B-855976C299F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8197" t="9858" r="12833" b="4429"/>
          <a:stretch/>
        </p:blipFill>
        <p:spPr>
          <a:xfrm>
            <a:off x="1371015" y="3917322"/>
            <a:ext cx="2356796" cy="1782705"/>
          </a:xfrm>
          <a:prstGeom prst="rect">
            <a:avLst/>
          </a:prstGeom>
        </p:spPr>
      </p:pic>
      <p:grpSp>
        <p:nvGrpSpPr>
          <p:cNvPr id="221" name="Group 3">
            <a:extLst>
              <a:ext uri="{FF2B5EF4-FFF2-40B4-BE49-F238E27FC236}">
                <a16:creationId xmlns:a16="http://schemas.microsoft.com/office/drawing/2014/main" id="{BAC5A2B9-156F-9EDB-FDEB-2AE51E96F8B3}"/>
              </a:ext>
            </a:extLst>
          </p:cNvPr>
          <p:cNvGrpSpPr>
            <a:grpSpLocks/>
          </p:cNvGrpSpPr>
          <p:nvPr/>
        </p:nvGrpSpPr>
        <p:grpSpPr bwMode="auto">
          <a:xfrm>
            <a:off x="7173623" y="523005"/>
            <a:ext cx="4394305" cy="3075116"/>
            <a:chOff x="775610" y="130200"/>
            <a:chExt cx="3997040" cy="3081804"/>
          </a:xfrm>
        </p:grpSpPr>
        <p:sp>
          <p:nvSpPr>
            <p:cNvPr id="222" name="Oval 221">
              <a:extLst>
                <a:ext uri="{FF2B5EF4-FFF2-40B4-BE49-F238E27FC236}">
                  <a16:creationId xmlns:a16="http://schemas.microsoft.com/office/drawing/2014/main" id="{C79EE4AE-17BC-FB1A-FD8E-2989AF8BDEBA}"/>
                </a:ext>
              </a:extLst>
            </p:cNvPr>
            <p:cNvSpPr/>
            <p:nvPr/>
          </p:nvSpPr>
          <p:spPr bwMode="auto">
            <a:xfrm>
              <a:off x="1816699" y="184421"/>
              <a:ext cx="125488" cy="117730"/>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200" b="1">
                  <a:latin typeface="Times New Roman" pitchFamily="18" charset="0"/>
                  <a:cs typeface="Times New Roman" pitchFamily="18" charset="0"/>
                </a:rPr>
                <a:t>2</a:t>
              </a:r>
            </a:p>
          </p:txBody>
        </p:sp>
        <p:sp>
          <p:nvSpPr>
            <p:cNvPr id="223" name="Oval 222">
              <a:extLst>
                <a:ext uri="{FF2B5EF4-FFF2-40B4-BE49-F238E27FC236}">
                  <a16:creationId xmlns:a16="http://schemas.microsoft.com/office/drawing/2014/main" id="{65DAA46D-6AB3-68CC-4337-D8DF3286EA4E}"/>
                </a:ext>
              </a:extLst>
            </p:cNvPr>
            <p:cNvSpPr/>
            <p:nvPr/>
          </p:nvSpPr>
          <p:spPr bwMode="auto">
            <a:xfrm>
              <a:off x="2611459" y="182830"/>
              <a:ext cx="123939" cy="117730"/>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200" b="1">
                  <a:latin typeface="Times New Roman" pitchFamily="18" charset="0"/>
                  <a:cs typeface="Times New Roman" pitchFamily="18" charset="0"/>
                </a:rPr>
                <a:t>3</a:t>
              </a:r>
            </a:p>
          </p:txBody>
        </p:sp>
        <p:sp>
          <p:nvSpPr>
            <p:cNvPr id="224" name="Oval 223">
              <a:extLst>
                <a:ext uri="{FF2B5EF4-FFF2-40B4-BE49-F238E27FC236}">
                  <a16:creationId xmlns:a16="http://schemas.microsoft.com/office/drawing/2014/main" id="{3D34D6CE-29E8-7C73-914D-19D8A61A46D3}"/>
                </a:ext>
              </a:extLst>
            </p:cNvPr>
            <p:cNvSpPr/>
            <p:nvPr/>
          </p:nvSpPr>
          <p:spPr bwMode="auto">
            <a:xfrm>
              <a:off x="3418614" y="181239"/>
              <a:ext cx="123939" cy="117730"/>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200" b="1">
                  <a:latin typeface="Times New Roman" pitchFamily="18" charset="0"/>
                  <a:cs typeface="Times New Roman" pitchFamily="18" charset="0"/>
                </a:rPr>
                <a:t>4</a:t>
              </a:r>
            </a:p>
          </p:txBody>
        </p:sp>
        <p:sp>
          <p:nvSpPr>
            <p:cNvPr id="225" name="Oval 224">
              <a:extLst>
                <a:ext uri="{FF2B5EF4-FFF2-40B4-BE49-F238E27FC236}">
                  <a16:creationId xmlns:a16="http://schemas.microsoft.com/office/drawing/2014/main" id="{F1300B5C-D863-7C36-65F9-8EECADC93AB6}"/>
                </a:ext>
              </a:extLst>
            </p:cNvPr>
            <p:cNvSpPr/>
            <p:nvPr/>
          </p:nvSpPr>
          <p:spPr bwMode="auto">
            <a:xfrm>
              <a:off x="4211825" y="182830"/>
              <a:ext cx="123939" cy="117730"/>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200" b="1">
                  <a:latin typeface="Times New Roman" pitchFamily="18" charset="0"/>
                  <a:cs typeface="Times New Roman" pitchFamily="18" charset="0"/>
                </a:rPr>
                <a:t>5</a:t>
              </a:r>
            </a:p>
          </p:txBody>
        </p:sp>
        <p:sp>
          <p:nvSpPr>
            <p:cNvPr id="226" name="Oval 225">
              <a:extLst>
                <a:ext uri="{FF2B5EF4-FFF2-40B4-BE49-F238E27FC236}">
                  <a16:creationId xmlns:a16="http://schemas.microsoft.com/office/drawing/2014/main" id="{67D07F0B-B75B-77C3-744D-50A35E80F291}"/>
                </a:ext>
              </a:extLst>
            </p:cNvPr>
            <p:cNvSpPr/>
            <p:nvPr/>
          </p:nvSpPr>
          <p:spPr bwMode="auto">
            <a:xfrm>
              <a:off x="1167566" y="130200"/>
              <a:ext cx="79012" cy="176726"/>
            </a:xfrm>
            <a:prstGeom prst="ellipse">
              <a:avLst/>
            </a:prstGeom>
            <a:ln w="19050">
              <a:solidFill>
                <a:schemeClr val="bg1"/>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en-US" sz="1200" b="1">
                  <a:latin typeface="Times New Roman" pitchFamily="18" charset="0"/>
                  <a:cs typeface="Times New Roman" pitchFamily="18" charset="0"/>
                </a:rPr>
                <a:t>1</a:t>
              </a:r>
            </a:p>
          </p:txBody>
        </p:sp>
        <p:cxnSp>
          <p:nvCxnSpPr>
            <p:cNvPr id="227" name="Straight Connector 226">
              <a:extLst>
                <a:ext uri="{FF2B5EF4-FFF2-40B4-BE49-F238E27FC236}">
                  <a16:creationId xmlns:a16="http://schemas.microsoft.com/office/drawing/2014/main" id="{87751EB3-5BDC-0661-BB5F-C370AD0B9A24}"/>
                </a:ext>
              </a:extLst>
            </p:cNvPr>
            <p:cNvCxnSpPr/>
            <p:nvPr/>
          </p:nvCxnSpPr>
          <p:spPr>
            <a:xfrm flipV="1">
              <a:off x="1178412" y="1115129"/>
              <a:ext cx="0" cy="155913"/>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28" name="Straight Connector 227">
              <a:extLst>
                <a:ext uri="{FF2B5EF4-FFF2-40B4-BE49-F238E27FC236}">
                  <a16:creationId xmlns:a16="http://schemas.microsoft.com/office/drawing/2014/main" id="{A8345EBD-70D9-3894-BE55-88BB78ADD890}"/>
                </a:ext>
              </a:extLst>
            </p:cNvPr>
            <p:cNvCxnSpPr/>
            <p:nvPr/>
          </p:nvCxnSpPr>
          <p:spPr bwMode="auto">
            <a:xfrm>
              <a:off x="897999" y="1385591"/>
              <a:ext cx="1778528" cy="1590"/>
            </a:xfrm>
            <a:prstGeom prst="line">
              <a:avLst/>
            </a:prstGeom>
            <a:ln w="25400" cap="rnd">
              <a:solidFill>
                <a:srgbClr val="FFC000"/>
              </a:solidFill>
              <a:round/>
              <a:headEnd type="none" w="med" len="lg"/>
            </a:ln>
          </p:spPr>
          <p:style>
            <a:lnRef idx="3">
              <a:schemeClr val="dk1"/>
            </a:lnRef>
            <a:fillRef idx="0">
              <a:schemeClr val="dk1"/>
            </a:fillRef>
            <a:effectRef idx="2">
              <a:schemeClr val="dk1"/>
            </a:effectRef>
            <a:fontRef idx="minor">
              <a:schemeClr val="tx1"/>
            </a:fontRef>
          </p:style>
        </p:cxnSp>
        <p:cxnSp>
          <p:nvCxnSpPr>
            <p:cNvPr id="229" name="Straight Arrow Connector 228">
              <a:extLst>
                <a:ext uri="{FF2B5EF4-FFF2-40B4-BE49-F238E27FC236}">
                  <a16:creationId xmlns:a16="http://schemas.microsoft.com/office/drawing/2014/main" id="{AE84FB59-B83B-25E7-0EE8-F7E13188D686}"/>
                </a:ext>
              </a:extLst>
            </p:cNvPr>
            <p:cNvCxnSpPr/>
            <p:nvPr/>
          </p:nvCxnSpPr>
          <p:spPr>
            <a:xfrm>
              <a:off x="1004898" y="857394"/>
              <a:ext cx="168867" cy="0"/>
            </a:xfrm>
            <a:prstGeom prst="straightConnector1">
              <a:avLst/>
            </a:prstGeom>
            <a:ln w="25400" cap="rnd">
              <a:solidFill>
                <a:srgbClr val="FFC000"/>
              </a:solidFill>
              <a:headEnd type="triangle"/>
            </a:ln>
          </p:spPr>
          <p:style>
            <a:lnRef idx="2">
              <a:schemeClr val="dk1"/>
            </a:lnRef>
            <a:fillRef idx="0">
              <a:schemeClr val="dk1"/>
            </a:fillRef>
            <a:effectRef idx="1">
              <a:schemeClr val="dk1"/>
            </a:effectRef>
            <a:fontRef idx="minor">
              <a:schemeClr val="tx1"/>
            </a:fontRef>
          </p:style>
        </p:cxnSp>
        <p:cxnSp>
          <p:nvCxnSpPr>
            <p:cNvPr id="230" name="Straight Connector 229">
              <a:extLst>
                <a:ext uri="{FF2B5EF4-FFF2-40B4-BE49-F238E27FC236}">
                  <a16:creationId xmlns:a16="http://schemas.microsoft.com/office/drawing/2014/main" id="{AF038BFA-F0D8-D0DD-EF5E-D378D921ECD2}"/>
                </a:ext>
              </a:extLst>
            </p:cNvPr>
            <p:cNvCxnSpPr/>
            <p:nvPr/>
          </p:nvCxnSpPr>
          <p:spPr>
            <a:xfrm flipV="1">
              <a:off x="1004898" y="804892"/>
              <a:ext cx="0" cy="369101"/>
            </a:xfrm>
            <a:prstGeom prst="line">
              <a:avLst/>
            </a:prstGeom>
            <a:ln w="38100" cap="sq">
              <a:solidFill>
                <a:srgbClr val="FFC000"/>
              </a:solidFill>
            </a:ln>
          </p:spPr>
          <p:style>
            <a:lnRef idx="2">
              <a:schemeClr val="dk1"/>
            </a:lnRef>
            <a:fillRef idx="0">
              <a:schemeClr val="dk1"/>
            </a:fillRef>
            <a:effectRef idx="1">
              <a:schemeClr val="dk1"/>
            </a:effectRef>
            <a:fontRef idx="minor">
              <a:schemeClr val="tx1"/>
            </a:fontRef>
          </p:style>
        </p:cxnSp>
        <p:cxnSp>
          <p:nvCxnSpPr>
            <p:cNvPr id="231" name="Straight Arrow Connector 230">
              <a:extLst>
                <a:ext uri="{FF2B5EF4-FFF2-40B4-BE49-F238E27FC236}">
                  <a16:creationId xmlns:a16="http://schemas.microsoft.com/office/drawing/2014/main" id="{D3986DD4-732E-079F-6558-2BCCF33DDBEA}"/>
                </a:ext>
              </a:extLst>
            </p:cNvPr>
            <p:cNvCxnSpPr/>
            <p:nvPr/>
          </p:nvCxnSpPr>
          <p:spPr>
            <a:xfrm>
              <a:off x="1004898" y="1121492"/>
              <a:ext cx="168867" cy="0"/>
            </a:xfrm>
            <a:prstGeom prst="straightConnector1">
              <a:avLst/>
            </a:prstGeom>
            <a:ln w="25400" cap="rnd">
              <a:solidFill>
                <a:srgbClr val="FFC000"/>
              </a:solidFill>
              <a:headEnd type="none"/>
              <a:tailEnd type="none"/>
            </a:ln>
          </p:spPr>
          <p:style>
            <a:lnRef idx="2">
              <a:schemeClr val="dk1"/>
            </a:lnRef>
            <a:fillRef idx="0">
              <a:schemeClr val="dk1"/>
            </a:fillRef>
            <a:effectRef idx="1">
              <a:schemeClr val="dk1"/>
            </a:effectRef>
            <a:fontRef idx="minor">
              <a:schemeClr val="tx1"/>
            </a:fontRef>
          </p:style>
        </p:cxnSp>
        <p:cxnSp>
          <p:nvCxnSpPr>
            <p:cNvPr id="232" name="Straight Connector 231">
              <a:extLst>
                <a:ext uri="{FF2B5EF4-FFF2-40B4-BE49-F238E27FC236}">
                  <a16:creationId xmlns:a16="http://schemas.microsoft.com/office/drawing/2014/main" id="{95EC2D0C-8011-15F0-A563-9ED162B7EE00}"/>
                </a:ext>
              </a:extLst>
            </p:cNvPr>
            <p:cNvCxnSpPr/>
            <p:nvPr/>
          </p:nvCxnSpPr>
          <p:spPr>
            <a:xfrm flipV="1">
              <a:off x="961519" y="857394"/>
              <a:ext cx="0" cy="264098"/>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33" name="Straight Arrow Connector 232">
              <a:extLst>
                <a:ext uri="{FF2B5EF4-FFF2-40B4-BE49-F238E27FC236}">
                  <a16:creationId xmlns:a16="http://schemas.microsoft.com/office/drawing/2014/main" id="{09B359B0-C854-C51A-D2B8-654EE5839B89}"/>
                </a:ext>
              </a:extLst>
            </p:cNvPr>
            <p:cNvCxnSpPr/>
            <p:nvPr/>
          </p:nvCxnSpPr>
          <p:spPr>
            <a:xfrm>
              <a:off x="1004898" y="2362435"/>
              <a:ext cx="168867" cy="0"/>
            </a:xfrm>
            <a:prstGeom prst="straightConnector1">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34" name="Straight Connector 233">
              <a:extLst>
                <a:ext uri="{FF2B5EF4-FFF2-40B4-BE49-F238E27FC236}">
                  <a16:creationId xmlns:a16="http://schemas.microsoft.com/office/drawing/2014/main" id="{301A8225-0BD4-438B-9D3D-FBB9A655EF7C}"/>
                </a:ext>
              </a:extLst>
            </p:cNvPr>
            <p:cNvCxnSpPr/>
            <p:nvPr/>
          </p:nvCxnSpPr>
          <p:spPr>
            <a:xfrm flipV="1">
              <a:off x="1004898" y="2309933"/>
              <a:ext cx="0" cy="369101"/>
            </a:xfrm>
            <a:prstGeom prst="line">
              <a:avLst/>
            </a:prstGeom>
            <a:ln w="381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35" name="Straight Arrow Connector 234">
              <a:extLst>
                <a:ext uri="{FF2B5EF4-FFF2-40B4-BE49-F238E27FC236}">
                  <a16:creationId xmlns:a16="http://schemas.microsoft.com/office/drawing/2014/main" id="{84BE0B89-14CE-4D23-E2E0-695486F74236}"/>
                </a:ext>
              </a:extLst>
            </p:cNvPr>
            <p:cNvCxnSpPr/>
            <p:nvPr/>
          </p:nvCxnSpPr>
          <p:spPr>
            <a:xfrm>
              <a:off x="1004898" y="2626533"/>
              <a:ext cx="168867" cy="0"/>
            </a:xfrm>
            <a:prstGeom prst="straightConnector1">
              <a:avLst/>
            </a:prstGeom>
            <a:ln w="25400" cap="rnd">
              <a:solidFill>
                <a:schemeClr val="accent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236" name="Straight Connector 235">
              <a:extLst>
                <a:ext uri="{FF2B5EF4-FFF2-40B4-BE49-F238E27FC236}">
                  <a16:creationId xmlns:a16="http://schemas.microsoft.com/office/drawing/2014/main" id="{DC5C63B5-10D8-6C30-BC46-DD2AA9B496EC}"/>
                </a:ext>
              </a:extLst>
            </p:cNvPr>
            <p:cNvCxnSpPr/>
            <p:nvPr/>
          </p:nvCxnSpPr>
          <p:spPr>
            <a:xfrm flipV="1">
              <a:off x="961519" y="2362435"/>
              <a:ext cx="0" cy="264098"/>
            </a:xfrm>
            <a:prstGeom prst="line">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3D059A28-DAAB-9409-1ECC-07A185CBDD6F}"/>
                </a:ext>
              </a:extLst>
            </p:cNvPr>
            <p:cNvCxnSpPr/>
            <p:nvPr/>
          </p:nvCxnSpPr>
          <p:spPr>
            <a:xfrm>
              <a:off x="1173764" y="316470"/>
              <a:ext cx="3098" cy="540924"/>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238" name="Straight Connector 237">
              <a:extLst>
                <a:ext uri="{FF2B5EF4-FFF2-40B4-BE49-F238E27FC236}">
                  <a16:creationId xmlns:a16="http://schemas.microsoft.com/office/drawing/2014/main" id="{6339DE00-FBF1-9348-6A91-48F98EC29876}"/>
                </a:ext>
              </a:extLst>
            </p:cNvPr>
            <p:cNvCxnSpPr/>
            <p:nvPr/>
          </p:nvCxnSpPr>
          <p:spPr>
            <a:xfrm flipV="1">
              <a:off x="1167567" y="2629715"/>
              <a:ext cx="0" cy="447057"/>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239" name="Straight Arrow Connector 238">
              <a:extLst>
                <a:ext uri="{FF2B5EF4-FFF2-40B4-BE49-F238E27FC236}">
                  <a16:creationId xmlns:a16="http://schemas.microsoft.com/office/drawing/2014/main" id="{4E7A554F-A039-6EC2-0A39-3F227267603B}"/>
                </a:ext>
              </a:extLst>
            </p:cNvPr>
            <p:cNvCxnSpPr/>
            <p:nvPr/>
          </p:nvCxnSpPr>
          <p:spPr>
            <a:xfrm>
              <a:off x="848424" y="2478574"/>
              <a:ext cx="113095" cy="0"/>
            </a:xfrm>
            <a:prstGeom prst="straightConnector1">
              <a:avLst/>
            </a:prstGeom>
            <a:ln w="25400" cap="rnd">
              <a:headEnd type="none"/>
              <a:tailEnd type="triangle"/>
            </a:ln>
          </p:spPr>
          <p:style>
            <a:lnRef idx="2">
              <a:schemeClr val="dk1"/>
            </a:lnRef>
            <a:fillRef idx="0">
              <a:schemeClr val="dk1"/>
            </a:fillRef>
            <a:effectRef idx="1">
              <a:schemeClr val="dk1"/>
            </a:effectRef>
            <a:fontRef idx="minor">
              <a:schemeClr val="tx1"/>
            </a:fontRef>
          </p:style>
        </p:cxnSp>
        <p:sp>
          <p:nvSpPr>
            <p:cNvPr id="240" name="Rectangle 272">
              <a:extLst>
                <a:ext uri="{FF2B5EF4-FFF2-40B4-BE49-F238E27FC236}">
                  <a16:creationId xmlns:a16="http://schemas.microsoft.com/office/drawing/2014/main" id="{0182B799-AD7F-6A32-FA9B-844103FD7B3E}"/>
                </a:ext>
              </a:extLst>
            </p:cNvPr>
            <p:cNvSpPr>
              <a:spLocks noChangeArrowheads="1"/>
            </p:cNvSpPr>
            <p:nvPr/>
          </p:nvSpPr>
          <p:spPr bwMode="auto">
            <a:xfrm>
              <a:off x="947037" y="827792"/>
              <a:ext cx="540730" cy="33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600" b="1">
                  <a:latin typeface="Times New Roman" panose="02020603050405020304" pitchFamily="18" charset="0"/>
                  <a:cs typeface="Times New Roman" panose="02020603050405020304" pitchFamily="18" charset="0"/>
                </a:rPr>
                <a:t>M</a:t>
              </a:r>
              <a:r>
                <a:rPr lang="en-US" sz="1600" b="1" baseline="-25000">
                  <a:latin typeface="Times New Roman" panose="02020603050405020304" pitchFamily="18" charset="0"/>
                  <a:cs typeface="Times New Roman" panose="02020603050405020304" pitchFamily="18" charset="0"/>
                </a:rPr>
                <a:t>P1</a:t>
              </a:r>
            </a:p>
          </p:txBody>
        </p:sp>
        <p:sp>
          <p:nvSpPr>
            <p:cNvPr id="241" name="Rectangle 272">
              <a:extLst>
                <a:ext uri="{FF2B5EF4-FFF2-40B4-BE49-F238E27FC236}">
                  <a16:creationId xmlns:a16="http://schemas.microsoft.com/office/drawing/2014/main" id="{F15D27B9-929E-1F96-DE9B-348823DF674B}"/>
                </a:ext>
              </a:extLst>
            </p:cNvPr>
            <p:cNvSpPr>
              <a:spLocks noChangeArrowheads="1"/>
            </p:cNvSpPr>
            <p:nvPr/>
          </p:nvSpPr>
          <p:spPr bwMode="auto">
            <a:xfrm>
              <a:off x="940065" y="2326315"/>
              <a:ext cx="540730"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N1</a:t>
              </a:r>
            </a:p>
          </p:txBody>
        </p:sp>
        <p:cxnSp>
          <p:nvCxnSpPr>
            <p:cNvPr id="242" name="Straight Connector 241">
              <a:extLst>
                <a:ext uri="{FF2B5EF4-FFF2-40B4-BE49-F238E27FC236}">
                  <a16:creationId xmlns:a16="http://schemas.microsoft.com/office/drawing/2014/main" id="{AF2F1826-A061-D901-189E-40D547C0BEC3}"/>
                </a:ext>
              </a:extLst>
            </p:cNvPr>
            <p:cNvCxnSpPr/>
            <p:nvPr/>
          </p:nvCxnSpPr>
          <p:spPr bwMode="auto">
            <a:xfrm flipH="1" flipV="1">
              <a:off x="897999" y="997398"/>
              <a:ext cx="0" cy="388192"/>
            </a:xfrm>
            <a:prstGeom prst="line">
              <a:avLst/>
            </a:prstGeom>
            <a:ln w="25400" cap="rnd">
              <a:solidFill>
                <a:srgbClr val="FFC000"/>
              </a:solidFill>
              <a:round/>
            </a:ln>
          </p:spPr>
          <p:style>
            <a:lnRef idx="3">
              <a:schemeClr val="dk1"/>
            </a:lnRef>
            <a:fillRef idx="0">
              <a:schemeClr val="dk1"/>
            </a:fillRef>
            <a:effectRef idx="2">
              <a:schemeClr val="dk1"/>
            </a:effectRef>
            <a:fontRef idx="minor">
              <a:schemeClr val="tx1"/>
            </a:fontRef>
          </p:style>
        </p:cxnSp>
        <p:cxnSp>
          <p:nvCxnSpPr>
            <p:cNvPr id="243" name="Straight Connector 242">
              <a:extLst>
                <a:ext uri="{FF2B5EF4-FFF2-40B4-BE49-F238E27FC236}">
                  <a16:creationId xmlns:a16="http://schemas.microsoft.com/office/drawing/2014/main" id="{C03F29E3-3561-4BDF-A6FD-B01D8E28B1B5}"/>
                </a:ext>
              </a:extLst>
            </p:cNvPr>
            <p:cNvCxnSpPr/>
            <p:nvPr/>
          </p:nvCxnSpPr>
          <p:spPr bwMode="auto">
            <a:xfrm flipH="1" flipV="1">
              <a:off x="897999" y="987852"/>
              <a:ext cx="65068" cy="0"/>
            </a:xfrm>
            <a:prstGeom prst="line">
              <a:avLst/>
            </a:prstGeom>
            <a:ln w="25400" cap="rnd">
              <a:solidFill>
                <a:srgbClr val="FFC000"/>
              </a:solidFill>
              <a:round/>
              <a:headEnd type="triangle"/>
            </a:ln>
          </p:spPr>
          <p:style>
            <a:lnRef idx="3">
              <a:schemeClr val="dk1"/>
            </a:lnRef>
            <a:fillRef idx="0">
              <a:schemeClr val="dk1"/>
            </a:fillRef>
            <a:effectRef idx="2">
              <a:schemeClr val="dk1"/>
            </a:effectRef>
            <a:fontRef idx="minor">
              <a:schemeClr val="tx1"/>
            </a:fontRef>
          </p:style>
        </p:cxnSp>
        <p:cxnSp>
          <p:nvCxnSpPr>
            <p:cNvPr id="244" name="Elbow Connector 26">
              <a:extLst>
                <a:ext uri="{FF2B5EF4-FFF2-40B4-BE49-F238E27FC236}">
                  <a16:creationId xmlns:a16="http://schemas.microsoft.com/office/drawing/2014/main" id="{0209BAF2-9E48-AD2E-4830-FA53479FCAAB}"/>
                </a:ext>
              </a:extLst>
            </p:cNvPr>
            <p:cNvCxnSpPr/>
            <p:nvPr/>
          </p:nvCxnSpPr>
          <p:spPr bwMode="auto">
            <a:xfrm>
              <a:off x="1175314" y="2007652"/>
              <a:ext cx="494207" cy="466150"/>
            </a:xfrm>
            <a:prstGeom prst="bentConnector3">
              <a:avLst>
                <a:gd name="adj1" fmla="val 56893"/>
              </a:avLst>
            </a:prstGeom>
            <a:ln w="25400" cap="rnd">
              <a:solidFill>
                <a:srgbClr val="FFC000"/>
              </a:solidFill>
              <a:prstDash val="solid"/>
              <a:round/>
              <a:tailEnd type="triangle"/>
            </a:ln>
          </p:spPr>
          <p:style>
            <a:lnRef idx="3">
              <a:schemeClr val="dk1"/>
            </a:lnRef>
            <a:fillRef idx="0">
              <a:schemeClr val="dk1"/>
            </a:fillRef>
            <a:effectRef idx="2">
              <a:schemeClr val="dk1"/>
            </a:effectRef>
            <a:fontRef idx="minor">
              <a:schemeClr val="tx1"/>
            </a:fontRef>
          </p:style>
        </p:cxnSp>
        <p:cxnSp>
          <p:nvCxnSpPr>
            <p:cNvPr id="245" name="Straight Arrow Connector 244">
              <a:extLst>
                <a:ext uri="{FF2B5EF4-FFF2-40B4-BE49-F238E27FC236}">
                  <a16:creationId xmlns:a16="http://schemas.microsoft.com/office/drawing/2014/main" id="{FA724A39-91B2-9930-ACBF-C829290E0C03}"/>
                </a:ext>
              </a:extLst>
            </p:cNvPr>
            <p:cNvCxnSpPr/>
            <p:nvPr/>
          </p:nvCxnSpPr>
          <p:spPr>
            <a:xfrm>
              <a:off x="1717548" y="854212"/>
              <a:ext cx="170416" cy="0"/>
            </a:xfrm>
            <a:prstGeom prst="straightConnector1">
              <a:avLst/>
            </a:prstGeom>
            <a:ln w="25400" cap="rnd">
              <a:headEnd type="triangle"/>
            </a:ln>
          </p:spPr>
          <p:style>
            <a:lnRef idx="2">
              <a:schemeClr val="dk1"/>
            </a:lnRef>
            <a:fillRef idx="0">
              <a:schemeClr val="dk1"/>
            </a:fillRef>
            <a:effectRef idx="1">
              <a:schemeClr val="dk1"/>
            </a:effectRef>
            <a:fontRef idx="minor">
              <a:schemeClr val="tx1"/>
            </a:fontRef>
          </p:style>
        </p:cxnSp>
        <p:cxnSp>
          <p:nvCxnSpPr>
            <p:cNvPr id="246" name="Straight Connector 245">
              <a:extLst>
                <a:ext uri="{FF2B5EF4-FFF2-40B4-BE49-F238E27FC236}">
                  <a16:creationId xmlns:a16="http://schemas.microsoft.com/office/drawing/2014/main" id="{3650BE4A-923B-BAAA-87D3-DD00BC84ECE6}"/>
                </a:ext>
              </a:extLst>
            </p:cNvPr>
            <p:cNvCxnSpPr/>
            <p:nvPr/>
          </p:nvCxnSpPr>
          <p:spPr>
            <a:xfrm flipV="1">
              <a:off x="1717548" y="801710"/>
              <a:ext cx="0" cy="367511"/>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247" name="Straight Arrow Connector 246">
              <a:extLst>
                <a:ext uri="{FF2B5EF4-FFF2-40B4-BE49-F238E27FC236}">
                  <a16:creationId xmlns:a16="http://schemas.microsoft.com/office/drawing/2014/main" id="{9F570C88-38E0-6DC5-81F4-7FAFF35E5935}"/>
                </a:ext>
              </a:extLst>
            </p:cNvPr>
            <p:cNvCxnSpPr/>
            <p:nvPr/>
          </p:nvCxnSpPr>
          <p:spPr>
            <a:xfrm>
              <a:off x="1717548" y="1116719"/>
              <a:ext cx="170416"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cxnSp>
          <p:nvCxnSpPr>
            <p:cNvPr id="248" name="Straight Connector 247">
              <a:extLst>
                <a:ext uri="{FF2B5EF4-FFF2-40B4-BE49-F238E27FC236}">
                  <a16:creationId xmlns:a16="http://schemas.microsoft.com/office/drawing/2014/main" id="{2F8C0286-8B22-67EE-3550-FF6C191F2303}"/>
                </a:ext>
              </a:extLst>
            </p:cNvPr>
            <p:cNvCxnSpPr/>
            <p:nvPr/>
          </p:nvCxnSpPr>
          <p:spPr>
            <a:xfrm flipV="1">
              <a:off x="1674169" y="854212"/>
              <a:ext cx="0" cy="262507"/>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249" name="Straight Arrow Connector 248">
              <a:extLst>
                <a:ext uri="{FF2B5EF4-FFF2-40B4-BE49-F238E27FC236}">
                  <a16:creationId xmlns:a16="http://schemas.microsoft.com/office/drawing/2014/main" id="{285D7BC1-559D-C042-C4BD-012304D9675B}"/>
                </a:ext>
              </a:extLst>
            </p:cNvPr>
            <p:cNvCxnSpPr/>
            <p:nvPr/>
          </p:nvCxnSpPr>
          <p:spPr>
            <a:xfrm>
              <a:off x="1717548" y="2359253"/>
              <a:ext cx="170416" cy="0"/>
            </a:xfrm>
            <a:prstGeom prst="straightConnector1">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50" name="Straight Connector 249">
              <a:extLst>
                <a:ext uri="{FF2B5EF4-FFF2-40B4-BE49-F238E27FC236}">
                  <a16:creationId xmlns:a16="http://schemas.microsoft.com/office/drawing/2014/main" id="{F4669BC6-1B56-4170-FF02-604176836CFA}"/>
                </a:ext>
              </a:extLst>
            </p:cNvPr>
            <p:cNvCxnSpPr/>
            <p:nvPr/>
          </p:nvCxnSpPr>
          <p:spPr>
            <a:xfrm flipV="1">
              <a:off x="1717548" y="2306752"/>
              <a:ext cx="0" cy="367511"/>
            </a:xfrm>
            <a:prstGeom prst="line">
              <a:avLst/>
            </a:prstGeom>
            <a:ln w="38100" cap="sq">
              <a:solidFill>
                <a:srgbClr val="FFC000"/>
              </a:solidFill>
            </a:ln>
          </p:spPr>
          <p:style>
            <a:lnRef idx="2">
              <a:schemeClr val="dk1"/>
            </a:lnRef>
            <a:fillRef idx="0">
              <a:schemeClr val="dk1"/>
            </a:fillRef>
            <a:effectRef idx="1">
              <a:schemeClr val="dk1"/>
            </a:effectRef>
            <a:fontRef idx="minor">
              <a:schemeClr val="tx1"/>
            </a:fontRef>
          </p:style>
        </p:cxnSp>
        <p:cxnSp>
          <p:nvCxnSpPr>
            <p:cNvPr id="251" name="Straight Arrow Connector 250">
              <a:extLst>
                <a:ext uri="{FF2B5EF4-FFF2-40B4-BE49-F238E27FC236}">
                  <a16:creationId xmlns:a16="http://schemas.microsoft.com/office/drawing/2014/main" id="{F82A9335-52AD-1205-21A5-83DBCFE21470}"/>
                </a:ext>
              </a:extLst>
            </p:cNvPr>
            <p:cNvCxnSpPr/>
            <p:nvPr/>
          </p:nvCxnSpPr>
          <p:spPr>
            <a:xfrm>
              <a:off x="1717548" y="2621760"/>
              <a:ext cx="170416" cy="0"/>
            </a:xfrm>
            <a:prstGeom prst="straightConnector1">
              <a:avLst/>
            </a:prstGeom>
            <a:ln w="25400" cap="rnd">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252" name="Straight Connector 251">
              <a:extLst>
                <a:ext uri="{FF2B5EF4-FFF2-40B4-BE49-F238E27FC236}">
                  <a16:creationId xmlns:a16="http://schemas.microsoft.com/office/drawing/2014/main" id="{8AECD059-F838-0762-0E1B-666D1F289A83}"/>
                </a:ext>
              </a:extLst>
            </p:cNvPr>
            <p:cNvCxnSpPr/>
            <p:nvPr/>
          </p:nvCxnSpPr>
          <p:spPr>
            <a:xfrm flipV="1">
              <a:off x="1674169" y="2359253"/>
              <a:ext cx="0" cy="262507"/>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53" name="Straight Connector 252">
              <a:extLst>
                <a:ext uri="{FF2B5EF4-FFF2-40B4-BE49-F238E27FC236}">
                  <a16:creationId xmlns:a16="http://schemas.microsoft.com/office/drawing/2014/main" id="{2A399C0E-6C4B-BF32-01E6-3005BEF4DFDF}"/>
                </a:ext>
              </a:extLst>
            </p:cNvPr>
            <p:cNvCxnSpPr/>
            <p:nvPr/>
          </p:nvCxnSpPr>
          <p:spPr>
            <a:xfrm flipH="1">
              <a:off x="1894162" y="1116719"/>
              <a:ext cx="0" cy="1242534"/>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54" name="Straight Connector 253">
              <a:extLst>
                <a:ext uri="{FF2B5EF4-FFF2-40B4-BE49-F238E27FC236}">
                  <a16:creationId xmlns:a16="http://schemas.microsoft.com/office/drawing/2014/main" id="{DF242764-AEFF-13CB-6843-FFF9AB57C87F}"/>
                </a:ext>
              </a:extLst>
            </p:cNvPr>
            <p:cNvCxnSpPr/>
            <p:nvPr/>
          </p:nvCxnSpPr>
          <p:spPr>
            <a:xfrm>
              <a:off x="1887965" y="316470"/>
              <a:ext cx="1549" cy="537742"/>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255" name="Straight Connector 254">
              <a:extLst>
                <a:ext uri="{FF2B5EF4-FFF2-40B4-BE49-F238E27FC236}">
                  <a16:creationId xmlns:a16="http://schemas.microsoft.com/office/drawing/2014/main" id="{8935648B-4AFF-5B37-EB1D-0D42481900B9}"/>
                </a:ext>
              </a:extLst>
            </p:cNvPr>
            <p:cNvCxnSpPr/>
            <p:nvPr/>
          </p:nvCxnSpPr>
          <p:spPr>
            <a:xfrm flipV="1">
              <a:off x="1880218" y="2626533"/>
              <a:ext cx="0" cy="447057"/>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256" name="Straight Arrow Connector 255">
              <a:extLst>
                <a:ext uri="{FF2B5EF4-FFF2-40B4-BE49-F238E27FC236}">
                  <a16:creationId xmlns:a16="http://schemas.microsoft.com/office/drawing/2014/main" id="{17BEA3AC-AE15-B8EF-271A-F7561AB4DC04}"/>
                </a:ext>
              </a:extLst>
            </p:cNvPr>
            <p:cNvCxnSpPr/>
            <p:nvPr/>
          </p:nvCxnSpPr>
          <p:spPr>
            <a:xfrm>
              <a:off x="1561074" y="2473802"/>
              <a:ext cx="113095" cy="0"/>
            </a:xfrm>
            <a:prstGeom prst="straightConnector1">
              <a:avLst/>
            </a:prstGeom>
            <a:ln w="25400" cap="rnd">
              <a:solidFill>
                <a:srgbClr val="FFC000"/>
              </a:solidFill>
              <a:headEnd type="none"/>
              <a:tailEnd type="none"/>
            </a:ln>
          </p:spPr>
          <p:style>
            <a:lnRef idx="2">
              <a:schemeClr val="dk1"/>
            </a:lnRef>
            <a:fillRef idx="0">
              <a:schemeClr val="dk1"/>
            </a:fillRef>
            <a:effectRef idx="1">
              <a:schemeClr val="dk1"/>
            </a:effectRef>
            <a:fontRef idx="minor">
              <a:schemeClr val="tx1"/>
            </a:fontRef>
          </p:style>
        </p:cxnSp>
        <p:sp>
          <p:nvSpPr>
            <p:cNvPr id="257" name="Rectangle 272">
              <a:extLst>
                <a:ext uri="{FF2B5EF4-FFF2-40B4-BE49-F238E27FC236}">
                  <a16:creationId xmlns:a16="http://schemas.microsoft.com/office/drawing/2014/main" id="{07A99638-F914-2159-5F54-5F587E2F61E3}"/>
                </a:ext>
              </a:extLst>
            </p:cNvPr>
            <p:cNvSpPr>
              <a:spLocks noChangeArrowheads="1"/>
            </p:cNvSpPr>
            <p:nvPr/>
          </p:nvSpPr>
          <p:spPr bwMode="auto">
            <a:xfrm>
              <a:off x="1660567" y="832260"/>
              <a:ext cx="540730"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P2</a:t>
              </a:r>
            </a:p>
          </p:txBody>
        </p:sp>
        <p:sp>
          <p:nvSpPr>
            <p:cNvPr id="258" name="Rectangle 272">
              <a:extLst>
                <a:ext uri="{FF2B5EF4-FFF2-40B4-BE49-F238E27FC236}">
                  <a16:creationId xmlns:a16="http://schemas.microsoft.com/office/drawing/2014/main" id="{FDB658BA-D8B2-373E-0AAF-7C9810B13CCB}"/>
                </a:ext>
              </a:extLst>
            </p:cNvPr>
            <p:cNvSpPr>
              <a:spLocks noChangeArrowheads="1"/>
            </p:cNvSpPr>
            <p:nvPr/>
          </p:nvSpPr>
          <p:spPr bwMode="auto">
            <a:xfrm>
              <a:off x="1657929" y="2335117"/>
              <a:ext cx="5080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N2</a:t>
              </a:r>
            </a:p>
          </p:txBody>
        </p:sp>
        <p:cxnSp>
          <p:nvCxnSpPr>
            <p:cNvPr id="259" name="Straight Connector 258">
              <a:extLst>
                <a:ext uri="{FF2B5EF4-FFF2-40B4-BE49-F238E27FC236}">
                  <a16:creationId xmlns:a16="http://schemas.microsoft.com/office/drawing/2014/main" id="{09AF50CE-2F6D-FCD8-C158-E0126A6244E9}"/>
                </a:ext>
              </a:extLst>
            </p:cNvPr>
            <p:cNvCxnSpPr/>
            <p:nvPr/>
          </p:nvCxnSpPr>
          <p:spPr bwMode="auto">
            <a:xfrm flipH="1" flipV="1">
              <a:off x="1604453" y="992625"/>
              <a:ext cx="0" cy="504332"/>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260" name="Straight Arrow Connector 259">
              <a:extLst>
                <a:ext uri="{FF2B5EF4-FFF2-40B4-BE49-F238E27FC236}">
                  <a16:creationId xmlns:a16="http://schemas.microsoft.com/office/drawing/2014/main" id="{1B3BBD6E-5DFA-6B64-BDCD-323F301FFBAB}"/>
                </a:ext>
              </a:extLst>
            </p:cNvPr>
            <p:cNvCxnSpPr/>
            <p:nvPr/>
          </p:nvCxnSpPr>
          <p:spPr>
            <a:xfrm>
              <a:off x="2515406" y="854212"/>
              <a:ext cx="171966" cy="0"/>
            </a:xfrm>
            <a:prstGeom prst="straightConnector1">
              <a:avLst/>
            </a:prstGeom>
            <a:ln w="25400" cap="rnd">
              <a:headEnd type="triangle"/>
            </a:ln>
          </p:spPr>
          <p:style>
            <a:lnRef idx="2">
              <a:schemeClr val="dk1"/>
            </a:lnRef>
            <a:fillRef idx="0">
              <a:schemeClr val="dk1"/>
            </a:fillRef>
            <a:effectRef idx="1">
              <a:schemeClr val="dk1"/>
            </a:effectRef>
            <a:fontRef idx="minor">
              <a:schemeClr val="tx1"/>
            </a:fontRef>
          </p:style>
        </p:cxnSp>
        <p:cxnSp>
          <p:nvCxnSpPr>
            <p:cNvPr id="261" name="Straight Connector 260">
              <a:extLst>
                <a:ext uri="{FF2B5EF4-FFF2-40B4-BE49-F238E27FC236}">
                  <a16:creationId xmlns:a16="http://schemas.microsoft.com/office/drawing/2014/main" id="{3F4178E2-593B-59BD-78C7-183D9F9E0E0C}"/>
                </a:ext>
              </a:extLst>
            </p:cNvPr>
            <p:cNvCxnSpPr/>
            <p:nvPr/>
          </p:nvCxnSpPr>
          <p:spPr>
            <a:xfrm flipV="1">
              <a:off x="2515406" y="801710"/>
              <a:ext cx="0" cy="367511"/>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262" name="Straight Arrow Connector 261">
              <a:extLst>
                <a:ext uri="{FF2B5EF4-FFF2-40B4-BE49-F238E27FC236}">
                  <a16:creationId xmlns:a16="http://schemas.microsoft.com/office/drawing/2014/main" id="{6630BBC7-1822-9059-342E-82E67D64B27B}"/>
                </a:ext>
              </a:extLst>
            </p:cNvPr>
            <p:cNvCxnSpPr/>
            <p:nvPr/>
          </p:nvCxnSpPr>
          <p:spPr>
            <a:xfrm>
              <a:off x="2515406" y="1116719"/>
              <a:ext cx="171966" cy="0"/>
            </a:xfrm>
            <a:prstGeom prst="straightConnector1">
              <a:avLst/>
            </a:prstGeom>
            <a:ln w="25400" cap="rnd">
              <a:headEnd type="none"/>
              <a:tailEnd type="none"/>
            </a:ln>
          </p:spPr>
          <p:style>
            <a:lnRef idx="2">
              <a:schemeClr val="dk1"/>
            </a:lnRef>
            <a:fillRef idx="0">
              <a:schemeClr val="dk1"/>
            </a:fillRef>
            <a:effectRef idx="1">
              <a:schemeClr val="dk1"/>
            </a:effectRef>
            <a:fontRef idx="minor">
              <a:schemeClr val="tx1"/>
            </a:fontRef>
          </p:style>
        </p:cxnSp>
        <p:cxnSp>
          <p:nvCxnSpPr>
            <p:cNvPr id="263" name="Straight Connector 262">
              <a:extLst>
                <a:ext uri="{FF2B5EF4-FFF2-40B4-BE49-F238E27FC236}">
                  <a16:creationId xmlns:a16="http://schemas.microsoft.com/office/drawing/2014/main" id="{1A4E5BB7-1729-2F2D-BCDA-D5703EF38146}"/>
                </a:ext>
              </a:extLst>
            </p:cNvPr>
            <p:cNvCxnSpPr/>
            <p:nvPr/>
          </p:nvCxnSpPr>
          <p:spPr>
            <a:xfrm flipV="1">
              <a:off x="2472028" y="854212"/>
              <a:ext cx="0" cy="262507"/>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264" name="Straight Arrow Connector 263">
              <a:extLst>
                <a:ext uri="{FF2B5EF4-FFF2-40B4-BE49-F238E27FC236}">
                  <a16:creationId xmlns:a16="http://schemas.microsoft.com/office/drawing/2014/main" id="{06CECC54-4393-34B2-9DBA-853F5EDCA7E4}"/>
                </a:ext>
              </a:extLst>
            </p:cNvPr>
            <p:cNvCxnSpPr/>
            <p:nvPr/>
          </p:nvCxnSpPr>
          <p:spPr>
            <a:xfrm>
              <a:off x="2515406" y="2359253"/>
              <a:ext cx="171966" cy="0"/>
            </a:xfrm>
            <a:prstGeom prst="straightConnector1">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65" name="Straight Connector 264">
              <a:extLst>
                <a:ext uri="{FF2B5EF4-FFF2-40B4-BE49-F238E27FC236}">
                  <a16:creationId xmlns:a16="http://schemas.microsoft.com/office/drawing/2014/main" id="{CDEF58EE-E5B4-D122-38BF-3B1DEAE8F3B1}"/>
                </a:ext>
              </a:extLst>
            </p:cNvPr>
            <p:cNvCxnSpPr/>
            <p:nvPr/>
          </p:nvCxnSpPr>
          <p:spPr>
            <a:xfrm flipV="1">
              <a:off x="2515406" y="2306752"/>
              <a:ext cx="0" cy="367511"/>
            </a:xfrm>
            <a:prstGeom prst="line">
              <a:avLst/>
            </a:prstGeom>
            <a:ln w="38100" cap="sq">
              <a:solidFill>
                <a:srgbClr val="FFC000"/>
              </a:solidFill>
            </a:ln>
          </p:spPr>
          <p:style>
            <a:lnRef idx="2">
              <a:schemeClr val="dk1"/>
            </a:lnRef>
            <a:fillRef idx="0">
              <a:schemeClr val="dk1"/>
            </a:fillRef>
            <a:effectRef idx="1">
              <a:schemeClr val="dk1"/>
            </a:effectRef>
            <a:fontRef idx="minor">
              <a:schemeClr val="tx1"/>
            </a:fontRef>
          </p:style>
        </p:cxnSp>
        <p:cxnSp>
          <p:nvCxnSpPr>
            <p:cNvPr id="266" name="Straight Arrow Connector 265">
              <a:extLst>
                <a:ext uri="{FF2B5EF4-FFF2-40B4-BE49-F238E27FC236}">
                  <a16:creationId xmlns:a16="http://schemas.microsoft.com/office/drawing/2014/main" id="{0B242A1C-632D-8B06-B98C-CDB7D4CDB352}"/>
                </a:ext>
              </a:extLst>
            </p:cNvPr>
            <p:cNvCxnSpPr/>
            <p:nvPr/>
          </p:nvCxnSpPr>
          <p:spPr>
            <a:xfrm>
              <a:off x="2515406" y="2621760"/>
              <a:ext cx="171966" cy="0"/>
            </a:xfrm>
            <a:prstGeom prst="straightConnector1">
              <a:avLst/>
            </a:prstGeom>
            <a:ln w="25400" cap="rnd">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267" name="Straight Connector 266">
              <a:extLst>
                <a:ext uri="{FF2B5EF4-FFF2-40B4-BE49-F238E27FC236}">
                  <a16:creationId xmlns:a16="http://schemas.microsoft.com/office/drawing/2014/main" id="{07D6001E-B65B-F9FF-B089-7836B60E323F}"/>
                </a:ext>
              </a:extLst>
            </p:cNvPr>
            <p:cNvCxnSpPr/>
            <p:nvPr/>
          </p:nvCxnSpPr>
          <p:spPr>
            <a:xfrm flipV="1">
              <a:off x="2472028" y="2359253"/>
              <a:ext cx="0" cy="262507"/>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68" name="Straight Connector 267">
              <a:extLst>
                <a:ext uri="{FF2B5EF4-FFF2-40B4-BE49-F238E27FC236}">
                  <a16:creationId xmlns:a16="http://schemas.microsoft.com/office/drawing/2014/main" id="{CA98A770-2B91-0D93-DB8D-3A0333292BE5}"/>
                </a:ext>
              </a:extLst>
            </p:cNvPr>
            <p:cNvCxnSpPr/>
            <p:nvPr/>
          </p:nvCxnSpPr>
          <p:spPr>
            <a:xfrm>
              <a:off x="2687373" y="1116719"/>
              <a:ext cx="0" cy="1244125"/>
            </a:xfrm>
            <a:prstGeom prst="line">
              <a:avLst/>
            </a:prstGeom>
            <a:ln w="25400" cap="rnd">
              <a:solidFill>
                <a:srgbClr val="FFC000"/>
              </a:solidFill>
            </a:ln>
          </p:spPr>
          <p:style>
            <a:lnRef idx="2">
              <a:schemeClr val="dk1"/>
            </a:lnRef>
            <a:fillRef idx="0">
              <a:schemeClr val="dk1"/>
            </a:fillRef>
            <a:effectRef idx="1">
              <a:schemeClr val="dk1"/>
            </a:effectRef>
            <a:fontRef idx="minor">
              <a:schemeClr val="tx1"/>
            </a:fontRef>
          </p:style>
        </p:cxnSp>
        <p:cxnSp>
          <p:nvCxnSpPr>
            <p:cNvPr id="269" name="Straight Connector 268">
              <a:extLst>
                <a:ext uri="{FF2B5EF4-FFF2-40B4-BE49-F238E27FC236}">
                  <a16:creationId xmlns:a16="http://schemas.microsoft.com/office/drawing/2014/main" id="{475E2F51-70FE-F925-FC54-912565A9EAF3}"/>
                </a:ext>
              </a:extLst>
            </p:cNvPr>
            <p:cNvCxnSpPr/>
            <p:nvPr/>
          </p:nvCxnSpPr>
          <p:spPr>
            <a:xfrm>
              <a:off x="2687373" y="316470"/>
              <a:ext cx="1549" cy="537742"/>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270" name="Straight Connector 269">
              <a:extLst>
                <a:ext uri="{FF2B5EF4-FFF2-40B4-BE49-F238E27FC236}">
                  <a16:creationId xmlns:a16="http://schemas.microsoft.com/office/drawing/2014/main" id="{4E352A2F-A038-CE33-1856-D8F6D29F6451}"/>
                </a:ext>
              </a:extLst>
            </p:cNvPr>
            <p:cNvCxnSpPr/>
            <p:nvPr/>
          </p:nvCxnSpPr>
          <p:spPr>
            <a:xfrm flipV="1">
              <a:off x="2679626" y="2626533"/>
              <a:ext cx="0" cy="447057"/>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271" name="Straight Arrow Connector 270">
              <a:extLst>
                <a:ext uri="{FF2B5EF4-FFF2-40B4-BE49-F238E27FC236}">
                  <a16:creationId xmlns:a16="http://schemas.microsoft.com/office/drawing/2014/main" id="{CA7BCC2E-172A-A98A-331D-4B135207D1A0}"/>
                </a:ext>
              </a:extLst>
            </p:cNvPr>
            <p:cNvCxnSpPr/>
            <p:nvPr/>
          </p:nvCxnSpPr>
          <p:spPr>
            <a:xfrm>
              <a:off x="2360482" y="2473802"/>
              <a:ext cx="111545" cy="0"/>
            </a:xfrm>
            <a:prstGeom prst="straightConnector1">
              <a:avLst/>
            </a:prstGeom>
            <a:ln w="25400" cap="rnd">
              <a:solidFill>
                <a:srgbClr val="FFC000"/>
              </a:solidFill>
              <a:headEnd type="none"/>
              <a:tailEnd type="none"/>
            </a:ln>
          </p:spPr>
          <p:style>
            <a:lnRef idx="2">
              <a:schemeClr val="dk1"/>
            </a:lnRef>
            <a:fillRef idx="0">
              <a:schemeClr val="dk1"/>
            </a:fillRef>
            <a:effectRef idx="1">
              <a:schemeClr val="dk1"/>
            </a:effectRef>
            <a:fontRef idx="minor">
              <a:schemeClr val="tx1"/>
            </a:fontRef>
          </p:style>
        </p:cxnSp>
        <p:sp>
          <p:nvSpPr>
            <p:cNvPr id="272" name="Rectangle 272">
              <a:extLst>
                <a:ext uri="{FF2B5EF4-FFF2-40B4-BE49-F238E27FC236}">
                  <a16:creationId xmlns:a16="http://schemas.microsoft.com/office/drawing/2014/main" id="{590FFF01-E5A9-CC16-4FA0-E5FBBA0611B6}"/>
                </a:ext>
              </a:extLst>
            </p:cNvPr>
            <p:cNvSpPr>
              <a:spLocks noChangeArrowheads="1"/>
            </p:cNvSpPr>
            <p:nvPr/>
          </p:nvSpPr>
          <p:spPr bwMode="auto">
            <a:xfrm>
              <a:off x="2463344" y="836594"/>
              <a:ext cx="540730"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P3</a:t>
              </a:r>
            </a:p>
          </p:txBody>
        </p:sp>
        <p:sp>
          <p:nvSpPr>
            <p:cNvPr id="273" name="Rectangle 272">
              <a:extLst>
                <a:ext uri="{FF2B5EF4-FFF2-40B4-BE49-F238E27FC236}">
                  <a16:creationId xmlns:a16="http://schemas.microsoft.com/office/drawing/2014/main" id="{649A2136-A130-326C-A306-227A774A574A}"/>
                </a:ext>
              </a:extLst>
            </p:cNvPr>
            <p:cNvSpPr>
              <a:spLocks noChangeArrowheads="1"/>
            </p:cNvSpPr>
            <p:nvPr/>
          </p:nvSpPr>
          <p:spPr bwMode="auto">
            <a:xfrm>
              <a:off x="2447703" y="2330783"/>
              <a:ext cx="540730"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N3</a:t>
              </a:r>
            </a:p>
          </p:txBody>
        </p:sp>
        <p:cxnSp>
          <p:nvCxnSpPr>
            <p:cNvPr id="274" name="Straight Connector 273">
              <a:extLst>
                <a:ext uri="{FF2B5EF4-FFF2-40B4-BE49-F238E27FC236}">
                  <a16:creationId xmlns:a16="http://schemas.microsoft.com/office/drawing/2014/main" id="{CE07F759-BCD2-AE78-DDF7-E5503C976811}"/>
                </a:ext>
              </a:extLst>
            </p:cNvPr>
            <p:cNvCxnSpPr/>
            <p:nvPr/>
          </p:nvCxnSpPr>
          <p:spPr bwMode="auto">
            <a:xfrm flipH="1" flipV="1">
              <a:off x="2406960" y="997398"/>
              <a:ext cx="0" cy="620471"/>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275" name="Elbow Connector 57">
              <a:extLst>
                <a:ext uri="{FF2B5EF4-FFF2-40B4-BE49-F238E27FC236}">
                  <a16:creationId xmlns:a16="http://schemas.microsoft.com/office/drawing/2014/main" id="{46BFC0FA-CCBF-4868-3B38-B9A880402ADF}"/>
                </a:ext>
              </a:extLst>
            </p:cNvPr>
            <p:cNvCxnSpPr/>
            <p:nvPr/>
          </p:nvCxnSpPr>
          <p:spPr bwMode="auto">
            <a:xfrm>
              <a:off x="2696668" y="2007652"/>
              <a:ext cx="492658" cy="466150"/>
            </a:xfrm>
            <a:prstGeom prst="bentConnector3">
              <a:avLst>
                <a:gd name="adj1" fmla="val 62745"/>
              </a:avLst>
            </a:prstGeom>
            <a:ln w="25400" cap="rnd">
              <a:solidFill>
                <a:schemeClr val="tx1"/>
              </a:solidFill>
              <a:prstDash val="solid"/>
              <a:round/>
              <a:tailEnd type="none"/>
            </a:ln>
          </p:spPr>
          <p:style>
            <a:lnRef idx="3">
              <a:schemeClr val="dk1"/>
            </a:lnRef>
            <a:fillRef idx="0">
              <a:schemeClr val="dk1"/>
            </a:fillRef>
            <a:effectRef idx="2">
              <a:schemeClr val="dk1"/>
            </a:effectRef>
            <a:fontRef idx="minor">
              <a:schemeClr val="tx1"/>
            </a:fontRef>
          </p:style>
        </p:cxnSp>
        <p:cxnSp>
          <p:nvCxnSpPr>
            <p:cNvPr id="276" name="Straight Arrow Connector 275">
              <a:extLst>
                <a:ext uri="{FF2B5EF4-FFF2-40B4-BE49-F238E27FC236}">
                  <a16:creationId xmlns:a16="http://schemas.microsoft.com/office/drawing/2014/main" id="{3BCBDB2B-2207-A5E2-7687-90E9CDF39799}"/>
                </a:ext>
              </a:extLst>
            </p:cNvPr>
            <p:cNvCxnSpPr/>
            <p:nvPr/>
          </p:nvCxnSpPr>
          <p:spPr>
            <a:xfrm>
              <a:off x="3310167" y="851031"/>
              <a:ext cx="170416" cy="0"/>
            </a:xfrm>
            <a:prstGeom prst="straightConnector1">
              <a:avLst/>
            </a:prstGeom>
            <a:ln w="25400" cap="rnd">
              <a:solidFill>
                <a:schemeClr val="accent1">
                  <a:lumMod val="75000"/>
                </a:schemeClr>
              </a:solidFill>
              <a:headEnd type="triangle"/>
            </a:ln>
          </p:spPr>
          <p:style>
            <a:lnRef idx="2">
              <a:schemeClr val="dk1"/>
            </a:lnRef>
            <a:fillRef idx="0">
              <a:schemeClr val="dk1"/>
            </a:fillRef>
            <a:effectRef idx="1">
              <a:schemeClr val="dk1"/>
            </a:effectRef>
            <a:fontRef idx="minor">
              <a:schemeClr val="tx1"/>
            </a:fontRef>
          </p:style>
        </p:cxnSp>
        <p:cxnSp>
          <p:nvCxnSpPr>
            <p:cNvPr id="277" name="Straight Connector 276">
              <a:extLst>
                <a:ext uri="{FF2B5EF4-FFF2-40B4-BE49-F238E27FC236}">
                  <a16:creationId xmlns:a16="http://schemas.microsoft.com/office/drawing/2014/main" id="{2E0B400E-CAE3-A714-049D-CBB55DA17616}"/>
                </a:ext>
              </a:extLst>
            </p:cNvPr>
            <p:cNvCxnSpPr/>
            <p:nvPr/>
          </p:nvCxnSpPr>
          <p:spPr>
            <a:xfrm flipV="1">
              <a:off x="3310167" y="798529"/>
              <a:ext cx="0" cy="369101"/>
            </a:xfrm>
            <a:prstGeom prst="line">
              <a:avLst/>
            </a:prstGeom>
            <a:ln w="381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78" name="Straight Arrow Connector 277">
              <a:extLst>
                <a:ext uri="{FF2B5EF4-FFF2-40B4-BE49-F238E27FC236}">
                  <a16:creationId xmlns:a16="http://schemas.microsoft.com/office/drawing/2014/main" id="{EAFB0CE8-A20E-F0A8-E2E6-9E784F421808}"/>
                </a:ext>
              </a:extLst>
            </p:cNvPr>
            <p:cNvCxnSpPr/>
            <p:nvPr/>
          </p:nvCxnSpPr>
          <p:spPr>
            <a:xfrm>
              <a:off x="3310167" y="1115129"/>
              <a:ext cx="170416" cy="0"/>
            </a:xfrm>
            <a:prstGeom prst="straightConnector1">
              <a:avLst/>
            </a:prstGeom>
            <a:ln w="25400" cap="rnd">
              <a:solidFill>
                <a:schemeClr val="accent1">
                  <a:lumMod val="75000"/>
                </a:schemeClr>
              </a:solidFill>
              <a:headEnd type="none"/>
              <a:tailEnd type="none"/>
            </a:ln>
          </p:spPr>
          <p:style>
            <a:lnRef idx="2">
              <a:schemeClr val="dk1"/>
            </a:lnRef>
            <a:fillRef idx="0">
              <a:schemeClr val="dk1"/>
            </a:fillRef>
            <a:effectRef idx="1">
              <a:schemeClr val="dk1"/>
            </a:effectRef>
            <a:fontRef idx="minor">
              <a:schemeClr val="tx1"/>
            </a:fontRef>
          </p:style>
        </p:cxnSp>
        <p:cxnSp>
          <p:nvCxnSpPr>
            <p:cNvPr id="279" name="Straight Connector 278">
              <a:extLst>
                <a:ext uri="{FF2B5EF4-FFF2-40B4-BE49-F238E27FC236}">
                  <a16:creationId xmlns:a16="http://schemas.microsoft.com/office/drawing/2014/main" id="{46B24031-614D-C46A-E445-55EC16DD85C6}"/>
                </a:ext>
              </a:extLst>
            </p:cNvPr>
            <p:cNvCxnSpPr/>
            <p:nvPr/>
          </p:nvCxnSpPr>
          <p:spPr>
            <a:xfrm flipV="1">
              <a:off x="3268337" y="851031"/>
              <a:ext cx="0" cy="264098"/>
            </a:xfrm>
            <a:prstGeom prst="line">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80" name="Straight Arrow Connector 279">
              <a:extLst>
                <a:ext uri="{FF2B5EF4-FFF2-40B4-BE49-F238E27FC236}">
                  <a16:creationId xmlns:a16="http://schemas.microsoft.com/office/drawing/2014/main" id="{804DF508-B76F-9F62-3259-8D6B77061A1D}"/>
                </a:ext>
              </a:extLst>
            </p:cNvPr>
            <p:cNvCxnSpPr/>
            <p:nvPr/>
          </p:nvCxnSpPr>
          <p:spPr>
            <a:xfrm>
              <a:off x="3310167" y="2356072"/>
              <a:ext cx="170416" cy="0"/>
            </a:xfrm>
            <a:prstGeom prst="straightConnector1">
              <a:avLst/>
            </a:prstGeom>
            <a:ln w="25400" cap="rnd"/>
          </p:spPr>
          <p:style>
            <a:lnRef idx="2">
              <a:schemeClr val="dk1"/>
            </a:lnRef>
            <a:fillRef idx="0">
              <a:schemeClr val="dk1"/>
            </a:fillRef>
            <a:effectRef idx="1">
              <a:schemeClr val="dk1"/>
            </a:effectRef>
            <a:fontRef idx="minor">
              <a:schemeClr val="tx1"/>
            </a:fontRef>
          </p:style>
        </p:cxnSp>
        <p:cxnSp>
          <p:nvCxnSpPr>
            <p:cNvPr id="281" name="Straight Connector 280">
              <a:extLst>
                <a:ext uri="{FF2B5EF4-FFF2-40B4-BE49-F238E27FC236}">
                  <a16:creationId xmlns:a16="http://schemas.microsoft.com/office/drawing/2014/main" id="{6DB4C778-1AD4-14EB-8310-EDF47A50CF1F}"/>
                </a:ext>
              </a:extLst>
            </p:cNvPr>
            <p:cNvCxnSpPr/>
            <p:nvPr/>
          </p:nvCxnSpPr>
          <p:spPr>
            <a:xfrm flipV="1">
              <a:off x="3310167" y="2303570"/>
              <a:ext cx="0" cy="369101"/>
            </a:xfrm>
            <a:prstGeom prst="line">
              <a:avLst/>
            </a:prstGeom>
            <a:ln w="38100" cap="sq"/>
          </p:spPr>
          <p:style>
            <a:lnRef idx="2">
              <a:schemeClr val="dk1"/>
            </a:lnRef>
            <a:fillRef idx="0">
              <a:schemeClr val="dk1"/>
            </a:fillRef>
            <a:effectRef idx="1">
              <a:schemeClr val="dk1"/>
            </a:effectRef>
            <a:fontRef idx="minor">
              <a:schemeClr val="tx1"/>
            </a:fontRef>
          </p:style>
        </p:cxnSp>
        <p:cxnSp>
          <p:nvCxnSpPr>
            <p:cNvPr id="282" name="Straight Arrow Connector 281">
              <a:extLst>
                <a:ext uri="{FF2B5EF4-FFF2-40B4-BE49-F238E27FC236}">
                  <a16:creationId xmlns:a16="http://schemas.microsoft.com/office/drawing/2014/main" id="{373487C4-667D-D924-6801-94132674C0BA}"/>
                </a:ext>
              </a:extLst>
            </p:cNvPr>
            <p:cNvCxnSpPr/>
            <p:nvPr/>
          </p:nvCxnSpPr>
          <p:spPr>
            <a:xfrm>
              <a:off x="3310167" y="2620170"/>
              <a:ext cx="170416" cy="0"/>
            </a:xfrm>
            <a:prstGeom prst="straightConnector1">
              <a:avLst/>
            </a:prstGeom>
            <a:ln w="25400" cap="rnd">
              <a:tailEnd type="triangle"/>
            </a:ln>
          </p:spPr>
          <p:style>
            <a:lnRef idx="2">
              <a:schemeClr val="dk1"/>
            </a:lnRef>
            <a:fillRef idx="0">
              <a:schemeClr val="dk1"/>
            </a:fillRef>
            <a:effectRef idx="1">
              <a:schemeClr val="dk1"/>
            </a:effectRef>
            <a:fontRef idx="minor">
              <a:schemeClr val="tx1"/>
            </a:fontRef>
          </p:style>
        </p:cxnSp>
        <p:cxnSp>
          <p:nvCxnSpPr>
            <p:cNvPr id="283" name="Straight Connector 282">
              <a:extLst>
                <a:ext uri="{FF2B5EF4-FFF2-40B4-BE49-F238E27FC236}">
                  <a16:creationId xmlns:a16="http://schemas.microsoft.com/office/drawing/2014/main" id="{FCCA265F-AF53-1EA4-8696-049F37E28CB5}"/>
                </a:ext>
              </a:extLst>
            </p:cNvPr>
            <p:cNvCxnSpPr/>
            <p:nvPr/>
          </p:nvCxnSpPr>
          <p:spPr>
            <a:xfrm flipV="1">
              <a:off x="3268337" y="2356072"/>
              <a:ext cx="0" cy="264098"/>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284" name="Straight Connector 283">
              <a:extLst>
                <a:ext uri="{FF2B5EF4-FFF2-40B4-BE49-F238E27FC236}">
                  <a16:creationId xmlns:a16="http://schemas.microsoft.com/office/drawing/2014/main" id="{28E316FD-1983-8C15-9495-193A8E7E15F3}"/>
                </a:ext>
              </a:extLst>
            </p:cNvPr>
            <p:cNvCxnSpPr/>
            <p:nvPr/>
          </p:nvCxnSpPr>
          <p:spPr>
            <a:xfrm>
              <a:off x="3489879" y="1119901"/>
              <a:ext cx="0" cy="1234579"/>
            </a:xfrm>
            <a:prstGeom prst="line">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85" name="Straight Connector 284">
              <a:extLst>
                <a:ext uri="{FF2B5EF4-FFF2-40B4-BE49-F238E27FC236}">
                  <a16:creationId xmlns:a16="http://schemas.microsoft.com/office/drawing/2014/main" id="{FE6449A0-7B6E-2025-87B4-DB265888D4D2}"/>
                </a:ext>
              </a:extLst>
            </p:cNvPr>
            <p:cNvCxnSpPr/>
            <p:nvPr/>
          </p:nvCxnSpPr>
          <p:spPr>
            <a:xfrm>
              <a:off x="3480584" y="316470"/>
              <a:ext cx="3098" cy="534560"/>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286" name="Straight Connector 285">
              <a:extLst>
                <a:ext uri="{FF2B5EF4-FFF2-40B4-BE49-F238E27FC236}">
                  <a16:creationId xmlns:a16="http://schemas.microsoft.com/office/drawing/2014/main" id="{DEEC9495-293D-4D77-8EF8-5F3E71C5A5FA}"/>
                </a:ext>
              </a:extLst>
            </p:cNvPr>
            <p:cNvCxnSpPr/>
            <p:nvPr/>
          </p:nvCxnSpPr>
          <p:spPr>
            <a:xfrm flipV="1">
              <a:off x="3472837" y="2623352"/>
              <a:ext cx="0" cy="447057"/>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287" name="Straight Arrow Connector 286">
              <a:extLst>
                <a:ext uri="{FF2B5EF4-FFF2-40B4-BE49-F238E27FC236}">
                  <a16:creationId xmlns:a16="http://schemas.microsoft.com/office/drawing/2014/main" id="{2039F3DE-75E1-C923-D79D-03A750E72785}"/>
                </a:ext>
              </a:extLst>
            </p:cNvPr>
            <p:cNvCxnSpPr/>
            <p:nvPr/>
          </p:nvCxnSpPr>
          <p:spPr>
            <a:xfrm>
              <a:off x="3155243" y="2472211"/>
              <a:ext cx="113094" cy="0"/>
            </a:xfrm>
            <a:prstGeom prst="straightConnector1">
              <a:avLst/>
            </a:prstGeom>
            <a:ln w="25400" cap="rnd">
              <a:solidFill>
                <a:schemeClr val="tx1"/>
              </a:solidFill>
              <a:headEnd type="none"/>
              <a:tailEnd type="none"/>
            </a:ln>
          </p:spPr>
          <p:style>
            <a:lnRef idx="2">
              <a:schemeClr val="dk1"/>
            </a:lnRef>
            <a:fillRef idx="0">
              <a:schemeClr val="dk1"/>
            </a:fillRef>
            <a:effectRef idx="1">
              <a:schemeClr val="dk1"/>
            </a:effectRef>
            <a:fontRef idx="minor">
              <a:schemeClr val="tx1"/>
            </a:fontRef>
          </p:style>
        </p:cxnSp>
        <p:sp>
          <p:nvSpPr>
            <p:cNvPr id="288" name="Rectangle 272">
              <a:extLst>
                <a:ext uri="{FF2B5EF4-FFF2-40B4-BE49-F238E27FC236}">
                  <a16:creationId xmlns:a16="http://schemas.microsoft.com/office/drawing/2014/main" id="{1EF4A43A-65D4-C079-6A6E-47D6DC64A67E}"/>
                </a:ext>
              </a:extLst>
            </p:cNvPr>
            <p:cNvSpPr>
              <a:spLocks noChangeArrowheads="1"/>
            </p:cNvSpPr>
            <p:nvPr/>
          </p:nvSpPr>
          <p:spPr bwMode="auto">
            <a:xfrm>
              <a:off x="3253154" y="825427"/>
              <a:ext cx="540730"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P4</a:t>
              </a:r>
            </a:p>
          </p:txBody>
        </p:sp>
        <p:sp>
          <p:nvSpPr>
            <p:cNvPr id="289" name="Rectangle 272">
              <a:extLst>
                <a:ext uri="{FF2B5EF4-FFF2-40B4-BE49-F238E27FC236}">
                  <a16:creationId xmlns:a16="http://schemas.microsoft.com/office/drawing/2014/main" id="{BEBF6586-4151-0149-F7C0-0DAFEDC63D98}"/>
                </a:ext>
              </a:extLst>
            </p:cNvPr>
            <p:cNvSpPr>
              <a:spLocks noChangeArrowheads="1"/>
            </p:cNvSpPr>
            <p:nvPr/>
          </p:nvSpPr>
          <p:spPr bwMode="auto">
            <a:xfrm>
              <a:off x="3237513" y="2323950"/>
              <a:ext cx="540730"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N4</a:t>
              </a:r>
            </a:p>
          </p:txBody>
        </p:sp>
        <p:cxnSp>
          <p:nvCxnSpPr>
            <p:cNvPr id="290" name="Elbow Connector 72">
              <a:extLst>
                <a:ext uri="{FF2B5EF4-FFF2-40B4-BE49-F238E27FC236}">
                  <a16:creationId xmlns:a16="http://schemas.microsoft.com/office/drawing/2014/main" id="{0750D587-9C22-F5E7-7DED-64F52C2AB6AD}"/>
                </a:ext>
              </a:extLst>
            </p:cNvPr>
            <p:cNvCxnSpPr/>
            <p:nvPr/>
          </p:nvCxnSpPr>
          <p:spPr bwMode="auto">
            <a:xfrm>
              <a:off x="3494526" y="2004471"/>
              <a:ext cx="495757" cy="466150"/>
            </a:xfrm>
            <a:prstGeom prst="bentConnector3">
              <a:avLst>
                <a:gd name="adj1" fmla="val 64706"/>
              </a:avLst>
            </a:prstGeom>
            <a:ln w="25400" cap="rnd">
              <a:solidFill>
                <a:schemeClr val="accent1">
                  <a:lumMod val="75000"/>
                </a:schemeClr>
              </a:solidFill>
              <a:prstDash val="solid"/>
              <a:round/>
              <a:tailEnd type="triangle"/>
            </a:ln>
          </p:spPr>
          <p:style>
            <a:lnRef idx="3">
              <a:schemeClr val="dk1"/>
            </a:lnRef>
            <a:fillRef idx="0">
              <a:schemeClr val="dk1"/>
            </a:fillRef>
            <a:effectRef idx="2">
              <a:schemeClr val="dk1"/>
            </a:effectRef>
            <a:fontRef idx="minor">
              <a:schemeClr val="tx1"/>
            </a:fontRef>
          </p:style>
        </p:cxnSp>
        <p:cxnSp>
          <p:nvCxnSpPr>
            <p:cNvPr id="291" name="Straight Arrow Connector 290">
              <a:extLst>
                <a:ext uri="{FF2B5EF4-FFF2-40B4-BE49-F238E27FC236}">
                  <a16:creationId xmlns:a16="http://schemas.microsoft.com/office/drawing/2014/main" id="{8DD710E2-7B0B-500D-BF56-83CD3607D308}"/>
                </a:ext>
              </a:extLst>
            </p:cNvPr>
            <p:cNvCxnSpPr/>
            <p:nvPr/>
          </p:nvCxnSpPr>
          <p:spPr>
            <a:xfrm>
              <a:off x="4115772" y="851031"/>
              <a:ext cx="168867" cy="0"/>
            </a:xfrm>
            <a:prstGeom prst="straightConnector1">
              <a:avLst/>
            </a:prstGeom>
            <a:ln w="25400" cap="rnd">
              <a:solidFill>
                <a:schemeClr val="tx1"/>
              </a:solidFill>
              <a:headEnd type="triangle"/>
            </a:ln>
          </p:spPr>
          <p:style>
            <a:lnRef idx="2">
              <a:schemeClr val="dk1"/>
            </a:lnRef>
            <a:fillRef idx="0">
              <a:schemeClr val="dk1"/>
            </a:fillRef>
            <a:effectRef idx="1">
              <a:schemeClr val="dk1"/>
            </a:effectRef>
            <a:fontRef idx="minor">
              <a:schemeClr val="tx1"/>
            </a:fontRef>
          </p:style>
        </p:cxnSp>
        <p:cxnSp>
          <p:nvCxnSpPr>
            <p:cNvPr id="292" name="Straight Connector 291">
              <a:extLst>
                <a:ext uri="{FF2B5EF4-FFF2-40B4-BE49-F238E27FC236}">
                  <a16:creationId xmlns:a16="http://schemas.microsoft.com/office/drawing/2014/main" id="{B21484B1-53A9-E3B5-38E4-51E6D5324898}"/>
                </a:ext>
              </a:extLst>
            </p:cNvPr>
            <p:cNvCxnSpPr/>
            <p:nvPr/>
          </p:nvCxnSpPr>
          <p:spPr>
            <a:xfrm flipV="1">
              <a:off x="4115772" y="798529"/>
              <a:ext cx="0" cy="369101"/>
            </a:xfrm>
            <a:prstGeom prst="line">
              <a:avLst/>
            </a:prstGeom>
            <a:ln w="38100" cap="sq">
              <a:solidFill>
                <a:schemeClr val="tx1"/>
              </a:solidFill>
            </a:ln>
          </p:spPr>
          <p:style>
            <a:lnRef idx="2">
              <a:schemeClr val="dk1"/>
            </a:lnRef>
            <a:fillRef idx="0">
              <a:schemeClr val="dk1"/>
            </a:fillRef>
            <a:effectRef idx="1">
              <a:schemeClr val="dk1"/>
            </a:effectRef>
            <a:fontRef idx="minor">
              <a:schemeClr val="tx1"/>
            </a:fontRef>
          </p:style>
        </p:cxnSp>
        <p:cxnSp>
          <p:nvCxnSpPr>
            <p:cNvPr id="293" name="Straight Arrow Connector 292">
              <a:extLst>
                <a:ext uri="{FF2B5EF4-FFF2-40B4-BE49-F238E27FC236}">
                  <a16:creationId xmlns:a16="http://schemas.microsoft.com/office/drawing/2014/main" id="{ACF2FB40-3C4D-2882-9698-2424F2554D9B}"/>
                </a:ext>
              </a:extLst>
            </p:cNvPr>
            <p:cNvCxnSpPr/>
            <p:nvPr/>
          </p:nvCxnSpPr>
          <p:spPr>
            <a:xfrm>
              <a:off x="4115772" y="1115129"/>
              <a:ext cx="168867" cy="0"/>
            </a:xfrm>
            <a:prstGeom prst="straightConnector1">
              <a:avLst/>
            </a:prstGeom>
            <a:ln w="25400" cap="rnd">
              <a:solidFill>
                <a:schemeClr val="tx1"/>
              </a:solidFill>
              <a:headEnd type="none"/>
              <a:tailEnd type="none"/>
            </a:ln>
          </p:spPr>
          <p:style>
            <a:lnRef idx="2">
              <a:schemeClr val="dk1"/>
            </a:lnRef>
            <a:fillRef idx="0">
              <a:schemeClr val="dk1"/>
            </a:fillRef>
            <a:effectRef idx="1">
              <a:schemeClr val="dk1"/>
            </a:effectRef>
            <a:fontRef idx="minor">
              <a:schemeClr val="tx1"/>
            </a:fontRef>
          </p:style>
        </p:cxnSp>
        <p:cxnSp>
          <p:nvCxnSpPr>
            <p:cNvPr id="294" name="Straight Connector 293">
              <a:extLst>
                <a:ext uri="{FF2B5EF4-FFF2-40B4-BE49-F238E27FC236}">
                  <a16:creationId xmlns:a16="http://schemas.microsoft.com/office/drawing/2014/main" id="{832296B8-E0F9-A58A-1059-B8596EF0835E}"/>
                </a:ext>
              </a:extLst>
            </p:cNvPr>
            <p:cNvCxnSpPr/>
            <p:nvPr/>
          </p:nvCxnSpPr>
          <p:spPr>
            <a:xfrm flipV="1">
              <a:off x="4072393" y="851031"/>
              <a:ext cx="0" cy="264098"/>
            </a:xfrm>
            <a:prstGeom prst="line">
              <a:avLst/>
            </a:prstGeom>
            <a:ln w="25400" cap="rnd">
              <a:solidFill>
                <a:schemeClr val="tx1"/>
              </a:solidFill>
            </a:ln>
          </p:spPr>
          <p:style>
            <a:lnRef idx="2">
              <a:schemeClr val="dk1"/>
            </a:lnRef>
            <a:fillRef idx="0">
              <a:schemeClr val="dk1"/>
            </a:fillRef>
            <a:effectRef idx="1">
              <a:schemeClr val="dk1"/>
            </a:effectRef>
            <a:fontRef idx="minor">
              <a:schemeClr val="tx1"/>
            </a:fontRef>
          </p:style>
        </p:cxnSp>
        <p:cxnSp>
          <p:nvCxnSpPr>
            <p:cNvPr id="295" name="Straight Arrow Connector 294">
              <a:extLst>
                <a:ext uri="{FF2B5EF4-FFF2-40B4-BE49-F238E27FC236}">
                  <a16:creationId xmlns:a16="http://schemas.microsoft.com/office/drawing/2014/main" id="{23EAC7BF-572F-1A22-3D36-977FC51A8C7E}"/>
                </a:ext>
              </a:extLst>
            </p:cNvPr>
            <p:cNvCxnSpPr/>
            <p:nvPr/>
          </p:nvCxnSpPr>
          <p:spPr>
            <a:xfrm>
              <a:off x="4115772" y="2356072"/>
              <a:ext cx="168867" cy="0"/>
            </a:xfrm>
            <a:prstGeom prst="straightConnector1">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96" name="Straight Connector 295">
              <a:extLst>
                <a:ext uri="{FF2B5EF4-FFF2-40B4-BE49-F238E27FC236}">
                  <a16:creationId xmlns:a16="http://schemas.microsoft.com/office/drawing/2014/main" id="{71962DCE-3060-F665-A1C6-D638B6D35992}"/>
                </a:ext>
              </a:extLst>
            </p:cNvPr>
            <p:cNvCxnSpPr/>
            <p:nvPr/>
          </p:nvCxnSpPr>
          <p:spPr>
            <a:xfrm flipV="1">
              <a:off x="4115772" y="2303570"/>
              <a:ext cx="0" cy="369101"/>
            </a:xfrm>
            <a:prstGeom prst="line">
              <a:avLst/>
            </a:prstGeom>
            <a:ln w="38100" cap="sq">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97" name="Straight Arrow Connector 296">
              <a:extLst>
                <a:ext uri="{FF2B5EF4-FFF2-40B4-BE49-F238E27FC236}">
                  <a16:creationId xmlns:a16="http://schemas.microsoft.com/office/drawing/2014/main" id="{2313CB4B-9ECF-4A5F-ECFF-18E01D019C55}"/>
                </a:ext>
              </a:extLst>
            </p:cNvPr>
            <p:cNvCxnSpPr/>
            <p:nvPr/>
          </p:nvCxnSpPr>
          <p:spPr>
            <a:xfrm>
              <a:off x="4115772" y="2620170"/>
              <a:ext cx="168867" cy="0"/>
            </a:xfrm>
            <a:prstGeom prst="straightConnector1">
              <a:avLst/>
            </a:prstGeom>
            <a:ln w="25400" cap="rnd">
              <a:solidFill>
                <a:schemeClr val="accent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298" name="Straight Connector 297">
              <a:extLst>
                <a:ext uri="{FF2B5EF4-FFF2-40B4-BE49-F238E27FC236}">
                  <a16:creationId xmlns:a16="http://schemas.microsoft.com/office/drawing/2014/main" id="{7C40EA78-D0FB-9E0D-3D0A-40DA9F431DEC}"/>
                </a:ext>
              </a:extLst>
            </p:cNvPr>
            <p:cNvCxnSpPr/>
            <p:nvPr/>
          </p:nvCxnSpPr>
          <p:spPr>
            <a:xfrm flipV="1">
              <a:off x="4072393" y="2356072"/>
              <a:ext cx="0" cy="264098"/>
            </a:xfrm>
            <a:prstGeom prst="line">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299" name="Straight Connector 298">
              <a:extLst>
                <a:ext uri="{FF2B5EF4-FFF2-40B4-BE49-F238E27FC236}">
                  <a16:creationId xmlns:a16="http://schemas.microsoft.com/office/drawing/2014/main" id="{DA3FE925-6312-4662-9B01-7D02EE4A7AA6}"/>
                </a:ext>
              </a:extLst>
            </p:cNvPr>
            <p:cNvCxnSpPr/>
            <p:nvPr/>
          </p:nvCxnSpPr>
          <p:spPr>
            <a:xfrm>
              <a:off x="4290836" y="1115129"/>
              <a:ext cx="0" cy="1239351"/>
            </a:xfrm>
            <a:prstGeom prst="line">
              <a:avLst/>
            </a:prstGeom>
            <a:ln w="25400" cap="rnd">
              <a:solidFill>
                <a:schemeClr val="accent1">
                  <a:lumMod val="75000"/>
                </a:schemeClr>
              </a:solidFill>
            </a:ln>
          </p:spPr>
          <p:style>
            <a:lnRef idx="2">
              <a:schemeClr val="dk1"/>
            </a:lnRef>
            <a:fillRef idx="0">
              <a:schemeClr val="dk1"/>
            </a:fillRef>
            <a:effectRef idx="1">
              <a:schemeClr val="dk1"/>
            </a:effectRef>
            <a:fontRef idx="minor">
              <a:schemeClr val="tx1"/>
            </a:fontRef>
          </p:style>
        </p:cxnSp>
        <p:cxnSp>
          <p:nvCxnSpPr>
            <p:cNvPr id="300" name="Straight Connector 299">
              <a:extLst>
                <a:ext uri="{FF2B5EF4-FFF2-40B4-BE49-F238E27FC236}">
                  <a16:creationId xmlns:a16="http://schemas.microsoft.com/office/drawing/2014/main" id="{F2ED6A15-EA3C-028E-9182-85A2291268B2}"/>
                </a:ext>
              </a:extLst>
            </p:cNvPr>
            <p:cNvCxnSpPr/>
            <p:nvPr/>
          </p:nvCxnSpPr>
          <p:spPr>
            <a:xfrm>
              <a:off x="4284639" y="316470"/>
              <a:ext cx="3098" cy="534560"/>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301" name="Straight Connector 300">
              <a:extLst>
                <a:ext uri="{FF2B5EF4-FFF2-40B4-BE49-F238E27FC236}">
                  <a16:creationId xmlns:a16="http://schemas.microsoft.com/office/drawing/2014/main" id="{AE578217-9FA8-51B7-9DB0-2802E2165A65}"/>
                </a:ext>
              </a:extLst>
            </p:cNvPr>
            <p:cNvCxnSpPr/>
            <p:nvPr/>
          </p:nvCxnSpPr>
          <p:spPr>
            <a:xfrm flipV="1">
              <a:off x="4276893" y="2623352"/>
              <a:ext cx="0" cy="447057"/>
            </a:xfrm>
            <a:prstGeom prst="line">
              <a:avLst/>
            </a:prstGeom>
            <a:ln w="25400" cap="rnd"/>
          </p:spPr>
          <p:style>
            <a:lnRef idx="2">
              <a:schemeClr val="dk1"/>
            </a:lnRef>
            <a:fillRef idx="0">
              <a:schemeClr val="dk1"/>
            </a:fillRef>
            <a:effectRef idx="1">
              <a:schemeClr val="dk1"/>
            </a:effectRef>
            <a:fontRef idx="minor">
              <a:schemeClr val="tx1"/>
            </a:fontRef>
          </p:style>
        </p:cxnSp>
        <p:cxnSp>
          <p:nvCxnSpPr>
            <p:cNvPr id="302" name="Straight Arrow Connector 301">
              <a:extLst>
                <a:ext uri="{FF2B5EF4-FFF2-40B4-BE49-F238E27FC236}">
                  <a16:creationId xmlns:a16="http://schemas.microsoft.com/office/drawing/2014/main" id="{B129DD2A-7E6C-B6C2-C467-18ECAA849CDA}"/>
                </a:ext>
              </a:extLst>
            </p:cNvPr>
            <p:cNvCxnSpPr/>
            <p:nvPr/>
          </p:nvCxnSpPr>
          <p:spPr>
            <a:xfrm>
              <a:off x="3959298" y="2472211"/>
              <a:ext cx="113095" cy="0"/>
            </a:xfrm>
            <a:prstGeom prst="straightConnector1">
              <a:avLst/>
            </a:prstGeom>
            <a:ln w="25400" cap="rnd">
              <a:solidFill>
                <a:schemeClr val="accent1">
                  <a:lumMod val="75000"/>
                </a:schemeClr>
              </a:solidFill>
              <a:headEnd type="none"/>
              <a:tailEnd type="none"/>
            </a:ln>
          </p:spPr>
          <p:style>
            <a:lnRef idx="2">
              <a:schemeClr val="dk1"/>
            </a:lnRef>
            <a:fillRef idx="0">
              <a:schemeClr val="dk1"/>
            </a:fillRef>
            <a:effectRef idx="1">
              <a:schemeClr val="dk1"/>
            </a:effectRef>
            <a:fontRef idx="minor">
              <a:schemeClr val="tx1"/>
            </a:fontRef>
          </p:style>
        </p:cxnSp>
        <p:sp>
          <p:nvSpPr>
            <p:cNvPr id="303" name="Rectangle 272">
              <a:extLst>
                <a:ext uri="{FF2B5EF4-FFF2-40B4-BE49-F238E27FC236}">
                  <a16:creationId xmlns:a16="http://schemas.microsoft.com/office/drawing/2014/main" id="{57E6FC52-174C-8C6F-241A-309572879CA3}"/>
                </a:ext>
              </a:extLst>
            </p:cNvPr>
            <p:cNvSpPr>
              <a:spLocks noChangeArrowheads="1"/>
            </p:cNvSpPr>
            <p:nvPr/>
          </p:nvSpPr>
          <p:spPr bwMode="auto">
            <a:xfrm>
              <a:off x="4069762" y="807487"/>
              <a:ext cx="494589"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P5</a:t>
              </a:r>
            </a:p>
          </p:txBody>
        </p:sp>
        <p:sp>
          <p:nvSpPr>
            <p:cNvPr id="304" name="Rectangle 272">
              <a:extLst>
                <a:ext uri="{FF2B5EF4-FFF2-40B4-BE49-F238E27FC236}">
                  <a16:creationId xmlns:a16="http://schemas.microsoft.com/office/drawing/2014/main" id="{50335540-E8A2-1714-B8A6-5D0B68AFA9FB}"/>
                </a:ext>
              </a:extLst>
            </p:cNvPr>
            <p:cNvSpPr>
              <a:spLocks noChangeArrowheads="1"/>
            </p:cNvSpPr>
            <p:nvPr/>
          </p:nvSpPr>
          <p:spPr bwMode="auto">
            <a:xfrm>
              <a:off x="4038110" y="2319616"/>
              <a:ext cx="540730" cy="30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M</a:t>
              </a:r>
              <a:r>
                <a:rPr lang="en-US" sz="1400" b="1" baseline="-25000">
                  <a:latin typeface="Times New Roman" panose="02020603050405020304" pitchFamily="18" charset="0"/>
                  <a:cs typeface="Times New Roman" panose="02020603050405020304" pitchFamily="18" charset="0"/>
                </a:rPr>
                <a:t>N5</a:t>
              </a:r>
            </a:p>
          </p:txBody>
        </p:sp>
        <p:cxnSp>
          <p:nvCxnSpPr>
            <p:cNvPr id="305" name="Elbow Connector 87">
              <a:extLst>
                <a:ext uri="{FF2B5EF4-FFF2-40B4-BE49-F238E27FC236}">
                  <a16:creationId xmlns:a16="http://schemas.microsoft.com/office/drawing/2014/main" id="{E11173D9-8B28-F065-CF3B-397411234606}"/>
                </a:ext>
              </a:extLst>
            </p:cNvPr>
            <p:cNvCxnSpPr/>
            <p:nvPr/>
          </p:nvCxnSpPr>
          <p:spPr bwMode="auto">
            <a:xfrm>
              <a:off x="1897260" y="2009244"/>
              <a:ext cx="495757" cy="466149"/>
            </a:xfrm>
            <a:prstGeom prst="bentConnector3">
              <a:avLst>
                <a:gd name="adj1" fmla="val 69608"/>
              </a:avLst>
            </a:prstGeom>
            <a:ln w="25400" cap="rnd">
              <a:solidFill>
                <a:srgbClr val="FFC000"/>
              </a:solidFill>
              <a:prstDash val="solid"/>
              <a:round/>
              <a:tailEnd type="triangle"/>
            </a:ln>
          </p:spPr>
          <p:style>
            <a:lnRef idx="3">
              <a:schemeClr val="dk1"/>
            </a:lnRef>
            <a:fillRef idx="0">
              <a:schemeClr val="dk1"/>
            </a:fillRef>
            <a:effectRef idx="2">
              <a:schemeClr val="dk1"/>
            </a:effectRef>
            <a:fontRef idx="minor">
              <a:schemeClr val="tx1"/>
            </a:fontRef>
          </p:style>
        </p:cxnSp>
        <p:cxnSp>
          <p:nvCxnSpPr>
            <p:cNvPr id="306" name="Straight Connector 305">
              <a:extLst>
                <a:ext uri="{FF2B5EF4-FFF2-40B4-BE49-F238E27FC236}">
                  <a16:creationId xmlns:a16="http://schemas.microsoft.com/office/drawing/2014/main" id="{B9C05872-60DD-7A30-9DE4-9F9BA30B046E}"/>
                </a:ext>
              </a:extLst>
            </p:cNvPr>
            <p:cNvCxnSpPr/>
            <p:nvPr/>
          </p:nvCxnSpPr>
          <p:spPr bwMode="auto">
            <a:xfrm flipV="1">
              <a:off x="1602904" y="1506503"/>
              <a:ext cx="1866834" cy="159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307" name="Straight Connector 306">
              <a:extLst>
                <a:ext uri="{FF2B5EF4-FFF2-40B4-BE49-F238E27FC236}">
                  <a16:creationId xmlns:a16="http://schemas.microsoft.com/office/drawing/2014/main" id="{B77D75B0-22F4-8CDC-4CEE-9B327CC47B7D}"/>
                </a:ext>
              </a:extLst>
            </p:cNvPr>
            <p:cNvCxnSpPr/>
            <p:nvPr/>
          </p:nvCxnSpPr>
          <p:spPr bwMode="auto">
            <a:xfrm>
              <a:off x="2406960" y="1621052"/>
              <a:ext cx="1863737" cy="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308" name="Straight Connector 307">
              <a:extLst>
                <a:ext uri="{FF2B5EF4-FFF2-40B4-BE49-F238E27FC236}">
                  <a16:creationId xmlns:a16="http://schemas.microsoft.com/office/drawing/2014/main" id="{39178564-8FF5-10A4-22D6-065F4AC5E4DE}"/>
                </a:ext>
              </a:extLst>
            </p:cNvPr>
            <p:cNvCxnSpPr/>
            <p:nvPr/>
          </p:nvCxnSpPr>
          <p:spPr bwMode="auto">
            <a:xfrm flipV="1">
              <a:off x="1173764" y="316470"/>
              <a:ext cx="3110875" cy="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309" name="Straight Connector 308">
              <a:extLst>
                <a:ext uri="{FF2B5EF4-FFF2-40B4-BE49-F238E27FC236}">
                  <a16:creationId xmlns:a16="http://schemas.microsoft.com/office/drawing/2014/main" id="{6FFE9B66-8C8B-76A5-4A23-EDE9B2ED091F}"/>
                </a:ext>
              </a:extLst>
            </p:cNvPr>
            <p:cNvCxnSpPr/>
            <p:nvPr/>
          </p:nvCxnSpPr>
          <p:spPr bwMode="auto">
            <a:xfrm>
              <a:off x="1172216" y="3076773"/>
              <a:ext cx="3112423" cy="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sp>
          <p:nvSpPr>
            <p:cNvPr id="310" name="Arc 309">
              <a:extLst>
                <a:ext uri="{FF2B5EF4-FFF2-40B4-BE49-F238E27FC236}">
                  <a16:creationId xmlns:a16="http://schemas.microsoft.com/office/drawing/2014/main" id="{C8F5E8C0-538F-003B-2E6E-698CCB6F159E}"/>
                </a:ext>
              </a:extLst>
            </p:cNvPr>
            <p:cNvSpPr/>
            <p:nvPr/>
          </p:nvSpPr>
          <p:spPr>
            <a:xfrm rot="21428402">
              <a:off x="4374495" y="1937651"/>
              <a:ext cx="102250" cy="39774"/>
            </a:xfrm>
            <a:prstGeom prst="arc">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11" name="Oval 310">
              <a:extLst>
                <a:ext uri="{FF2B5EF4-FFF2-40B4-BE49-F238E27FC236}">
                  <a16:creationId xmlns:a16="http://schemas.microsoft.com/office/drawing/2014/main" id="{D184324F-C732-F0C2-1301-5A47756A3A9C}"/>
                </a:ext>
              </a:extLst>
            </p:cNvPr>
            <p:cNvSpPr/>
            <p:nvPr/>
          </p:nvSpPr>
          <p:spPr>
            <a:xfrm>
              <a:off x="4249007" y="1579687"/>
              <a:ext cx="82109" cy="76366"/>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12" name="Oval 311">
              <a:extLst>
                <a:ext uri="{FF2B5EF4-FFF2-40B4-BE49-F238E27FC236}">
                  <a16:creationId xmlns:a16="http://schemas.microsoft.com/office/drawing/2014/main" id="{653FC141-6264-96CD-F6CC-E1698DC2FBF6}"/>
                </a:ext>
              </a:extLst>
            </p:cNvPr>
            <p:cNvSpPr/>
            <p:nvPr/>
          </p:nvSpPr>
          <p:spPr>
            <a:xfrm>
              <a:off x="3446500" y="1469911"/>
              <a:ext cx="83659" cy="77957"/>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13" name="Oval 312">
              <a:extLst>
                <a:ext uri="{FF2B5EF4-FFF2-40B4-BE49-F238E27FC236}">
                  <a16:creationId xmlns:a16="http://schemas.microsoft.com/office/drawing/2014/main" id="{32DC442A-8CCE-E0EF-15EF-EDF954D923B7}"/>
                </a:ext>
              </a:extLst>
            </p:cNvPr>
            <p:cNvSpPr/>
            <p:nvPr/>
          </p:nvSpPr>
          <p:spPr>
            <a:xfrm>
              <a:off x="3446500" y="1971061"/>
              <a:ext cx="83659" cy="76366"/>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14" name="Oval 313">
              <a:extLst>
                <a:ext uri="{FF2B5EF4-FFF2-40B4-BE49-F238E27FC236}">
                  <a16:creationId xmlns:a16="http://schemas.microsoft.com/office/drawing/2014/main" id="{704AA425-BAC1-E191-9439-E98CD9D338C5}"/>
                </a:ext>
              </a:extLst>
            </p:cNvPr>
            <p:cNvSpPr/>
            <p:nvPr/>
          </p:nvSpPr>
          <p:spPr>
            <a:xfrm>
              <a:off x="2648641" y="1350590"/>
              <a:ext cx="82110" cy="77956"/>
            </a:xfrm>
            <a:prstGeom prst="ellipse">
              <a:avLst/>
            </a:prstGeom>
            <a:solidFill>
              <a:srgbClr val="FFC000"/>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15" name="Oval 314">
              <a:extLst>
                <a:ext uri="{FF2B5EF4-FFF2-40B4-BE49-F238E27FC236}">
                  <a16:creationId xmlns:a16="http://schemas.microsoft.com/office/drawing/2014/main" id="{8C3847D8-DD30-B5B1-155D-57C6A1FCCC3F}"/>
                </a:ext>
              </a:extLst>
            </p:cNvPr>
            <p:cNvSpPr/>
            <p:nvPr/>
          </p:nvSpPr>
          <p:spPr>
            <a:xfrm>
              <a:off x="2645543" y="1974243"/>
              <a:ext cx="82110" cy="77956"/>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16" name="Oval 315">
              <a:extLst>
                <a:ext uri="{FF2B5EF4-FFF2-40B4-BE49-F238E27FC236}">
                  <a16:creationId xmlns:a16="http://schemas.microsoft.com/office/drawing/2014/main" id="{0111F2B4-8B74-52DC-6B9D-4E399D9873AA}"/>
                </a:ext>
              </a:extLst>
            </p:cNvPr>
            <p:cNvSpPr/>
            <p:nvPr/>
          </p:nvSpPr>
          <p:spPr>
            <a:xfrm>
              <a:off x="1849233" y="1966288"/>
              <a:ext cx="82110" cy="77957"/>
            </a:xfrm>
            <a:prstGeom prst="ellipse">
              <a:avLst/>
            </a:prstGeom>
            <a:solidFill>
              <a:srgbClr val="FFC000"/>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17" name="Oval 316">
              <a:extLst>
                <a:ext uri="{FF2B5EF4-FFF2-40B4-BE49-F238E27FC236}">
                  <a16:creationId xmlns:a16="http://schemas.microsoft.com/office/drawing/2014/main" id="{72E9591B-D51C-95D1-7FE8-F692F44E06CA}"/>
                </a:ext>
              </a:extLst>
            </p:cNvPr>
            <p:cNvSpPr/>
            <p:nvPr/>
          </p:nvSpPr>
          <p:spPr>
            <a:xfrm>
              <a:off x="1138132" y="1963106"/>
              <a:ext cx="82109" cy="77957"/>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cxnSp>
          <p:nvCxnSpPr>
            <p:cNvPr id="318" name="Straight Connector 317">
              <a:extLst>
                <a:ext uri="{FF2B5EF4-FFF2-40B4-BE49-F238E27FC236}">
                  <a16:creationId xmlns:a16="http://schemas.microsoft.com/office/drawing/2014/main" id="{C9264458-F8E9-20AC-2A80-5B516C518862}"/>
                </a:ext>
              </a:extLst>
            </p:cNvPr>
            <p:cNvCxnSpPr/>
            <p:nvPr/>
          </p:nvCxnSpPr>
          <p:spPr>
            <a:xfrm flipV="1">
              <a:off x="2492168" y="189194"/>
              <a:ext cx="0" cy="138412"/>
            </a:xfrm>
            <a:prstGeom prst="line">
              <a:avLst/>
            </a:prstGeom>
            <a:ln w="25400"/>
          </p:spPr>
          <p:style>
            <a:lnRef idx="2">
              <a:schemeClr val="dk1"/>
            </a:lnRef>
            <a:fillRef idx="0">
              <a:schemeClr val="dk1"/>
            </a:fillRef>
            <a:effectRef idx="1">
              <a:schemeClr val="dk1"/>
            </a:effectRef>
            <a:fontRef idx="minor">
              <a:schemeClr val="tx1"/>
            </a:fontRef>
          </p:style>
        </p:cxnSp>
        <p:cxnSp>
          <p:nvCxnSpPr>
            <p:cNvPr id="319" name="Straight Arrow Connector 318">
              <a:extLst>
                <a:ext uri="{FF2B5EF4-FFF2-40B4-BE49-F238E27FC236}">
                  <a16:creationId xmlns:a16="http://schemas.microsoft.com/office/drawing/2014/main" id="{C554D4BE-CB9D-C8E4-FB20-954AAED69CCE}"/>
                </a:ext>
              </a:extLst>
            </p:cNvPr>
            <p:cNvCxnSpPr/>
            <p:nvPr/>
          </p:nvCxnSpPr>
          <p:spPr>
            <a:xfrm>
              <a:off x="2402312" y="181239"/>
              <a:ext cx="170416" cy="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320" name="Straight Connector 319">
              <a:extLst>
                <a:ext uri="{FF2B5EF4-FFF2-40B4-BE49-F238E27FC236}">
                  <a16:creationId xmlns:a16="http://schemas.microsoft.com/office/drawing/2014/main" id="{BB6F8390-18D3-4DA8-BEF9-2507B56105C8}"/>
                </a:ext>
              </a:extLst>
            </p:cNvPr>
            <p:cNvCxnSpPr/>
            <p:nvPr/>
          </p:nvCxnSpPr>
          <p:spPr>
            <a:xfrm>
              <a:off x="2676527" y="3021090"/>
              <a:ext cx="0" cy="117730"/>
            </a:xfrm>
            <a:prstGeom prst="line">
              <a:avLst/>
            </a:prstGeom>
            <a:ln w="25400"/>
          </p:spPr>
          <p:style>
            <a:lnRef idx="2">
              <a:schemeClr val="dk1"/>
            </a:lnRef>
            <a:fillRef idx="0">
              <a:schemeClr val="dk1"/>
            </a:fillRef>
            <a:effectRef idx="1">
              <a:schemeClr val="dk1"/>
            </a:effectRef>
            <a:fontRef idx="minor">
              <a:schemeClr val="tx1"/>
            </a:fontRef>
          </p:style>
        </p:cxnSp>
        <p:cxnSp>
          <p:nvCxnSpPr>
            <p:cNvPr id="321" name="Straight Connector 320">
              <a:extLst>
                <a:ext uri="{FF2B5EF4-FFF2-40B4-BE49-F238E27FC236}">
                  <a16:creationId xmlns:a16="http://schemas.microsoft.com/office/drawing/2014/main" id="{66A19D9A-7BA8-5E50-929C-D9162962FF88}"/>
                </a:ext>
              </a:extLst>
            </p:cNvPr>
            <p:cNvCxnSpPr/>
            <p:nvPr/>
          </p:nvCxnSpPr>
          <p:spPr>
            <a:xfrm>
              <a:off x="2568081" y="3129274"/>
              <a:ext cx="227739" cy="0"/>
            </a:xfrm>
            <a:prstGeom prst="line">
              <a:avLst/>
            </a:prstGeom>
            <a:ln w="25400"/>
          </p:spPr>
          <p:style>
            <a:lnRef idx="2">
              <a:schemeClr val="dk1"/>
            </a:lnRef>
            <a:fillRef idx="0">
              <a:schemeClr val="dk1"/>
            </a:fillRef>
            <a:effectRef idx="1">
              <a:schemeClr val="dk1"/>
            </a:effectRef>
            <a:fontRef idx="minor">
              <a:schemeClr val="tx1"/>
            </a:fontRef>
          </p:style>
        </p:cxnSp>
        <p:cxnSp>
          <p:nvCxnSpPr>
            <p:cNvPr id="322" name="Straight Connector 321">
              <a:extLst>
                <a:ext uri="{FF2B5EF4-FFF2-40B4-BE49-F238E27FC236}">
                  <a16:creationId xmlns:a16="http://schemas.microsoft.com/office/drawing/2014/main" id="{D77C4F33-BC51-3680-D11A-2D0AD3D782B4}"/>
                </a:ext>
              </a:extLst>
            </p:cNvPr>
            <p:cNvCxnSpPr/>
            <p:nvPr/>
          </p:nvCxnSpPr>
          <p:spPr>
            <a:xfrm>
              <a:off x="2605262" y="3170639"/>
              <a:ext cx="153375" cy="0"/>
            </a:xfrm>
            <a:prstGeom prst="line">
              <a:avLst/>
            </a:prstGeom>
            <a:ln w="25400"/>
          </p:spPr>
          <p:style>
            <a:lnRef idx="2">
              <a:schemeClr val="dk1"/>
            </a:lnRef>
            <a:fillRef idx="0">
              <a:schemeClr val="dk1"/>
            </a:fillRef>
            <a:effectRef idx="1">
              <a:schemeClr val="dk1"/>
            </a:effectRef>
            <a:fontRef idx="minor">
              <a:schemeClr val="tx1"/>
            </a:fontRef>
          </p:style>
        </p:cxnSp>
        <p:cxnSp>
          <p:nvCxnSpPr>
            <p:cNvPr id="323" name="Straight Connector 322">
              <a:extLst>
                <a:ext uri="{FF2B5EF4-FFF2-40B4-BE49-F238E27FC236}">
                  <a16:creationId xmlns:a16="http://schemas.microsoft.com/office/drawing/2014/main" id="{21B67CE7-B241-045D-DB83-194521DBF46C}"/>
                </a:ext>
              </a:extLst>
            </p:cNvPr>
            <p:cNvCxnSpPr/>
            <p:nvPr/>
          </p:nvCxnSpPr>
          <p:spPr>
            <a:xfrm>
              <a:off x="2643994" y="3212004"/>
              <a:ext cx="75912" cy="0"/>
            </a:xfrm>
            <a:prstGeom prst="line">
              <a:avLst/>
            </a:prstGeom>
            <a:ln w="25400"/>
          </p:spPr>
          <p:style>
            <a:lnRef idx="2">
              <a:schemeClr val="dk1"/>
            </a:lnRef>
            <a:fillRef idx="0">
              <a:schemeClr val="dk1"/>
            </a:fillRef>
            <a:effectRef idx="1">
              <a:schemeClr val="dk1"/>
            </a:effectRef>
            <a:fontRef idx="minor">
              <a:schemeClr val="tx1"/>
            </a:fontRef>
          </p:style>
        </p:cxnSp>
        <p:cxnSp>
          <p:nvCxnSpPr>
            <p:cNvPr id="324" name="Straight Connector 323">
              <a:extLst>
                <a:ext uri="{FF2B5EF4-FFF2-40B4-BE49-F238E27FC236}">
                  <a16:creationId xmlns:a16="http://schemas.microsoft.com/office/drawing/2014/main" id="{8195471C-890D-7707-F1A4-712417419B38}"/>
                </a:ext>
              </a:extLst>
            </p:cNvPr>
            <p:cNvCxnSpPr/>
            <p:nvPr/>
          </p:nvCxnSpPr>
          <p:spPr bwMode="auto">
            <a:xfrm flipH="1" flipV="1">
              <a:off x="1602904" y="989443"/>
              <a:ext cx="65068"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325" name="Straight Connector 324">
              <a:extLst>
                <a:ext uri="{FF2B5EF4-FFF2-40B4-BE49-F238E27FC236}">
                  <a16:creationId xmlns:a16="http://schemas.microsoft.com/office/drawing/2014/main" id="{3088A3D3-27F3-FA26-0C58-F6D6BCEAEC69}"/>
                </a:ext>
              </a:extLst>
            </p:cNvPr>
            <p:cNvCxnSpPr/>
            <p:nvPr/>
          </p:nvCxnSpPr>
          <p:spPr bwMode="auto">
            <a:xfrm flipH="1" flipV="1">
              <a:off x="2406960" y="989443"/>
              <a:ext cx="65068" cy="1591"/>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326" name="Straight Connector 325">
              <a:extLst>
                <a:ext uri="{FF2B5EF4-FFF2-40B4-BE49-F238E27FC236}">
                  <a16:creationId xmlns:a16="http://schemas.microsoft.com/office/drawing/2014/main" id="{C32BC2C9-2EAF-4598-8AD1-D2FEC1155ADE}"/>
                </a:ext>
              </a:extLst>
            </p:cNvPr>
            <p:cNvCxnSpPr/>
            <p:nvPr/>
          </p:nvCxnSpPr>
          <p:spPr bwMode="auto">
            <a:xfrm flipH="1" flipV="1">
              <a:off x="3198622" y="989443"/>
              <a:ext cx="66617" cy="1591"/>
            </a:xfrm>
            <a:prstGeom prst="line">
              <a:avLst/>
            </a:prstGeom>
            <a:ln w="25400" cap="rnd">
              <a:solidFill>
                <a:schemeClr val="accent1">
                  <a:lumMod val="75000"/>
                </a:schemeClr>
              </a:solidFill>
              <a:round/>
            </a:ln>
          </p:spPr>
          <p:style>
            <a:lnRef idx="3">
              <a:schemeClr val="dk1"/>
            </a:lnRef>
            <a:fillRef idx="0">
              <a:schemeClr val="dk1"/>
            </a:fillRef>
            <a:effectRef idx="2">
              <a:schemeClr val="dk1"/>
            </a:effectRef>
            <a:fontRef idx="minor">
              <a:schemeClr val="tx1"/>
            </a:fontRef>
          </p:style>
        </p:cxnSp>
        <p:cxnSp>
          <p:nvCxnSpPr>
            <p:cNvPr id="327" name="Straight Connector 326">
              <a:extLst>
                <a:ext uri="{FF2B5EF4-FFF2-40B4-BE49-F238E27FC236}">
                  <a16:creationId xmlns:a16="http://schemas.microsoft.com/office/drawing/2014/main" id="{DF25B7E7-EF14-8038-04F8-E7D83DDFCF1D}"/>
                </a:ext>
              </a:extLst>
            </p:cNvPr>
            <p:cNvCxnSpPr/>
            <p:nvPr/>
          </p:nvCxnSpPr>
          <p:spPr bwMode="auto">
            <a:xfrm flipH="1" flipV="1">
              <a:off x="4008874" y="989443"/>
              <a:ext cx="65068"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328" name="Straight Connector 327">
              <a:extLst>
                <a:ext uri="{FF2B5EF4-FFF2-40B4-BE49-F238E27FC236}">
                  <a16:creationId xmlns:a16="http://schemas.microsoft.com/office/drawing/2014/main" id="{8158D249-D922-36DE-C286-A48B20BDAA19}"/>
                </a:ext>
              </a:extLst>
            </p:cNvPr>
            <p:cNvCxnSpPr/>
            <p:nvPr/>
          </p:nvCxnSpPr>
          <p:spPr bwMode="auto">
            <a:xfrm flipV="1">
              <a:off x="1430938" y="593296"/>
              <a:ext cx="1767684" cy="0"/>
            </a:xfrm>
            <a:prstGeom prst="line">
              <a:avLst/>
            </a:prstGeom>
            <a:ln w="25400" cap="rnd">
              <a:solidFill>
                <a:schemeClr val="accent1">
                  <a:lumMod val="75000"/>
                </a:schemeClr>
              </a:solidFill>
              <a:round/>
              <a:headEnd type="none" w="med" len="lg"/>
              <a:tailEnd type="triangle"/>
            </a:ln>
          </p:spPr>
          <p:style>
            <a:lnRef idx="3">
              <a:schemeClr val="dk1"/>
            </a:lnRef>
            <a:fillRef idx="0">
              <a:schemeClr val="dk1"/>
            </a:fillRef>
            <a:effectRef idx="2">
              <a:schemeClr val="dk1"/>
            </a:effectRef>
            <a:fontRef idx="minor">
              <a:schemeClr val="tx1"/>
            </a:fontRef>
          </p:style>
        </p:cxnSp>
        <p:cxnSp>
          <p:nvCxnSpPr>
            <p:cNvPr id="329" name="Straight Connector 328">
              <a:extLst>
                <a:ext uri="{FF2B5EF4-FFF2-40B4-BE49-F238E27FC236}">
                  <a16:creationId xmlns:a16="http://schemas.microsoft.com/office/drawing/2014/main" id="{A2E8F9C6-0A67-5138-8055-114C68150BA3}"/>
                </a:ext>
              </a:extLst>
            </p:cNvPr>
            <p:cNvCxnSpPr/>
            <p:nvPr/>
          </p:nvCxnSpPr>
          <p:spPr bwMode="auto">
            <a:xfrm>
              <a:off x="2168377" y="442155"/>
              <a:ext cx="1840497" cy="11137"/>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330" name="Straight Connector 329">
              <a:extLst>
                <a:ext uri="{FF2B5EF4-FFF2-40B4-BE49-F238E27FC236}">
                  <a16:creationId xmlns:a16="http://schemas.microsoft.com/office/drawing/2014/main" id="{80E5316A-04C3-2430-FB01-4330949013A8}"/>
                </a:ext>
              </a:extLst>
            </p:cNvPr>
            <p:cNvCxnSpPr/>
            <p:nvPr/>
          </p:nvCxnSpPr>
          <p:spPr bwMode="auto">
            <a:xfrm flipH="1" flipV="1">
              <a:off x="1427840" y="593296"/>
              <a:ext cx="0" cy="696837"/>
            </a:xfrm>
            <a:prstGeom prst="line">
              <a:avLst/>
            </a:prstGeom>
            <a:ln w="25400" cap="rnd">
              <a:solidFill>
                <a:schemeClr val="accent1">
                  <a:lumMod val="75000"/>
                </a:schemeClr>
              </a:solidFill>
              <a:round/>
            </a:ln>
          </p:spPr>
          <p:style>
            <a:lnRef idx="3">
              <a:schemeClr val="dk1"/>
            </a:lnRef>
            <a:fillRef idx="0">
              <a:schemeClr val="dk1"/>
            </a:fillRef>
            <a:effectRef idx="2">
              <a:schemeClr val="dk1"/>
            </a:effectRef>
            <a:fontRef idx="minor">
              <a:schemeClr val="tx1"/>
            </a:fontRef>
          </p:style>
        </p:cxnSp>
        <p:cxnSp>
          <p:nvCxnSpPr>
            <p:cNvPr id="331" name="Straight Connector 330">
              <a:extLst>
                <a:ext uri="{FF2B5EF4-FFF2-40B4-BE49-F238E27FC236}">
                  <a16:creationId xmlns:a16="http://schemas.microsoft.com/office/drawing/2014/main" id="{F81BCBE7-FB93-9F1D-7107-A16D212A6501}"/>
                </a:ext>
              </a:extLst>
            </p:cNvPr>
            <p:cNvCxnSpPr/>
            <p:nvPr/>
          </p:nvCxnSpPr>
          <p:spPr bwMode="auto">
            <a:xfrm flipH="1" flipV="1">
              <a:off x="2155983" y="446929"/>
              <a:ext cx="0" cy="852751"/>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332" name="Straight Connector 331">
              <a:extLst>
                <a:ext uri="{FF2B5EF4-FFF2-40B4-BE49-F238E27FC236}">
                  <a16:creationId xmlns:a16="http://schemas.microsoft.com/office/drawing/2014/main" id="{AFED327C-DF75-9032-0D7F-5AF82A2627AA}"/>
                </a:ext>
              </a:extLst>
            </p:cNvPr>
            <p:cNvCxnSpPr/>
            <p:nvPr/>
          </p:nvCxnSpPr>
          <p:spPr bwMode="auto">
            <a:xfrm flipH="1" flipV="1">
              <a:off x="1179961" y="1298088"/>
              <a:ext cx="247878" cy="0"/>
            </a:xfrm>
            <a:prstGeom prst="line">
              <a:avLst/>
            </a:prstGeom>
            <a:ln w="25400" cap="rnd">
              <a:solidFill>
                <a:schemeClr val="accent1">
                  <a:lumMod val="75000"/>
                </a:schemeClr>
              </a:solidFill>
              <a:round/>
            </a:ln>
          </p:spPr>
          <p:style>
            <a:lnRef idx="3">
              <a:schemeClr val="dk1"/>
            </a:lnRef>
            <a:fillRef idx="0">
              <a:schemeClr val="dk1"/>
            </a:fillRef>
            <a:effectRef idx="2">
              <a:schemeClr val="dk1"/>
            </a:effectRef>
            <a:fontRef idx="minor">
              <a:schemeClr val="tx1"/>
            </a:fontRef>
          </p:style>
        </p:cxnSp>
        <p:cxnSp>
          <p:nvCxnSpPr>
            <p:cNvPr id="333" name="Straight Connector 332">
              <a:extLst>
                <a:ext uri="{FF2B5EF4-FFF2-40B4-BE49-F238E27FC236}">
                  <a16:creationId xmlns:a16="http://schemas.microsoft.com/office/drawing/2014/main" id="{F3BCC8C2-4B40-76D8-03F7-6FB65D313C29}"/>
                </a:ext>
              </a:extLst>
            </p:cNvPr>
            <p:cNvCxnSpPr/>
            <p:nvPr/>
          </p:nvCxnSpPr>
          <p:spPr bwMode="auto">
            <a:xfrm flipH="1" flipV="1">
              <a:off x="1898809" y="1301270"/>
              <a:ext cx="247878" cy="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sp>
          <p:nvSpPr>
            <p:cNvPr id="334" name="Oval 333">
              <a:extLst>
                <a:ext uri="{FF2B5EF4-FFF2-40B4-BE49-F238E27FC236}">
                  <a16:creationId xmlns:a16="http://schemas.microsoft.com/office/drawing/2014/main" id="{253B3FD6-17AC-68BF-3209-2C2167BEF9B0}"/>
                </a:ext>
              </a:extLst>
            </p:cNvPr>
            <p:cNvSpPr/>
            <p:nvPr/>
          </p:nvSpPr>
          <p:spPr>
            <a:xfrm>
              <a:off x="1141231" y="1256723"/>
              <a:ext cx="82109" cy="77957"/>
            </a:xfrm>
            <a:prstGeom prst="ellipse">
              <a:avLst/>
            </a:prstGeom>
            <a:solidFill>
              <a:schemeClr val="accent1">
                <a:lumMod val="75000"/>
              </a:schemeClr>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35" name="Oval 334">
              <a:extLst>
                <a:ext uri="{FF2B5EF4-FFF2-40B4-BE49-F238E27FC236}">
                  <a16:creationId xmlns:a16="http://schemas.microsoft.com/office/drawing/2014/main" id="{1CEAD83B-C97F-A9E7-F908-477C361B1FD5}"/>
                </a:ext>
              </a:extLst>
            </p:cNvPr>
            <p:cNvSpPr/>
            <p:nvPr/>
          </p:nvSpPr>
          <p:spPr>
            <a:xfrm>
              <a:off x="1850783" y="1266269"/>
              <a:ext cx="82109" cy="77957"/>
            </a:xfrm>
            <a:prstGeom prst="ellipse">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cxnSp>
          <p:nvCxnSpPr>
            <p:cNvPr id="336" name="Straight Connector 335">
              <a:extLst>
                <a:ext uri="{FF2B5EF4-FFF2-40B4-BE49-F238E27FC236}">
                  <a16:creationId xmlns:a16="http://schemas.microsoft.com/office/drawing/2014/main" id="{991812E4-C3EC-4303-DDC8-FC971D86B028}"/>
                </a:ext>
              </a:extLst>
            </p:cNvPr>
            <p:cNvCxnSpPr/>
            <p:nvPr/>
          </p:nvCxnSpPr>
          <p:spPr bwMode="auto">
            <a:xfrm flipH="1" flipV="1">
              <a:off x="3198622" y="601250"/>
              <a:ext cx="0" cy="386602"/>
            </a:xfrm>
            <a:prstGeom prst="line">
              <a:avLst/>
            </a:prstGeom>
            <a:ln w="25400" cap="rnd">
              <a:solidFill>
                <a:schemeClr val="accent1">
                  <a:lumMod val="75000"/>
                </a:schemeClr>
              </a:solidFill>
              <a:round/>
            </a:ln>
          </p:spPr>
          <p:style>
            <a:lnRef idx="3">
              <a:schemeClr val="dk1"/>
            </a:lnRef>
            <a:fillRef idx="0">
              <a:schemeClr val="dk1"/>
            </a:fillRef>
            <a:effectRef idx="2">
              <a:schemeClr val="dk1"/>
            </a:effectRef>
            <a:fontRef idx="minor">
              <a:schemeClr val="tx1"/>
            </a:fontRef>
          </p:style>
        </p:cxnSp>
        <p:cxnSp>
          <p:nvCxnSpPr>
            <p:cNvPr id="337" name="Straight Connector 336">
              <a:extLst>
                <a:ext uri="{FF2B5EF4-FFF2-40B4-BE49-F238E27FC236}">
                  <a16:creationId xmlns:a16="http://schemas.microsoft.com/office/drawing/2014/main" id="{DE53B668-6524-5D7E-767A-FFF1D3825038}"/>
                </a:ext>
              </a:extLst>
            </p:cNvPr>
            <p:cNvCxnSpPr/>
            <p:nvPr/>
          </p:nvCxnSpPr>
          <p:spPr bwMode="auto">
            <a:xfrm flipV="1">
              <a:off x="4008874" y="453292"/>
              <a:ext cx="0" cy="534560"/>
            </a:xfrm>
            <a:prstGeom prst="line">
              <a:avLst/>
            </a:prstGeom>
            <a:ln w="25400" cap="rnd">
              <a:solidFill>
                <a:schemeClr val="tx1"/>
              </a:solidFill>
              <a:round/>
            </a:ln>
          </p:spPr>
          <p:style>
            <a:lnRef idx="3">
              <a:schemeClr val="dk1"/>
            </a:lnRef>
            <a:fillRef idx="0">
              <a:schemeClr val="dk1"/>
            </a:fillRef>
            <a:effectRef idx="2">
              <a:schemeClr val="dk1"/>
            </a:effectRef>
            <a:fontRef idx="minor">
              <a:schemeClr val="tx1"/>
            </a:fontRef>
          </p:style>
        </p:cxnSp>
        <p:cxnSp>
          <p:nvCxnSpPr>
            <p:cNvPr id="338" name="Straight Connector 337">
              <a:extLst>
                <a:ext uri="{FF2B5EF4-FFF2-40B4-BE49-F238E27FC236}">
                  <a16:creationId xmlns:a16="http://schemas.microsoft.com/office/drawing/2014/main" id="{70CBFF25-EC18-C73E-7C6D-0C7239CE7C12}"/>
                </a:ext>
              </a:extLst>
            </p:cNvPr>
            <p:cNvCxnSpPr/>
            <p:nvPr/>
          </p:nvCxnSpPr>
          <p:spPr bwMode="auto">
            <a:xfrm>
              <a:off x="2283020" y="1683098"/>
              <a:ext cx="1965986" cy="0"/>
            </a:xfrm>
            <a:prstGeom prst="line">
              <a:avLst/>
            </a:prstGeom>
            <a:ln w="25400" cap="rnd" cmpd="sng">
              <a:solidFill>
                <a:srgbClr val="FF0000"/>
              </a:solidFill>
              <a:prstDash val="sysDot"/>
              <a:round/>
              <a:headEnd type="triangle" w="med" len="lg"/>
            </a:ln>
          </p:spPr>
          <p:style>
            <a:lnRef idx="3">
              <a:schemeClr val="dk1"/>
            </a:lnRef>
            <a:fillRef idx="0">
              <a:schemeClr val="dk1"/>
            </a:fillRef>
            <a:effectRef idx="2">
              <a:schemeClr val="dk1"/>
            </a:effectRef>
            <a:fontRef idx="minor">
              <a:schemeClr val="tx1"/>
            </a:fontRef>
          </p:style>
        </p:cxnSp>
        <p:cxnSp>
          <p:nvCxnSpPr>
            <p:cNvPr id="339" name="Straight Connector 338">
              <a:extLst>
                <a:ext uri="{FF2B5EF4-FFF2-40B4-BE49-F238E27FC236}">
                  <a16:creationId xmlns:a16="http://schemas.microsoft.com/office/drawing/2014/main" id="{39C43B12-4F61-31B5-856B-3E329402B99C}"/>
                </a:ext>
              </a:extLst>
            </p:cNvPr>
            <p:cNvCxnSpPr/>
            <p:nvPr/>
          </p:nvCxnSpPr>
          <p:spPr bwMode="auto">
            <a:xfrm flipV="1">
              <a:off x="2283020" y="936942"/>
              <a:ext cx="0" cy="739792"/>
            </a:xfrm>
            <a:prstGeom prst="line">
              <a:avLst/>
            </a:prstGeom>
            <a:ln w="25400" cap="rnd">
              <a:solidFill>
                <a:srgbClr val="FF0000"/>
              </a:solidFill>
              <a:prstDash val="sysDot"/>
              <a:round/>
              <a:tailEnd type="none"/>
            </a:ln>
          </p:spPr>
          <p:style>
            <a:lnRef idx="3">
              <a:schemeClr val="dk1"/>
            </a:lnRef>
            <a:fillRef idx="0">
              <a:schemeClr val="dk1"/>
            </a:fillRef>
            <a:effectRef idx="2">
              <a:schemeClr val="dk1"/>
            </a:effectRef>
            <a:fontRef idx="minor">
              <a:schemeClr val="tx1"/>
            </a:fontRef>
          </p:style>
        </p:cxnSp>
        <p:cxnSp>
          <p:nvCxnSpPr>
            <p:cNvPr id="340" name="Straight Connector 339">
              <a:extLst>
                <a:ext uri="{FF2B5EF4-FFF2-40B4-BE49-F238E27FC236}">
                  <a16:creationId xmlns:a16="http://schemas.microsoft.com/office/drawing/2014/main" id="{474A8B16-A485-C980-298C-04C158A8E815}"/>
                </a:ext>
              </a:extLst>
            </p:cNvPr>
            <p:cNvCxnSpPr/>
            <p:nvPr/>
          </p:nvCxnSpPr>
          <p:spPr>
            <a:xfrm>
              <a:off x="2755539" y="1126265"/>
              <a:ext cx="0" cy="820931"/>
            </a:xfrm>
            <a:prstGeom prst="line">
              <a:avLst/>
            </a:prstGeom>
            <a:ln w="25400" cap="rnd">
              <a:solidFill>
                <a:srgbClr val="FF0000"/>
              </a:solidFill>
              <a:prstDash val="sysDot"/>
              <a:tailEnd type="triangle"/>
            </a:ln>
          </p:spPr>
          <p:style>
            <a:lnRef idx="2">
              <a:schemeClr val="dk1"/>
            </a:lnRef>
            <a:fillRef idx="0">
              <a:schemeClr val="dk1"/>
            </a:fillRef>
            <a:effectRef idx="1">
              <a:schemeClr val="dk1"/>
            </a:effectRef>
            <a:fontRef idx="minor">
              <a:schemeClr val="tx1"/>
            </a:fontRef>
          </p:style>
        </p:cxnSp>
        <p:cxnSp>
          <p:nvCxnSpPr>
            <p:cNvPr id="341" name="Elbow Connector 123">
              <a:extLst>
                <a:ext uri="{FF2B5EF4-FFF2-40B4-BE49-F238E27FC236}">
                  <a16:creationId xmlns:a16="http://schemas.microsoft.com/office/drawing/2014/main" id="{C04963AE-86F7-532D-20C5-1733892BAE39}"/>
                </a:ext>
              </a:extLst>
            </p:cNvPr>
            <p:cNvCxnSpPr/>
            <p:nvPr/>
          </p:nvCxnSpPr>
          <p:spPr bwMode="auto">
            <a:xfrm>
              <a:off x="2764835" y="1945606"/>
              <a:ext cx="495757" cy="466149"/>
            </a:xfrm>
            <a:prstGeom prst="bentConnector3">
              <a:avLst>
                <a:gd name="adj1" fmla="val 62745"/>
              </a:avLst>
            </a:prstGeom>
            <a:ln w="25400" cap="rnd">
              <a:solidFill>
                <a:srgbClr val="FF0000"/>
              </a:solidFill>
              <a:prstDash val="sysDot"/>
              <a:round/>
              <a:headEnd type="none"/>
              <a:tailEnd type="triangle"/>
            </a:ln>
          </p:spPr>
          <p:style>
            <a:lnRef idx="3">
              <a:schemeClr val="dk1"/>
            </a:lnRef>
            <a:fillRef idx="0">
              <a:schemeClr val="dk1"/>
            </a:fillRef>
            <a:effectRef idx="2">
              <a:schemeClr val="dk1"/>
            </a:effectRef>
            <a:fontRef idx="minor">
              <a:schemeClr val="tx1"/>
            </a:fontRef>
          </p:style>
        </p:cxnSp>
        <p:cxnSp>
          <p:nvCxnSpPr>
            <p:cNvPr id="342" name="Straight Connector 341">
              <a:extLst>
                <a:ext uri="{FF2B5EF4-FFF2-40B4-BE49-F238E27FC236}">
                  <a16:creationId xmlns:a16="http://schemas.microsoft.com/office/drawing/2014/main" id="{13744E7C-0FFE-20EE-2CEE-95E99806F1A5}"/>
                </a:ext>
              </a:extLst>
            </p:cNvPr>
            <p:cNvCxnSpPr/>
            <p:nvPr/>
          </p:nvCxnSpPr>
          <p:spPr bwMode="auto">
            <a:xfrm flipH="1" flipV="1">
              <a:off x="3421712" y="1536731"/>
              <a:ext cx="4647" cy="805022"/>
            </a:xfrm>
            <a:prstGeom prst="line">
              <a:avLst/>
            </a:prstGeom>
            <a:ln w="25400" cap="rnd">
              <a:solidFill>
                <a:srgbClr val="FF0000"/>
              </a:solidFill>
              <a:prstDash val="sysDot"/>
              <a:round/>
              <a:tailEnd type="triangle"/>
            </a:ln>
          </p:spPr>
          <p:style>
            <a:lnRef idx="3">
              <a:schemeClr val="dk1"/>
            </a:lnRef>
            <a:fillRef idx="0">
              <a:schemeClr val="dk1"/>
            </a:fillRef>
            <a:effectRef idx="2">
              <a:schemeClr val="dk1"/>
            </a:effectRef>
            <a:fontRef idx="minor">
              <a:schemeClr val="tx1"/>
            </a:fontRef>
          </p:style>
        </p:cxnSp>
        <p:cxnSp>
          <p:nvCxnSpPr>
            <p:cNvPr id="343" name="Straight Connector 342">
              <a:extLst>
                <a:ext uri="{FF2B5EF4-FFF2-40B4-BE49-F238E27FC236}">
                  <a16:creationId xmlns:a16="http://schemas.microsoft.com/office/drawing/2014/main" id="{81810F2F-BC6D-169F-2CF9-A5A5FAE24906}"/>
                </a:ext>
              </a:extLst>
            </p:cNvPr>
            <p:cNvCxnSpPr/>
            <p:nvPr/>
          </p:nvCxnSpPr>
          <p:spPr bwMode="auto">
            <a:xfrm>
              <a:off x="1539385" y="1566959"/>
              <a:ext cx="1863737" cy="0"/>
            </a:xfrm>
            <a:prstGeom prst="line">
              <a:avLst/>
            </a:prstGeom>
            <a:ln w="25400" cap="rnd" cmpd="sng">
              <a:solidFill>
                <a:srgbClr val="FF0000"/>
              </a:solidFill>
              <a:prstDash val="sysDot"/>
              <a:round/>
              <a:headEnd type="triangle" w="med" len="lg"/>
            </a:ln>
          </p:spPr>
          <p:style>
            <a:lnRef idx="3">
              <a:schemeClr val="dk1"/>
            </a:lnRef>
            <a:fillRef idx="0">
              <a:schemeClr val="dk1"/>
            </a:fillRef>
            <a:effectRef idx="2">
              <a:schemeClr val="dk1"/>
            </a:effectRef>
            <a:fontRef idx="minor">
              <a:schemeClr val="tx1"/>
            </a:fontRef>
          </p:style>
        </p:cxnSp>
        <p:cxnSp>
          <p:nvCxnSpPr>
            <p:cNvPr id="344" name="Straight Connector 343">
              <a:extLst>
                <a:ext uri="{FF2B5EF4-FFF2-40B4-BE49-F238E27FC236}">
                  <a16:creationId xmlns:a16="http://schemas.microsoft.com/office/drawing/2014/main" id="{173D997D-A6FD-1DC9-D60F-144B9F4433E9}"/>
                </a:ext>
              </a:extLst>
            </p:cNvPr>
            <p:cNvCxnSpPr/>
            <p:nvPr/>
          </p:nvCxnSpPr>
          <p:spPr bwMode="auto">
            <a:xfrm flipH="1" flipV="1">
              <a:off x="1502203" y="928987"/>
              <a:ext cx="0" cy="641154"/>
            </a:xfrm>
            <a:prstGeom prst="line">
              <a:avLst/>
            </a:prstGeom>
            <a:ln w="25400" cap="rnd">
              <a:solidFill>
                <a:srgbClr val="FF0000"/>
              </a:solidFill>
              <a:prstDash val="sysDot"/>
              <a:round/>
              <a:tailEnd type="none"/>
            </a:ln>
          </p:spPr>
          <p:style>
            <a:lnRef idx="3">
              <a:schemeClr val="dk1"/>
            </a:lnRef>
            <a:fillRef idx="0">
              <a:schemeClr val="dk1"/>
            </a:fillRef>
            <a:effectRef idx="2">
              <a:schemeClr val="dk1"/>
            </a:effectRef>
            <a:fontRef idx="minor">
              <a:schemeClr val="tx1"/>
            </a:fontRef>
          </p:style>
        </p:cxnSp>
        <p:cxnSp>
          <p:nvCxnSpPr>
            <p:cNvPr id="345" name="Straight Connector 344">
              <a:extLst>
                <a:ext uri="{FF2B5EF4-FFF2-40B4-BE49-F238E27FC236}">
                  <a16:creationId xmlns:a16="http://schemas.microsoft.com/office/drawing/2014/main" id="{28D30F8D-0985-65A6-B8A5-D99976AD07B7}"/>
                </a:ext>
              </a:extLst>
            </p:cNvPr>
            <p:cNvCxnSpPr/>
            <p:nvPr/>
          </p:nvCxnSpPr>
          <p:spPr bwMode="auto">
            <a:xfrm flipH="1" flipV="1">
              <a:off x="2283020" y="949670"/>
              <a:ext cx="165769" cy="1590"/>
            </a:xfrm>
            <a:prstGeom prst="line">
              <a:avLst/>
            </a:prstGeom>
            <a:ln w="25400" cap="rnd">
              <a:solidFill>
                <a:srgbClr val="FF0000"/>
              </a:solidFill>
              <a:prstDash val="sysDot"/>
              <a:round/>
              <a:headEnd type="triangle"/>
              <a:tailEnd type="none"/>
            </a:ln>
          </p:spPr>
          <p:style>
            <a:lnRef idx="3">
              <a:schemeClr val="dk1"/>
            </a:lnRef>
            <a:fillRef idx="0">
              <a:schemeClr val="dk1"/>
            </a:fillRef>
            <a:effectRef idx="2">
              <a:schemeClr val="dk1"/>
            </a:effectRef>
            <a:fontRef idx="minor">
              <a:schemeClr val="tx1"/>
            </a:fontRef>
          </p:style>
        </p:cxnSp>
        <p:cxnSp>
          <p:nvCxnSpPr>
            <p:cNvPr id="346" name="Straight Connector 345">
              <a:extLst>
                <a:ext uri="{FF2B5EF4-FFF2-40B4-BE49-F238E27FC236}">
                  <a16:creationId xmlns:a16="http://schemas.microsoft.com/office/drawing/2014/main" id="{C774F39D-E22F-F19C-6566-99D155C21A77}"/>
                </a:ext>
              </a:extLst>
            </p:cNvPr>
            <p:cNvCxnSpPr/>
            <p:nvPr/>
          </p:nvCxnSpPr>
          <p:spPr bwMode="auto">
            <a:xfrm flipH="1" flipV="1">
              <a:off x="1489809" y="935350"/>
              <a:ext cx="165769" cy="1591"/>
            </a:xfrm>
            <a:prstGeom prst="line">
              <a:avLst/>
            </a:prstGeom>
            <a:ln w="25400" cap="rnd">
              <a:solidFill>
                <a:srgbClr val="FF0000"/>
              </a:solidFill>
              <a:prstDash val="sysDot"/>
              <a:round/>
              <a:headEnd type="triangle"/>
              <a:tailEnd type="none"/>
            </a:ln>
          </p:spPr>
          <p:style>
            <a:lnRef idx="3">
              <a:schemeClr val="dk1"/>
            </a:lnRef>
            <a:fillRef idx="0">
              <a:schemeClr val="dk1"/>
            </a:fillRef>
            <a:effectRef idx="2">
              <a:schemeClr val="dk1"/>
            </a:effectRef>
            <a:fontRef idx="minor">
              <a:schemeClr val="tx1"/>
            </a:fontRef>
          </p:style>
        </p:cxnSp>
        <p:cxnSp>
          <p:nvCxnSpPr>
            <p:cNvPr id="347" name="Straight Connector 346">
              <a:extLst>
                <a:ext uri="{FF2B5EF4-FFF2-40B4-BE49-F238E27FC236}">
                  <a16:creationId xmlns:a16="http://schemas.microsoft.com/office/drawing/2014/main" id="{2EED433E-170F-34E8-6AC9-5A7C373C394E}"/>
                </a:ext>
              </a:extLst>
            </p:cNvPr>
            <p:cNvCxnSpPr/>
            <p:nvPr/>
          </p:nvCxnSpPr>
          <p:spPr>
            <a:xfrm>
              <a:off x="1945286" y="1119901"/>
              <a:ext cx="0" cy="820931"/>
            </a:xfrm>
            <a:prstGeom prst="line">
              <a:avLst/>
            </a:prstGeom>
            <a:ln w="25400" cap="rnd">
              <a:solidFill>
                <a:srgbClr val="FF0000"/>
              </a:solidFill>
              <a:prstDash val="sysDot"/>
              <a:tailEnd type="triangle"/>
            </a:ln>
          </p:spPr>
          <p:style>
            <a:lnRef idx="2">
              <a:schemeClr val="dk1"/>
            </a:lnRef>
            <a:fillRef idx="0">
              <a:schemeClr val="dk1"/>
            </a:fillRef>
            <a:effectRef idx="1">
              <a:schemeClr val="dk1"/>
            </a:effectRef>
            <a:fontRef idx="minor">
              <a:schemeClr val="tx1"/>
            </a:fontRef>
          </p:style>
        </p:cxnSp>
        <p:cxnSp>
          <p:nvCxnSpPr>
            <p:cNvPr id="348" name="Elbow Connector 130">
              <a:extLst>
                <a:ext uri="{FF2B5EF4-FFF2-40B4-BE49-F238E27FC236}">
                  <a16:creationId xmlns:a16="http://schemas.microsoft.com/office/drawing/2014/main" id="{16F34278-7979-13E9-25D7-C41CBD6B30BD}"/>
                </a:ext>
              </a:extLst>
            </p:cNvPr>
            <p:cNvCxnSpPr/>
            <p:nvPr/>
          </p:nvCxnSpPr>
          <p:spPr bwMode="auto">
            <a:xfrm>
              <a:off x="1979369" y="1959924"/>
              <a:ext cx="494208" cy="466150"/>
            </a:xfrm>
            <a:prstGeom prst="bentConnector3">
              <a:avLst>
                <a:gd name="adj1" fmla="val 62745"/>
              </a:avLst>
            </a:prstGeom>
            <a:ln w="25400" cap="rnd">
              <a:solidFill>
                <a:srgbClr val="FF0000"/>
              </a:solidFill>
              <a:prstDash val="sysDot"/>
              <a:round/>
              <a:headEnd type="none"/>
              <a:tailEnd type="triangle"/>
            </a:ln>
          </p:spPr>
          <p:style>
            <a:lnRef idx="3">
              <a:schemeClr val="dk1"/>
            </a:lnRef>
            <a:fillRef idx="0">
              <a:schemeClr val="dk1"/>
            </a:fillRef>
            <a:effectRef idx="2">
              <a:schemeClr val="dk1"/>
            </a:effectRef>
            <a:fontRef idx="minor">
              <a:schemeClr val="tx1"/>
            </a:fontRef>
          </p:style>
        </p:cxnSp>
        <p:cxnSp>
          <p:nvCxnSpPr>
            <p:cNvPr id="349" name="Straight Connector 348">
              <a:extLst>
                <a:ext uri="{FF2B5EF4-FFF2-40B4-BE49-F238E27FC236}">
                  <a16:creationId xmlns:a16="http://schemas.microsoft.com/office/drawing/2014/main" id="{981B393E-6381-C883-EAF2-D7E23B3F00CE}"/>
                </a:ext>
              </a:extLst>
            </p:cNvPr>
            <p:cNvCxnSpPr/>
            <p:nvPr/>
          </p:nvCxnSpPr>
          <p:spPr bwMode="auto">
            <a:xfrm flipH="1" flipV="1">
              <a:off x="2602164" y="1412636"/>
              <a:ext cx="1550" cy="828887"/>
            </a:xfrm>
            <a:prstGeom prst="line">
              <a:avLst/>
            </a:prstGeom>
            <a:ln w="25400" cap="rnd">
              <a:solidFill>
                <a:srgbClr val="FF0000"/>
              </a:solidFill>
              <a:prstDash val="sysDot"/>
              <a:round/>
              <a:tailEnd type="triangle"/>
            </a:ln>
          </p:spPr>
          <p:style>
            <a:lnRef idx="3">
              <a:schemeClr val="dk1"/>
            </a:lnRef>
            <a:fillRef idx="0">
              <a:schemeClr val="dk1"/>
            </a:fillRef>
            <a:effectRef idx="2">
              <a:schemeClr val="dk1"/>
            </a:effectRef>
            <a:fontRef idx="minor">
              <a:schemeClr val="tx1"/>
            </a:fontRef>
          </p:style>
        </p:cxnSp>
        <p:cxnSp>
          <p:nvCxnSpPr>
            <p:cNvPr id="350" name="Straight Connector 349">
              <a:extLst>
                <a:ext uri="{FF2B5EF4-FFF2-40B4-BE49-F238E27FC236}">
                  <a16:creationId xmlns:a16="http://schemas.microsoft.com/office/drawing/2014/main" id="{B15F99B4-BA79-C964-9751-F5BDFA7434C2}"/>
                </a:ext>
              </a:extLst>
            </p:cNvPr>
            <p:cNvCxnSpPr/>
            <p:nvPr/>
          </p:nvCxnSpPr>
          <p:spPr bwMode="auto">
            <a:xfrm>
              <a:off x="775610" y="1434910"/>
              <a:ext cx="1865285" cy="0"/>
            </a:xfrm>
            <a:prstGeom prst="line">
              <a:avLst/>
            </a:prstGeom>
            <a:ln w="25400" cap="rnd" cmpd="sng">
              <a:solidFill>
                <a:srgbClr val="FF0000"/>
              </a:solidFill>
              <a:prstDash val="sysDot"/>
              <a:round/>
              <a:headEnd type="triangle" w="med" len="lg"/>
            </a:ln>
          </p:spPr>
          <p:style>
            <a:lnRef idx="3">
              <a:schemeClr val="dk1"/>
            </a:lnRef>
            <a:fillRef idx="0">
              <a:schemeClr val="dk1"/>
            </a:fillRef>
            <a:effectRef idx="2">
              <a:schemeClr val="dk1"/>
            </a:effectRef>
            <a:fontRef idx="minor">
              <a:schemeClr val="tx1"/>
            </a:fontRef>
          </p:style>
        </p:cxnSp>
        <p:cxnSp>
          <p:nvCxnSpPr>
            <p:cNvPr id="351" name="Straight Connector 350">
              <a:extLst>
                <a:ext uri="{FF2B5EF4-FFF2-40B4-BE49-F238E27FC236}">
                  <a16:creationId xmlns:a16="http://schemas.microsoft.com/office/drawing/2014/main" id="{E0C0AEB7-F873-C885-1B9B-88B788EFB86A}"/>
                </a:ext>
              </a:extLst>
            </p:cNvPr>
            <p:cNvCxnSpPr/>
            <p:nvPr/>
          </p:nvCxnSpPr>
          <p:spPr bwMode="auto">
            <a:xfrm flipV="1">
              <a:off x="784905" y="936942"/>
              <a:ext cx="0" cy="477286"/>
            </a:xfrm>
            <a:prstGeom prst="line">
              <a:avLst/>
            </a:prstGeom>
            <a:ln w="25400" cap="rnd">
              <a:solidFill>
                <a:srgbClr val="FF0000"/>
              </a:solidFill>
              <a:prstDash val="sysDot"/>
              <a:round/>
              <a:tailEnd type="none"/>
            </a:ln>
          </p:spPr>
          <p:style>
            <a:lnRef idx="3">
              <a:schemeClr val="dk1"/>
            </a:lnRef>
            <a:fillRef idx="0">
              <a:schemeClr val="dk1"/>
            </a:fillRef>
            <a:effectRef idx="2">
              <a:schemeClr val="dk1"/>
            </a:effectRef>
            <a:fontRef idx="minor">
              <a:schemeClr val="tx1"/>
            </a:fontRef>
          </p:style>
        </p:cxnSp>
        <p:cxnSp>
          <p:nvCxnSpPr>
            <p:cNvPr id="352" name="Straight Connector 351">
              <a:extLst>
                <a:ext uri="{FF2B5EF4-FFF2-40B4-BE49-F238E27FC236}">
                  <a16:creationId xmlns:a16="http://schemas.microsoft.com/office/drawing/2014/main" id="{08BFF095-6E0A-56B0-57F9-BE48C0827AFE}"/>
                </a:ext>
              </a:extLst>
            </p:cNvPr>
            <p:cNvCxnSpPr/>
            <p:nvPr/>
          </p:nvCxnSpPr>
          <p:spPr bwMode="auto">
            <a:xfrm flipH="1" flipV="1">
              <a:off x="777159" y="928987"/>
              <a:ext cx="165769" cy="0"/>
            </a:xfrm>
            <a:prstGeom prst="line">
              <a:avLst/>
            </a:prstGeom>
            <a:ln w="25400" cap="rnd">
              <a:solidFill>
                <a:srgbClr val="FF0000"/>
              </a:solidFill>
              <a:prstDash val="sysDot"/>
              <a:round/>
              <a:headEnd type="triangle"/>
              <a:tailEnd type="none"/>
            </a:ln>
          </p:spPr>
          <p:style>
            <a:lnRef idx="3">
              <a:schemeClr val="dk1"/>
            </a:lnRef>
            <a:fillRef idx="0">
              <a:schemeClr val="dk1"/>
            </a:fillRef>
            <a:effectRef idx="2">
              <a:schemeClr val="dk1"/>
            </a:effectRef>
            <a:fontRef idx="minor">
              <a:schemeClr val="tx1"/>
            </a:fontRef>
          </p:style>
        </p:cxnSp>
        <p:cxnSp>
          <p:nvCxnSpPr>
            <p:cNvPr id="353" name="Straight Connector 352">
              <a:extLst>
                <a:ext uri="{FF2B5EF4-FFF2-40B4-BE49-F238E27FC236}">
                  <a16:creationId xmlns:a16="http://schemas.microsoft.com/office/drawing/2014/main" id="{44036391-52CE-043B-739E-C8468335EBB7}"/>
                </a:ext>
              </a:extLst>
            </p:cNvPr>
            <p:cNvCxnSpPr>
              <a:stCxn id="334" idx="4"/>
            </p:cNvCxnSpPr>
            <p:nvPr/>
          </p:nvCxnSpPr>
          <p:spPr>
            <a:xfrm flipH="1">
              <a:off x="1178412" y="1334680"/>
              <a:ext cx="3098" cy="1026164"/>
            </a:xfrm>
            <a:prstGeom prst="line">
              <a:avLst/>
            </a:prstGeom>
            <a:ln w="25400" cap="rnd">
              <a:solidFill>
                <a:schemeClr val="accent1">
                  <a:lumMod val="75000"/>
                </a:schemeClr>
              </a:solidFill>
              <a:headEnd type="triangle"/>
            </a:ln>
          </p:spPr>
          <p:style>
            <a:lnRef idx="2">
              <a:schemeClr val="dk1"/>
            </a:lnRef>
            <a:fillRef idx="0">
              <a:schemeClr val="dk1"/>
            </a:fillRef>
            <a:effectRef idx="1">
              <a:schemeClr val="dk1"/>
            </a:effectRef>
            <a:fontRef idx="minor">
              <a:schemeClr val="tx1"/>
            </a:fontRef>
          </p:style>
        </p:cxnSp>
        <p:cxnSp>
          <p:nvCxnSpPr>
            <p:cNvPr id="354" name="Straight Connector 353">
              <a:extLst>
                <a:ext uri="{FF2B5EF4-FFF2-40B4-BE49-F238E27FC236}">
                  <a16:creationId xmlns:a16="http://schemas.microsoft.com/office/drawing/2014/main" id="{61C2CB42-9D77-0901-83F2-46CD4F4F443E}"/>
                </a:ext>
              </a:extLst>
            </p:cNvPr>
            <p:cNvCxnSpPr/>
            <p:nvPr/>
          </p:nvCxnSpPr>
          <p:spPr>
            <a:xfrm flipV="1">
              <a:off x="1111795" y="1166039"/>
              <a:ext cx="0" cy="851159"/>
            </a:xfrm>
            <a:prstGeom prst="line">
              <a:avLst/>
            </a:prstGeom>
            <a:ln w="25400" cap="rnd">
              <a:solidFill>
                <a:srgbClr val="FFC000"/>
              </a:solidFill>
              <a:prstDash val="sysDash"/>
              <a:headEnd type="triangle"/>
            </a:ln>
          </p:spPr>
          <p:style>
            <a:lnRef idx="2">
              <a:schemeClr val="dk1"/>
            </a:lnRef>
            <a:fillRef idx="0">
              <a:schemeClr val="dk1"/>
            </a:fillRef>
            <a:effectRef idx="1">
              <a:schemeClr val="dk1"/>
            </a:effectRef>
            <a:fontRef idx="minor">
              <a:schemeClr val="tx1"/>
            </a:fontRef>
          </p:style>
        </p:cxnSp>
        <p:cxnSp>
          <p:nvCxnSpPr>
            <p:cNvPr id="355" name="Straight Connector 354">
              <a:extLst>
                <a:ext uri="{FF2B5EF4-FFF2-40B4-BE49-F238E27FC236}">
                  <a16:creationId xmlns:a16="http://schemas.microsoft.com/office/drawing/2014/main" id="{A6CE5215-5846-E9AB-43FE-7C1CF53428FA}"/>
                </a:ext>
              </a:extLst>
            </p:cNvPr>
            <p:cNvCxnSpPr/>
            <p:nvPr/>
          </p:nvCxnSpPr>
          <p:spPr bwMode="auto">
            <a:xfrm flipV="1">
              <a:off x="860818" y="2814266"/>
              <a:ext cx="3628321" cy="0"/>
            </a:xfrm>
            <a:prstGeom prst="line">
              <a:avLst/>
            </a:prstGeom>
            <a:ln w="25400" cap="rnd">
              <a:solidFill>
                <a:schemeClr val="tx1"/>
              </a:solidFill>
              <a:round/>
              <a:headEnd type="none" w="med" len="lg"/>
            </a:ln>
          </p:spPr>
          <p:style>
            <a:lnRef idx="3">
              <a:schemeClr val="dk1"/>
            </a:lnRef>
            <a:fillRef idx="0">
              <a:schemeClr val="dk1"/>
            </a:fillRef>
            <a:effectRef idx="2">
              <a:schemeClr val="dk1"/>
            </a:effectRef>
            <a:fontRef idx="minor">
              <a:schemeClr val="tx1"/>
            </a:fontRef>
          </p:style>
        </p:cxnSp>
        <p:cxnSp>
          <p:nvCxnSpPr>
            <p:cNvPr id="356" name="Straight Connector 355">
              <a:extLst>
                <a:ext uri="{FF2B5EF4-FFF2-40B4-BE49-F238E27FC236}">
                  <a16:creationId xmlns:a16="http://schemas.microsoft.com/office/drawing/2014/main" id="{503F20E5-1FC7-A044-1697-D38B96B837B0}"/>
                </a:ext>
              </a:extLst>
            </p:cNvPr>
            <p:cNvCxnSpPr/>
            <p:nvPr/>
          </p:nvCxnSpPr>
          <p:spPr>
            <a:xfrm>
              <a:off x="846875" y="2488120"/>
              <a:ext cx="0" cy="321372"/>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357" name="Straight Connector 356">
              <a:extLst>
                <a:ext uri="{FF2B5EF4-FFF2-40B4-BE49-F238E27FC236}">
                  <a16:creationId xmlns:a16="http://schemas.microsoft.com/office/drawing/2014/main" id="{94125940-DF38-32A4-C7F5-8286FB820B0F}"/>
                </a:ext>
              </a:extLst>
            </p:cNvPr>
            <p:cNvCxnSpPr/>
            <p:nvPr/>
          </p:nvCxnSpPr>
          <p:spPr>
            <a:xfrm>
              <a:off x="4486040" y="2042653"/>
              <a:ext cx="0" cy="774794"/>
            </a:xfrm>
            <a:prstGeom prst="line">
              <a:avLst/>
            </a:prstGeom>
            <a:ln w="25400" cap="rnd">
              <a:round/>
            </a:ln>
          </p:spPr>
          <p:style>
            <a:lnRef idx="2">
              <a:schemeClr val="dk1"/>
            </a:lnRef>
            <a:fillRef idx="0">
              <a:schemeClr val="dk1"/>
            </a:fillRef>
            <a:effectRef idx="1">
              <a:schemeClr val="dk1"/>
            </a:effectRef>
            <a:fontRef idx="minor">
              <a:schemeClr val="tx1"/>
            </a:fontRef>
          </p:style>
        </p:cxnSp>
        <p:cxnSp>
          <p:nvCxnSpPr>
            <p:cNvPr id="358" name="Straight Arrow Connector 357">
              <a:extLst>
                <a:ext uri="{FF2B5EF4-FFF2-40B4-BE49-F238E27FC236}">
                  <a16:creationId xmlns:a16="http://schemas.microsoft.com/office/drawing/2014/main" id="{D9220BC0-FE1F-0347-FD28-077A706D6BAD}"/>
                </a:ext>
              </a:extLst>
            </p:cNvPr>
            <p:cNvCxnSpPr/>
            <p:nvPr/>
          </p:nvCxnSpPr>
          <p:spPr>
            <a:xfrm>
              <a:off x="4307878" y="2041063"/>
              <a:ext cx="170416" cy="0"/>
            </a:xfrm>
            <a:prstGeom prst="straightConnector1">
              <a:avLst/>
            </a:prstGeom>
            <a:ln w="25400" cap="rnd"/>
          </p:spPr>
          <p:style>
            <a:lnRef idx="2">
              <a:schemeClr val="dk1"/>
            </a:lnRef>
            <a:fillRef idx="0">
              <a:schemeClr val="dk1"/>
            </a:fillRef>
            <a:effectRef idx="1">
              <a:schemeClr val="dk1"/>
            </a:effectRef>
            <a:fontRef idx="minor">
              <a:schemeClr val="tx1"/>
            </a:fontRef>
          </p:style>
        </p:cxnSp>
        <p:cxnSp>
          <p:nvCxnSpPr>
            <p:cNvPr id="359" name="Elbow Connector 141">
              <a:extLst>
                <a:ext uri="{FF2B5EF4-FFF2-40B4-BE49-F238E27FC236}">
                  <a16:creationId xmlns:a16="http://schemas.microsoft.com/office/drawing/2014/main" id="{01B0AEE1-8B6F-B9BE-D855-1A0FC1A14076}"/>
                </a:ext>
              </a:extLst>
            </p:cNvPr>
            <p:cNvCxnSpPr/>
            <p:nvPr/>
          </p:nvCxnSpPr>
          <p:spPr>
            <a:xfrm>
              <a:off x="4314075" y="1415818"/>
              <a:ext cx="247878" cy="155913"/>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0" name="Elbow Connector 142">
              <a:extLst>
                <a:ext uri="{FF2B5EF4-FFF2-40B4-BE49-F238E27FC236}">
                  <a16:creationId xmlns:a16="http://schemas.microsoft.com/office/drawing/2014/main" id="{A818BC85-792C-01ED-6621-221F762A4752}"/>
                </a:ext>
              </a:extLst>
            </p:cNvPr>
            <p:cNvCxnSpPr/>
            <p:nvPr/>
          </p:nvCxnSpPr>
          <p:spPr>
            <a:xfrm flipV="1">
              <a:off x="873212" y="2119019"/>
              <a:ext cx="246330" cy="154323"/>
            </a:xfrm>
            <a:prstGeom prst="bentConnector3">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Elbow Connector 143">
              <a:extLst>
                <a:ext uri="{FF2B5EF4-FFF2-40B4-BE49-F238E27FC236}">
                  <a16:creationId xmlns:a16="http://schemas.microsoft.com/office/drawing/2014/main" id="{3639605D-7203-815F-CEA5-69037CC0BF76}"/>
                </a:ext>
              </a:extLst>
            </p:cNvPr>
            <p:cNvCxnSpPr/>
            <p:nvPr/>
          </p:nvCxnSpPr>
          <p:spPr>
            <a:xfrm>
              <a:off x="2894971" y="736482"/>
              <a:ext cx="247878" cy="154322"/>
            </a:xfrm>
            <a:prstGeom prst="bentConnector3">
              <a:avLst>
                <a:gd name="adj1"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2" name="Elbow Connector 144">
              <a:extLst>
                <a:ext uri="{FF2B5EF4-FFF2-40B4-BE49-F238E27FC236}">
                  <a16:creationId xmlns:a16="http://schemas.microsoft.com/office/drawing/2014/main" id="{45226D51-689A-BA68-0795-1EF46FC14653}"/>
                </a:ext>
              </a:extLst>
            </p:cNvPr>
            <p:cNvCxnSpPr/>
            <p:nvPr/>
          </p:nvCxnSpPr>
          <p:spPr>
            <a:xfrm flipV="1">
              <a:off x="3852401" y="2160384"/>
              <a:ext cx="247878" cy="154323"/>
            </a:xfrm>
            <a:prstGeom prst="bentConnector3">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3" name="Elbow Connector 145">
              <a:extLst>
                <a:ext uri="{FF2B5EF4-FFF2-40B4-BE49-F238E27FC236}">
                  <a16:creationId xmlns:a16="http://schemas.microsoft.com/office/drawing/2014/main" id="{32689D90-7948-7693-91D8-ACD110CB879D}"/>
                </a:ext>
              </a:extLst>
            </p:cNvPr>
            <p:cNvCxnSpPr/>
            <p:nvPr/>
          </p:nvCxnSpPr>
          <p:spPr>
            <a:xfrm>
              <a:off x="868564" y="599660"/>
              <a:ext cx="247878" cy="152731"/>
            </a:xfrm>
            <a:prstGeom prst="bentConnector3">
              <a:avLst>
                <a:gd name="adj1" fmla="val 50000"/>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64" name="Elbow Connector 146">
              <a:extLst>
                <a:ext uri="{FF2B5EF4-FFF2-40B4-BE49-F238E27FC236}">
                  <a16:creationId xmlns:a16="http://schemas.microsoft.com/office/drawing/2014/main" id="{618B8B57-1D89-62D6-551B-2DD063CD7B8A}"/>
                </a:ext>
              </a:extLst>
            </p:cNvPr>
            <p:cNvCxnSpPr/>
            <p:nvPr/>
          </p:nvCxnSpPr>
          <p:spPr>
            <a:xfrm>
              <a:off x="2320202" y="2106292"/>
              <a:ext cx="247878" cy="155913"/>
            </a:xfrm>
            <a:prstGeom prst="bentConnector3">
              <a:avLst>
                <a:gd name="adj1" fmla="val 50000"/>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65" name="Elbow Connector 147">
              <a:extLst>
                <a:ext uri="{FF2B5EF4-FFF2-40B4-BE49-F238E27FC236}">
                  <a16:creationId xmlns:a16="http://schemas.microsoft.com/office/drawing/2014/main" id="{1E10D87F-022D-B1EF-5304-1687149ED77D}"/>
                </a:ext>
              </a:extLst>
            </p:cNvPr>
            <p:cNvCxnSpPr/>
            <p:nvPr/>
          </p:nvCxnSpPr>
          <p:spPr>
            <a:xfrm flipV="1">
              <a:off x="1533188" y="2096746"/>
              <a:ext cx="246330" cy="154323"/>
            </a:xfrm>
            <a:prstGeom prst="bentConnector3">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66" name="Elbow Connector 148">
              <a:extLst>
                <a:ext uri="{FF2B5EF4-FFF2-40B4-BE49-F238E27FC236}">
                  <a16:creationId xmlns:a16="http://schemas.microsoft.com/office/drawing/2014/main" id="{B2B37882-3593-5001-713A-B947E7B29BB8}"/>
                </a:ext>
              </a:extLst>
            </p:cNvPr>
            <p:cNvCxnSpPr/>
            <p:nvPr/>
          </p:nvCxnSpPr>
          <p:spPr>
            <a:xfrm flipV="1">
              <a:off x="2802016" y="1282178"/>
              <a:ext cx="247878" cy="154323"/>
            </a:xfrm>
            <a:prstGeom prst="bentConnector3">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67" name="Elbow Connector 149">
              <a:extLst>
                <a:ext uri="{FF2B5EF4-FFF2-40B4-BE49-F238E27FC236}">
                  <a16:creationId xmlns:a16="http://schemas.microsoft.com/office/drawing/2014/main" id="{099A7BF3-07E8-2EB3-F469-110E1FD1DFC6}"/>
                </a:ext>
              </a:extLst>
            </p:cNvPr>
            <p:cNvCxnSpPr/>
            <p:nvPr/>
          </p:nvCxnSpPr>
          <p:spPr>
            <a:xfrm>
              <a:off x="3554947" y="1390363"/>
              <a:ext cx="247878" cy="15591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8" name="Elbow Connector 150">
              <a:extLst>
                <a:ext uri="{FF2B5EF4-FFF2-40B4-BE49-F238E27FC236}">
                  <a16:creationId xmlns:a16="http://schemas.microsoft.com/office/drawing/2014/main" id="{C5EBD50E-6DDA-281A-DC0D-049FC4A82FB1}"/>
                </a:ext>
              </a:extLst>
            </p:cNvPr>
            <p:cNvCxnSpPr/>
            <p:nvPr/>
          </p:nvCxnSpPr>
          <p:spPr>
            <a:xfrm>
              <a:off x="3091724" y="1277406"/>
              <a:ext cx="247878" cy="15591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69" name="Rectangle 272">
              <a:extLst>
                <a:ext uri="{FF2B5EF4-FFF2-40B4-BE49-F238E27FC236}">
                  <a16:creationId xmlns:a16="http://schemas.microsoft.com/office/drawing/2014/main" id="{CDFFE1B4-C661-D875-5AA4-F88ED2DCC0DD}"/>
                </a:ext>
              </a:extLst>
            </p:cNvPr>
            <p:cNvSpPr>
              <a:spLocks noChangeArrowheads="1"/>
            </p:cNvSpPr>
            <p:nvPr/>
          </p:nvSpPr>
          <p:spPr bwMode="auto">
            <a:xfrm>
              <a:off x="1444882" y="348290"/>
              <a:ext cx="407450" cy="30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sz="1400" b="1">
                  <a:solidFill>
                    <a:schemeClr val="accent5">
                      <a:lumMod val="75000"/>
                    </a:schemeClr>
                  </a:solidFill>
                  <a:latin typeface="Times New Roman" panose="02020603050405020304" pitchFamily="18" charset="0"/>
                  <a:cs typeface="Times New Roman" panose="02020603050405020304" pitchFamily="18" charset="0"/>
                </a:rPr>
                <a:t>P1</a:t>
              </a:r>
              <a:endParaRPr lang="en-US" sz="1400" b="1" baseline="-2500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70" name="Rectangle 272">
              <a:extLst>
                <a:ext uri="{FF2B5EF4-FFF2-40B4-BE49-F238E27FC236}">
                  <a16:creationId xmlns:a16="http://schemas.microsoft.com/office/drawing/2014/main" id="{A21FB5A5-1F6E-60E1-3981-702EF8D5D9E8}"/>
                </a:ext>
              </a:extLst>
            </p:cNvPr>
            <p:cNvSpPr>
              <a:spLocks noChangeArrowheads="1"/>
            </p:cNvSpPr>
            <p:nvPr/>
          </p:nvSpPr>
          <p:spPr bwMode="auto">
            <a:xfrm>
              <a:off x="1149068" y="1762886"/>
              <a:ext cx="4724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solidFill>
                    <a:srgbClr val="FFC000"/>
                  </a:solidFill>
                  <a:latin typeface="Times New Roman" panose="02020603050405020304" pitchFamily="18" charset="0"/>
                  <a:cs typeface="Times New Roman" panose="02020603050405020304" pitchFamily="18" charset="0"/>
                </a:rPr>
                <a:t>P2</a:t>
              </a:r>
              <a:endParaRPr lang="en-US" sz="1400" b="1" baseline="-25000">
                <a:solidFill>
                  <a:srgbClr val="FFC000"/>
                </a:solidFill>
                <a:latin typeface="Times New Roman" panose="02020603050405020304" pitchFamily="18" charset="0"/>
                <a:cs typeface="Times New Roman" panose="02020603050405020304" pitchFamily="18" charset="0"/>
              </a:endParaRPr>
            </a:p>
          </p:txBody>
        </p:sp>
        <p:sp>
          <p:nvSpPr>
            <p:cNvPr id="371" name="Rectangle 272">
              <a:extLst>
                <a:ext uri="{FF2B5EF4-FFF2-40B4-BE49-F238E27FC236}">
                  <a16:creationId xmlns:a16="http://schemas.microsoft.com/office/drawing/2014/main" id="{3B278A43-E031-B277-B7A3-571BF4AE00BE}"/>
                </a:ext>
              </a:extLst>
            </p:cNvPr>
            <p:cNvSpPr>
              <a:spLocks noChangeArrowheads="1"/>
            </p:cNvSpPr>
            <p:nvPr/>
          </p:nvSpPr>
          <p:spPr bwMode="auto">
            <a:xfrm>
              <a:off x="3601567" y="1627095"/>
              <a:ext cx="4800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solidFill>
                    <a:srgbClr val="FF0000"/>
                  </a:solidFill>
                  <a:latin typeface="Times New Roman" panose="02020603050405020304" pitchFamily="18" charset="0"/>
                  <a:cs typeface="Times New Roman" panose="02020603050405020304" pitchFamily="18" charset="0"/>
                </a:rPr>
                <a:t>P3</a:t>
              </a:r>
              <a:endParaRPr lang="en-US" sz="1400" b="1" baseline="-25000">
                <a:solidFill>
                  <a:srgbClr val="FF0000"/>
                </a:solidFill>
                <a:latin typeface="Times New Roman" panose="02020603050405020304" pitchFamily="18" charset="0"/>
                <a:cs typeface="Times New Roman" panose="02020603050405020304" pitchFamily="18" charset="0"/>
              </a:endParaRPr>
            </a:p>
          </p:txBody>
        </p:sp>
        <p:sp>
          <p:nvSpPr>
            <p:cNvPr id="372" name="Rectangle 272">
              <a:extLst>
                <a:ext uri="{FF2B5EF4-FFF2-40B4-BE49-F238E27FC236}">
                  <a16:creationId xmlns:a16="http://schemas.microsoft.com/office/drawing/2014/main" id="{0DB97405-EE41-7EA8-0412-F768D21ADE43}"/>
                </a:ext>
              </a:extLst>
            </p:cNvPr>
            <p:cNvSpPr>
              <a:spLocks noChangeArrowheads="1"/>
            </p:cNvSpPr>
            <p:nvPr/>
          </p:nvSpPr>
          <p:spPr bwMode="auto">
            <a:xfrm>
              <a:off x="2821409" y="2749607"/>
              <a:ext cx="4161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P4</a:t>
              </a:r>
              <a:endParaRPr lang="en-US" sz="1400" b="1" baseline="-25000">
                <a:latin typeface="Times New Roman" panose="02020603050405020304" pitchFamily="18" charset="0"/>
                <a:cs typeface="Times New Roman" panose="02020603050405020304" pitchFamily="18" charset="0"/>
              </a:endParaRPr>
            </a:p>
          </p:txBody>
        </p:sp>
        <p:sp>
          <p:nvSpPr>
            <p:cNvPr id="373" name="Rectangle 272">
              <a:extLst>
                <a:ext uri="{FF2B5EF4-FFF2-40B4-BE49-F238E27FC236}">
                  <a16:creationId xmlns:a16="http://schemas.microsoft.com/office/drawing/2014/main" id="{441BE65F-974C-E4B6-DF3D-0F4E44EEF9E8}"/>
                </a:ext>
              </a:extLst>
            </p:cNvPr>
            <p:cNvSpPr>
              <a:spLocks noChangeArrowheads="1"/>
            </p:cNvSpPr>
            <p:nvPr/>
          </p:nvSpPr>
          <p:spPr bwMode="auto">
            <a:xfrm rot="5400000">
              <a:off x="4347830" y="2230973"/>
              <a:ext cx="5418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F</a:t>
              </a:r>
              <a:r>
                <a:rPr lang="en-US" sz="1400" b="1" baseline="-25000">
                  <a:latin typeface="Times New Roman" panose="02020603050405020304" pitchFamily="18" charset="0"/>
                  <a:cs typeface="Times New Roman" panose="02020603050405020304" pitchFamily="18" charset="0"/>
                </a:rPr>
                <a:t>OSC</a:t>
              </a:r>
            </a:p>
          </p:txBody>
        </p:sp>
        <p:sp>
          <p:nvSpPr>
            <p:cNvPr id="374" name="Oval 373">
              <a:extLst>
                <a:ext uri="{FF2B5EF4-FFF2-40B4-BE49-F238E27FC236}">
                  <a16:creationId xmlns:a16="http://schemas.microsoft.com/office/drawing/2014/main" id="{DF92F872-D484-243D-AFB0-05909EFB78DA}"/>
                </a:ext>
              </a:extLst>
            </p:cNvPr>
            <p:cNvSpPr/>
            <p:nvPr/>
          </p:nvSpPr>
          <p:spPr>
            <a:xfrm>
              <a:off x="4252105" y="2007652"/>
              <a:ext cx="82109" cy="77957"/>
            </a:xfrm>
            <a:prstGeom prst="ellipse">
              <a:avLst/>
            </a:prstGeom>
            <a:solidFill>
              <a:schemeClr val="tx1"/>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p>
          </p:txBody>
        </p:sp>
        <p:sp>
          <p:nvSpPr>
            <p:cNvPr id="375" name="Rectangle 272">
              <a:extLst>
                <a:ext uri="{FF2B5EF4-FFF2-40B4-BE49-F238E27FC236}">
                  <a16:creationId xmlns:a16="http://schemas.microsoft.com/office/drawing/2014/main" id="{1ED14221-94EB-3744-4DDF-59720514109D}"/>
                </a:ext>
              </a:extLst>
            </p:cNvPr>
            <p:cNvSpPr>
              <a:spLocks noChangeArrowheads="1"/>
            </p:cNvSpPr>
            <p:nvPr/>
          </p:nvSpPr>
          <p:spPr bwMode="auto">
            <a:xfrm>
              <a:off x="1130262" y="1536604"/>
              <a:ext cx="47249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400" b="1">
                  <a:latin typeface="Times New Roman" panose="02020603050405020304" pitchFamily="18" charset="0"/>
                  <a:cs typeface="Times New Roman" panose="02020603050405020304" pitchFamily="18" charset="0"/>
                </a:rPr>
                <a:t>A</a:t>
              </a:r>
              <a:endParaRPr lang="en-US" sz="1400" b="1" baseline="-25000">
                <a:latin typeface="Times New Roman" panose="02020603050405020304" pitchFamily="18" charset="0"/>
                <a:cs typeface="Times New Roman" panose="02020603050405020304" pitchFamily="18" charset="0"/>
              </a:endParaRPr>
            </a:p>
          </p:txBody>
        </p:sp>
        <p:cxnSp>
          <p:nvCxnSpPr>
            <p:cNvPr id="376" name="Elbow Connector 158">
              <a:extLst>
                <a:ext uri="{FF2B5EF4-FFF2-40B4-BE49-F238E27FC236}">
                  <a16:creationId xmlns:a16="http://schemas.microsoft.com/office/drawing/2014/main" id="{A14D1801-CBE4-78AB-46D7-39C33B02AB53}"/>
                </a:ext>
              </a:extLst>
            </p:cNvPr>
            <p:cNvCxnSpPr/>
            <p:nvPr/>
          </p:nvCxnSpPr>
          <p:spPr>
            <a:xfrm>
              <a:off x="2194714" y="720572"/>
              <a:ext cx="247878" cy="15591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7" name="Elbow Connector 159">
              <a:extLst>
                <a:ext uri="{FF2B5EF4-FFF2-40B4-BE49-F238E27FC236}">
                  <a16:creationId xmlns:a16="http://schemas.microsoft.com/office/drawing/2014/main" id="{B815BAD7-9683-19C0-9476-F87FA49D43C2}"/>
                </a:ext>
              </a:extLst>
            </p:cNvPr>
            <p:cNvCxnSpPr/>
            <p:nvPr/>
          </p:nvCxnSpPr>
          <p:spPr>
            <a:xfrm>
              <a:off x="1449529" y="671252"/>
              <a:ext cx="247878" cy="154323"/>
            </a:xfrm>
            <a:prstGeom prst="bentConnector3">
              <a:avLst>
                <a:gd name="adj1" fmla="val 50000"/>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8" name="Elbow Connector 160">
              <a:extLst>
                <a:ext uri="{FF2B5EF4-FFF2-40B4-BE49-F238E27FC236}">
                  <a16:creationId xmlns:a16="http://schemas.microsoft.com/office/drawing/2014/main" id="{CA9AE332-34F2-D245-4FF2-00E836480FCE}"/>
                </a:ext>
              </a:extLst>
            </p:cNvPr>
            <p:cNvCxnSpPr/>
            <p:nvPr/>
          </p:nvCxnSpPr>
          <p:spPr>
            <a:xfrm flipV="1">
              <a:off x="3105667" y="2147656"/>
              <a:ext cx="247878" cy="154323"/>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9" name="Elbow Connector 161">
              <a:extLst>
                <a:ext uri="{FF2B5EF4-FFF2-40B4-BE49-F238E27FC236}">
                  <a16:creationId xmlns:a16="http://schemas.microsoft.com/office/drawing/2014/main" id="{F81C81E3-A859-C893-5F05-F0C813BAFF00}"/>
                </a:ext>
              </a:extLst>
            </p:cNvPr>
            <p:cNvCxnSpPr/>
            <p:nvPr/>
          </p:nvCxnSpPr>
          <p:spPr>
            <a:xfrm flipV="1">
              <a:off x="2320202" y="1870831"/>
              <a:ext cx="247878" cy="155913"/>
            </a:xfrm>
            <a:prstGeom prst="bentConnector3">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380" name="Picture 379">
            <a:extLst>
              <a:ext uri="{FF2B5EF4-FFF2-40B4-BE49-F238E27FC236}">
                <a16:creationId xmlns:a16="http://schemas.microsoft.com/office/drawing/2014/main" id="{792D218E-9250-3008-0E69-AB0F7E8441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61273" y="4067456"/>
            <a:ext cx="1971250" cy="1555444"/>
          </a:xfrm>
          <a:prstGeom prst="rect">
            <a:avLst/>
          </a:prstGeom>
        </p:spPr>
      </p:pic>
      <p:sp>
        <p:nvSpPr>
          <p:cNvPr id="381" name="Rectangle 380">
            <a:extLst>
              <a:ext uri="{FF2B5EF4-FFF2-40B4-BE49-F238E27FC236}">
                <a16:creationId xmlns:a16="http://schemas.microsoft.com/office/drawing/2014/main" id="{BE5F8825-8D3C-4423-22D4-2F9CAD16E315}"/>
              </a:ext>
            </a:extLst>
          </p:cNvPr>
          <p:cNvSpPr/>
          <p:nvPr/>
        </p:nvSpPr>
        <p:spPr>
          <a:xfrm>
            <a:off x="6294121" y="5564096"/>
            <a:ext cx="4616825" cy="584775"/>
          </a:xfrm>
          <a:prstGeom prst="rect">
            <a:avLst/>
          </a:prstGeom>
        </p:spPr>
        <p:txBody>
          <a:bodyPr wrap="square">
            <a:spAutoFit/>
          </a:bodyPr>
          <a:lstStyle/>
          <a:p>
            <a:pPr algn="ctr"/>
            <a:r>
              <a:rPr lang="en-US" sz="1600" u="sng" dirty="0"/>
              <a:t> Signal flow paths of 5 Stage (NSO) MSSROs </a:t>
            </a:r>
          </a:p>
          <a:p>
            <a:pPr algn="ctr"/>
            <a:r>
              <a:rPr lang="en-US" sz="1600" u="sng" dirty="0"/>
              <a:t>Its phases</a:t>
            </a:r>
          </a:p>
        </p:txBody>
      </p:sp>
      <mc:AlternateContent xmlns:mc="http://schemas.openxmlformats.org/markup-compatibility/2006" xmlns:a14="http://schemas.microsoft.com/office/drawing/2010/main">
        <mc:Choice Requires="a14">
          <p:sp>
            <p:nvSpPr>
              <p:cNvPr id="382" name="Object 360">
                <a:extLst>
                  <a:ext uri="{FF2B5EF4-FFF2-40B4-BE49-F238E27FC236}">
                    <a16:creationId xmlns:a16="http://schemas.microsoft.com/office/drawing/2014/main" id="{347B52D6-C980-D140-B2F0-ECE50944C6FD}"/>
                  </a:ext>
                </a:extLst>
              </p:cNvPr>
              <p:cNvSpPr txBox="1"/>
              <p:nvPr/>
            </p:nvSpPr>
            <p:spPr>
              <a:xfrm>
                <a:off x="6732888" y="4879389"/>
                <a:ext cx="2524125" cy="476250"/>
              </a:xfrm>
              <a:prstGeom prst="rect">
                <a:avLst/>
              </a:prstGeom>
              <a:noFill/>
              <a:ln>
                <a:solidFill>
                  <a:srgbClr val="FF0000"/>
                </a:solidFill>
              </a:ln>
            </p:spPr>
            <p:txBody>
              <a:bodyPr>
                <a:normAutofit/>
              </a:bodyPr>
              <a:lstStyle/>
              <a:p>
                <a:pPr/>
                <a14:m>
                  <m:oMathPara xmlns:m="http://schemas.openxmlformats.org/officeDocument/2006/math">
                    <m:oMathParaPr>
                      <m:jc m:val="left"/>
                    </m:oMathParaPr>
                    <m:oMath xmlns:m="http://schemas.openxmlformats.org/officeDocument/2006/math">
                      <m:sSubSup>
                        <m:sSubSupPr>
                          <m:ctrlPr>
                            <a:rPr lang="en-IN" i="1">
                              <a:solidFill>
                                <a:srgbClr val="000000"/>
                              </a:solidFill>
                              <a:latin typeface="Cambria Math" panose="02040503050406030204" pitchFamily="18" charset="0"/>
                            </a:rPr>
                          </m:ctrlPr>
                        </m:sSubSupPr>
                        <m:e>
                          <m:r>
                            <a:rPr lang="en-IN" i="1">
                              <a:solidFill>
                                <a:srgbClr val="000000"/>
                              </a:solidFill>
                              <a:latin typeface="Cambria Math" panose="02040503050406030204" pitchFamily="18" charset="0"/>
                            </a:rPr>
                            <m:t>𝐹</m:t>
                          </m:r>
                        </m:e>
                        <m:sub>
                          <m:r>
                            <a:rPr lang="en-IN" i="1">
                              <a:solidFill>
                                <a:srgbClr val="000000"/>
                              </a:solidFill>
                              <a:latin typeface="Cambria Math" panose="02040503050406030204" pitchFamily="18" charset="0"/>
                            </a:rPr>
                            <m:t>𝑂𝑆𝐶</m:t>
                          </m:r>
                        </m:sub>
                        <m:sup>
                          <m:r>
                            <a:rPr lang="en-IN" i="1">
                              <a:solidFill>
                                <a:srgbClr val="000000"/>
                              </a:solidFill>
                              <a:latin typeface="Cambria Math" panose="02040503050406030204" pitchFamily="18" charset="0"/>
                            </a:rPr>
                            <m:t>3</m:t>
                          </m:r>
                          <m:r>
                            <a:rPr lang="en-IN" i="1">
                              <a:solidFill>
                                <a:srgbClr val="000000"/>
                              </a:solidFill>
                              <a:latin typeface="Cambria Math" panose="02040503050406030204" pitchFamily="18" charset="0"/>
                            </a:rPr>
                            <m:t>𝑁</m:t>
                          </m:r>
                          <m:r>
                            <a:rPr lang="en-IN" i="1">
                              <a:solidFill>
                                <a:srgbClr val="000000"/>
                              </a:solidFill>
                              <a:latin typeface="Cambria Math" panose="02040503050406030204" pitchFamily="18" charset="0"/>
                            </a:rPr>
                            <m:t>−1</m:t>
                          </m:r>
                        </m:sup>
                      </m:sSubSup>
                      <m:r>
                        <a:rPr lang="en-IN" i="1">
                          <a:solidFill>
                            <a:srgbClr val="000000"/>
                          </a:solidFill>
                          <a:latin typeface="Cambria Math" panose="02040503050406030204" pitchFamily="18" charset="0"/>
                        </a:rPr>
                        <m:t>&gt;</m:t>
                      </m:r>
                      <m:sSubSup>
                        <m:sSubSupPr>
                          <m:ctrlPr>
                            <a:rPr lang="en-IN" i="1">
                              <a:solidFill>
                                <a:srgbClr val="000000"/>
                              </a:solidFill>
                              <a:latin typeface="Cambria Math" panose="02040503050406030204" pitchFamily="18" charset="0"/>
                            </a:rPr>
                          </m:ctrlPr>
                        </m:sSubSupPr>
                        <m:e>
                          <m:r>
                            <a:rPr lang="en-IN" i="1">
                              <a:solidFill>
                                <a:srgbClr val="000000"/>
                              </a:solidFill>
                              <a:latin typeface="Cambria Math" panose="02040503050406030204" pitchFamily="18" charset="0"/>
                            </a:rPr>
                            <m:t>𝐹</m:t>
                          </m:r>
                        </m:e>
                        <m:sub>
                          <m:r>
                            <a:rPr lang="en-IN" i="1">
                              <a:solidFill>
                                <a:srgbClr val="000000"/>
                              </a:solidFill>
                              <a:latin typeface="Cambria Math" panose="02040503050406030204" pitchFamily="18" charset="0"/>
                            </a:rPr>
                            <m:t>𝑂𝑆𝐶</m:t>
                          </m:r>
                        </m:sub>
                        <m:sup>
                          <m:r>
                            <a:rPr lang="en-IN" i="1">
                              <a:solidFill>
                                <a:srgbClr val="000000"/>
                              </a:solidFill>
                              <a:latin typeface="Cambria Math" panose="02040503050406030204" pitchFamily="18" charset="0"/>
                            </a:rPr>
                            <m:t>3−</m:t>
                          </m:r>
                          <m:r>
                            <a:rPr lang="en-IN" i="1">
                              <a:solidFill>
                                <a:srgbClr val="000000"/>
                              </a:solidFill>
                              <a:latin typeface="Cambria Math" panose="02040503050406030204" pitchFamily="18" charset="0"/>
                            </a:rPr>
                            <m:t>𝑆𝑡𝑎𝑔𝑒</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𝐶𝑜𝑛𝑣</m:t>
                          </m:r>
                        </m:sup>
                      </m:sSubSup>
                    </m:oMath>
                  </m:oMathPara>
                </a14:m>
                <a:endParaRPr lang="en-IN" dirty="0"/>
              </a:p>
            </p:txBody>
          </p:sp>
        </mc:Choice>
        <mc:Fallback xmlns="">
          <p:sp>
            <p:nvSpPr>
              <p:cNvPr id="382" name="Object 360">
                <a:extLst>
                  <a:ext uri="{FF2B5EF4-FFF2-40B4-BE49-F238E27FC236}">
                    <a16:creationId xmlns:a16="http://schemas.microsoft.com/office/drawing/2014/main" id="{347B52D6-C980-D140-B2F0-ECE50944C6FD}"/>
                  </a:ext>
                </a:extLst>
              </p:cNvPr>
              <p:cNvSpPr txBox="1">
                <a:spLocks noRot="1" noChangeAspect="1" noMove="1" noResize="1" noEditPoints="1" noAdjustHandles="1" noChangeArrowheads="1" noChangeShapeType="1" noTextEdit="1"/>
              </p:cNvSpPr>
              <p:nvPr/>
            </p:nvSpPr>
            <p:spPr>
              <a:xfrm>
                <a:off x="6732888" y="4879389"/>
                <a:ext cx="2524125" cy="476250"/>
              </a:xfrm>
              <a:prstGeom prst="rect">
                <a:avLst/>
              </a:prstGeom>
              <a:blipFill>
                <a:blip r:embed="rId4"/>
                <a:stretch>
                  <a:fillRect/>
                </a:stretch>
              </a:blipFill>
              <a:ln>
                <a:solidFill>
                  <a:srgbClr val="FF0000"/>
                </a:solidFill>
              </a:ln>
            </p:spPr>
            <p:txBody>
              <a:bodyPr/>
              <a:lstStyle/>
              <a:p>
                <a:r>
                  <a:rPr lang="en-US">
                    <a:noFill/>
                  </a:rPr>
                  <a:t> </a:t>
                </a:r>
              </a:p>
            </p:txBody>
          </p:sp>
        </mc:Fallback>
      </mc:AlternateContent>
      <p:grpSp>
        <p:nvGrpSpPr>
          <p:cNvPr id="384" name="Group 383">
            <a:extLst>
              <a:ext uri="{FF2B5EF4-FFF2-40B4-BE49-F238E27FC236}">
                <a16:creationId xmlns:a16="http://schemas.microsoft.com/office/drawing/2014/main" id="{088A2102-758F-C0DF-5797-B9E9893A544C}"/>
              </a:ext>
            </a:extLst>
          </p:cNvPr>
          <p:cNvGrpSpPr/>
          <p:nvPr/>
        </p:nvGrpSpPr>
        <p:grpSpPr>
          <a:xfrm>
            <a:off x="536297" y="4374868"/>
            <a:ext cx="445350" cy="637809"/>
            <a:chOff x="1776139" y="3289314"/>
            <a:chExt cx="472338" cy="660239"/>
          </a:xfrm>
        </p:grpSpPr>
        <p:sp>
          <p:nvSpPr>
            <p:cNvPr id="385" name="Oval 384">
              <a:extLst>
                <a:ext uri="{FF2B5EF4-FFF2-40B4-BE49-F238E27FC236}">
                  <a16:creationId xmlns:a16="http://schemas.microsoft.com/office/drawing/2014/main" id="{6F750C09-0EB0-8AAB-7AB6-AA22E1C2E19A}"/>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6" name="Oval 385">
              <a:extLst>
                <a:ext uri="{FF2B5EF4-FFF2-40B4-BE49-F238E27FC236}">
                  <a16:creationId xmlns:a16="http://schemas.microsoft.com/office/drawing/2014/main" id="{6F3C5AAF-182D-5C3D-437D-76DE6FE65393}"/>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387" name="Oval 386">
              <a:extLst>
                <a:ext uri="{FF2B5EF4-FFF2-40B4-BE49-F238E27FC236}">
                  <a16:creationId xmlns:a16="http://schemas.microsoft.com/office/drawing/2014/main" id="{32E07EFB-7616-FDDE-64E6-2EE36777ACBF}"/>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388" name="Arc 387">
              <a:extLst>
                <a:ext uri="{FF2B5EF4-FFF2-40B4-BE49-F238E27FC236}">
                  <a16:creationId xmlns:a16="http://schemas.microsoft.com/office/drawing/2014/main" id="{6A24224D-60D6-E122-6B34-FDD515B75EAD}"/>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389" name="Group 388">
            <a:extLst>
              <a:ext uri="{FF2B5EF4-FFF2-40B4-BE49-F238E27FC236}">
                <a16:creationId xmlns:a16="http://schemas.microsoft.com/office/drawing/2014/main" id="{4C2F7AF9-E653-83AE-C379-658E2813EC1A}"/>
              </a:ext>
            </a:extLst>
          </p:cNvPr>
          <p:cNvGrpSpPr/>
          <p:nvPr/>
        </p:nvGrpSpPr>
        <p:grpSpPr>
          <a:xfrm>
            <a:off x="5876165" y="4883267"/>
            <a:ext cx="435826" cy="459337"/>
            <a:chOff x="1776139" y="3223476"/>
            <a:chExt cx="462237" cy="475491"/>
          </a:xfrm>
        </p:grpSpPr>
        <p:sp>
          <p:nvSpPr>
            <p:cNvPr id="390" name="Oval 389">
              <a:extLst>
                <a:ext uri="{FF2B5EF4-FFF2-40B4-BE49-F238E27FC236}">
                  <a16:creationId xmlns:a16="http://schemas.microsoft.com/office/drawing/2014/main" id="{BA3E6E96-A8A5-5819-70BB-099F77CC8E9B}"/>
                </a:ext>
              </a:extLst>
            </p:cNvPr>
            <p:cNvSpPr/>
            <p:nvPr/>
          </p:nvSpPr>
          <p:spPr>
            <a:xfrm>
              <a:off x="1776139" y="3289314"/>
              <a:ext cx="432000" cy="409653"/>
            </a:xfrm>
            <a:prstGeom prst="ellipse">
              <a:avLst/>
            </a:prstGeom>
            <a:solidFill>
              <a:schemeClr val="bg1"/>
            </a:solidFill>
            <a:ln w="444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1" name="Oval 390">
              <a:extLst>
                <a:ext uri="{FF2B5EF4-FFF2-40B4-BE49-F238E27FC236}">
                  <a16:creationId xmlns:a16="http://schemas.microsoft.com/office/drawing/2014/main" id="{E5F96AE3-42EF-8D32-4919-5618B986E2D5}"/>
                </a:ext>
              </a:extLst>
            </p:cNvPr>
            <p:cNvSpPr/>
            <p:nvPr/>
          </p:nvSpPr>
          <p:spPr bwMode="auto">
            <a:xfrm>
              <a:off x="1872337" y="3410307"/>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392" name="Oval 391">
              <a:extLst>
                <a:ext uri="{FF2B5EF4-FFF2-40B4-BE49-F238E27FC236}">
                  <a16:creationId xmlns:a16="http://schemas.microsoft.com/office/drawing/2014/main" id="{B3D3DE76-1FBA-A081-234F-EDE1B4671D54}"/>
                </a:ext>
              </a:extLst>
            </p:cNvPr>
            <p:cNvSpPr/>
            <p:nvPr/>
          </p:nvSpPr>
          <p:spPr bwMode="auto">
            <a:xfrm>
              <a:off x="2027187" y="3406984"/>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393" name="Arc 392">
              <a:extLst>
                <a:ext uri="{FF2B5EF4-FFF2-40B4-BE49-F238E27FC236}">
                  <a16:creationId xmlns:a16="http://schemas.microsoft.com/office/drawing/2014/main" id="{A216DCB5-C7FB-CC17-7677-26ADDF4DE1A5}"/>
                </a:ext>
              </a:extLst>
            </p:cNvPr>
            <p:cNvSpPr/>
            <p:nvPr/>
          </p:nvSpPr>
          <p:spPr>
            <a:xfrm rot="8155382">
              <a:off x="1795794" y="3223476"/>
              <a:ext cx="442582" cy="369556"/>
            </a:xfrm>
            <a:prstGeom prst="arc">
              <a:avLst>
                <a:gd name="adj1" fmla="val 17114423"/>
                <a:gd name="adj2" fmla="val 0"/>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396" name="TextBox 395">
            <a:extLst>
              <a:ext uri="{FF2B5EF4-FFF2-40B4-BE49-F238E27FC236}">
                <a16:creationId xmlns:a16="http://schemas.microsoft.com/office/drawing/2014/main" id="{E423C0B9-78A7-F432-60A2-C9608AA94C64}"/>
              </a:ext>
            </a:extLst>
          </p:cNvPr>
          <p:cNvSpPr txBox="1"/>
          <p:nvPr/>
        </p:nvSpPr>
        <p:spPr>
          <a:xfrm>
            <a:off x="4179464" y="5173610"/>
            <a:ext cx="487957" cy="369332"/>
          </a:xfrm>
          <a:prstGeom prst="rect">
            <a:avLst/>
          </a:prstGeom>
          <a:noFill/>
        </p:spPr>
        <p:txBody>
          <a:bodyPr wrap="square">
            <a:spAutoFit/>
          </a:bodyPr>
          <a:lstStyle/>
          <a:p>
            <a:r>
              <a:rPr lang="en-IN" dirty="0"/>
              <a:t>(b)</a:t>
            </a:r>
          </a:p>
        </p:txBody>
      </p:sp>
      <p:sp>
        <p:nvSpPr>
          <p:cNvPr id="397" name="TextBox 396">
            <a:extLst>
              <a:ext uri="{FF2B5EF4-FFF2-40B4-BE49-F238E27FC236}">
                <a16:creationId xmlns:a16="http://schemas.microsoft.com/office/drawing/2014/main" id="{F4173588-7D32-2C55-D25C-63F1A434DD2A}"/>
              </a:ext>
            </a:extLst>
          </p:cNvPr>
          <p:cNvSpPr txBox="1"/>
          <p:nvPr/>
        </p:nvSpPr>
        <p:spPr>
          <a:xfrm>
            <a:off x="4716938" y="2997983"/>
            <a:ext cx="487957" cy="369332"/>
          </a:xfrm>
          <a:prstGeom prst="rect">
            <a:avLst/>
          </a:prstGeom>
          <a:noFill/>
        </p:spPr>
        <p:txBody>
          <a:bodyPr wrap="square">
            <a:spAutoFit/>
          </a:bodyPr>
          <a:lstStyle/>
          <a:p>
            <a:r>
              <a:rPr lang="en-IN" dirty="0"/>
              <a:t>(a)</a:t>
            </a:r>
          </a:p>
        </p:txBody>
      </p:sp>
      <p:sp>
        <p:nvSpPr>
          <p:cNvPr id="398" name="TextBox 397">
            <a:extLst>
              <a:ext uri="{FF2B5EF4-FFF2-40B4-BE49-F238E27FC236}">
                <a16:creationId xmlns:a16="http://schemas.microsoft.com/office/drawing/2014/main" id="{C3E11ED3-2DDD-CDDC-B148-FF3FDE264E16}"/>
              </a:ext>
            </a:extLst>
          </p:cNvPr>
          <p:cNvSpPr txBox="1"/>
          <p:nvPr/>
        </p:nvSpPr>
        <p:spPr>
          <a:xfrm>
            <a:off x="11341928" y="3222699"/>
            <a:ext cx="487957" cy="369332"/>
          </a:xfrm>
          <a:prstGeom prst="rect">
            <a:avLst/>
          </a:prstGeom>
          <a:noFill/>
        </p:spPr>
        <p:txBody>
          <a:bodyPr wrap="square">
            <a:spAutoFit/>
          </a:bodyPr>
          <a:lstStyle/>
          <a:p>
            <a:r>
              <a:rPr lang="en-IN" dirty="0"/>
              <a:t>(c)</a:t>
            </a:r>
          </a:p>
        </p:txBody>
      </p:sp>
      <p:sp>
        <p:nvSpPr>
          <p:cNvPr id="399" name="TextBox 398">
            <a:extLst>
              <a:ext uri="{FF2B5EF4-FFF2-40B4-BE49-F238E27FC236}">
                <a16:creationId xmlns:a16="http://schemas.microsoft.com/office/drawing/2014/main" id="{1772F32A-7A9F-8EEE-5F8B-74CBC1F1EF6E}"/>
              </a:ext>
            </a:extLst>
          </p:cNvPr>
          <p:cNvSpPr txBox="1"/>
          <p:nvPr/>
        </p:nvSpPr>
        <p:spPr>
          <a:xfrm>
            <a:off x="11711015" y="5334786"/>
            <a:ext cx="487957" cy="369332"/>
          </a:xfrm>
          <a:prstGeom prst="rect">
            <a:avLst/>
          </a:prstGeom>
          <a:noFill/>
        </p:spPr>
        <p:txBody>
          <a:bodyPr wrap="square">
            <a:spAutoFit/>
          </a:bodyPr>
          <a:lstStyle/>
          <a:p>
            <a:r>
              <a:rPr lang="en-IN" b="1" dirty="0"/>
              <a:t>(d)</a:t>
            </a:r>
          </a:p>
        </p:txBody>
      </p:sp>
      <p:sp>
        <p:nvSpPr>
          <p:cNvPr id="401" name="TextBox 400">
            <a:extLst>
              <a:ext uri="{FF2B5EF4-FFF2-40B4-BE49-F238E27FC236}">
                <a16:creationId xmlns:a16="http://schemas.microsoft.com/office/drawing/2014/main" id="{957E56FB-0622-D43C-4383-4D651DA834E1}"/>
              </a:ext>
            </a:extLst>
          </p:cNvPr>
          <p:cNvSpPr txBox="1"/>
          <p:nvPr/>
        </p:nvSpPr>
        <p:spPr>
          <a:xfrm>
            <a:off x="1437964" y="6030667"/>
            <a:ext cx="487957" cy="369332"/>
          </a:xfrm>
          <a:prstGeom prst="rect">
            <a:avLst/>
          </a:prstGeom>
          <a:noFill/>
        </p:spPr>
        <p:txBody>
          <a:bodyPr wrap="square">
            <a:spAutoFit/>
          </a:bodyPr>
          <a:lstStyle/>
          <a:p>
            <a:r>
              <a:rPr lang="en-IN" dirty="0"/>
              <a:t>(b)</a:t>
            </a:r>
          </a:p>
        </p:txBody>
      </p:sp>
      <p:sp>
        <p:nvSpPr>
          <p:cNvPr id="402" name="TextBox 401">
            <a:extLst>
              <a:ext uri="{FF2B5EF4-FFF2-40B4-BE49-F238E27FC236}">
                <a16:creationId xmlns:a16="http://schemas.microsoft.com/office/drawing/2014/main" id="{153B2708-0960-28B6-CB3A-42A74EA97C0E}"/>
              </a:ext>
            </a:extLst>
          </p:cNvPr>
          <p:cNvSpPr txBox="1"/>
          <p:nvPr/>
        </p:nvSpPr>
        <p:spPr>
          <a:xfrm>
            <a:off x="6096000" y="5506590"/>
            <a:ext cx="487957" cy="369332"/>
          </a:xfrm>
          <a:prstGeom prst="rect">
            <a:avLst/>
          </a:prstGeom>
          <a:noFill/>
        </p:spPr>
        <p:txBody>
          <a:bodyPr wrap="square">
            <a:spAutoFit/>
          </a:bodyPr>
          <a:lstStyle/>
          <a:p>
            <a:r>
              <a:rPr lang="en-IN" dirty="0"/>
              <a:t>(c)</a:t>
            </a:r>
          </a:p>
        </p:txBody>
      </p:sp>
      <p:sp>
        <p:nvSpPr>
          <p:cNvPr id="403" name="TextBox 402">
            <a:extLst>
              <a:ext uri="{FF2B5EF4-FFF2-40B4-BE49-F238E27FC236}">
                <a16:creationId xmlns:a16="http://schemas.microsoft.com/office/drawing/2014/main" id="{8AC73DDF-BBA6-5F9B-620D-6667721662E8}"/>
              </a:ext>
            </a:extLst>
          </p:cNvPr>
          <p:cNvSpPr txBox="1"/>
          <p:nvPr/>
        </p:nvSpPr>
        <p:spPr>
          <a:xfrm>
            <a:off x="7486640" y="5822000"/>
            <a:ext cx="487957" cy="369332"/>
          </a:xfrm>
          <a:prstGeom prst="rect">
            <a:avLst/>
          </a:prstGeom>
          <a:noFill/>
        </p:spPr>
        <p:txBody>
          <a:bodyPr wrap="square">
            <a:spAutoFit/>
          </a:bodyPr>
          <a:lstStyle/>
          <a:p>
            <a:r>
              <a:rPr lang="en-IN" dirty="0"/>
              <a:t>(d)</a:t>
            </a:r>
          </a:p>
        </p:txBody>
      </p:sp>
      <p:sp>
        <p:nvSpPr>
          <p:cNvPr id="404" name="TextBox 403">
            <a:extLst>
              <a:ext uri="{FF2B5EF4-FFF2-40B4-BE49-F238E27FC236}">
                <a16:creationId xmlns:a16="http://schemas.microsoft.com/office/drawing/2014/main" id="{A96A9DD0-CF71-AAAE-0586-A6E6A3F531BB}"/>
              </a:ext>
            </a:extLst>
          </p:cNvPr>
          <p:cNvSpPr txBox="1"/>
          <p:nvPr/>
        </p:nvSpPr>
        <p:spPr>
          <a:xfrm>
            <a:off x="3775216" y="3947297"/>
            <a:ext cx="1499083" cy="646331"/>
          </a:xfrm>
          <a:prstGeom prst="rect">
            <a:avLst/>
          </a:prstGeom>
          <a:noFill/>
        </p:spPr>
        <p:txBody>
          <a:bodyPr wrap="square">
            <a:spAutoFit/>
          </a:bodyPr>
          <a:lstStyle/>
          <a:p>
            <a:pPr algn="ctr"/>
            <a:r>
              <a:rPr lang="en-IN" b="1" dirty="0"/>
              <a:t>Overlapped Phases</a:t>
            </a:r>
          </a:p>
        </p:txBody>
      </p:sp>
      <p:sp>
        <p:nvSpPr>
          <p:cNvPr id="408" name="Slide Number Placeholder 3">
            <a:extLst>
              <a:ext uri="{FF2B5EF4-FFF2-40B4-BE49-F238E27FC236}">
                <a16:creationId xmlns:a16="http://schemas.microsoft.com/office/drawing/2014/main" id="{A11B4A61-0694-909D-1E41-78186ADF93D8}"/>
              </a:ext>
            </a:extLst>
          </p:cNvPr>
          <p:cNvSpPr txBox="1">
            <a:spLocks/>
          </p:cNvSpPr>
          <p:nvPr/>
        </p:nvSpPr>
        <p:spPr>
          <a:xfrm>
            <a:off x="4849280" y="6496018"/>
            <a:ext cx="1248000" cy="288000"/>
          </a:xfrm>
          <a:prstGeom prst="rect">
            <a:avLst/>
          </a:prstGeom>
        </p:spPr>
        <p:txBody>
          <a:bodyPr vert="horz" lIns="91440" tIns="45720" rIns="91440" bIns="45720" rtlCol="0" anchor="ctr"/>
          <a:lstStyle>
            <a:defPPr>
              <a:defRPr lang="en-US"/>
            </a:defPPr>
            <a:lvl1pPr marL="0" algn="r" defTabSz="914400" rtl="0" eaLnBrk="1" latinLnBrk="0" hangingPunct="1">
              <a:defRPr sz="1400" b="1"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5A9FE30-EA4F-4BEC-A613-F46EDCC7C20D}" type="slidenum">
              <a:rPr lang="en-IN" sz="1600" smtClean="0">
                <a:solidFill>
                  <a:schemeClr val="bg1"/>
                </a:solidFill>
              </a:rPr>
              <a:pPr/>
              <a:t>41</a:t>
            </a:fld>
            <a:endParaRPr lang="en-IN" sz="1600" dirty="0">
              <a:solidFill>
                <a:schemeClr val="bg1"/>
              </a:solidFill>
            </a:endParaRPr>
          </a:p>
        </p:txBody>
      </p:sp>
      <mc:AlternateContent xmlns:mc="http://schemas.openxmlformats.org/markup-compatibility/2006" xmlns:a14="http://schemas.microsoft.com/office/drawing/2010/main">
        <mc:Choice Requires="a14">
          <p:sp>
            <p:nvSpPr>
              <p:cNvPr id="409" name="Rectangle 408">
                <a:extLst>
                  <a:ext uri="{FF2B5EF4-FFF2-40B4-BE49-F238E27FC236}">
                    <a16:creationId xmlns:a16="http://schemas.microsoft.com/office/drawing/2014/main" id="{C0CC517C-1EA7-4E0C-7477-C5D8ED8B6601}"/>
                  </a:ext>
                </a:extLst>
              </p:cNvPr>
              <p:cNvSpPr/>
              <p:nvPr/>
            </p:nvSpPr>
            <p:spPr>
              <a:xfrm>
                <a:off x="5791880" y="4085033"/>
                <a:ext cx="3685753" cy="738792"/>
              </a:xfrm>
              <a:prstGeom prst="rect">
                <a:avLst/>
              </a:prstGeom>
              <a:noFill/>
              <a:ln>
                <a:solidFill>
                  <a:srgbClr val="FF000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𝐹</m:t>
                          </m:r>
                        </m:e>
                        <m:sub>
                          <m:r>
                            <a:rPr lang="en-IN" i="1">
                              <a:latin typeface="Cambria Math" panose="02040503050406030204" pitchFamily="18" charset="0"/>
                            </a:rPr>
                            <m:t>𝑂𝑆𝐶</m:t>
                          </m:r>
                        </m:sub>
                      </m:sSub>
                      <m:r>
                        <a:rPr lang="en-IN">
                          <a:latin typeface="Cambria Math" panose="02040503050406030204" pitchFamily="18" charset="0"/>
                        </a:rPr>
                        <m:t>=</m:t>
                      </m:r>
                      <m:d>
                        <m:dPr>
                          <m:ctrlPr>
                            <a:rPr lang="en-IN" i="1">
                              <a:latin typeface="Cambria Math" panose="02040503050406030204" pitchFamily="18" charset="0"/>
                            </a:rPr>
                          </m:ctrlPr>
                        </m:dPr>
                        <m:e>
                          <m:f>
                            <m:fPr>
                              <m:ctrlPr>
                                <a:rPr lang="en-IN" i="1">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3×</m:t>
                              </m:r>
                              <m:sSubSup>
                                <m:sSubSupPr>
                                  <m:ctrlPr>
                                    <a:rPr lang="en-IN" i="1">
                                      <a:latin typeface="Cambria Math" panose="02040503050406030204" pitchFamily="18" charset="0"/>
                                    </a:rPr>
                                  </m:ctrlPr>
                                </m:sSubSupPr>
                                <m:e>
                                  <m:r>
                                    <a:rPr lang="en-IN" b="0" i="1" smtClean="0">
                                      <a:latin typeface="Cambria Math" panose="02040503050406030204" pitchFamily="18" charset="0"/>
                                    </a:rPr>
                                    <m:t>(</m:t>
                                  </m:r>
                                  <m:r>
                                    <a:rPr lang="en-IN" i="1">
                                      <a:latin typeface="Cambria Math" panose="02040503050406030204" pitchFamily="18" charset="0"/>
                                    </a:rPr>
                                    <m:t>𝑡</m:t>
                                  </m:r>
                                </m:e>
                                <m:sub>
                                  <m:r>
                                    <a:rPr lang="en-IN" i="1">
                                      <a:latin typeface="Cambria Math" panose="02040503050406030204" pitchFamily="18" charset="0"/>
                                    </a:rPr>
                                    <m:t>𝑛𝑙h</m:t>
                                  </m:r>
                                </m:sub>
                                <m:sup>
                                  <m:r>
                                    <a:rPr lang="en-IN" i="1">
                                      <a:latin typeface="Cambria Math" panose="02040503050406030204" pitchFamily="18" charset="0"/>
                                    </a:rPr>
                                    <m:t>𝑝</m:t>
                                  </m:r>
                                </m:sup>
                              </m:sSubSup>
                              <m:r>
                                <a:rPr lang="en-IN">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𝑡</m:t>
                                  </m:r>
                                </m:e>
                                <m:sub>
                                  <m:r>
                                    <a:rPr lang="en-IN" b="0" i="1" smtClean="0">
                                      <a:latin typeface="Cambria Math" panose="02040503050406030204" pitchFamily="18" charset="0"/>
                                    </a:rPr>
                                    <m:t>𝑛</m:t>
                                  </m:r>
                                  <m:r>
                                    <a:rPr lang="en-IN" i="1">
                                      <a:latin typeface="Cambria Math" panose="02040503050406030204" pitchFamily="18" charset="0"/>
                                    </a:rPr>
                                    <m:t>h</m:t>
                                  </m:r>
                                  <m:r>
                                    <a:rPr lang="en-IN" b="0" i="1" smtClean="0">
                                      <a:latin typeface="Cambria Math" panose="02040503050406030204" pitchFamily="18" charset="0"/>
                                    </a:rPr>
                                    <m:t>𝑙</m:t>
                                  </m:r>
                                </m:sub>
                                <m:sup>
                                  <m:r>
                                    <a:rPr lang="en-IN" i="1">
                                      <a:latin typeface="Cambria Math" panose="02040503050406030204" pitchFamily="18" charset="0"/>
                                    </a:rPr>
                                    <m:t>𝑛</m:t>
                                  </m:r>
                                </m:sup>
                              </m:sSubSup>
                              <m:r>
                                <a:rPr lang="en-IN" b="0" i="0"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𝑆𝐾𝐸𝑊</m:t>
                                  </m:r>
                                </m:sub>
                              </m:sSub>
                            </m:den>
                          </m:f>
                        </m:e>
                      </m:d>
                    </m:oMath>
                  </m:oMathPara>
                </a14:m>
                <a:endParaRPr lang="en-IN" dirty="0"/>
              </a:p>
            </p:txBody>
          </p:sp>
        </mc:Choice>
        <mc:Fallback xmlns="">
          <p:sp>
            <p:nvSpPr>
              <p:cNvPr id="409" name="Rectangle 408">
                <a:extLst>
                  <a:ext uri="{FF2B5EF4-FFF2-40B4-BE49-F238E27FC236}">
                    <a16:creationId xmlns:a16="http://schemas.microsoft.com/office/drawing/2014/main" id="{C0CC517C-1EA7-4E0C-7477-C5D8ED8B6601}"/>
                  </a:ext>
                </a:extLst>
              </p:cNvPr>
              <p:cNvSpPr>
                <a:spLocks noRot="1" noChangeAspect="1" noMove="1" noResize="1" noEditPoints="1" noAdjustHandles="1" noChangeArrowheads="1" noChangeShapeType="1" noTextEdit="1"/>
              </p:cNvSpPr>
              <p:nvPr/>
            </p:nvSpPr>
            <p:spPr>
              <a:xfrm>
                <a:off x="5791880" y="4085033"/>
                <a:ext cx="3685753" cy="738792"/>
              </a:xfrm>
              <a:prstGeom prst="rect">
                <a:avLst/>
              </a:prstGeom>
              <a:blipFill>
                <a:blip r:embed="rId5"/>
                <a:stretch>
                  <a:fillRect b="-2439"/>
                </a:stretch>
              </a:blipFill>
              <a:ln>
                <a:solidFill>
                  <a:srgbClr val="FF0000"/>
                </a:solidFill>
              </a:ln>
            </p:spPr>
            <p:txBody>
              <a:bodyPr/>
              <a:lstStyle/>
              <a:p>
                <a:r>
                  <a:rPr lang="en-US">
                    <a:noFill/>
                  </a:rPr>
                  <a:t> </a:t>
                </a:r>
              </a:p>
            </p:txBody>
          </p:sp>
        </mc:Fallback>
      </mc:AlternateContent>
      <p:grpSp>
        <p:nvGrpSpPr>
          <p:cNvPr id="410" name="Group 409">
            <a:extLst>
              <a:ext uri="{FF2B5EF4-FFF2-40B4-BE49-F238E27FC236}">
                <a16:creationId xmlns:a16="http://schemas.microsoft.com/office/drawing/2014/main" id="{C99617AA-776C-CD34-496A-2FD4F1A6ACFF}"/>
              </a:ext>
            </a:extLst>
          </p:cNvPr>
          <p:cNvGrpSpPr/>
          <p:nvPr/>
        </p:nvGrpSpPr>
        <p:grpSpPr>
          <a:xfrm>
            <a:off x="5656429" y="757397"/>
            <a:ext cx="1789173" cy="2609918"/>
            <a:chOff x="5656632" y="1046870"/>
            <a:chExt cx="1789173" cy="2609918"/>
          </a:xfrm>
        </p:grpSpPr>
        <p:sp>
          <p:nvSpPr>
            <p:cNvPr id="411" name="TextBox 410">
              <a:extLst>
                <a:ext uri="{FF2B5EF4-FFF2-40B4-BE49-F238E27FC236}">
                  <a16:creationId xmlns:a16="http://schemas.microsoft.com/office/drawing/2014/main" id="{0BDADB86-7ED8-EACF-1CFB-D4DB5C3B58E4}"/>
                </a:ext>
              </a:extLst>
            </p:cNvPr>
            <p:cNvSpPr txBox="1"/>
            <p:nvPr/>
          </p:nvSpPr>
          <p:spPr>
            <a:xfrm>
              <a:off x="6232198" y="3231981"/>
              <a:ext cx="345399" cy="417117"/>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T</a:t>
              </a:r>
              <a:r>
                <a:rPr lang="en-US" sz="1000" b="1" baseline="-25000">
                  <a:latin typeface="Times New Roman" panose="02020603050405020304" pitchFamily="18" charset="0"/>
                  <a:cs typeface="Times New Roman" panose="02020603050405020304" pitchFamily="18" charset="0"/>
                </a:rPr>
                <a:t>4</a:t>
              </a:r>
            </a:p>
            <a:p>
              <a:endParaRPr lang="en-US" sz="1000" b="1">
                <a:latin typeface="Times New Roman" panose="02020603050405020304" pitchFamily="18" charset="0"/>
                <a:cs typeface="Times New Roman" panose="02020603050405020304" pitchFamily="18" charset="0"/>
              </a:endParaRPr>
            </a:p>
          </p:txBody>
        </p:sp>
        <p:sp>
          <p:nvSpPr>
            <p:cNvPr id="412" name="TextBox 411">
              <a:extLst>
                <a:ext uri="{FF2B5EF4-FFF2-40B4-BE49-F238E27FC236}">
                  <a16:creationId xmlns:a16="http://schemas.microsoft.com/office/drawing/2014/main" id="{2CA5A0B8-3743-BF04-A4E2-8AD5FD3AE549}"/>
                </a:ext>
              </a:extLst>
            </p:cNvPr>
            <p:cNvSpPr txBox="1"/>
            <p:nvPr/>
          </p:nvSpPr>
          <p:spPr>
            <a:xfrm rot="17113475">
              <a:off x="6555848" y="1107829"/>
              <a:ext cx="488128" cy="439115"/>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V</a:t>
              </a:r>
              <a:r>
                <a:rPr lang="en-US" sz="1000" b="1" baseline="-25000">
                  <a:latin typeface="Times New Roman" panose="02020603050405020304" pitchFamily="18" charset="0"/>
                  <a:cs typeface="Times New Roman" panose="02020603050405020304" pitchFamily="18" charset="0"/>
                </a:rPr>
                <a:t>NSO</a:t>
              </a:r>
            </a:p>
            <a:p>
              <a:endParaRPr lang="en-US" sz="1000" b="1">
                <a:latin typeface="Times New Roman" panose="02020603050405020304" pitchFamily="18" charset="0"/>
                <a:cs typeface="Times New Roman" panose="02020603050405020304" pitchFamily="18" charset="0"/>
              </a:endParaRPr>
            </a:p>
          </p:txBody>
        </p:sp>
        <p:cxnSp>
          <p:nvCxnSpPr>
            <p:cNvPr id="413" name="Straight Connector 412">
              <a:extLst>
                <a:ext uri="{FF2B5EF4-FFF2-40B4-BE49-F238E27FC236}">
                  <a16:creationId xmlns:a16="http://schemas.microsoft.com/office/drawing/2014/main" id="{FE4EEF71-513A-CEF0-93C9-373DB740230B}"/>
                </a:ext>
              </a:extLst>
            </p:cNvPr>
            <p:cNvCxnSpPr/>
            <p:nvPr/>
          </p:nvCxnSpPr>
          <p:spPr>
            <a:xfrm flipH="1">
              <a:off x="5967799" y="1755902"/>
              <a:ext cx="748" cy="1523623"/>
            </a:xfrm>
            <a:prstGeom prst="line">
              <a:avLst/>
            </a:prstGeom>
            <a:ln w="12700" cap="rnd">
              <a:solidFill>
                <a:schemeClr val="tx1"/>
              </a:solidFill>
              <a:prstDash val="sysDash"/>
              <a:round/>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288C4718-A2E8-671E-4ADA-34BD1E850766}"/>
                </a:ext>
              </a:extLst>
            </p:cNvPr>
            <p:cNvCxnSpPr/>
            <p:nvPr/>
          </p:nvCxnSpPr>
          <p:spPr>
            <a:xfrm>
              <a:off x="6133056" y="1354680"/>
              <a:ext cx="0" cy="1906537"/>
            </a:xfrm>
            <a:prstGeom prst="line">
              <a:avLst/>
            </a:prstGeom>
            <a:ln w="12700" cap="rnd">
              <a:solidFill>
                <a:schemeClr val="tx1"/>
              </a:solidFill>
              <a:prstDash val="sysDash"/>
              <a:round/>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C29B8DE6-2EFD-885E-072A-8C752143434F}"/>
                </a:ext>
              </a:extLst>
            </p:cNvPr>
            <p:cNvCxnSpPr/>
            <p:nvPr/>
          </p:nvCxnSpPr>
          <p:spPr>
            <a:xfrm flipH="1">
              <a:off x="6223021" y="1290241"/>
              <a:ext cx="0" cy="2001864"/>
            </a:xfrm>
            <a:prstGeom prst="line">
              <a:avLst/>
            </a:prstGeom>
            <a:ln w="12700" cap="rnd">
              <a:solidFill>
                <a:schemeClr val="tx1"/>
              </a:solidFill>
              <a:prstDash val="sysDash"/>
              <a:round/>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042D5C94-7C62-8D9B-22BC-9B91651A637E}"/>
                </a:ext>
              </a:extLst>
            </p:cNvPr>
            <p:cNvCxnSpPr/>
            <p:nvPr/>
          </p:nvCxnSpPr>
          <p:spPr>
            <a:xfrm>
              <a:off x="6343569" y="1357484"/>
              <a:ext cx="0" cy="1906537"/>
            </a:xfrm>
            <a:prstGeom prst="line">
              <a:avLst/>
            </a:prstGeom>
            <a:ln w="12700" cap="rnd">
              <a:solidFill>
                <a:schemeClr val="tx1"/>
              </a:solidFill>
              <a:prstDash val="sysDash"/>
              <a:round/>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AAC9EAC6-2CDA-FF72-1537-326B0ABC1952}"/>
                </a:ext>
              </a:extLst>
            </p:cNvPr>
            <p:cNvCxnSpPr/>
            <p:nvPr/>
          </p:nvCxnSpPr>
          <p:spPr>
            <a:xfrm flipH="1">
              <a:off x="6645350" y="1494332"/>
              <a:ext cx="0" cy="1811210"/>
            </a:xfrm>
            <a:prstGeom prst="line">
              <a:avLst/>
            </a:prstGeom>
            <a:ln w="12700" cap="rnd">
              <a:solidFill>
                <a:schemeClr val="tx1"/>
              </a:solidFill>
              <a:prstDash val="sysDash"/>
              <a:round/>
            </a:ln>
          </p:spPr>
          <p:style>
            <a:lnRef idx="1">
              <a:schemeClr val="accent1"/>
            </a:lnRef>
            <a:fillRef idx="0">
              <a:schemeClr val="accent1"/>
            </a:fillRef>
            <a:effectRef idx="0">
              <a:schemeClr val="accent1"/>
            </a:effectRef>
            <a:fontRef idx="minor">
              <a:schemeClr val="tx1"/>
            </a:fontRef>
          </p:style>
        </p:cxnSp>
        <p:sp>
          <p:nvSpPr>
            <p:cNvPr id="418" name="Rectangle 417">
              <a:extLst>
                <a:ext uri="{FF2B5EF4-FFF2-40B4-BE49-F238E27FC236}">
                  <a16:creationId xmlns:a16="http://schemas.microsoft.com/office/drawing/2014/main" id="{67ACBC3A-F6F4-5EBD-48A3-56542019617C}"/>
                </a:ext>
              </a:extLst>
            </p:cNvPr>
            <p:cNvSpPr/>
            <p:nvPr/>
          </p:nvSpPr>
          <p:spPr bwMode="auto">
            <a:xfrm>
              <a:off x="5910353" y="1354680"/>
              <a:ext cx="100354" cy="9891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00">
                  <a:latin typeface="Times New Roman" panose="02020603050405020304" pitchFamily="18" charset="0"/>
                  <a:cs typeface="Times New Roman" panose="02020603050405020304" pitchFamily="18" charset="0"/>
                </a:rPr>
                <a:t>1</a:t>
              </a:r>
            </a:p>
          </p:txBody>
        </p:sp>
        <p:sp>
          <p:nvSpPr>
            <p:cNvPr id="419" name="Rectangle 418">
              <a:extLst>
                <a:ext uri="{FF2B5EF4-FFF2-40B4-BE49-F238E27FC236}">
                  <a16:creationId xmlns:a16="http://schemas.microsoft.com/office/drawing/2014/main" id="{67926609-A312-B903-26FA-E5DD0929393B}"/>
                </a:ext>
              </a:extLst>
            </p:cNvPr>
            <p:cNvSpPr/>
            <p:nvPr/>
          </p:nvSpPr>
          <p:spPr bwMode="auto">
            <a:xfrm>
              <a:off x="6109949" y="1183126"/>
              <a:ext cx="97035" cy="9532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00">
                  <a:latin typeface="Times New Roman" panose="02020603050405020304" pitchFamily="18" charset="0"/>
                  <a:cs typeface="Times New Roman" panose="02020603050405020304" pitchFamily="18" charset="0"/>
                </a:rPr>
                <a:t>2</a:t>
              </a:r>
            </a:p>
          </p:txBody>
        </p:sp>
        <p:sp>
          <p:nvSpPr>
            <p:cNvPr id="420" name="Rectangle 419">
              <a:extLst>
                <a:ext uri="{FF2B5EF4-FFF2-40B4-BE49-F238E27FC236}">
                  <a16:creationId xmlns:a16="http://schemas.microsoft.com/office/drawing/2014/main" id="{3BABB408-47DA-3E43-4730-E766DF4319A0}"/>
                </a:ext>
              </a:extLst>
            </p:cNvPr>
            <p:cNvSpPr/>
            <p:nvPr/>
          </p:nvSpPr>
          <p:spPr bwMode="auto">
            <a:xfrm>
              <a:off x="6264499" y="1185856"/>
              <a:ext cx="97035" cy="9532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000">
                  <a:latin typeface="Times New Roman" panose="02020603050405020304" pitchFamily="18" charset="0"/>
                  <a:cs typeface="Times New Roman" panose="02020603050405020304" pitchFamily="18" charset="0"/>
                </a:rPr>
                <a:t>3</a:t>
              </a:r>
            </a:p>
          </p:txBody>
        </p:sp>
        <p:sp>
          <p:nvSpPr>
            <p:cNvPr id="421" name="Rectangle 420">
              <a:extLst>
                <a:ext uri="{FF2B5EF4-FFF2-40B4-BE49-F238E27FC236}">
                  <a16:creationId xmlns:a16="http://schemas.microsoft.com/office/drawing/2014/main" id="{30CF18EF-15CC-EC96-02AF-AA7BEDFE9307}"/>
                </a:ext>
              </a:extLst>
            </p:cNvPr>
            <p:cNvSpPr/>
            <p:nvPr/>
          </p:nvSpPr>
          <p:spPr bwMode="auto">
            <a:xfrm>
              <a:off x="6500669" y="1381837"/>
              <a:ext cx="97035" cy="95327"/>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800">
                  <a:latin typeface="Times New Roman" panose="02020603050405020304" pitchFamily="18" charset="0"/>
                  <a:cs typeface="Times New Roman" panose="02020603050405020304" pitchFamily="18" charset="0"/>
                </a:rPr>
                <a:t>4</a:t>
              </a:r>
            </a:p>
          </p:txBody>
        </p:sp>
        <p:cxnSp>
          <p:nvCxnSpPr>
            <p:cNvPr id="422" name="Straight Connector 421">
              <a:extLst>
                <a:ext uri="{FF2B5EF4-FFF2-40B4-BE49-F238E27FC236}">
                  <a16:creationId xmlns:a16="http://schemas.microsoft.com/office/drawing/2014/main" id="{0A98D4E6-08D8-CE5D-3D36-DE1C1445E057}"/>
                </a:ext>
              </a:extLst>
            </p:cNvPr>
            <p:cNvCxnSpPr/>
            <p:nvPr/>
          </p:nvCxnSpPr>
          <p:spPr>
            <a:xfrm>
              <a:off x="5897454" y="1507735"/>
              <a:ext cx="831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D63A3C42-C1F9-B613-9EF6-333E67B5D924}"/>
                </a:ext>
              </a:extLst>
            </p:cNvPr>
            <p:cNvCxnSpPr/>
            <p:nvPr/>
          </p:nvCxnSpPr>
          <p:spPr>
            <a:xfrm>
              <a:off x="5892918" y="3000281"/>
              <a:ext cx="1076183" cy="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6E3F035-5E2B-8958-74C5-5432EF9AA41E}"/>
                </a:ext>
              </a:extLst>
            </p:cNvPr>
            <p:cNvCxnSpPr/>
            <p:nvPr/>
          </p:nvCxnSpPr>
          <p:spPr>
            <a:xfrm flipV="1">
              <a:off x="5881095" y="3286321"/>
              <a:ext cx="1184785" cy="0"/>
            </a:xfrm>
            <a:prstGeom prst="line">
              <a:avLst/>
            </a:prstGeom>
            <a:ln w="254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425" name="TextBox 424">
              <a:extLst>
                <a:ext uri="{FF2B5EF4-FFF2-40B4-BE49-F238E27FC236}">
                  <a16:creationId xmlns:a16="http://schemas.microsoft.com/office/drawing/2014/main" id="{DBEEDBD5-CC96-8142-F722-BACD03816C14}"/>
                </a:ext>
              </a:extLst>
            </p:cNvPr>
            <p:cNvSpPr txBox="1"/>
            <p:nvPr/>
          </p:nvSpPr>
          <p:spPr>
            <a:xfrm>
              <a:off x="5825471" y="3250678"/>
              <a:ext cx="345399" cy="190655"/>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T</a:t>
              </a:r>
              <a:r>
                <a:rPr lang="en-US" sz="1000" b="1" baseline="-25000">
                  <a:latin typeface="Times New Roman" panose="02020603050405020304" pitchFamily="18" charset="0"/>
                  <a:cs typeface="Times New Roman" panose="02020603050405020304" pitchFamily="18" charset="0"/>
                </a:rPr>
                <a:t>1</a:t>
              </a:r>
            </a:p>
            <a:p>
              <a:endParaRPr lang="en-US" sz="1000" b="1">
                <a:latin typeface="Times New Roman" panose="02020603050405020304" pitchFamily="18" charset="0"/>
                <a:cs typeface="Times New Roman" panose="02020603050405020304" pitchFamily="18" charset="0"/>
              </a:endParaRPr>
            </a:p>
          </p:txBody>
        </p:sp>
        <p:sp>
          <p:nvSpPr>
            <p:cNvPr id="426" name="TextBox 425">
              <a:extLst>
                <a:ext uri="{FF2B5EF4-FFF2-40B4-BE49-F238E27FC236}">
                  <a16:creationId xmlns:a16="http://schemas.microsoft.com/office/drawing/2014/main" id="{B576B27D-9BB4-9EF5-D4B6-5FF16CD53411}"/>
                </a:ext>
              </a:extLst>
            </p:cNvPr>
            <p:cNvSpPr txBox="1"/>
            <p:nvPr/>
          </p:nvSpPr>
          <p:spPr>
            <a:xfrm>
              <a:off x="5969501" y="3242241"/>
              <a:ext cx="401417" cy="190654"/>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T</a:t>
              </a:r>
              <a:r>
                <a:rPr lang="en-US" sz="1000" b="1" baseline="-25000">
                  <a:latin typeface="Times New Roman" panose="02020603050405020304" pitchFamily="18" charset="0"/>
                  <a:cs typeface="Times New Roman" panose="02020603050405020304" pitchFamily="18" charset="0"/>
                </a:rPr>
                <a:t>2</a:t>
              </a:r>
            </a:p>
            <a:p>
              <a:endParaRPr lang="en-US" sz="1000" b="1">
                <a:latin typeface="Times New Roman" panose="02020603050405020304" pitchFamily="18" charset="0"/>
                <a:cs typeface="Times New Roman" panose="02020603050405020304" pitchFamily="18" charset="0"/>
              </a:endParaRPr>
            </a:p>
          </p:txBody>
        </p:sp>
        <p:sp>
          <p:nvSpPr>
            <p:cNvPr id="427" name="TextBox 426">
              <a:extLst>
                <a:ext uri="{FF2B5EF4-FFF2-40B4-BE49-F238E27FC236}">
                  <a16:creationId xmlns:a16="http://schemas.microsoft.com/office/drawing/2014/main" id="{745505EF-8B93-8FC2-49E2-9B0C1D7CFB40}"/>
                </a:ext>
              </a:extLst>
            </p:cNvPr>
            <p:cNvSpPr txBox="1"/>
            <p:nvPr/>
          </p:nvSpPr>
          <p:spPr>
            <a:xfrm>
              <a:off x="6103442" y="3239671"/>
              <a:ext cx="345399" cy="417117"/>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T</a:t>
              </a:r>
              <a:r>
                <a:rPr lang="en-US" sz="1000" b="1" baseline="-25000">
                  <a:latin typeface="Times New Roman" panose="02020603050405020304" pitchFamily="18" charset="0"/>
                  <a:cs typeface="Times New Roman" panose="02020603050405020304" pitchFamily="18" charset="0"/>
                </a:rPr>
                <a:t>3</a:t>
              </a:r>
            </a:p>
            <a:p>
              <a:endParaRPr lang="en-US" sz="1000" b="1">
                <a:latin typeface="Times New Roman" panose="02020603050405020304" pitchFamily="18" charset="0"/>
                <a:cs typeface="Times New Roman" panose="02020603050405020304" pitchFamily="18" charset="0"/>
              </a:endParaRPr>
            </a:p>
          </p:txBody>
        </p:sp>
        <p:sp>
          <p:nvSpPr>
            <p:cNvPr id="428" name="Freeform 103">
              <a:extLst>
                <a:ext uri="{FF2B5EF4-FFF2-40B4-BE49-F238E27FC236}">
                  <a16:creationId xmlns:a16="http://schemas.microsoft.com/office/drawing/2014/main" id="{AA4A0B29-7AC5-9AE9-6CAB-A7B41BD27A7E}"/>
                </a:ext>
              </a:extLst>
            </p:cNvPr>
            <p:cNvSpPr/>
            <p:nvPr/>
          </p:nvSpPr>
          <p:spPr>
            <a:xfrm>
              <a:off x="5947441" y="1286575"/>
              <a:ext cx="873566" cy="457854"/>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232" h="1078033">
                  <a:moveTo>
                    <a:pt x="0" y="1078033"/>
                  </a:moveTo>
                  <a:cubicBezTo>
                    <a:pt x="31853" y="924422"/>
                    <a:pt x="103232" y="583627"/>
                    <a:pt x="144493" y="417980"/>
                  </a:cubicBezTo>
                  <a:cubicBezTo>
                    <a:pt x="185755" y="252334"/>
                    <a:pt x="213721" y="152132"/>
                    <a:pt x="247569" y="84154"/>
                  </a:cubicBezTo>
                  <a:cubicBezTo>
                    <a:pt x="281417" y="16176"/>
                    <a:pt x="316477" y="18491"/>
                    <a:pt x="347582" y="10109"/>
                  </a:cubicBezTo>
                  <a:cubicBezTo>
                    <a:pt x="378687" y="1727"/>
                    <a:pt x="411984" y="15637"/>
                    <a:pt x="434202" y="33864"/>
                  </a:cubicBezTo>
                  <a:cubicBezTo>
                    <a:pt x="456420" y="52091"/>
                    <a:pt x="464634" y="76585"/>
                    <a:pt x="480890" y="119472"/>
                  </a:cubicBezTo>
                  <a:cubicBezTo>
                    <a:pt x="497146" y="162359"/>
                    <a:pt x="522535" y="261017"/>
                    <a:pt x="531737" y="291184"/>
                  </a:cubicBezTo>
                  <a:cubicBezTo>
                    <a:pt x="540939" y="321351"/>
                    <a:pt x="669772" y="810572"/>
                    <a:pt x="706863" y="914662"/>
                  </a:cubicBezTo>
                  <a:cubicBezTo>
                    <a:pt x="743954" y="1018752"/>
                    <a:pt x="770711" y="1060759"/>
                    <a:pt x="790090" y="1057723"/>
                  </a:cubicBezTo>
                  <a:cubicBezTo>
                    <a:pt x="809469" y="1054687"/>
                    <a:pt x="839776" y="1069753"/>
                    <a:pt x="879717" y="892654"/>
                  </a:cubicBezTo>
                  <a:cubicBezTo>
                    <a:pt x="918766" y="730130"/>
                    <a:pt x="1022009" y="142988"/>
                    <a:pt x="1047232" y="0"/>
                  </a:cubicBezTo>
                </a:path>
              </a:pathLst>
            </a:custGeom>
            <a:noFill/>
            <a:ln w="31750" cap="rnd">
              <a:solidFill>
                <a:srgbClr val="00206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9" name="Straight Connector 428">
              <a:extLst>
                <a:ext uri="{FF2B5EF4-FFF2-40B4-BE49-F238E27FC236}">
                  <a16:creationId xmlns:a16="http://schemas.microsoft.com/office/drawing/2014/main" id="{ECEDD3BE-3C88-1692-925D-246011F4D776}"/>
                </a:ext>
              </a:extLst>
            </p:cNvPr>
            <p:cNvCxnSpPr/>
            <p:nvPr/>
          </p:nvCxnSpPr>
          <p:spPr>
            <a:xfrm flipV="1">
              <a:off x="5885435" y="1638506"/>
              <a:ext cx="813334"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30" name="TextBox 429">
              <a:extLst>
                <a:ext uri="{FF2B5EF4-FFF2-40B4-BE49-F238E27FC236}">
                  <a16:creationId xmlns:a16="http://schemas.microsoft.com/office/drawing/2014/main" id="{A2923B28-8BBD-8D7E-1786-21E412A12CD0}"/>
                </a:ext>
              </a:extLst>
            </p:cNvPr>
            <p:cNvSpPr txBox="1"/>
            <p:nvPr/>
          </p:nvSpPr>
          <p:spPr>
            <a:xfrm>
              <a:off x="6296708" y="1569068"/>
              <a:ext cx="401417" cy="417117"/>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X</a:t>
              </a:r>
              <a:endParaRPr lang="en-US" sz="1000" b="1" baseline="-25000">
                <a:latin typeface="Times New Roman" panose="02020603050405020304" pitchFamily="18" charset="0"/>
                <a:cs typeface="Times New Roman" panose="02020603050405020304" pitchFamily="18" charset="0"/>
              </a:endParaRPr>
            </a:p>
            <a:p>
              <a:endParaRPr lang="en-US" sz="1000" b="1">
                <a:latin typeface="Times New Roman" panose="02020603050405020304" pitchFamily="18" charset="0"/>
                <a:cs typeface="Times New Roman" panose="02020603050405020304" pitchFamily="18" charset="0"/>
              </a:endParaRPr>
            </a:p>
          </p:txBody>
        </p:sp>
        <p:sp>
          <p:nvSpPr>
            <p:cNvPr id="431" name="TextBox 430">
              <a:extLst>
                <a:ext uri="{FF2B5EF4-FFF2-40B4-BE49-F238E27FC236}">
                  <a16:creationId xmlns:a16="http://schemas.microsoft.com/office/drawing/2014/main" id="{C73DD2CA-DA0D-88DF-8015-40D91E06C28A}"/>
                </a:ext>
              </a:extLst>
            </p:cNvPr>
            <p:cNvSpPr txBox="1"/>
            <p:nvPr/>
          </p:nvSpPr>
          <p:spPr>
            <a:xfrm>
              <a:off x="5856733" y="3365695"/>
              <a:ext cx="1589072" cy="276999"/>
            </a:xfrm>
            <a:prstGeom prst="rect">
              <a:avLst/>
            </a:prstGeom>
            <a:noFill/>
          </p:spPr>
          <p:txBody>
            <a:bodyPr wrap="square" rtlCol="0">
              <a:spAutoFit/>
            </a:bodyPr>
            <a:lstStyle/>
            <a:p>
              <a:pPr algn="ctr"/>
              <a:r>
                <a:rPr lang="en-US" sz="1000" b="1">
                  <a:latin typeface="Times New Roman" panose="02020603050405020304" pitchFamily="18" charset="0"/>
                  <a:cs typeface="Times New Roman" panose="02020603050405020304" pitchFamily="18" charset="0"/>
                </a:rPr>
                <a:t> </a:t>
              </a:r>
              <a:r>
                <a:rPr lang="en-US" sz="1200" b="1">
                  <a:latin typeface="Times New Roman" panose="02020603050405020304" pitchFamily="18" charset="0"/>
                  <a:cs typeface="Times New Roman" panose="02020603050405020304" pitchFamily="18" charset="0"/>
                </a:rPr>
                <a:t>NSO</a:t>
              </a:r>
            </a:p>
          </p:txBody>
        </p:sp>
        <p:sp>
          <p:nvSpPr>
            <p:cNvPr id="432" name="Freeform 131">
              <a:extLst>
                <a:ext uri="{FF2B5EF4-FFF2-40B4-BE49-F238E27FC236}">
                  <a16:creationId xmlns:a16="http://schemas.microsoft.com/office/drawing/2014/main" id="{54A0CA0A-4408-D1B8-9D3A-FE5230FEE95B}"/>
                </a:ext>
              </a:extLst>
            </p:cNvPr>
            <p:cNvSpPr/>
            <p:nvPr/>
          </p:nvSpPr>
          <p:spPr>
            <a:xfrm>
              <a:off x="5971311" y="2792156"/>
              <a:ext cx="1052694" cy="474228"/>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11763 w 1058995"/>
                <a:gd name="connsiteY0" fmla="*/ 1078033 h 1115365"/>
                <a:gd name="connsiteX1" fmla="*/ 10409 w 1058995"/>
                <a:gd name="connsiteY1" fmla="*/ 1062839 h 1115365"/>
                <a:gd name="connsiteX2" fmla="*/ 156256 w 1058995"/>
                <a:gd name="connsiteY2" fmla="*/ 417980 h 1115365"/>
                <a:gd name="connsiteX3" fmla="*/ 259332 w 1058995"/>
                <a:gd name="connsiteY3" fmla="*/ 84154 h 1115365"/>
                <a:gd name="connsiteX4" fmla="*/ 359345 w 1058995"/>
                <a:gd name="connsiteY4" fmla="*/ 10109 h 1115365"/>
                <a:gd name="connsiteX5" fmla="*/ 445965 w 1058995"/>
                <a:gd name="connsiteY5" fmla="*/ 33864 h 1115365"/>
                <a:gd name="connsiteX6" fmla="*/ 492653 w 1058995"/>
                <a:gd name="connsiteY6" fmla="*/ 119472 h 1115365"/>
                <a:gd name="connsiteX7" fmla="*/ 543500 w 1058995"/>
                <a:gd name="connsiteY7" fmla="*/ 291184 h 1115365"/>
                <a:gd name="connsiteX8" fmla="*/ 718626 w 1058995"/>
                <a:gd name="connsiteY8" fmla="*/ 914662 h 1115365"/>
                <a:gd name="connsiteX9" fmla="*/ 801853 w 1058995"/>
                <a:gd name="connsiteY9" fmla="*/ 1057723 h 1115365"/>
                <a:gd name="connsiteX10" fmla="*/ 891480 w 1058995"/>
                <a:gd name="connsiteY10" fmla="*/ 892654 h 1115365"/>
                <a:gd name="connsiteX11" fmla="*/ 1058995 w 1058995"/>
                <a:gd name="connsiteY11" fmla="*/ 0 h 1115365"/>
                <a:gd name="connsiteX0" fmla="*/ 69273 w 1116505"/>
                <a:gd name="connsiteY0" fmla="*/ 1078033 h 1091803"/>
                <a:gd name="connsiteX1" fmla="*/ 67919 w 1116505"/>
                <a:gd name="connsiteY1" fmla="*/ 1062839 h 1091803"/>
                <a:gd name="connsiteX2" fmla="*/ 213766 w 1116505"/>
                <a:gd name="connsiteY2" fmla="*/ 417980 h 1091803"/>
                <a:gd name="connsiteX3" fmla="*/ 316842 w 1116505"/>
                <a:gd name="connsiteY3" fmla="*/ 84154 h 1091803"/>
                <a:gd name="connsiteX4" fmla="*/ 416855 w 1116505"/>
                <a:gd name="connsiteY4" fmla="*/ 10109 h 1091803"/>
                <a:gd name="connsiteX5" fmla="*/ 503475 w 1116505"/>
                <a:gd name="connsiteY5" fmla="*/ 33864 h 1091803"/>
                <a:gd name="connsiteX6" fmla="*/ 550163 w 1116505"/>
                <a:gd name="connsiteY6" fmla="*/ 119472 h 1091803"/>
                <a:gd name="connsiteX7" fmla="*/ 601010 w 1116505"/>
                <a:gd name="connsiteY7" fmla="*/ 291184 h 1091803"/>
                <a:gd name="connsiteX8" fmla="*/ 776136 w 1116505"/>
                <a:gd name="connsiteY8" fmla="*/ 914662 h 1091803"/>
                <a:gd name="connsiteX9" fmla="*/ 859363 w 1116505"/>
                <a:gd name="connsiteY9" fmla="*/ 1057723 h 1091803"/>
                <a:gd name="connsiteX10" fmla="*/ 948990 w 1116505"/>
                <a:gd name="connsiteY10" fmla="*/ 892654 h 1091803"/>
                <a:gd name="connsiteX11" fmla="*/ 1116505 w 1116505"/>
                <a:gd name="connsiteY11" fmla="*/ 0 h 1091803"/>
                <a:gd name="connsiteX0" fmla="*/ 130762 w 1177994"/>
                <a:gd name="connsiteY0" fmla="*/ 1078033 h 1119282"/>
                <a:gd name="connsiteX1" fmla="*/ 0 w 1177994"/>
                <a:gd name="connsiteY1" fmla="*/ 1089665 h 1119282"/>
                <a:gd name="connsiteX2" fmla="*/ 129408 w 1177994"/>
                <a:gd name="connsiteY2" fmla="*/ 1062839 h 1119282"/>
                <a:gd name="connsiteX3" fmla="*/ 275255 w 1177994"/>
                <a:gd name="connsiteY3" fmla="*/ 417980 h 1119282"/>
                <a:gd name="connsiteX4" fmla="*/ 378331 w 1177994"/>
                <a:gd name="connsiteY4" fmla="*/ 84154 h 1119282"/>
                <a:gd name="connsiteX5" fmla="*/ 478344 w 1177994"/>
                <a:gd name="connsiteY5" fmla="*/ 10109 h 1119282"/>
                <a:gd name="connsiteX6" fmla="*/ 564964 w 1177994"/>
                <a:gd name="connsiteY6" fmla="*/ 33864 h 1119282"/>
                <a:gd name="connsiteX7" fmla="*/ 611652 w 1177994"/>
                <a:gd name="connsiteY7" fmla="*/ 119472 h 1119282"/>
                <a:gd name="connsiteX8" fmla="*/ 662499 w 1177994"/>
                <a:gd name="connsiteY8" fmla="*/ 291184 h 1119282"/>
                <a:gd name="connsiteX9" fmla="*/ 837625 w 1177994"/>
                <a:gd name="connsiteY9" fmla="*/ 914662 h 1119282"/>
                <a:gd name="connsiteX10" fmla="*/ 920852 w 1177994"/>
                <a:gd name="connsiteY10" fmla="*/ 1057723 h 1119282"/>
                <a:gd name="connsiteX11" fmla="*/ 1010479 w 1177994"/>
                <a:gd name="connsiteY11" fmla="*/ 892654 h 1119282"/>
                <a:gd name="connsiteX12" fmla="*/ 1177994 w 1177994"/>
                <a:gd name="connsiteY12" fmla="*/ 0 h 1119282"/>
                <a:gd name="connsiteX0" fmla="*/ 178693 w 1225925"/>
                <a:gd name="connsiteY0" fmla="*/ 1078033 h 1099355"/>
                <a:gd name="connsiteX1" fmla="*/ 0 w 1225925"/>
                <a:gd name="connsiteY1" fmla="*/ 1000241 h 1099355"/>
                <a:gd name="connsiteX2" fmla="*/ 177339 w 1225925"/>
                <a:gd name="connsiteY2" fmla="*/ 1062839 h 1099355"/>
                <a:gd name="connsiteX3" fmla="*/ 323186 w 1225925"/>
                <a:gd name="connsiteY3" fmla="*/ 417980 h 1099355"/>
                <a:gd name="connsiteX4" fmla="*/ 426262 w 1225925"/>
                <a:gd name="connsiteY4" fmla="*/ 84154 h 1099355"/>
                <a:gd name="connsiteX5" fmla="*/ 526275 w 1225925"/>
                <a:gd name="connsiteY5" fmla="*/ 10109 h 1099355"/>
                <a:gd name="connsiteX6" fmla="*/ 612895 w 1225925"/>
                <a:gd name="connsiteY6" fmla="*/ 33864 h 1099355"/>
                <a:gd name="connsiteX7" fmla="*/ 659583 w 1225925"/>
                <a:gd name="connsiteY7" fmla="*/ 119472 h 1099355"/>
                <a:gd name="connsiteX8" fmla="*/ 710430 w 1225925"/>
                <a:gd name="connsiteY8" fmla="*/ 291184 h 1099355"/>
                <a:gd name="connsiteX9" fmla="*/ 885556 w 1225925"/>
                <a:gd name="connsiteY9" fmla="*/ 914662 h 1099355"/>
                <a:gd name="connsiteX10" fmla="*/ 968783 w 1225925"/>
                <a:gd name="connsiteY10" fmla="*/ 1057723 h 1099355"/>
                <a:gd name="connsiteX11" fmla="*/ 1058410 w 1225925"/>
                <a:gd name="connsiteY11" fmla="*/ 892654 h 1099355"/>
                <a:gd name="connsiteX12" fmla="*/ 1225925 w 1225925"/>
                <a:gd name="connsiteY12" fmla="*/ 0 h 1099355"/>
                <a:gd name="connsiteX0" fmla="*/ 182337 w 1229569"/>
                <a:gd name="connsiteY0" fmla="*/ 1078033 h 1100499"/>
                <a:gd name="connsiteX1" fmla="*/ 65954 w 1229569"/>
                <a:gd name="connsiteY1" fmla="*/ 1071780 h 1100499"/>
                <a:gd name="connsiteX2" fmla="*/ 3644 w 1229569"/>
                <a:gd name="connsiteY2" fmla="*/ 1000241 h 1100499"/>
                <a:gd name="connsiteX3" fmla="*/ 180983 w 1229569"/>
                <a:gd name="connsiteY3" fmla="*/ 1062839 h 1100499"/>
                <a:gd name="connsiteX4" fmla="*/ 326830 w 1229569"/>
                <a:gd name="connsiteY4" fmla="*/ 417980 h 1100499"/>
                <a:gd name="connsiteX5" fmla="*/ 429906 w 1229569"/>
                <a:gd name="connsiteY5" fmla="*/ 84154 h 1100499"/>
                <a:gd name="connsiteX6" fmla="*/ 529919 w 1229569"/>
                <a:gd name="connsiteY6" fmla="*/ 10109 h 1100499"/>
                <a:gd name="connsiteX7" fmla="*/ 616539 w 1229569"/>
                <a:gd name="connsiteY7" fmla="*/ 33864 h 1100499"/>
                <a:gd name="connsiteX8" fmla="*/ 663227 w 1229569"/>
                <a:gd name="connsiteY8" fmla="*/ 119472 h 1100499"/>
                <a:gd name="connsiteX9" fmla="*/ 714074 w 1229569"/>
                <a:gd name="connsiteY9" fmla="*/ 291184 h 1100499"/>
                <a:gd name="connsiteX10" fmla="*/ 889200 w 1229569"/>
                <a:gd name="connsiteY10" fmla="*/ 914662 h 1100499"/>
                <a:gd name="connsiteX11" fmla="*/ 972427 w 1229569"/>
                <a:gd name="connsiteY11" fmla="*/ 1057723 h 1100499"/>
                <a:gd name="connsiteX12" fmla="*/ 1062054 w 1229569"/>
                <a:gd name="connsiteY12" fmla="*/ 892654 h 1100499"/>
                <a:gd name="connsiteX13" fmla="*/ 1229569 w 1229569"/>
                <a:gd name="connsiteY13" fmla="*/ 0 h 1100499"/>
                <a:gd name="connsiteX0" fmla="*/ 182958 w 1230190"/>
                <a:gd name="connsiteY0" fmla="*/ 1078033 h 1100499"/>
                <a:gd name="connsiteX1" fmla="*/ 56989 w 1230190"/>
                <a:gd name="connsiteY1" fmla="*/ 1089664 h 1100499"/>
                <a:gd name="connsiteX2" fmla="*/ 4265 w 1230190"/>
                <a:gd name="connsiteY2" fmla="*/ 1000241 h 1100499"/>
                <a:gd name="connsiteX3" fmla="*/ 181604 w 1230190"/>
                <a:gd name="connsiteY3" fmla="*/ 1062839 h 1100499"/>
                <a:gd name="connsiteX4" fmla="*/ 327451 w 1230190"/>
                <a:gd name="connsiteY4" fmla="*/ 417980 h 1100499"/>
                <a:gd name="connsiteX5" fmla="*/ 430527 w 1230190"/>
                <a:gd name="connsiteY5" fmla="*/ 84154 h 1100499"/>
                <a:gd name="connsiteX6" fmla="*/ 530540 w 1230190"/>
                <a:gd name="connsiteY6" fmla="*/ 10109 h 1100499"/>
                <a:gd name="connsiteX7" fmla="*/ 617160 w 1230190"/>
                <a:gd name="connsiteY7" fmla="*/ 33864 h 1100499"/>
                <a:gd name="connsiteX8" fmla="*/ 663848 w 1230190"/>
                <a:gd name="connsiteY8" fmla="*/ 119472 h 1100499"/>
                <a:gd name="connsiteX9" fmla="*/ 714695 w 1230190"/>
                <a:gd name="connsiteY9" fmla="*/ 291184 h 1100499"/>
                <a:gd name="connsiteX10" fmla="*/ 889821 w 1230190"/>
                <a:gd name="connsiteY10" fmla="*/ 914662 h 1100499"/>
                <a:gd name="connsiteX11" fmla="*/ 973048 w 1230190"/>
                <a:gd name="connsiteY11" fmla="*/ 1057723 h 1100499"/>
                <a:gd name="connsiteX12" fmla="*/ 1062675 w 1230190"/>
                <a:gd name="connsiteY12" fmla="*/ 892654 h 1100499"/>
                <a:gd name="connsiteX13" fmla="*/ 1230190 w 1230190"/>
                <a:gd name="connsiteY13" fmla="*/ 0 h 1100499"/>
                <a:gd name="connsiteX0" fmla="*/ 182958 w 1230190"/>
                <a:gd name="connsiteY0" fmla="*/ 1078033 h 1092838"/>
                <a:gd name="connsiteX1" fmla="*/ 56989 w 1230190"/>
                <a:gd name="connsiteY1" fmla="*/ 1089664 h 1092838"/>
                <a:gd name="connsiteX2" fmla="*/ 4265 w 1230190"/>
                <a:gd name="connsiteY2" fmla="*/ 937645 h 1092838"/>
                <a:gd name="connsiteX3" fmla="*/ 181604 w 1230190"/>
                <a:gd name="connsiteY3" fmla="*/ 1062839 h 1092838"/>
                <a:gd name="connsiteX4" fmla="*/ 327451 w 1230190"/>
                <a:gd name="connsiteY4" fmla="*/ 417980 h 1092838"/>
                <a:gd name="connsiteX5" fmla="*/ 430527 w 1230190"/>
                <a:gd name="connsiteY5" fmla="*/ 84154 h 1092838"/>
                <a:gd name="connsiteX6" fmla="*/ 530540 w 1230190"/>
                <a:gd name="connsiteY6" fmla="*/ 10109 h 1092838"/>
                <a:gd name="connsiteX7" fmla="*/ 617160 w 1230190"/>
                <a:gd name="connsiteY7" fmla="*/ 33864 h 1092838"/>
                <a:gd name="connsiteX8" fmla="*/ 663848 w 1230190"/>
                <a:gd name="connsiteY8" fmla="*/ 119472 h 1092838"/>
                <a:gd name="connsiteX9" fmla="*/ 714695 w 1230190"/>
                <a:gd name="connsiteY9" fmla="*/ 291184 h 1092838"/>
                <a:gd name="connsiteX10" fmla="*/ 889821 w 1230190"/>
                <a:gd name="connsiteY10" fmla="*/ 914662 h 1092838"/>
                <a:gd name="connsiteX11" fmla="*/ 973048 w 1230190"/>
                <a:gd name="connsiteY11" fmla="*/ 1057723 h 1092838"/>
                <a:gd name="connsiteX12" fmla="*/ 1062675 w 1230190"/>
                <a:gd name="connsiteY12" fmla="*/ 892654 h 1092838"/>
                <a:gd name="connsiteX13" fmla="*/ 1230190 w 1230190"/>
                <a:gd name="connsiteY13" fmla="*/ 0 h 1092838"/>
                <a:gd name="connsiteX0" fmla="*/ 178693 w 1225925"/>
                <a:gd name="connsiteY0" fmla="*/ 1078033 h 1092838"/>
                <a:gd name="connsiteX1" fmla="*/ 0 w 1225925"/>
                <a:gd name="connsiteY1" fmla="*/ 937645 h 1092838"/>
                <a:gd name="connsiteX2" fmla="*/ 177339 w 1225925"/>
                <a:gd name="connsiteY2" fmla="*/ 1062839 h 1092838"/>
                <a:gd name="connsiteX3" fmla="*/ 323186 w 1225925"/>
                <a:gd name="connsiteY3" fmla="*/ 417980 h 1092838"/>
                <a:gd name="connsiteX4" fmla="*/ 426262 w 1225925"/>
                <a:gd name="connsiteY4" fmla="*/ 84154 h 1092838"/>
                <a:gd name="connsiteX5" fmla="*/ 526275 w 1225925"/>
                <a:gd name="connsiteY5" fmla="*/ 10109 h 1092838"/>
                <a:gd name="connsiteX6" fmla="*/ 612895 w 1225925"/>
                <a:gd name="connsiteY6" fmla="*/ 33864 h 1092838"/>
                <a:gd name="connsiteX7" fmla="*/ 659583 w 1225925"/>
                <a:gd name="connsiteY7" fmla="*/ 119472 h 1092838"/>
                <a:gd name="connsiteX8" fmla="*/ 710430 w 1225925"/>
                <a:gd name="connsiteY8" fmla="*/ 291184 h 1092838"/>
                <a:gd name="connsiteX9" fmla="*/ 885556 w 1225925"/>
                <a:gd name="connsiteY9" fmla="*/ 914662 h 1092838"/>
                <a:gd name="connsiteX10" fmla="*/ 968783 w 1225925"/>
                <a:gd name="connsiteY10" fmla="*/ 1057723 h 1092838"/>
                <a:gd name="connsiteX11" fmla="*/ 1058410 w 1225925"/>
                <a:gd name="connsiteY11" fmla="*/ 892654 h 1092838"/>
                <a:gd name="connsiteX12" fmla="*/ 1225925 w 1225925"/>
                <a:gd name="connsiteY12" fmla="*/ 0 h 1092838"/>
                <a:gd name="connsiteX0" fmla="*/ 178693 w 1225925"/>
                <a:gd name="connsiteY0" fmla="*/ 1078033 h 1078032"/>
                <a:gd name="connsiteX1" fmla="*/ 0 w 1225925"/>
                <a:gd name="connsiteY1" fmla="*/ 937645 h 1078032"/>
                <a:gd name="connsiteX2" fmla="*/ 323186 w 1225925"/>
                <a:gd name="connsiteY2" fmla="*/ 417980 h 1078032"/>
                <a:gd name="connsiteX3" fmla="*/ 426262 w 1225925"/>
                <a:gd name="connsiteY3" fmla="*/ 84154 h 1078032"/>
                <a:gd name="connsiteX4" fmla="*/ 526275 w 1225925"/>
                <a:gd name="connsiteY4" fmla="*/ 10109 h 1078032"/>
                <a:gd name="connsiteX5" fmla="*/ 612895 w 1225925"/>
                <a:gd name="connsiteY5" fmla="*/ 33864 h 1078032"/>
                <a:gd name="connsiteX6" fmla="*/ 659583 w 1225925"/>
                <a:gd name="connsiteY6" fmla="*/ 119472 h 1078032"/>
                <a:gd name="connsiteX7" fmla="*/ 710430 w 1225925"/>
                <a:gd name="connsiteY7" fmla="*/ 291184 h 1078032"/>
                <a:gd name="connsiteX8" fmla="*/ 885556 w 1225925"/>
                <a:gd name="connsiteY8" fmla="*/ 914662 h 1078032"/>
                <a:gd name="connsiteX9" fmla="*/ 968783 w 1225925"/>
                <a:gd name="connsiteY9" fmla="*/ 1057723 h 1078032"/>
                <a:gd name="connsiteX10" fmla="*/ 1058410 w 1225925"/>
                <a:gd name="connsiteY10" fmla="*/ 892654 h 1078032"/>
                <a:gd name="connsiteX11" fmla="*/ 1225925 w 1225925"/>
                <a:gd name="connsiteY11" fmla="*/ 0 h 1078032"/>
                <a:gd name="connsiteX0" fmla="*/ 19882 w 1067114"/>
                <a:gd name="connsiteY0" fmla="*/ 1078033 h 1134429"/>
                <a:gd name="connsiteX1" fmla="*/ 8944 w 1067114"/>
                <a:gd name="connsiteY1" fmla="*/ 1134375 h 1134429"/>
                <a:gd name="connsiteX2" fmla="*/ 164375 w 1067114"/>
                <a:gd name="connsiteY2" fmla="*/ 417980 h 1134429"/>
                <a:gd name="connsiteX3" fmla="*/ 267451 w 1067114"/>
                <a:gd name="connsiteY3" fmla="*/ 84154 h 1134429"/>
                <a:gd name="connsiteX4" fmla="*/ 367464 w 1067114"/>
                <a:gd name="connsiteY4" fmla="*/ 10109 h 1134429"/>
                <a:gd name="connsiteX5" fmla="*/ 454084 w 1067114"/>
                <a:gd name="connsiteY5" fmla="*/ 33864 h 1134429"/>
                <a:gd name="connsiteX6" fmla="*/ 500772 w 1067114"/>
                <a:gd name="connsiteY6" fmla="*/ 119472 h 1134429"/>
                <a:gd name="connsiteX7" fmla="*/ 551619 w 1067114"/>
                <a:gd name="connsiteY7" fmla="*/ 291184 h 1134429"/>
                <a:gd name="connsiteX8" fmla="*/ 726745 w 1067114"/>
                <a:gd name="connsiteY8" fmla="*/ 914662 h 1134429"/>
                <a:gd name="connsiteX9" fmla="*/ 809972 w 1067114"/>
                <a:gd name="connsiteY9" fmla="*/ 1057723 h 1134429"/>
                <a:gd name="connsiteX10" fmla="*/ 899599 w 1067114"/>
                <a:gd name="connsiteY10" fmla="*/ 892654 h 1134429"/>
                <a:gd name="connsiteX11" fmla="*/ 1067114 w 1067114"/>
                <a:gd name="connsiteY11" fmla="*/ 0 h 1134429"/>
                <a:gd name="connsiteX0" fmla="*/ 10428 w 1057660"/>
                <a:gd name="connsiteY0" fmla="*/ 1078033 h 1286411"/>
                <a:gd name="connsiteX1" fmla="*/ 47420 w 1057660"/>
                <a:gd name="connsiteY1" fmla="*/ 1286392 h 1286411"/>
                <a:gd name="connsiteX2" fmla="*/ 154921 w 1057660"/>
                <a:gd name="connsiteY2" fmla="*/ 417980 h 1286411"/>
                <a:gd name="connsiteX3" fmla="*/ 257997 w 1057660"/>
                <a:gd name="connsiteY3" fmla="*/ 84154 h 1286411"/>
                <a:gd name="connsiteX4" fmla="*/ 358010 w 1057660"/>
                <a:gd name="connsiteY4" fmla="*/ 10109 h 1286411"/>
                <a:gd name="connsiteX5" fmla="*/ 444630 w 1057660"/>
                <a:gd name="connsiteY5" fmla="*/ 33864 h 1286411"/>
                <a:gd name="connsiteX6" fmla="*/ 491318 w 1057660"/>
                <a:gd name="connsiteY6" fmla="*/ 119472 h 1286411"/>
                <a:gd name="connsiteX7" fmla="*/ 542165 w 1057660"/>
                <a:gd name="connsiteY7" fmla="*/ 291184 h 1286411"/>
                <a:gd name="connsiteX8" fmla="*/ 717291 w 1057660"/>
                <a:gd name="connsiteY8" fmla="*/ 914662 h 1286411"/>
                <a:gd name="connsiteX9" fmla="*/ 800518 w 1057660"/>
                <a:gd name="connsiteY9" fmla="*/ 1057723 h 1286411"/>
                <a:gd name="connsiteX10" fmla="*/ 890145 w 1057660"/>
                <a:gd name="connsiteY10" fmla="*/ 892654 h 1286411"/>
                <a:gd name="connsiteX11" fmla="*/ 1057660 w 1057660"/>
                <a:gd name="connsiteY11" fmla="*/ 0 h 1286411"/>
                <a:gd name="connsiteX0" fmla="*/ 3755 w 1228328"/>
                <a:gd name="connsiteY0" fmla="*/ 1086976 h 1286411"/>
                <a:gd name="connsiteX1" fmla="*/ 218088 w 1228328"/>
                <a:gd name="connsiteY1" fmla="*/ 1286392 h 1286411"/>
                <a:gd name="connsiteX2" fmla="*/ 325589 w 1228328"/>
                <a:gd name="connsiteY2" fmla="*/ 417980 h 1286411"/>
                <a:gd name="connsiteX3" fmla="*/ 428665 w 1228328"/>
                <a:gd name="connsiteY3" fmla="*/ 84154 h 1286411"/>
                <a:gd name="connsiteX4" fmla="*/ 528678 w 1228328"/>
                <a:gd name="connsiteY4" fmla="*/ 10109 h 1286411"/>
                <a:gd name="connsiteX5" fmla="*/ 615298 w 1228328"/>
                <a:gd name="connsiteY5" fmla="*/ 33864 h 1286411"/>
                <a:gd name="connsiteX6" fmla="*/ 661986 w 1228328"/>
                <a:gd name="connsiteY6" fmla="*/ 119472 h 1286411"/>
                <a:gd name="connsiteX7" fmla="*/ 712833 w 1228328"/>
                <a:gd name="connsiteY7" fmla="*/ 291184 h 1286411"/>
                <a:gd name="connsiteX8" fmla="*/ 887959 w 1228328"/>
                <a:gd name="connsiteY8" fmla="*/ 914662 h 1286411"/>
                <a:gd name="connsiteX9" fmla="*/ 971186 w 1228328"/>
                <a:gd name="connsiteY9" fmla="*/ 1057723 h 1286411"/>
                <a:gd name="connsiteX10" fmla="*/ 1060813 w 1228328"/>
                <a:gd name="connsiteY10" fmla="*/ 892654 h 1286411"/>
                <a:gd name="connsiteX11" fmla="*/ 1228328 w 1228328"/>
                <a:gd name="connsiteY11" fmla="*/ 0 h 1286411"/>
                <a:gd name="connsiteX0" fmla="*/ 4448 w 1229021"/>
                <a:gd name="connsiteY0" fmla="*/ 1086976 h 1143371"/>
                <a:gd name="connsiteX1" fmla="*/ 175644 w 1229021"/>
                <a:gd name="connsiteY1" fmla="*/ 1143317 h 1143371"/>
                <a:gd name="connsiteX2" fmla="*/ 326282 w 1229021"/>
                <a:gd name="connsiteY2" fmla="*/ 417980 h 1143371"/>
                <a:gd name="connsiteX3" fmla="*/ 429358 w 1229021"/>
                <a:gd name="connsiteY3" fmla="*/ 84154 h 1143371"/>
                <a:gd name="connsiteX4" fmla="*/ 529371 w 1229021"/>
                <a:gd name="connsiteY4" fmla="*/ 10109 h 1143371"/>
                <a:gd name="connsiteX5" fmla="*/ 615991 w 1229021"/>
                <a:gd name="connsiteY5" fmla="*/ 33864 h 1143371"/>
                <a:gd name="connsiteX6" fmla="*/ 662679 w 1229021"/>
                <a:gd name="connsiteY6" fmla="*/ 119472 h 1143371"/>
                <a:gd name="connsiteX7" fmla="*/ 713526 w 1229021"/>
                <a:gd name="connsiteY7" fmla="*/ 291184 h 1143371"/>
                <a:gd name="connsiteX8" fmla="*/ 888652 w 1229021"/>
                <a:gd name="connsiteY8" fmla="*/ 914662 h 1143371"/>
                <a:gd name="connsiteX9" fmla="*/ 971879 w 1229021"/>
                <a:gd name="connsiteY9" fmla="*/ 1057723 h 1143371"/>
                <a:gd name="connsiteX10" fmla="*/ 1061506 w 1229021"/>
                <a:gd name="connsiteY10" fmla="*/ 892654 h 1143371"/>
                <a:gd name="connsiteX11" fmla="*/ 1229021 w 1229021"/>
                <a:gd name="connsiteY11" fmla="*/ 0 h 1143371"/>
                <a:gd name="connsiteX0" fmla="*/ 4448 w 1229021"/>
                <a:gd name="connsiteY0" fmla="*/ 1086976 h 1107637"/>
                <a:gd name="connsiteX1" fmla="*/ 175644 w 1229021"/>
                <a:gd name="connsiteY1" fmla="*/ 1107548 h 1107637"/>
                <a:gd name="connsiteX2" fmla="*/ 326282 w 1229021"/>
                <a:gd name="connsiteY2" fmla="*/ 417980 h 1107637"/>
                <a:gd name="connsiteX3" fmla="*/ 429358 w 1229021"/>
                <a:gd name="connsiteY3" fmla="*/ 84154 h 1107637"/>
                <a:gd name="connsiteX4" fmla="*/ 529371 w 1229021"/>
                <a:gd name="connsiteY4" fmla="*/ 10109 h 1107637"/>
                <a:gd name="connsiteX5" fmla="*/ 615991 w 1229021"/>
                <a:gd name="connsiteY5" fmla="*/ 33864 h 1107637"/>
                <a:gd name="connsiteX6" fmla="*/ 662679 w 1229021"/>
                <a:gd name="connsiteY6" fmla="*/ 119472 h 1107637"/>
                <a:gd name="connsiteX7" fmla="*/ 713526 w 1229021"/>
                <a:gd name="connsiteY7" fmla="*/ 291184 h 1107637"/>
                <a:gd name="connsiteX8" fmla="*/ 888652 w 1229021"/>
                <a:gd name="connsiteY8" fmla="*/ 914662 h 1107637"/>
                <a:gd name="connsiteX9" fmla="*/ 971879 w 1229021"/>
                <a:gd name="connsiteY9" fmla="*/ 1057723 h 1107637"/>
                <a:gd name="connsiteX10" fmla="*/ 1061506 w 1229021"/>
                <a:gd name="connsiteY10" fmla="*/ 892654 h 1107637"/>
                <a:gd name="connsiteX11" fmla="*/ 1229021 w 1229021"/>
                <a:gd name="connsiteY11" fmla="*/ 0 h 1107637"/>
                <a:gd name="connsiteX0" fmla="*/ 0 w 1224573"/>
                <a:gd name="connsiteY0" fmla="*/ 1086976 h 1153715"/>
                <a:gd name="connsiteX1" fmla="*/ 80131 w 1224573"/>
                <a:gd name="connsiteY1" fmla="*/ 1089664 h 1153715"/>
                <a:gd name="connsiteX2" fmla="*/ 171196 w 1224573"/>
                <a:gd name="connsiteY2" fmla="*/ 1107548 h 1153715"/>
                <a:gd name="connsiteX3" fmla="*/ 321834 w 1224573"/>
                <a:gd name="connsiteY3" fmla="*/ 417980 h 1153715"/>
                <a:gd name="connsiteX4" fmla="*/ 424910 w 1224573"/>
                <a:gd name="connsiteY4" fmla="*/ 84154 h 1153715"/>
                <a:gd name="connsiteX5" fmla="*/ 524923 w 1224573"/>
                <a:gd name="connsiteY5" fmla="*/ 10109 h 1153715"/>
                <a:gd name="connsiteX6" fmla="*/ 611543 w 1224573"/>
                <a:gd name="connsiteY6" fmla="*/ 33864 h 1153715"/>
                <a:gd name="connsiteX7" fmla="*/ 658231 w 1224573"/>
                <a:gd name="connsiteY7" fmla="*/ 119472 h 1153715"/>
                <a:gd name="connsiteX8" fmla="*/ 709078 w 1224573"/>
                <a:gd name="connsiteY8" fmla="*/ 291184 h 1153715"/>
                <a:gd name="connsiteX9" fmla="*/ 884204 w 1224573"/>
                <a:gd name="connsiteY9" fmla="*/ 914662 h 1153715"/>
                <a:gd name="connsiteX10" fmla="*/ 967431 w 1224573"/>
                <a:gd name="connsiteY10" fmla="*/ 1057723 h 1153715"/>
                <a:gd name="connsiteX11" fmla="*/ 1057058 w 1224573"/>
                <a:gd name="connsiteY11" fmla="*/ 892654 h 1153715"/>
                <a:gd name="connsiteX12" fmla="*/ 1224573 w 1224573"/>
                <a:gd name="connsiteY12" fmla="*/ 0 h 1153715"/>
                <a:gd name="connsiteX0" fmla="*/ 7382 w 1231955"/>
                <a:gd name="connsiteY0" fmla="*/ 1086976 h 1142952"/>
                <a:gd name="connsiteX1" fmla="*/ 10824 w 1231955"/>
                <a:gd name="connsiteY1" fmla="*/ 1027067 h 1142952"/>
                <a:gd name="connsiteX2" fmla="*/ 178578 w 1231955"/>
                <a:gd name="connsiteY2" fmla="*/ 1107548 h 1142952"/>
                <a:gd name="connsiteX3" fmla="*/ 329216 w 1231955"/>
                <a:gd name="connsiteY3" fmla="*/ 417980 h 1142952"/>
                <a:gd name="connsiteX4" fmla="*/ 432292 w 1231955"/>
                <a:gd name="connsiteY4" fmla="*/ 84154 h 1142952"/>
                <a:gd name="connsiteX5" fmla="*/ 532305 w 1231955"/>
                <a:gd name="connsiteY5" fmla="*/ 10109 h 1142952"/>
                <a:gd name="connsiteX6" fmla="*/ 618925 w 1231955"/>
                <a:gd name="connsiteY6" fmla="*/ 33864 h 1142952"/>
                <a:gd name="connsiteX7" fmla="*/ 665613 w 1231955"/>
                <a:gd name="connsiteY7" fmla="*/ 119472 h 1142952"/>
                <a:gd name="connsiteX8" fmla="*/ 716460 w 1231955"/>
                <a:gd name="connsiteY8" fmla="*/ 291184 h 1142952"/>
                <a:gd name="connsiteX9" fmla="*/ 891586 w 1231955"/>
                <a:gd name="connsiteY9" fmla="*/ 914662 h 1142952"/>
                <a:gd name="connsiteX10" fmla="*/ 974813 w 1231955"/>
                <a:gd name="connsiteY10" fmla="*/ 1057723 h 1142952"/>
                <a:gd name="connsiteX11" fmla="*/ 1064440 w 1231955"/>
                <a:gd name="connsiteY11" fmla="*/ 892654 h 1142952"/>
                <a:gd name="connsiteX12" fmla="*/ 1231955 w 1231955"/>
                <a:gd name="connsiteY12" fmla="*/ 0 h 1142952"/>
                <a:gd name="connsiteX0" fmla="*/ 28081 w 1252654"/>
                <a:gd name="connsiteY0" fmla="*/ 1086976 h 1138774"/>
                <a:gd name="connsiteX1" fmla="*/ 7558 w 1252654"/>
                <a:gd name="connsiteY1" fmla="*/ 991299 h 1138774"/>
                <a:gd name="connsiteX2" fmla="*/ 199277 w 1252654"/>
                <a:gd name="connsiteY2" fmla="*/ 1107548 h 1138774"/>
                <a:gd name="connsiteX3" fmla="*/ 349915 w 1252654"/>
                <a:gd name="connsiteY3" fmla="*/ 417980 h 1138774"/>
                <a:gd name="connsiteX4" fmla="*/ 452991 w 1252654"/>
                <a:gd name="connsiteY4" fmla="*/ 84154 h 1138774"/>
                <a:gd name="connsiteX5" fmla="*/ 553004 w 1252654"/>
                <a:gd name="connsiteY5" fmla="*/ 10109 h 1138774"/>
                <a:gd name="connsiteX6" fmla="*/ 639624 w 1252654"/>
                <a:gd name="connsiteY6" fmla="*/ 33864 h 1138774"/>
                <a:gd name="connsiteX7" fmla="*/ 686312 w 1252654"/>
                <a:gd name="connsiteY7" fmla="*/ 119472 h 1138774"/>
                <a:gd name="connsiteX8" fmla="*/ 737159 w 1252654"/>
                <a:gd name="connsiteY8" fmla="*/ 291184 h 1138774"/>
                <a:gd name="connsiteX9" fmla="*/ 912285 w 1252654"/>
                <a:gd name="connsiteY9" fmla="*/ 914662 h 1138774"/>
                <a:gd name="connsiteX10" fmla="*/ 995512 w 1252654"/>
                <a:gd name="connsiteY10" fmla="*/ 1057723 h 1138774"/>
                <a:gd name="connsiteX11" fmla="*/ 1085139 w 1252654"/>
                <a:gd name="connsiteY11" fmla="*/ 892654 h 1138774"/>
                <a:gd name="connsiteX12" fmla="*/ 1252654 w 1252654"/>
                <a:gd name="connsiteY12" fmla="*/ 0 h 1138774"/>
                <a:gd name="connsiteX0" fmla="*/ 28081 w 1252654"/>
                <a:gd name="connsiteY0" fmla="*/ 1086976 h 1138776"/>
                <a:gd name="connsiteX1" fmla="*/ 7558 w 1252654"/>
                <a:gd name="connsiteY1" fmla="*/ 991299 h 1138776"/>
                <a:gd name="connsiteX2" fmla="*/ 199277 w 1252654"/>
                <a:gd name="connsiteY2" fmla="*/ 1107549 h 1138776"/>
                <a:gd name="connsiteX3" fmla="*/ 349915 w 1252654"/>
                <a:gd name="connsiteY3" fmla="*/ 417980 h 1138776"/>
                <a:gd name="connsiteX4" fmla="*/ 452991 w 1252654"/>
                <a:gd name="connsiteY4" fmla="*/ 84154 h 1138776"/>
                <a:gd name="connsiteX5" fmla="*/ 553004 w 1252654"/>
                <a:gd name="connsiteY5" fmla="*/ 10109 h 1138776"/>
                <a:gd name="connsiteX6" fmla="*/ 639624 w 1252654"/>
                <a:gd name="connsiteY6" fmla="*/ 33864 h 1138776"/>
                <a:gd name="connsiteX7" fmla="*/ 686312 w 1252654"/>
                <a:gd name="connsiteY7" fmla="*/ 119472 h 1138776"/>
                <a:gd name="connsiteX8" fmla="*/ 737159 w 1252654"/>
                <a:gd name="connsiteY8" fmla="*/ 291184 h 1138776"/>
                <a:gd name="connsiteX9" fmla="*/ 912285 w 1252654"/>
                <a:gd name="connsiteY9" fmla="*/ 914662 h 1138776"/>
                <a:gd name="connsiteX10" fmla="*/ 995512 w 1252654"/>
                <a:gd name="connsiteY10" fmla="*/ 1057723 h 1138776"/>
                <a:gd name="connsiteX11" fmla="*/ 1085139 w 1252654"/>
                <a:gd name="connsiteY11" fmla="*/ 892654 h 1138776"/>
                <a:gd name="connsiteX12" fmla="*/ 1252654 w 1252654"/>
                <a:gd name="connsiteY12" fmla="*/ 0 h 1138776"/>
                <a:gd name="connsiteX0" fmla="*/ -1 w 1245095"/>
                <a:gd name="connsiteY0" fmla="*/ 991299 h 1138776"/>
                <a:gd name="connsiteX1" fmla="*/ 191718 w 1245095"/>
                <a:gd name="connsiteY1" fmla="*/ 1107549 h 1138776"/>
                <a:gd name="connsiteX2" fmla="*/ 342356 w 1245095"/>
                <a:gd name="connsiteY2" fmla="*/ 417980 h 1138776"/>
                <a:gd name="connsiteX3" fmla="*/ 445432 w 1245095"/>
                <a:gd name="connsiteY3" fmla="*/ 84154 h 1138776"/>
                <a:gd name="connsiteX4" fmla="*/ 545445 w 1245095"/>
                <a:gd name="connsiteY4" fmla="*/ 10109 h 1138776"/>
                <a:gd name="connsiteX5" fmla="*/ 632065 w 1245095"/>
                <a:gd name="connsiteY5" fmla="*/ 33864 h 1138776"/>
                <a:gd name="connsiteX6" fmla="*/ 678753 w 1245095"/>
                <a:gd name="connsiteY6" fmla="*/ 119472 h 1138776"/>
                <a:gd name="connsiteX7" fmla="*/ 729600 w 1245095"/>
                <a:gd name="connsiteY7" fmla="*/ 291184 h 1138776"/>
                <a:gd name="connsiteX8" fmla="*/ 904726 w 1245095"/>
                <a:gd name="connsiteY8" fmla="*/ 914662 h 1138776"/>
                <a:gd name="connsiteX9" fmla="*/ 987953 w 1245095"/>
                <a:gd name="connsiteY9" fmla="*/ 1057723 h 1138776"/>
                <a:gd name="connsiteX10" fmla="*/ 1077580 w 1245095"/>
                <a:gd name="connsiteY10" fmla="*/ 892654 h 1138776"/>
                <a:gd name="connsiteX11" fmla="*/ 1245095 w 1245095"/>
                <a:gd name="connsiteY11" fmla="*/ 0 h 1138776"/>
                <a:gd name="connsiteX0" fmla="*/ 0 w 1245096"/>
                <a:gd name="connsiteY0" fmla="*/ 991299 h 1156984"/>
                <a:gd name="connsiteX1" fmla="*/ 95862 w 1245096"/>
                <a:gd name="connsiteY1" fmla="*/ 1089664 h 1156984"/>
                <a:gd name="connsiteX2" fmla="*/ 191719 w 1245096"/>
                <a:gd name="connsiteY2" fmla="*/ 1107549 h 1156984"/>
                <a:gd name="connsiteX3" fmla="*/ 342357 w 1245096"/>
                <a:gd name="connsiteY3" fmla="*/ 417980 h 1156984"/>
                <a:gd name="connsiteX4" fmla="*/ 445433 w 1245096"/>
                <a:gd name="connsiteY4" fmla="*/ 84154 h 1156984"/>
                <a:gd name="connsiteX5" fmla="*/ 545446 w 1245096"/>
                <a:gd name="connsiteY5" fmla="*/ 10109 h 1156984"/>
                <a:gd name="connsiteX6" fmla="*/ 632066 w 1245096"/>
                <a:gd name="connsiteY6" fmla="*/ 33864 h 1156984"/>
                <a:gd name="connsiteX7" fmla="*/ 678754 w 1245096"/>
                <a:gd name="connsiteY7" fmla="*/ 119472 h 1156984"/>
                <a:gd name="connsiteX8" fmla="*/ 729601 w 1245096"/>
                <a:gd name="connsiteY8" fmla="*/ 291184 h 1156984"/>
                <a:gd name="connsiteX9" fmla="*/ 904727 w 1245096"/>
                <a:gd name="connsiteY9" fmla="*/ 914662 h 1156984"/>
                <a:gd name="connsiteX10" fmla="*/ 987954 w 1245096"/>
                <a:gd name="connsiteY10" fmla="*/ 1057723 h 1156984"/>
                <a:gd name="connsiteX11" fmla="*/ 1077581 w 1245096"/>
                <a:gd name="connsiteY11" fmla="*/ 892654 h 1156984"/>
                <a:gd name="connsiteX12" fmla="*/ 1245096 w 1245096"/>
                <a:gd name="connsiteY12" fmla="*/ 0 h 1156984"/>
                <a:gd name="connsiteX0" fmla="*/ 0 w 1245096"/>
                <a:gd name="connsiteY0" fmla="*/ 991299 h 1156984"/>
                <a:gd name="connsiteX1" fmla="*/ 43138 w 1245096"/>
                <a:gd name="connsiteY1" fmla="*/ 1089664 h 1156984"/>
                <a:gd name="connsiteX2" fmla="*/ 191719 w 1245096"/>
                <a:gd name="connsiteY2" fmla="*/ 1107549 h 1156984"/>
                <a:gd name="connsiteX3" fmla="*/ 342357 w 1245096"/>
                <a:gd name="connsiteY3" fmla="*/ 417980 h 1156984"/>
                <a:gd name="connsiteX4" fmla="*/ 445433 w 1245096"/>
                <a:gd name="connsiteY4" fmla="*/ 84154 h 1156984"/>
                <a:gd name="connsiteX5" fmla="*/ 545446 w 1245096"/>
                <a:gd name="connsiteY5" fmla="*/ 10109 h 1156984"/>
                <a:gd name="connsiteX6" fmla="*/ 632066 w 1245096"/>
                <a:gd name="connsiteY6" fmla="*/ 33864 h 1156984"/>
                <a:gd name="connsiteX7" fmla="*/ 678754 w 1245096"/>
                <a:gd name="connsiteY7" fmla="*/ 119472 h 1156984"/>
                <a:gd name="connsiteX8" fmla="*/ 729601 w 1245096"/>
                <a:gd name="connsiteY8" fmla="*/ 291184 h 1156984"/>
                <a:gd name="connsiteX9" fmla="*/ 904727 w 1245096"/>
                <a:gd name="connsiteY9" fmla="*/ 914662 h 1156984"/>
                <a:gd name="connsiteX10" fmla="*/ 987954 w 1245096"/>
                <a:gd name="connsiteY10" fmla="*/ 1057723 h 1156984"/>
                <a:gd name="connsiteX11" fmla="*/ 1077581 w 1245096"/>
                <a:gd name="connsiteY11" fmla="*/ 892654 h 1156984"/>
                <a:gd name="connsiteX12" fmla="*/ 1245096 w 1245096"/>
                <a:gd name="connsiteY12" fmla="*/ 0 h 1156984"/>
                <a:gd name="connsiteX0" fmla="*/ 7335 w 1252431"/>
                <a:gd name="connsiteY0" fmla="*/ 991299 h 1149343"/>
                <a:gd name="connsiteX1" fmla="*/ 12129 w 1252431"/>
                <a:gd name="connsiteY1" fmla="*/ 1053893 h 1149343"/>
                <a:gd name="connsiteX2" fmla="*/ 199054 w 1252431"/>
                <a:gd name="connsiteY2" fmla="*/ 1107549 h 1149343"/>
                <a:gd name="connsiteX3" fmla="*/ 349692 w 1252431"/>
                <a:gd name="connsiteY3" fmla="*/ 417980 h 1149343"/>
                <a:gd name="connsiteX4" fmla="*/ 452768 w 1252431"/>
                <a:gd name="connsiteY4" fmla="*/ 84154 h 1149343"/>
                <a:gd name="connsiteX5" fmla="*/ 552781 w 1252431"/>
                <a:gd name="connsiteY5" fmla="*/ 10109 h 1149343"/>
                <a:gd name="connsiteX6" fmla="*/ 639401 w 1252431"/>
                <a:gd name="connsiteY6" fmla="*/ 33864 h 1149343"/>
                <a:gd name="connsiteX7" fmla="*/ 686089 w 1252431"/>
                <a:gd name="connsiteY7" fmla="*/ 119472 h 1149343"/>
                <a:gd name="connsiteX8" fmla="*/ 736936 w 1252431"/>
                <a:gd name="connsiteY8" fmla="*/ 291184 h 1149343"/>
                <a:gd name="connsiteX9" fmla="*/ 912062 w 1252431"/>
                <a:gd name="connsiteY9" fmla="*/ 914662 h 1149343"/>
                <a:gd name="connsiteX10" fmla="*/ 995289 w 1252431"/>
                <a:gd name="connsiteY10" fmla="*/ 1057723 h 1149343"/>
                <a:gd name="connsiteX11" fmla="*/ 1084916 w 1252431"/>
                <a:gd name="connsiteY11" fmla="*/ 892654 h 1149343"/>
                <a:gd name="connsiteX12" fmla="*/ 1252431 w 1252431"/>
                <a:gd name="connsiteY12" fmla="*/ 0 h 1149343"/>
                <a:gd name="connsiteX0" fmla="*/ 0 w 1240302"/>
                <a:gd name="connsiteY0" fmla="*/ 1053893 h 1149343"/>
                <a:gd name="connsiteX1" fmla="*/ 186925 w 1240302"/>
                <a:gd name="connsiteY1" fmla="*/ 1107549 h 1149343"/>
                <a:gd name="connsiteX2" fmla="*/ 337563 w 1240302"/>
                <a:gd name="connsiteY2" fmla="*/ 417980 h 1149343"/>
                <a:gd name="connsiteX3" fmla="*/ 440639 w 1240302"/>
                <a:gd name="connsiteY3" fmla="*/ 84154 h 1149343"/>
                <a:gd name="connsiteX4" fmla="*/ 540652 w 1240302"/>
                <a:gd name="connsiteY4" fmla="*/ 10109 h 1149343"/>
                <a:gd name="connsiteX5" fmla="*/ 627272 w 1240302"/>
                <a:gd name="connsiteY5" fmla="*/ 33864 h 1149343"/>
                <a:gd name="connsiteX6" fmla="*/ 673960 w 1240302"/>
                <a:gd name="connsiteY6" fmla="*/ 119472 h 1149343"/>
                <a:gd name="connsiteX7" fmla="*/ 724807 w 1240302"/>
                <a:gd name="connsiteY7" fmla="*/ 291184 h 1149343"/>
                <a:gd name="connsiteX8" fmla="*/ 899933 w 1240302"/>
                <a:gd name="connsiteY8" fmla="*/ 914662 h 1149343"/>
                <a:gd name="connsiteX9" fmla="*/ 983160 w 1240302"/>
                <a:gd name="connsiteY9" fmla="*/ 1057723 h 1149343"/>
                <a:gd name="connsiteX10" fmla="*/ 1072787 w 1240302"/>
                <a:gd name="connsiteY10" fmla="*/ 892654 h 1149343"/>
                <a:gd name="connsiteX11" fmla="*/ 1240302 w 1240302"/>
                <a:gd name="connsiteY11" fmla="*/ 0 h 1149343"/>
                <a:gd name="connsiteX0" fmla="*/ 0 w 1240302"/>
                <a:gd name="connsiteY0" fmla="*/ 1053893 h 1107548"/>
                <a:gd name="connsiteX1" fmla="*/ 186925 w 1240302"/>
                <a:gd name="connsiteY1" fmla="*/ 1107549 h 1107548"/>
                <a:gd name="connsiteX2" fmla="*/ 337563 w 1240302"/>
                <a:gd name="connsiteY2" fmla="*/ 417980 h 1107548"/>
                <a:gd name="connsiteX3" fmla="*/ 440639 w 1240302"/>
                <a:gd name="connsiteY3" fmla="*/ 84154 h 1107548"/>
                <a:gd name="connsiteX4" fmla="*/ 540652 w 1240302"/>
                <a:gd name="connsiteY4" fmla="*/ 10109 h 1107548"/>
                <a:gd name="connsiteX5" fmla="*/ 627272 w 1240302"/>
                <a:gd name="connsiteY5" fmla="*/ 33864 h 1107548"/>
                <a:gd name="connsiteX6" fmla="*/ 673960 w 1240302"/>
                <a:gd name="connsiteY6" fmla="*/ 119472 h 1107548"/>
                <a:gd name="connsiteX7" fmla="*/ 724807 w 1240302"/>
                <a:gd name="connsiteY7" fmla="*/ 291184 h 1107548"/>
                <a:gd name="connsiteX8" fmla="*/ 899933 w 1240302"/>
                <a:gd name="connsiteY8" fmla="*/ 914662 h 1107548"/>
                <a:gd name="connsiteX9" fmla="*/ 983160 w 1240302"/>
                <a:gd name="connsiteY9" fmla="*/ 1057723 h 1107548"/>
                <a:gd name="connsiteX10" fmla="*/ 1072787 w 1240302"/>
                <a:gd name="connsiteY10" fmla="*/ 892654 h 1107548"/>
                <a:gd name="connsiteX11" fmla="*/ 1240302 w 1240302"/>
                <a:gd name="connsiteY11" fmla="*/ 0 h 1107548"/>
                <a:gd name="connsiteX0" fmla="*/ 0 w 1240302"/>
                <a:gd name="connsiteY0" fmla="*/ 1116490 h 1116490"/>
                <a:gd name="connsiteX1" fmla="*/ 186925 w 1240302"/>
                <a:gd name="connsiteY1" fmla="*/ 1107549 h 1116490"/>
                <a:gd name="connsiteX2" fmla="*/ 337563 w 1240302"/>
                <a:gd name="connsiteY2" fmla="*/ 417980 h 1116490"/>
                <a:gd name="connsiteX3" fmla="*/ 440639 w 1240302"/>
                <a:gd name="connsiteY3" fmla="*/ 84154 h 1116490"/>
                <a:gd name="connsiteX4" fmla="*/ 540652 w 1240302"/>
                <a:gd name="connsiteY4" fmla="*/ 10109 h 1116490"/>
                <a:gd name="connsiteX5" fmla="*/ 627272 w 1240302"/>
                <a:gd name="connsiteY5" fmla="*/ 33864 h 1116490"/>
                <a:gd name="connsiteX6" fmla="*/ 673960 w 1240302"/>
                <a:gd name="connsiteY6" fmla="*/ 119472 h 1116490"/>
                <a:gd name="connsiteX7" fmla="*/ 724807 w 1240302"/>
                <a:gd name="connsiteY7" fmla="*/ 291184 h 1116490"/>
                <a:gd name="connsiteX8" fmla="*/ 899933 w 1240302"/>
                <a:gd name="connsiteY8" fmla="*/ 914662 h 1116490"/>
                <a:gd name="connsiteX9" fmla="*/ 983160 w 1240302"/>
                <a:gd name="connsiteY9" fmla="*/ 1057723 h 1116490"/>
                <a:gd name="connsiteX10" fmla="*/ 1072787 w 1240302"/>
                <a:gd name="connsiteY10" fmla="*/ 892654 h 1116490"/>
                <a:gd name="connsiteX11" fmla="*/ 1240302 w 1240302"/>
                <a:gd name="connsiteY11" fmla="*/ 0 h 1116490"/>
                <a:gd name="connsiteX0" fmla="*/ 1035 w 1241337"/>
                <a:gd name="connsiteY0" fmla="*/ 1116490 h 1116490"/>
                <a:gd name="connsiteX1" fmla="*/ 187960 w 1241337"/>
                <a:gd name="connsiteY1" fmla="*/ 1107549 h 1116490"/>
                <a:gd name="connsiteX2" fmla="*/ 338598 w 1241337"/>
                <a:gd name="connsiteY2" fmla="*/ 417980 h 1116490"/>
                <a:gd name="connsiteX3" fmla="*/ 441674 w 1241337"/>
                <a:gd name="connsiteY3" fmla="*/ 84154 h 1116490"/>
                <a:gd name="connsiteX4" fmla="*/ 541687 w 1241337"/>
                <a:gd name="connsiteY4" fmla="*/ 10109 h 1116490"/>
                <a:gd name="connsiteX5" fmla="*/ 628307 w 1241337"/>
                <a:gd name="connsiteY5" fmla="*/ 33864 h 1116490"/>
                <a:gd name="connsiteX6" fmla="*/ 674995 w 1241337"/>
                <a:gd name="connsiteY6" fmla="*/ 119472 h 1116490"/>
                <a:gd name="connsiteX7" fmla="*/ 725842 w 1241337"/>
                <a:gd name="connsiteY7" fmla="*/ 291184 h 1116490"/>
                <a:gd name="connsiteX8" fmla="*/ 900968 w 1241337"/>
                <a:gd name="connsiteY8" fmla="*/ 914662 h 1116490"/>
                <a:gd name="connsiteX9" fmla="*/ 984195 w 1241337"/>
                <a:gd name="connsiteY9" fmla="*/ 1057723 h 1116490"/>
                <a:gd name="connsiteX10" fmla="*/ 1073822 w 1241337"/>
                <a:gd name="connsiteY10" fmla="*/ 892654 h 1116490"/>
                <a:gd name="connsiteX11" fmla="*/ 1241337 w 1241337"/>
                <a:gd name="connsiteY11" fmla="*/ 0 h 1116490"/>
                <a:gd name="connsiteX0" fmla="*/ 0 w 1240302"/>
                <a:gd name="connsiteY0" fmla="*/ 1116490 h 1170570"/>
                <a:gd name="connsiteX1" fmla="*/ 62312 w 1240302"/>
                <a:gd name="connsiteY1" fmla="*/ 1152259 h 1170570"/>
                <a:gd name="connsiteX2" fmla="*/ 186925 w 1240302"/>
                <a:gd name="connsiteY2" fmla="*/ 1107549 h 1170570"/>
                <a:gd name="connsiteX3" fmla="*/ 337563 w 1240302"/>
                <a:gd name="connsiteY3" fmla="*/ 417980 h 1170570"/>
                <a:gd name="connsiteX4" fmla="*/ 440639 w 1240302"/>
                <a:gd name="connsiteY4" fmla="*/ 84154 h 1170570"/>
                <a:gd name="connsiteX5" fmla="*/ 540652 w 1240302"/>
                <a:gd name="connsiteY5" fmla="*/ 10109 h 1170570"/>
                <a:gd name="connsiteX6" fmla="*/ 627272 w 1240302"/>
                <a:gd name="connsiteY6" fmla="*/ 33864 h 1170570"/>
                <a:gd name="connsiteX7" fmla="*/ 673960 w 1240302"/>
                <a:gd name="connsiteY7" fmla="*/ 119472 h 1170570"/>
                <a:gd name="connsiteX8" fmla="*/ 724807 w 1240302"/>
                <a:gd name="connsiteY8" fmla="*/ 291184 h 1170570"/>
                <a:gd name="connsiteX9" fmla="*/ 899933 w 1240302"/>
                <a:gd name="connsiteY9" fmla="*/ 914662 h 1170570"/>
                <a:gd name="connsiteX10" fmla="*/ 983160 w 1240302"/>
                <a:gd name="connsiteY10" fmla="*/ 1057723 h 1170570"/>
                <a:gd name="connsiteX11" fmla="*/ 1072787 w 1240302"/>
                <a:gd name="connsiteY11" fmla="*/ 892654 h 1170570"/>
                <a:gd name="connsiteX12" fmla="*/ 1240302 w 1240302"/>
                <a:gd name="connsiteY12" fmla="*/ 0 h 1170570"/>
                <a:gd name="connsiteX0" fmla="*/ 0 w 1254681"/>
                <a:gd name="connsiteY0" fmla="*/ 1009182 h 1170570"/>
                <a:gd name="connsiteX1" fmla="*/ 76691 w 1254681"/>
                <a:gd name="connsiteY1" fmla="*/ 1152259 h 1170570"/>
                <a:gd name="connsiteX2" fmla="*/ 201304 w 1254681"/>
                <a:gd name="connsiteY2" fmla="*/ 1107549 h 1170570"/>
                <a:gd name="connsiteX3" fmla="*/ 351942 w 1254681"/>
                <a:gd name="connsiteY3" fmla="*/ 417980 h 1170570"/>
                <a:gd name="connsiteX4" fmla="*/ 455018 w 1254681"/>
                <a:gd name="connsiteY4" fmla="*/ 84154 h 1170570"/>
                <a:gd name="connsiteX5" fmla="*/ 555031 w 1254681"/>
                <a:gd name="connsiteY5" fmla="*/ 10109 h 1170570"/>
                <a:gd name="connsiteX6" fmla="*/ 641651 w 1254681"/>
                <a:gd name="connsiteY6" fmla="*/ 33864 h 1170570"/>
                <a:gd name="connsiteX7" fmla="*/ 688339 w 1254681"/>
                <a:gd name="connsiteY7" fmla="*/ 119472 h 1170570"/>
                <a:gd name="connsiteX8" fmla="*/ 739186 w 1254681"/>
                <a:gd name="connsiteY8" fmla="*/ 291184 h 1170570"/>
                <a:gd name="connsiteX9" fmla="*/ 914312 w 1254681"/>
                <a:gd name="connsiteY9" fmla="*/ 914662 h 1170570"/>
                <a:gd name="connsiteX10" fmla="*/ 997539 w 1254681"/>
                <a:gd name="connsiteY10" fmla="*/ 1057723 h 1170570"/>
                <a:gd name="connsiteX11" fmla="*/ 1087166 w 1254681"/>
                <a:gd name="connsiteY11" fmla="*/ 892654 h 1170570"/>
                <a:gd name="connsiteX12" fmla="*/ 1254681 w 1254681"/>
                <a:gd name="connsiteY12" fmla="*/ 0 h 1170570"/>
                <a:gd name="connsiteX0" fmla="*/ 0 w 1254681"/>
                <a:gd name="connsiteY0" fmla="*/ 955529 h 1170570"/>
                <a:gd name="connsiteX1" fmla="*/ 76691 w 1254681"/>
                <a:gd name="connsiteY1" fmla="*/ 1152259 h 1170570"/>
                <a:gd name="connsiteX2" fmla="*/ 201304 w 1254681"/>
                <a:gd name="connsiteY2" fmla="*/ 1107549 h 1170570"/>
                <a:gd name="connsiteX3" fmla="*/ 351942 w 1254681"/>
                <a:gd name="connsiteY3" fmla="*/ 417980 h 1170570"/>
                <a:gd name="connsiteX4" fmla="*/ 455018 w 1254681"/>
                <a:gd name="connsiteY4" fmla="*/ 84154 h 1170570"/>
                <a:gd name="connsiteX5" fmla="*/ 555031 w 1254681"/>
                <a:gd name="connsiteY5" fmla="*/ 10109 h 1170570"/>
                <a:gd name="connsiteX6" fmla="*/ 641651 w 1254681"/>
                <a:gd name="connsiteY6" fmla="*/ 33864 h 1170570"/>
                <a:gd name="connsiteX7" fmla="*/ 688339 w 1254681"/>
                <a:gd name="connsiteY7" fmla="*/ 119472 h 1170570"/>
                <a:gd name="connsiteX8" fmla="*/ 739186 w 1254681"/>
                <a:gd name="connsiteY8" fmla="*/ 291184 h 1170570"/>
                <a:gd name="connsiteX9" fmla="*/ 914312 w 1254681"/>
                <a:gd name="connsiteY9" fmla="*/ 914662 h 1170570"/>
                <a:gd name="connsiteX10" fmla="*/ 997539 w 1254681"/>
                <a:gd name="connsiteY10" fmla="*/ 1057723 h 1170570"/>
                <a:gd name="connsiteX11" fmla="*/ 1087166 w 1254681"/>
                <a:gd name="connsiteY11" fmla="*/ 892654 h 1170570"/>
                <a:gd name="connsiteX12" fmla="*/ 1254681 w 1254681"/>
                <a:gd name="connsiteY12" fmla="*/ 0 h 1170570"/>
                <a:gd name="connsiteX0" fmla="*/ 0 w 1254681"/>
                <a:gd name="connsiteY0" fmla="*/ 955529 h 1153459"/>
                <a:gd name="connsiteX1" fmla="*/ 52725 w 1254681"/>
                <a:gd name="connsiteY1" fmla="*/ 1098606 h 1153459"/>
                <a:gd name="connsiteX2" fmla="*/ 201304 w 1254681"/>
                <a:gd name="connsiteY2" fmla="*/ 1107549 h 1153459"/>
                <a:gd name="connsiteX3" fmla="*/ 351942 w 1254681"/>
                <a:gd name="connsiteY3" fmla="*/ 417980 h 1153459"/>
                <a:gd name="connsiteX4" fmla="*/ 455018 w 1254681"/>
                <a:gd name="connsiteY4" fmla="*/ 84154 h 1153459"/>
                <a:gd name="connsiteX5" fmla="*/ 555031 w 1254681"/>
                <a:gd name="connsiteY5" fmla="*/ 10109 h 1153459"/>
                <a:gd name="connsiteX6" fmla="*/ 641651 w 1254681"/>
                <a:gd name="connsiteY6" fmla="*/ 33864 h 1153459"/>
                <a:gd name="connsiteX7" fmla="*/ 688339 w 1254681"/>
                <a:gd name="connsiteY7" fmla="*/ 119472 h 1153459"/>
                <a:gd name="connsiteX8" fmla="*/ 739186 w 1254681"/>
                <a:gd name="connsiteY8" fmla="*/ 291184 h 1153459"/>
                <a:gd name="connsiteX9" fmla="*/ 914312 w 1254681"/>
                <a:gd name="connsiteY9" fmla="*/ 914662 h 1153459"/>
                <a:gd name="connsiteX10" fmla="*/ 997539 w 1254681"/>
                <a:gd name="connsiteY10" fmla="*/ 1057723 h 1153459"/>
                <a:gd name="connsiteX11" fmla="*/ 1087166 w 1254681"/>
                <a:gd name="connsiteY11" fmla="*/ 892654 h 1153459"/>
                <a:gd name="connsiteX12" fmla="*/ 1254681 w 1254681"/>
                <a:gd name="connsiteY12" fmla="*/ 0 h 1153459"/>
                <a:gd name="connsiteX0" fmla="*/ 0 w 1254681"/>
                <a:gd name="connsiteY0" fmla="*/ 955529 h 1147931"/>
                <a:gd name="connsiteX1" fmla="*/ 47932 w 1254681"/>
                <a:gd name="connsiteY1" fmla="*/ 1071777 h 1147931"/>
                <a:gd name="connsiteX2" fmla="*/ 201304 w 1254681"/>
                <a:gd name="connsiteY2" fmla="*/ 1107549 h 1147931"/>
                <a:gd name="connsiteX3" fmla="*/ 351942 w 1254681"/>
                <a:gd name="connsiteY3" fmla="*/ 417980 h 1147931"/>
                <a:gd name="connsiteX4" fmla="*/ 455018 w 1254681"/>
                <a:gd name="connsiteY4" fmla="*/ 84154 h 1147931"/>
                <a:gd name="connsiteX5" fmla="*/ 555031 w 1254681"/>
                <a:gd name="connsiteY5" fmla="*/ 10109 h 1147931"/>
                <a:gd name="connsiteX6" fmla="*/ 641651 w 1254681"/>
                <a:gd name="connsiteY6" fmla="*/ 33864 h 1147931"/>
                <a:gd name="connsiteX7" fmla="*/ 688339 w 1254681"/>
                <a:gd name="connsiteY7" fmla="*/ 119472 h 1147931"/>
                <a:gd name="connsiteX8" fmla="*/ 739186 w 1254681"/>
                <a:gd name="connsiteY8" fmla="*/ 291184 h 1147931"/>
                <a:gd name="connsiteX9" fmla="*/ 914312 w 1254681"/>
                <a:gd name="connsiteY9" fmla="*/ 914662 h 1147931"/>
                <a:gd name="connsiteX10" fmla="*/ 997539 w 1254681"/>
                <a:gd name="connsiteY10" fmla="*/ 1057723 h 1147931"/>
                <a:gd name="connsiteX11" fmla="*/ 1087166 w 1254681"/>
                <a:gd name="connsiteY11" fmla="*/ 892654 h 1147931"/>
                <a:gd name="connsiteX12" fmla="*/ 1254681 w 1254681"/>
                <a:gd name="connsiteY12" fmla="*/ 0 h 1147931"/>
                <a:gd name="connsiteX0" fmla="*/ 0 w 1254681"/>
                <a:gd name="connsiteY0" fmla="*/ 955529 h 1165813"/>
                <a:gd name="connsiteX1" fmla="*/ 47932 w 1254681"/>
                <a:gd name="connsiteY1" fmla="*/ 1071777 h 1165813"/>
                <a:gd name="connsiteX2" fmla="*/ 67103 w 1254681"/>
                <a:gd name="connsiteY2" fmla="*/ 1116492 h 1165813"/>
                <a:gd name="connsiteX3" fmla="*/ 201304 w 1254681"/>
                <a:gd name="connsiteY3" fmla="*/ 1107549 h 1165813"/>
                <a:gd name="connsiteX4" fmla="*/ 351942 w 1254681"/>
                <a:gd name="connsiteY4" fmla="*/ 417980 h 1165813"/>
                <a:gd name="connsiteX5" fmla="*/ 455018 w 1254681"/>
                <a:gd name="connsiteY5" fmla="*/ 84154 h 1165813"/>
                <a:gd name="connsiteX6" fmla="*/ 555031 w 1254681"/>
                <a:gd name="connsiteY6" fmla="*/ 10109 h 1165813"/>
                <a:gd name="connsiteX7" fmla="*/ 641651 w 1254681"/>
                <a:gd name="connsiteY7" fmla="*/ 33864 h 1165813"/>
                <a:gd name="connsiteX8" fmla="*/ 688339 w 1254681"/>
                <a:gd name="connsiteY8" fmla="*/ 119472 h 1165813"/>
                <a:gd name="connsiteX9" fmla="*/ 739186 w 1254681"/>
                <a:gd name="connsiteY9" fmla="*/ 291184 h 1165813"/>
                <a:gd name="connsiteX10" fmla="*/ 914312 w 1254681"/>
                <a:gd name="connsiteY10" fmla="*/ 914662 h 1165813"/>
                <a:gd name="connsiteX11" fmla="*/ 997539 w 1254681"/>
                <a:gd name="connsiteY11" fmla="*/ 1057723 h 1165813"/>
                <a:gd name="connsiteX12" fmla="*/ 1087166 w 1254681"/>
                <a:gd name="connsiteY12" fmla="*/ 892654 h 1165813"/>
                <a:gd name="connsiteX13" fmla="*/ 1254681 w 1254681"/>
                <a:gd name="connsiteY13" fmla="*/ 0 h 1165813"/>
                <a:gd name="connsiteX0" fmla="*/ 0 w 1254681"/>
                <a:gd name="connsiteY0" fmla="*/ 955529 h 1158832"/>
                <a:gd name="connsiteX1" fmla="*/ 47932 w 1254681"/>
                <a:gd name="connsiteY1" fmla="*/ 1071777 h 1158832"/>
                <a:gd name="connsiteX2" fmla="*/ 62310 w 1254681"/>
                <a:gd name="connsiteY2" fmla="*/ 1089666 h 1158832"/>
                <a:gd name="connsiteX3" fmla="*/ 201304 w 1254681"/>
                <a:gd name="connsiteY3" fmla="*/ 1107549 h 1158832"/>
                <a:gd name="connsiteX4" fmla="*/ 351942 w 1254681"/>
                <a:gd name="connsiteY4" fmla="*/ 417980 h 1158832"/>
                <a:gd name="connsiteX5" fmla="*/ 455018 w 1254681"/>
                <a:gd name="connsiteY5" fmla="*/ 84154 h 1158832"/>
                <a:gd name="connsiteX6" fmla="*/ 555031 w 1254681"/>
                <a:gd name="connsiteY6" fmla="*/ 10109 h 1158832"/>
                <a:gd name="connsiteX7" fmla="*/ 641651 w 1254681"/>
                <a:gd name="connsiteY7" fmla="*/ 33864 h 1158832"/>
                <a:gd name="connsiteX8" fmla="*/ 688339 w 1254681"/>
                <a:gd name="connsiteY8" fmla="*/ 119472 h 1158832"/>
                <a:gd name="connsiteX9" fmla="*/ 739186 w 1254681"/>
                <a:gd name="connsiteY9" fmla="*/ 291184 h 1158832"/>
                <a:gd name="connsiteX10" fmla="*/ 914312 w 1254681"/>
                <a:gd name="connsiteY10" fmla="*/ 914662 h 1158832"/>
                <a:gd name="connsiteX11" fmla="*/ 997539 w 1254681"/>
                <a:gd name="connsiteY11" fmla="*/ 1057723 h 1158832"/>
                <a:gd name="connsiteX12" fmla="*/ 1087166 w 1254681"/>
                <a:gd name="connsiteY12" fmla="*/ 892654 h 1158832"/>
                <a:gd name="connsiteX13" fmla="*/ 1254681 w 1254681"/>
                <a:gd name="connsiteY13" fmla="*/ 0 h 1158832"/>
                <a:gd name="connsiteX0" fmla="*/ 0 w 1254681"/>
                <a:gd name="connsiteY0" fmla="*/ 955529 h 1151726"/>
                <a:gd name="connsiteX1" fmla="*/ 47932 w 1254681"/>
                <a:gd name="connsiteY1" fmla="*/ 1071777 h 1151726"/>
                <a:gd name="connsiteX2" fmla="*/ 43138 w 1254681"/>
                <a:gd name="connsiteY2" fmla="*/ 1053895 h 1151726"/>
                <a:gd name="connsiteX3" fmla="*/ 201304 w 1254681"/>
                <a:gd name="connsiteY3" fmla="*/ 1107549 h 1151726"/>
                <a:gd name="connsiteX4" fmla="*/ 351942 w 1254681"/>
                <a:gd name="connsiteY4" fmla="*/ 417980 h 1151726"/>
                <a:gd name="connsiteX5" fmla="*/ 455018 w 1254681"/>
                <a:gd name="connsiteY5" fmla="*/ 84154 h 1151726"/>
                <a:gd name="connsiteX6" fmla="*/ 555031 w 1254681"/>
                <a:gd name="connsiteY6" fmla="*/ 10109 h 1151726"/>
                <a:gd name="connsiteX7" fmla="*/ 641651 w 1254681"/>
                <a:gd name="connsiteY7" fmla="*/ 33864 h 1151726"/>
                <a:gd name="connsiteX8" fmla="*/ 688339 w 1254681"/>
                <a:gd name="connsiteY8" fmla="*/ 119472 h 1151726"/>
                <a:gd name="connsiteX9" fmla="*/ 739186 w 1254681"/>
                <a:gd name="connsiteY9" fmla="*/ 291184 h 1151726"/>
                <a:gd name="connsiteX10" fmla="*/ 914312 w 1254681"/>
                <a:gd name="connsiteY10" fmla="*/ 914662 h 1151726"/>
                <a:gd name="connsiteX11" fmla="*/ 997539 w 1254681"/>
                <a:gd name="connsiteY11" fmla="*/ 1057723 h 1151726"/>
                <a:gd name="connsiteX12" fmla="*/ 1087166 w 1254681"/>
                <a:gd name="connsiteY12" fmla="*/ 892654 h 1151726"/>
                <a:gd name="connsiteX13" fmla="*/ 1254681 w 1254681"/>
                <a:gd name="connsiteY13" fmla="*/ 0 h 1151726"/>
                <a:gd name="connsiteX0" fmla="*/ 0 w 1254681"/>
                <a:gd name="connsiteY0" fmla="*/ 955529 h 1151726"/>
                <a:gd name="connsiteX1" fmla="*/ 47932 w 1254681"/>
                <a:gd name="connsiteY1" fmla="*/ 1071777 h 1151726"/>
                <a:gd name="connsiteX2" fmla="*/ 43138 w 1254681"/>
                <a:gd name="connsiteY2" fmla="*/ 1053895 h 1151726"/>
                <a:gd name="connsiteX3" fmla="*/ 201304 w 1254681"/>
                <a:gd name="connsiteY3" fmla="*/ 1107549 h 1151726"/>
                <a:gd name="connsiteX4" fmla="*/ 351942 w 1254681"/>
                <a:gd name="connsiteY4" fmla="*/ 417980 h 1151726"/>
                <a:gd name="connsiteX5" fmla="*/ 455018 w 1254681"/>
                <a:gd name="connsiteY5" fmla="*/ 84154 h 1151726"/>
                <a:gd name="connsiteX6" fmla="*/ 555031 w 1254681"/>
                <a:gd name="connsiteY6" fmla="*/ 10109 h 1151726"/>
                <a:gd name="connsiteX7" fmla="*/ 641651 w 1254681"/>
                <a:gd name="connsiteY7" fmla="*/ 33864 h 1151726"/>
                <a:gd name="connsiteX8" fmla="*/ 688339 w 1254681"/>
                <a:gd name="connsiteY8" fmla="*/ 119472 h 1151726"/>
                <a:gd name="connsiteX9" fmla="*/ 739186 w 1254681"/>
                <a:gd name="connsiteY9" fmla="*/ 291184 h 1151726"/>
                <a:gd name="connsiteX10" fmla="*/ 914312 w 1254681"/>
                <a:gd name="connsiteY10" fmla="*/ 914662 h 1151726"/>
                <a:gd name="connsiteX11" fmla="*/ 997539 w 1254681"/>
                <a:gd name="connsiteY11" fmla="*/ 1057723 h 1151726"/>
                <a:gd name="connsiteX12" fmla="*/ 1087166 w 1254681"/>
                <a:gd name="connsiteY12" fmla="*/ 892654 h 1151726"/>
                <a:gd name="connsiteX13" fmla="*/ 1254681 w 1254681"/>
                <a:gd name="connsiteY13" fmla="*/ 0 h 1151726"/>
                <a:gd name="connsiteX0" fmla="*/ 27461 w 1282142"/>
                <a:gd name="connsiteY0" fmla="*/ 955529 h 1135270"/>
                <a:gd name="connsiteX1" fmla="*/ 75393 w 1282142"/>
                <a:gd name="connsiteY1" fmla="*/ 1071777 h 1135270"/>
                <a:gd name="connsiteX2" fmla="*/ 3497 w 1282142"/>
                <a:gd name="connsiteY2" fmla="*/ 901878 h 1135270"/>
                <a:gd name="connsiteX3" fmla="*/ 228765 w 1282142"/>
                <a:gd name="connsiteY3" fmla="*/ 1107549 h 1135270"/>
                <a:gd name="connsiteX4" fmla="*/ 379403 w 1282142"/>
                <a:gd name="connsiteY4" fmla="*/ 417980 h 1135270"/>
                <a:gd name="connsiteX5" fmla="*/ 482479 w 1282142"/>
                <a:gd name="connsiteY5" fmla="*/ 84154 h 1135270"/>
                <a:gd name="connsiteX6" fmla="*/ 582492 w 1282142"/>
                <a:gd name="connsiteY6" fmla="*/ 10109 h 1135270"/>
                <a:gd name="connsiteX7" fmla="*/ 669112 w 1282142"/>
                <a:gd name="connsiteY7" fmla="*/ 33864 h 1135270"/>
                <a:gd name="connsiteX8" fmla="*/ 715800 w 1282142"/>
                <a:gd name="connsiteY8" fmla="*/ 119472 h 1135270"/>
                <a:gd name="connsiteX9" fmla="*/ 766647 w 1282142"/>
                <a:gd name="connsiteY9" fmla="*/ 291184 h 1135270"/>
                <a:gd name="connsiteX10" fmla="*/ 941773 w 1282142"/>
                <a:gd name="connsiteY10" fmla="*/ 914662 h 1135270"/>
                <a:gd name="connsiteX11" fmla="*/ 1025000 w 1282142"/>
                <a:gd name="connsiteY11" fmla="*/ 1057723 h 1135270"/>
                <a:gd name="connsiteX12" fmla="*/ 1114627 w 1282142"/>
                <a:gd name="connsiteY12" fmla="*/ 892654 h 1135270"/>
                <a:gd name="connsiteX13" fmla="*/ 1282142 w 1282142"/>
                <a:gd name="connsiteY13" fmla="*/ 0 h 1135270"/>
                <a:gd name="connsiteX0" fmla="*/ 0 w 1254681"/>
                <a:gd name="connsiteY0" fmla="*/ 955529 h 1152671"/>
                <a:gd name="connsiteX1" fmla="*/ 47932 w 1254681"/>
                <a:gd name="connsiteY1" fmla="*/ 1071777 h 1152671"/>
                <a:gd name="connsiteX2" fmla="*/ 201304 w 1254681"/>
                <a:gd name="connsiteY2" fmla="*/ 1107549 h 1152671"/>
                <a:gd name="connsiteX3" fmla="*/ 351942 w 1254681"/>
                <a:gd name="connsiteY3" fmla="*/ 417980 h 1152671"/>
                <a:gd name="connsiteX4" fmla="*/ 455018 w 1254681"/>
                <a:gd name="connsiteY4" fmla="*/ 84154 h 1152671"/>
                <a:gd name="connsiteX5" fmla="*/ 555031 w 1254681"/>
                <a:gd name="connsiteY5" fmla="*/ 10109 h 1152671"/>
                <a:gd name="connsiteX6" fmla="*/ 641651 w 1254681"/>
                <a:gd name="connsiteY6" fmla="*/ 33864 h 1152671"/>
                <a:gd name="connsiteX7" fmla="*/ 688339 w 1254681"/>
                <a:gd name="connsiteY7" fmla="*/ 119472 h 1152671"/>
                <a:gd name="connsiteX8" fmla="*/ 739186 w 1254681"/>
                <a:gd name="connsiteY8" fmla="*/ 291184 h 1152671"/>
                <a:gd name="connsiteX9" fmla="*/ 914312 w 1254681"/>
                <a:gd name="connsiteY9" fmla="*/ 914662 h 1152671"/>
                <a:gd name="connsiteX10" fmla="*/ 997539 w 1254681"/>
                <a:gd name="connsiteY10" fmla="*/ 1057723 h 1152671"/>
                <a:gd name="connsiteX11" fmla="*/ 1087166 w 1254681"/>
                <a:gd name="connsiteY11" fmla="*/ 892654 h 1152671"/>
                <a:gd name="connsiteX12" fmla="*/ 1254681 w 1254681"/>
                <a:gd name="connsiteY12" fmla="*/ 0 h 1152671"/>
                <a:gd name="connsiteX0" fmla="*/ 0 w 1206749"/>
                <a:gd name="connsiteY0" fmla="*/ 1071777 h 1152671"/>
                <a:gd name="connsiteX1" fmla="*/ 153372 w 1206749"/>
                <a:gd name="connsiteY1" fmla="*/ 1107549 h 1152671"/>
                <a:gd name="connsiteX2" fmla="*/ 304010 w 1206749"/>
                <a:gd name="connsiteY2" fmla="*/ 417980 h 1152671"/>
                <a:gd name="connsiteX3" fmla="*/ 407086 w 1206749"/>
                <a:gd name="connsiteY3" fmla="*/ 84154 h 1152671"/>
                <a:gd name="connsiteX4" fmla="*/ 507099 w 1206749"/>
                <a:gd name="connsiteY4" fmla="*/ 10109 h 1152671"/>
                <a:gd name="connsiteX5" fmla="*/ 593719 w 1206749"/>
                <a:gd name="connsiteY5" fmla="*/ 33864 h 1152671"/>
                <a:gd name="connsiteX6" fmla="*/ 640407 w 1206749"/>
                <a:gd name="connsiteY6" fmla="*/ 119472 h 1152671"/>
                <a:gd name="connsiteX7" fmla="*/ 691254 w 1206749"/>
                <a:gd name="connsiteY7" fmla="*/ 291184 h 1152671"/>
                <a:gd name="connsiteX8" fmla="*/ 866380 w 1206749"/>
                <a:gd name="connsiteY8" fmla="*/ 914662 h 1152671"/>
                <a:gd name="connsiteX9" fmla="*/ 949607 w 1206749"/>
                <a:gd name="connsiteY9" fmla="*/ 1057723 h 1152671"/>
                <a:gd name="connsiteX10" fmla="*/ 1039234 w 1206749"/>
                <a:gd name="connsiteY10" fmla="*/ 892654 h 1152671"/>
                <a:gd name="connsiteX11" fmla="*/ 1206749 w 1206749"/>
                <a:gd name="connsiteY11" fmla="*/ 0 h 1152671"/>
                <a:gd name="connsiteX0" fmla="*/ 0 w 1254679"/>
                <a:gd name="connsiteY0" fmla="*/ 1009179 h 1142011"/>
                <a:gd name="connsiteX1" fmla="*/ 201302 w 1254679"/>
                <a:gd name="connsiteY1" fmla="*/ 1107549 h 1142011"/>
                <a:gd name="connsiteX2" fmla="*/ 351940 w 1254679"/>
                <a:gd name="connsiteY2" fmla="*/ 417980 h 1142011"/>
                <a:gd name="connsiteX3" fmla="*/ 455016 w 1254679"/>
                <a:gd name="connsiteY3" fmla="*/ 84154 h 1142011"/>
                <a:gd name="connsiteX4" fmla="*/ 555029 w 1254679"/>
                <a:gd name="connsiteY4" fmla="*/ 10109 h 1142011"/>
                <a:gd name="connsiteX5" fmla="*/ 641649 w 1254679"/>
                <a:gd name="connsiteY5" fmla="*/ 33864 h 1142011"/>
                <a:gd name="connsiteX6" fmla="*/ 688337 w 1254679"/>
                <a:gd name="connsiteY6" fmla="*/ 119472 h 1142011"/>
                <a:gd name="connsiteX7" fmla="*/ 739184 w 1254679"/>
                <a:gd name="connsiteY7" fmla="*/ 291184 h 1142011"/>
                <a:gd name="connsiteX8" fmla="*/ 914310 w 1254679"/>
                <a:gd name="connsiteY8" fmla="*/ 914662 h 1142011"/>
                <a:gd name="connsiteX9" fmla="*/ 997537 w 1254679"/>
                <a:gd name="connsiteY9" fmla="*/ 1057723 h 1142011"/>
                <a:gd name="connsiteX10" fmla="*/ 1087164 w 1254679"/>
                <a:gd name="connsiteY10" fmla="*/ 892654 h 1142011"/>
                <a:gd name="connsiteX11" fmla="*/ 1254679 w 1254679"/>
                <a:gd name="connsiteY11" fmla="*/ 0 h 1142011"/>
                <a:gd name="connsiteX0" fmla="*/ 0 w 1254679"/>
                <a:gd name="connsiteY0" fmla="*/ 1009179 h 1156348"/>
                <a:gd name="connsiteX1" fmla="*/ 95859 w 1254679"/>
                <a:gd name="connsiteY1" fmla="*/ 1089666 h 1156348"/>
                <a:gd name="connsiteX2" fmla="*/ 201302 w 1254679"/>
                <a:gd name="connsiteY2" fmla="*/ 1107549 h 1156348"/>
                <a:gd name="connsiteX3" fmla="*/ 351940 w 1254679"/>
                <a:gd name="connsiteY3" fmla="*/ 417980 h 1156348"/>
                <a:gd name="connsiteX4" fmla="*/ 455016 w 1254679"/>
                <a:gd name="connsiteY4" fmla="*/ 84154 h 1156348"/>
                <a:gd name="connsiteX5" fmla="*/ 555029 w 1254679"/>
                <a:gd name="connsiteY5" fmla="*/ 10109 h 1156348"/>
                <a:gd name="connsiteX6" fmla="*/ 641649 w 1254679"/>
                <a:gd name="connsiteY6" fmla="*/ 33864 h 1156348"/>
                <a:gd name="connsiteX7" fmla="*/ 688337 w 1254679"/>
                <a:gd name="connsiteY7" fmla="*/ 119472 h 1156348"/>
                <a:gd name="connsiteX8" fmla="*/ 739184 w 1254679"/>
                <a:gd name="connsiteY8" fmla="*/ 291184 h 1156348"/>
                <a:gd name="connsiteX9" fmla="*/ 914310 w 1254679"/>
                <a:gd name="connsiteY9" fmla="*/ 914662 h 1156348"/>
                <a:gd name="connsiteX10" fmla="*/ 997537 w 1254679"/>
                <a:gd name="connsiteY10" fmla="*/ 1057723 h 1156348"/>
                <a:gd name="connsiteX11" fmla="*/ 1087164 w 1254679"/>
                <a:gd name="connsiteY11" fmla="*/ 892654 h 1156348"/>
                <a:gd name="connsiteX12" fmla="*/ 1254679 w 1254679"/>
                <a:gd name="connsiteY12" fmla="*/ 0 h 1156348"/>
                <a:gd name="connsiteX0" fmla="*/ 0 w 1254679"/>
                <a:gd name="connsiteY0" fmla="*/ 1009179 h 1156348"/>
                <a:gd name="connsiteX1" fmla="*/ 95859 w 1254679"/>
                <a:gd name="connsiteY1" fmla="*/ 1089666 h 1156348"/>
                <a:gd name="connsiteX2" fmla="*/ 201302 w 1254679"/>
                <a:gd name="connsiteY2" fmla="*/ 1107549 h 1156348"/>
                <a:gd name="connsiteX3" fmla="*/ 351940 w 1254679"/>
                <a:gd name="connsiteY3" fmla="*/ 417980 h 1156348"/>
                <a:gd name="connsiteX4" fmla="*/ 455016 w 1254679"/>
                <a:gd name="connsiteY4" fmla="*/ 84154 h 1156348"/>
                <a:gd name="connsiteX5" fmla="*/ 555029 w 1254679"/>
                <a:gd name="connsiteY5" fmla="*/ 10109 h 1156348"/>
                <a:gd name="connsiteX6" fmla="*/ 641649 w 1254679"/>
                <a:gd name="connsiteY6" fmla="*/ 33864 h 1156348"/>
                <a:gd name="connsiteX7" fmla="*/ 688337 w 1254679"/>
                <a:gd name="connsiteY7" fmla="*/ 119472 h 1156348"/>
                <a:gd name="connsiteX8" fmla="*/ 739184 w 1254679"/>
                <a:gd name="connsiteY8" fmla="*/ 291184 h 1156348"/>
                <a:gd name="connsiteX9" fmla="*/ 914310 w 1254679"/>
                <a:gd name="connsiteY9" fmla="*/ 914662 h 1156348"/>
                <a:gd name="connsiteX10" fmla="*/ 997537 w 1254679"/>
                <a:gd name="connsiteY10" fmla="*/ 1057723 h 1156348"/>
                <a:gd name="connsiteX11" fmla="*/ 1087164 w 1254679"/>
                <a:gd name="connsiteY11" fmla="*/ 892654 h 1156348"/>
                <a:gd name="connsiteX12" fmla="*/ 1254679 w 1254679"/>
                <a:gd name="connsiteY12" fmla="*/ 0 h 1156348"/>
                <a:gd name="connsiteX0" fmla="*/ 0 w 1254679"/>
                <a:gd name="connsiteY0" fmla="*/ 1009179 h 1107548"/>
                <a:gd name="connsiteX1" fmla="*/ 95859 w 1254679"/>
                <a:gd name="connsiteY1" fmla="*/ 1089666 h 1107548"/>
                <a:gd name="connsiteX2" fmla="*/ 201302 w 1254679"/>
                <a:gd name="connsiteY2" fmla="*/ 1107549 h 1107548"/>
                <a:gd name="connsiteX3" fmla="*/ 351940 w 1254679"/>
                <a:gd name="connsiteY3" fmla="*/ 417980 h 1107548"/>
                <a:gd name="connsiteX4" fmla="*/ 455016 w 1254679"/>
                <a:gd name="connsiteY4" fmla="*/ 84154 h 1107548"/>
                <a:gd name="connsiteX5" fmla="*/ 555029 w 1254679"/>
                <a:gd name="connsiteY5" fmla="*/ 10109 h 1107548"/>
                <a:gd name="connsiteX6" fmla="*/ 641649 w 1254679"/>
                <a:gd name="connsiteY6" fmla="*/ 33864 h 1107548"/>
                <a:gd name="connsiteX7" fmla="*/ 688337 w 1254679"/>
                <a:gd name="connsiteY7" fmla="*/ 119472 h 1107548"/>
                <a:gd name="connsiteX8" fmla="*/ 739184 w 1254679"/>
                <a:gd name="connsiteY8" fmla="*/ 291184 h 1107548"/>
                <a:gd name="connsiteX9" fmla="*/ 914310 w 1254679"/>
                <a:gd name="connsiteY9" fmla="*/ 914662 h 1107548"/>
                <a:gd name="connsiteX10" fmla="*/ 997537 w 1254679"/>
                <a:gd name="connsiteY10" fmla="*/ 1057723 h 1107548"/>
                <a:gd name="connsiteX11" fmla="*/ 1087164 w 1254679"/>
                <a:gd name="connsiteY11" fmla="*/ 892654 h 1107548"/>
                <a:gd name="connsiteX12" fmla="*/ 1254679 w 1254679"/>
                <a:gd name="connsiteY12" fmla="*/ 0 h 1107548"/>
                <a:gd name="connsiteX0" fmla="*/ 0 w 1254679"/>
                <a:gd name="connsiteY0" fmla="*/ 919758 h 1108115"/>
                <a:gd name="connsiteX1" fmla="*/ 95859 w 1254679"/>
                <a:gd name="connsiteY1" fmla="*/ 1089666 h 1108115"/>
                <a:gd name="connsiteX2" fmla="*/ 201302 w 1254679"/>
                <a:gd name="connsiteY2" fmla="*/ 1107549 h 1108115"/>
                <a:gd name="connsiteX3" fmla="*/ 351940 w 1254679"/>
                <a:gd name="connsiteY3" fmla="*/ 417980 h 1108115"/>
                <a:gd name="connsiteX4" fmla="*/ 455016 w 1254679"/>
                <a:gd name="connsiteY4" fmla="*/ 84154 h 1108115"/>
                <a:gd name="connsiteX5" fmla="*/ 555029 w 1254679"/>
                <a:gd name="connsiteY5" fmla="*/ 10109 h 1108115"/>
                <a:gd name="connsiteX6" fmla="*/ 641649 w 1254679"/>
                <a:gd name="connsiteY6" fmla="*/ 33864 h 1108115"/>
                <a:gd name="connsiteX7" fmla="*/ 688337 w 1254679"/>
                <a:gd name="connsiteY7" fmla="*/ 119472 h 1108115"/>
                <a:gd name="connsiteX8" fmla="*/ 739184 w 1254679"/>
                <a:gd name="connsiteY8" fmla="*/ 291184 h 1108115"/>
                <a:gd name="connsiteX9" fmla="*/ 914310 w 1254679"/>
                <a:gd name="connsiteY9" fmla="*/ 914662 h 1108115"/>
                <a:gd name="connsiteX10" fmla="*/ 997537 w 1254679"/>
                <a:gd name="connsiteY10" fmla="*/ 1057723 h 1108115"/>
                <a:gd name="connsiteX11" fmla="*/ 1087164 w 1254679"/>
                <a:gd name="connsiteY11" fmla="*/ 892654 h 1108115"/>
                <a:gd name="connsiteX12" fmla="*/ 1254679 w 1254679"/>
                <a:gd name="connsiteY12" fmla="*/ 0 h 1108115"/>
                <a:gd name="connsiteX0" fmla="*/ 0 w 1254679"/>
                <a:gd name="connsiteY0" fmla="*/ 919758 h 1108115"/>
                <a:gd name="connsiteX1" fmla="*/ 81277 w 1254679"/>
                <a:gd name="connsiteY1" fmla="*/ 1089666 h 1108115"/>
                <a:gd name="connsiteX2" fmla="*/ 201302 w 1254679"/>
                <a:gd name="connsiteY2" fmla="*/ 1107549 h 1108115"/>
                <a:gd name="connsiteX3" fmla="*/ 351940 w 1254679"/>
                <a:gd name="connsiteY3" fmla="*/ 417980 h 1108115"/>
                <a:gd name="connsiteX4" fmla="*/ 455016 w 1254679"/>
                <a:gd name="connsiteY4" fmla="*/ 84154 h 1108115"/>
                <a:gd name="connsiteX5" fmla="*/ 555029 w 1254679"/>
                <a:gd name="connsiteY5" fmla="*/ 10109 h 1108115"/>
                <a:gd name="connsiteX6" fmla="*/ 641649 w 1254679"/>
                <a:gd name="connsiteY6" fmla="*/ 33864 h 1108115"/>
                <a:gd name="connsiteX7" fmla="*/ 688337 w 1254679"/>
                <a:gd name="connsiteY7" fmla="*/ 119472 h 1108115"/>
                <a:gd name="connsiteX8" fmla="*/ 739184 w 1254679"/>
                <a:gd name="connsiteY8" fmla="*/ 291184 h 1108115"/>
                <a:gd name="connsiteX9" fmla="*/ 914310 w 1254679"/>
                <a:gd name="connsiteY9" fmla="*/ 914662 h 1108115"/>
                <a:gd name="connsiteX10" fmla="*/ 997537 w 1254679"/>
                <a:gd name="connsiteY10" fmla="*/ 1057723 h 1108115"/>
                <a:gd name="connsiteX11" fmla="*/ 1087164 w 1254679"/>
                <a:gd name="connsiteY11" fmla="*/ 892654 h 1108115"/>
                <a:gd name="connsiteX12" fmla="*/ 1254679 w 1254679"/>
                <a:gd name="connsiteY12" fmla="*/ 0 h 1108115"/>
                <a:gd name="connsiteX0" fmla="*/ 0 w 1261970"/>
                <a:gd name="connsiteY0" fmla="*/ 838142 h 1113682"/>
                <a:gd name="connsiteX1" fmla="*/ 88568 w 1261970"/>
                <a:gd name="connsiteY1" fmla="*/ 1089666 h 1113682"/>
                <a:gd name="connsiteX2" fmla="*/ 208593 w 1261970"/>
                <a:gd name="connsiteY2" fmla="*/ 1107549 h 1113682"/>
                <a:gd name="connsiteX3" fmla="*/ 359231 w 1261970"/>
                <a:gd name="connsiteY3" fmla="*/ 417980 h 1113682"/>
                <a:gd name="connsiteX4" fmla="*/ 462307 w 1261970"/>
                <a:gd name="connsiteY4" fmla="*/ 84154 h 1113682"/>
                <a:gd name="connsiteX5" fmla="*/ 562320 w 1261970"/>
                <a:gd name="connsiteY5" fmla="*/ 10109 h 1113682"/>
                <a:gd name="connsiteX6" fmla="*/ 648940 w 1261970"/>
                <a:gd name="connsiteY6" fmla="*/ 33864 h 1113682"/>
                <a:gd name="connsiteX7" fmla="*/ 695628 w 1261970"/>
                <a:gd name="connsiteY7" fmla="*/ 119472 h 1113682"/>
                <a:gd name="connsiteX8" fmla="*/ 746475 w 1261970"/>
                <a:gd name="connsiteY8" fmla="*/ 291184 h 1113682"/>
                <a:gd name="connsiteX9" fmla="*/ 921601 w 1261970"/>
                <a:gd name="connsiteY9" fmla="*/ 914662 h 1113682"/>
                <a:gd name="connsiteX10" fmla="*/ 1004828 w 1261970"/>
                <a:gd name="connsiteY10" fmla="*/ 1057723 h 1113682"/>
                <a:gd name="connsiteX11" fmla="*/ 1094455 w 1261970"/>
                <a:gd name="connsiteY11" fmla="*/ 892654 h 1113682"/>
                <a:gd name="connsiteX12" fmla="*/ 1261970 w 1261970"/>
                <a:gd name="connsiteY12" fmla="*/ 0 h 1113682"/>
                <a:gd name="connsiteX0" fmla="*/ 0 w 1261970"/>
                <a:gd name="connsiteY0" fmla="*/ 838142 h 1113682"/>
                <a:gd name="connsiteX1" fmla="*/ 66694 w 1261970"/>
                <a:gd name="connsiteY1" fmla="*/ 1089666 h 1113682"/>
                <a:gd name="connsiteX2" fmla="*/ 208593 w 1261970"/>
                <a:gd name="connsiteY2" fmla="*/ 1107549 h 1113682"/>
                <a:gd name="connsiteX3" fmla="*/ 359231 w 1261970"/>
                <a:gd name="connsiteY3" fmla="*/ 417980 h 1113682"/>
                <a:gd name="connsiteX4" fmla="*/ 462307 w 1261970"/>
                <a:gd name="connsiteY4" fmla="*/ 84154 h 1113682"/>
                <a:gd name="connsiteX5" fmla="*/ 562320 w 1261970"/>
                <a:gd name="connsiteY5" fmla="*/ 10109 h 1113682"/>
                <a:gd name="connsiteX6" fmla="*/ 648940 w 1261970"/>
                <a:gd name="connsiteY6" fmla="*/ 33864 h 1113682"/>
                <a:gd name="connsiteX7" fmla="*/ 695628 w 1261970"/>
                <a:gd name="connsiteY7" fmla="*/ 119472 h 1113682"/>
                <a:gd name="connsiteX8" fmla="*/ 746475 w 1261970"/>
                <a:gd name="connsiteY8" fmla="*/ 291184 h 1113682"/>
                <a:gd name="connsiteX9" fmla="*/ 921601 w 1261970"/>
                <a:gd name="connsiteY9" fmla="*/ 914662 h 1113682"/>
                <a:gd name="connsiteX10" fmla="*/ 1004828 w 1261970"/>
                <a:gd name="connsiteY10" fmla="*/ 1057723 h 1113682"/>
                <a:gd name="connsiteX11" fmla="*/ 1094455 w 1261970"/>
                <a:gd name="connsiteY11" fmla="*/ 892654 h 1113682"/>
                <a:gd name="connsiteX12" fmla="*/ 1261970 w 1261970"/>
                <a:gd name="connsiteY12" fmla="*/ 0 h 1113682"/>
                <a:gd name="connsiteX0" fmla="*/ 0 w 1261970"/>
                <a:gd name="connsiteY0" fmla="*/ 797332 h 1116583"/>
                <a:gd name="connsiteX1" fmla="*/ 66694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21601 w 1261970"/>
                <a:gd name="connsiteY9" fmla="*/ 914662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1275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21601 w 1261970"/>
                <a:gd name="connsiteY9" fmla="*/ 914662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21601 w 1261970"/>
                <a:gd name="connsiteY9" fmla="*/ 914662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03532 w 1261970"/>
                <a:gd name="connsiteY9" fmla="*/ 96198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85463 w 1261970"/>
                <a:gd name="connsiteY9" fmla="*/ 96198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67393 w 1261970"/>
                <a:gd name="connsiteY9" fmla="*/ 96198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992783 w 1261970"/>
                <a:gd name="connsiteY10" fmla="*/ 1093212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986760 w 1261970"/>
                <a:gd name="connsiteY10" fmla="*/ 108138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986760 w 1261970"/>
                <a:gd name="connsiteY10" fmla="*/ 1081383 h 1116583"/>
                <a:gd name="connsiteX11" fmla="*/ 1082410 w 1261970"/>
                <a:gd name="connsiteY11" fmla="*/ 868995 h 1116583"/>
                <a:gd name="connsiteX12" fmla="*/ 1261970 w 1261970"/>
                <a:gd name="connsiteY12" fmla="*/ 0 h 111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1970" h="1116583">
                  <a:moveTo>
                    <a:pt x="0" y="797332"/>
                  </a:moveTo>
                  <a:cubicBezTo>
                    <a:pt x="15976" y="810746"/>
                    <a:pt x="53802" y="1037963"/>
                    <a:pt x="88567" y="1089666"/>
                  </a:cubicBezTo>
                  <a:cubicBezTo>
                    <a:pt x="123332" y="1141369"/>
                    <a:pt x="173445" y="1101588"/>
                    <a:pt x="208593" y="1107549"/>
                  </a:cubicBezTo>
                  <a:cubicBezTo>
                    <a:pt x="251273" y="995601"/>
                    <a:pt x="316945" y="588546"/>
                    <a:pt x="359231" y="417980"/>
                  </a:cubicBezTo>
                  <a:cubicBezTo>
                    <a:pt x="401517" y="247414"/>
                    <a:pt x="428459" y="152132"/>
                    <a:pt x="462307" y="84154"/>
                  </a:cubicBezTo>
                  <a:cubicBezTo>
                    <a:pt x="496155" y="16176"/>
                    <a:pt x="531215" y="18491"/>
                    <a:pt x="562320" y="10109"/>
                  </a:cubicBezTo>
                  <a:cubicBezTo>
                    <a:pt x="593425" y="1727"/>
                    <a:pt x="626722" y="15637"/>
                    <a:pt x="648940" y="33864"/>
                  </a:cubicBezTo>
                  <a:cubicBezTo>
                    <a:pt x="671158" y="52091"/>
                    <a:pt x="679372" y="76585"/>
                    <a:pt x="695628" y="119472"/>
                  </a:cubicBezTo>
                  <a:cubicBezTo>
                    <a:pt x="711884" y="162359"/>
                    <a:pt x="719855" y="144851"/>
                    <a:pt x="746475" y="291184"/>
                  </a:cubicBezTo>
                  <a:cubicBezTo>
                    <a:pt x="773095" y="437517"/>
                    <a:pt x="815299" y="865770"/>
                    <a:pt x="855346" y="997470"/>
                  </a:cubicBezTo>
                  <a:cubicBezTo>
                    <a:pt x="895393" y="1129170"/>
                    <a:pt x="948916" y="1102795"/>
                    <a:pt x="986760" y="1081383"/>
                  </a:cubicBezTo>
                  <a:cubicBezTo>
                    <a:pt x="1024604" y="1059971"/>
                    <a:pt x="1042469" y="1046094"/>
                    <a:pt x="1082410" y="868995"/>
                  </a:cubicBezTo>
                  <a:cubicBezTo>
                    <a:pt x="1121459" y="706471"/>
                    <a:pt x="1236747" y="142988"/>
                    <a:pt x="1261970" y="0"/>
                  </a:cubicBezTo>
                </a:path>
              </a:pathLst>
            </a:custGeom>
            <a:noFill/>
            <a:ln w="31750" cap="rnd">
              <a:solidFill>
                <a:srgbClr val="00206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TextBox 432">
              <a:extLst>
                <a:ext uri="{FF2B5EF4-FFF2-40B4-BE49-F238E27FC236}">
                  <a16:creationId xmlns:a16="http://schemas.microsoft.com/office/drawing/2014/main" id="{1886E5B4-636A-E594-E720-6BAB3BEF0DC5}"/>
                </a:ext>
              </a:extLst>
            </p:cNvPr>
            <p:cNvSpPr txBox="1"/>
            <p:nvPr/>
          </p:nvSpPr>
          <p:spPr>
            <a:xfrm rot="16200000">
              <a:off x="5764345" y="2137847"/>
              <a:ext cx="707142" cy="461665"/>
            </a:xfrm>
            <a:prstGeom prst="rect">
              <a:avLst/>
            </a:prstGeom>
            <a:noFill/>
          </p:spPr>
          <p:txBody>
            <a:bodyPr wrap="square" rtlCol="0">
              <a:spAutoFit/>
            </a:bodyPr>
            <a:lstStyle/>
            <a:p>
              <a:r>
                <a:rPr lang="en-US" sz="1200" b="1">
                  <a:latin typeface="Times New Roman" panose="02020603050405020304" pitchFamily="18" charset="0"/>
                  <a:cs typeface="Times New Roman" panose="02020603050405020304" pitchFamily="18" charset="0"/>
                </a:rPr>
                <a:t>T</a:t>
              </a:r>
              <a:r>
                <a:rPr lang="en-US" sz="1200" b="1" baseline="-25000">
                  <a:latin typeface="Times New Roman" panose="02020603050405020304" pitchFamily="18" charset="0"/>
                  <a:cs typeface="Times New Roman" panose="02020603050405020304" pitchFamily="18" charset="0"/>
                </a:rPr>
                <a:t>SKEW</a:t>
              </a:r>
            </a:p>
            <a:p>
              <a:endParaRPr lang="en-US" sz="1200" b="1">
                <a:latin typeface="Times New Roman" panose="02020603050405020304" pitchFamily="18" charset="0"/>
                <a:cs typeface="Times New Roman" panose="02020603050405020304" pitchFamily="18" charset="0"/>
              </a:endParaRPr>
            </a:p>
          </p:txBody>
        </p:sp>
        <p:sp>
          <p:nvSpPr>
            <p:cNvPr id="434" name="Oval 433">
              <a:extLst>
                <a:ext uri="{FF2B5EF4-FFF2-40B4-BE49-F238E27FC236}">
                  <a16:creationId xmlns:a16="http://schemas.microsoft.com/office/drawing/2014/main" id="{187D4F91-26A3-2FAE-12A4-BFB5B6151691}"/>
                </a:ext>
              </a:extLst>
            </p:cNvPr>
            <p:cNvSpPr/>
            <p:nvPr/>
          </p:nvSpPr>
          <p:spPr>
            <a:xfrm>
              <a:off x="5933480" y="3096551"/>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5" name="Oval 434">
              <a:extLst>
                <a:ext uri="{FF2B5EF4-FFF2-40B4-BE49-F238E27FC236}">
                  <a16:creationId xmlns:a16="http://schemas.microsoft.com/office/drawing/2014/main" id="{85077631-5AED-6A67-D417-C1F35B85314E}"/>
                </a:ext>
              </a:extLst>
            </p:cNvPr>
            <p:cNvSpPr/>
            <p:nvPr/>
          </p:nvSpPr>
          <p:spPr>
            <a:xfrm>
              <a:off x="6097928" y="3218895"/>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6" name="Oval 435">
              <a:extLst>
                <a:ext uri="{FF2B5EF4-FFF2-40B4-BE49-F238E27FC236}">
                  <a16:creationId xmlns:a16="http://schemas.microsoft.com/office/drawing/2014/main" id="{6C5C1422-FD87-EA4F-547D-171397859CA3}"/>
                </a:ext>
              </a:extLst>
            </p:cNvPr>
            <p:cNvSpPr/>
            <p:nvPr/>
          </p:nvSpPr>
          <p:spPr>
            <a:xfrm>
              <a:off x="6194192" y="3045465"/>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7" name="Oval 436">
              <a:extLst>
                <a:ext uri="{FF2B5EF4-FFF2-40B4-BE49-F238E27FC236}">
                  <a16:creationId xmlns:a16="http://schemas.microsoft.com/office/drawing/2014/main" id="{A6C6A6A8-4CC4-3253-97A0-6C848628451A}"/>
                </a:ext>
              </a:extLst>
            </p:cNvPr>
            <p:cNvSpPr/>
            <p:nvPr/>
          </p:nvSpPr>
          <p:spPr>
            <a:xfrm>
              <a:off x="6315041" y="2806620"/>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8" name="Oval 437">
              <a:extLst>
                <a:ext uri="{FF2B5EF4-FFF2-40B4-BE49-F238E27FC236}">
                  <a16:creationId xmlns:a16="http://schemas.microsoft.com/office/drawing/2014/main" id="{4B58B5E8-6266-AC59-79C0-CE3837C998DD}"/>
                </a:ext>
              </a:extLst>
            </p:cNvPr>
            <p:cNvSpPr/>
            <p:nvPr/>
          </p:nvSpPr>
          <p:spPr>
            <a:xfrm>
              <a:off x="6613387" y="3094391"/>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D637C0A5-0244-5621-B473-2EA9833A7732}"/>
                </a:ext>
              </a:extLst>
            </p:cNvPr>
            <p:cNvSpPr/>
            <p:nvPr/>
          </p:nvSpPr>
          <p:spPr>
            <a:xfrm>
              <a:off x="6618944" y="1673835"/>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0" name="Oval 439">
              <a:extLst>
                <a:ext uri="{FF2B5EF4-FFF2-40B4-BE49-F238E27FC236}">
                  <a16:creationId xmlns:a16="http://schemas.microsoft.com/office/drawing/2014/main" id="{3E8801EF-4A04-168D-3F66-8AD6278ED98E}"/>
                </a:ext>
              </a:extLst>
            </p:cNvPr>
            <p:cNvSpPr/>
            <p:nvPr/>
          </p:nvSpPr>
          <p:spPr>
            <a:xfrm>
              <a:off x="6322503" y="1326848"/>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1" name="Oval 440">
              <a:extLst>
                <a:ext uri="{FF2B5EF4-FFF2-40B4-BE49-F238E27FC236}">
                  <a16:creationId xmlns:a16="http://schemas.microsoft.com/office/drawing/2014/main" id="{7F8EF0AD-3006-1152-E7CF-760B5FCC18AD}"/>
                </a:ext>
              </a:extLst>
            </p:cNvPr>
            <p:cNvSpPr/>
            <p:nvPr/>
          </p:nvSpPr>
          <p:spPr>
            <a:xfrm>
              <a:off x="6186192" y="1266500"/>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71862238-FF8D-8C9F-F005-C9D5F3AC9283}"/>
                </a:ext>
              </a:extLst>
            </p:cNvPr>
            <p:cNvSpPr/>
            <p:nvPr/>
          </p:nvSpPr>
          <p:spPr>
            <a:xfrm>
              <a:off x="6085634" y="1321611"/>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3" name="Oval 442">
              <a:extLst>
                <a:ext uri="{FF2B5EF4-FFF2-40B4-BE49-F238E27FC236}">
                  <a16:creationId xmlns:a16="http://schemas.microsoft.com/office/drawing/2014/main" id="{D9480881-2FE9-2E96-D350-7D55CFA97605}"/>
                </a:ext>
              </a:extLst>
            </p:cNvPr>
            <p:cNvSpPr/>
            <p:nvPr/>
          </p:nvSpPr>
          <p:spPr>
            <a:xfrm>
              <a:off x="5925024" y="1690683"/>
              <a:ext cx="71179" cy="6947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44" name="Straight Connector 443">
              <a:extLst>
                <a:ext uri="{FF2B5EF4-FFF2-40B4-BE49-F238E27FC236}">
                  <a16:creationId xmlns:a16="http://schemas.microsoft.com/office/drawing/2014/main" id="{DF6E9ABD-7113-0A02-F876-2CF290869A70}"/>
                </a:ext>
              </a:extLst>
            </p:cNvPr>
            <p:cNvCxnSpPr/>
            <p:nvPr/>
          </p:nvCxnSpPr>
          <p:spPr>
            <a:xfrm>
              <a:off x="5885435" y="1804869"/>
              <a:ext cx="1001502" cy="0"/>
            </a:xfrm>
            <a:prstGeom prst="line">
              <a:avLst/>
            </a:prstGeom>
            <a:ln w="254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955C5C6B-2020-5B8B-8342-392BF7A9061F}"/>
                </a:ext>
              </a:extLst>
            </p:cNvPr>
            <p:cNvCxnSpPr/>
            <p:nvPr/>
          </p:nvCxnSpPr>
          <p:spPr>
            <a:xfrm flipV="1">
              <a:off x="5885435" y="1046870"/>
              <a:ext cx="0" cy="757999"/>
            </a:xfrm>
            <a:prstGeom prst="line">
              <a:avLst/>
            </a:prstGeom>
            <a:ln w="254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814A267B-0F37-7E49-812A-D68352D831D2}"/>
                </a:ext>
              </a:extLst>
            </p:cNvPr>
            <p:cNvCxnSpPr/>
            <p:nvPr/>
          </p:nvCxnSpPr>
          <p:spPr>
            <a:xfrm flipV="1">
              <a:off x="5890153" y="2517713"/>
              <a:ext cx="0" cy="757999"/>
            </a:xfrm>
            <a:prstGeom prst="line">
              <a:avLst/>
            </a:prstGeom>
            <a:ln w="254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447" name="TextBox 446">
              <a:extLst>
                <a:ext uri="{FF2B5EF4-FFF2-40B4-BE49-F238E27FC236}">
                  <a16:creationId xmlns:a16="http://schemas.microsoft.com/office/drawing/2014/main" id="{655E8E8A-F3C6-D954-30DD-6E5EDBCD892D}"/>
                </a:ext>
              </a:extLst>
            </p:cNvPr>
            <p:cNvSpPr txBox="1"/>
            <p:nvPr/>
          </p:nvSpPr>
          <p:spPr>
            <a:xfrm rot="16200000">
              <a:off x="5439439" y="2748185"/>
              <a:ext cx="680608" cy="246221"/>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Voltage</a:t>
              </a:r>
              <a:endParaRPr lang="en-US" sz="1000" b="1" baseline="-25000">
                <a:latin typeface="Times New Roman" panose="02020603050405020304" pitchFamily="18" charset="0"/>
                <a:cs typeface="Times New Roman" panose="02020603050405020304" pitchFamily="18" charset="0"/>
              </a:endParaRPr>
            </a:p>
          </p:txBody>
        </p:sp>
        <p:sp>
          <p:nvSpPr>
            <p:cNvPr id="448" name="TextBox 447">
              <a:extLst>
                <a:ext uri="{FF2B5EF4-FFF2-40B4-BE49-F238E27FC236}">
                  <a16:creationId xmlns:a16="http://schemas.microsoft.com/office/drawing/2014/main" id="{15617286-91A9-49DB-C098-88E645170419}"/>
                </a:ext>
              </a:extLst>
            </p:cNvPr>
            <p:cNvSpPr txBox="1"/>
            <p:nvPr/>
          </p:nvSpPr>
          <p:spPr>
            <a:xfrm>
              <a:off x="6709866" y="3233604"/>
              <a:ext cx="476014" cy="400110"/>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Time</a:t>
              </a:r>
              <a:endParaRPr lang="en-US" sz="1000" b="1" baseline="-25000">
                <a:latin typeface="Times New Roman" panose="02020603050405020304" pitchFamily="18" charset="0"/>
                <a:cs typeface="Times New Roman" panose="02020603050405020304" pitchFamily="18" charset="0"/>
              </a:endParaRPr>
            </a:p>
            <a:p>
              <a:endParaRPr lang="en-US" sz="1000" b="1">
                <a:latin typeface="Times New Roman" panose="02020603050405020304" pitchFamily="18" charset="0"/>
                <a:cs typeface="Times New Roman" panose="02020603050405020304" pitchFamily="18" charset="0"/>
              </a:endParaRPr>
            </a:p>
          </p:txBody>
        </p:sp>
        <p:sp>
          <p:nvSpPr>
            <p:cNvPr id="449" name="TextBox 448">
              <a:extLst>
                <a:ext uri="{FF2B5EF4-FFF2-40B4-BE49-F238E27FC236}">
                  <a16:creationId xmlns:a16="http://schemas.microsoft.com/office/drawing/2014/main" id="{91726ABE-4BF9-2ADF-1249-98A16491A049}"/>
                </a:ext>
              </a:extLst>
            </p:cNvPr>
            <p:cNvSpPr txBox="1"/>
            <p:nvPr/>
          </p:nvSpPr>
          <p:spPr>
            <a:xfrm rot="16200000">
              <a:off x="5451779" y="1311790"/>
              <a:ext cx="680608" cy="246221"/>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Voltage</a:t>
              </a:r>
              <a:endParaRPr lang="en-US" sz="1000" b="1" baseline="-25000">
                <a:latin typeface="Times New Roman" panose="02020603050405020304" pitchFamily="18" charset="0"/>
                <a:cs typeface="Times New Roman" panose="02020603050405020304" pitchFamily="18" charset="0"/>
              </a:endParaRPr>
            </a:p>
          </p:txBody>
        </p:sp>
        <p:sp>
          <p:nvSpPr>
            <p:cNvPr id="450" name="TextBox 449">
              <a:extLst>
                <a:ext uri="{FF2B5EF4-FFF2-40B4-BE49-F238E27FC236}">
                  <a16:creationId xmlns:a16="http://schemas.microsoft.com/office/drawing/2014/main" id="{1B79E65A-6471-F59F-604A-53CE1E489266}"/>
                </a:ext>
              </a:extLst>
            </p:cNvPr>
            <p:cNvSpPr txBox="1"/>
            <p:nvPr/>
          </p:nvSpPr>
          <p:spPr>
            <a:xfrm>
              <a:off x="6560869" y="1767062"/>
              <a:ext cx="476014" cy="400110"/>
            </a:xfrm>
            <a:prstGeom prst="rect">
              <a:avLst/>
            </a:prstGeom>
            <a:noFill/>
          </p:spPr>
          <p:txBody>
            <a:bodyPr wrap="square" rtlCol="0">
              <a:spAutoFit/>
            </a:bodyPr>
            <a:lstStyle/>
            <a:p>
              <a:r>
                <a:rPr lang="en-US" sz="1000" b="1">
                  <a:latin typeface="Times New Roman" panose="02020603050405020304" pitchFamily="18" charset="0"/>
                  <a:cs typeface="Times New Roman" panose="02020603050405020304" pitchFamily="18" charset="0"/>
                </a:rPr>
                <a:t>Time</a:t>
              </a:r>
              <a:endParaRPr lang="en-US" sz="1000" b="1" baseline="-25000">
                <a:latin typeface="Times New Roman" panose="02020603050405020304" pitchFamily="18" charset="0"/>
                <a:cs typeface="Times New Roman" panose="02020603050405020304" pitchFamily="18" charset="0"/>
              </a:endParaRPr>
            </a:p>
            <a:p>
              <a:endParaRPr lang="en-US" sz="1000" b="1">
                <a:latin typeface="Times New Roman" panose="02020603050405020304" pitchFamily="18" charset="0"/>
                <a:cs typeface="Times New Roman" panose="02020603050405020304" pitchFamily="18" charset="0"/>
              </a:endParaRPr>
            </a:p>
          </p:txBody>
        </p:sp>
        <p:sp>
          <p:nvSpPr>
            <p:cNvPr id="451" name="TextBox 450">
              <a:extLst>
                <a:ext uri="{FF2B5EF4-FFF2-40B4-BE49-F238E27FC236}">
                  <a16:creationId xmlns:a16="http://schemas.microsoft.com/office/drawing/2014/main" id="{E02DA27F-E499-BF45-52EC-D7701C386AE1}"/>
                </a:ext>
              </a:extLst>
            </p:cNvPr>
            <p:cNvSpPr txBox="1"/>
            <p:nvPr/>
          </p:nvSpPr>
          <p:spPr>
            <a:xfrm rot="17483968">
              <a:off x="6738268" y="2591058"/>
              <a:ext cx="513870" cy="417117"/>
            </a:xfrm>
            <a:prstGeom prst="rect">
              <a:avLst/>
            </a:prstGeom>
            <a:noFill/>
          </p:spPr>
          <p:txBody>
            <a:bodyPr wrap="square" rtlCol="0">
              <a:spAutoFit/>
            </a:bodyPr>
            <a:lstStyle/>
            <a:p>
              <a:r>
                <a:rPr lang="en-US" sz="1000" b="1" dirty="0">
                  <a:latin typeface="Times New Roman" panose="02020603050405020304" pitchFamily="18" charset="0"/>
                  <a:cs typeface="Times New Roman" panose="02020603050405020304" pitchFamily="18" charset="0"/>
                </a:rPr>
                <a:t>V</a:t>
              </a:r>
              <a:r>
                <a:rPr lang="en-US" sz="1000" b="1" baseline="-25000" dirty="0">
                  <a:latin typeface="Times New Roman" panose="02020603050405020304" pitchFamily="18" charset="0"/>
                  <a:cs typeface="Times New Roman" panose="02020603050405020304" pitchFamily="18" charset="0"/>
                </a:rPr>
                <a:t>N</a:t>
              </a:r>
            </a:p>
            <a:p>
              <a:endParaRPr lang="en-US" sz="1000" b="1" dirty="0">
                <a:latin typeface="Times New Roman" panose="02020603050405020304" pitchFamily="18" charset="0"/>
                <a:cs typeface="Times New Roman" panose="02020603050405020304" pitchFamily="18" charset="0"/>
              </a:endParaRPr>
            </a:p>
          </p:txBody>
        </p:sp>
      </p:grpSp>
      <p:sp>
        <p:nvSpPr>
          <p:cNvPr id="452" name="TextBox 451">
            <a:extLst>
              <a:ext uri="{FF2B5EF4-FFF2-40B4-BE49-F238E27FC236}">
                <a16:creationId xmlns:a16="http://schemas.microsoft.com/office/drawing/2014/main" id="{8DDD1EDC-1833-6BE4-6ADF-5F5DF2B15FB2}"/>
              </a:ext>
            </a:extLst>
          </p:cNvPr>
          <p:cNvSpPr txBox="1"/>
          <p:nvPr/>
        </p:nvSpPr>
        <p:spPr>
          <a:xfrm>
            <a:off x="608889" y="3433006"/>
            <a:ext cx="4272463" cy="400110"/>
          </a:xfrm>
          <a:prstGeom prst="rect">
            <a:avLst/>
          </a:prstGeom>
          <a:noFill/>
        </p:spPr>
        <p:txBody>
          <a:bodyPr wrap="square">
            <a:spAutoFit/>
          </a:bodyPr>
          <a:lstStyle/>
          <a:p>
            <a:r>
              <a:rPr kumimoji="0" lang="en-US" sz="2000" b="1" i="0" u="none" strike="noStrike" kern="1200" cap="none" spc="0" normalizeH="0" baseline="0" noProof="0">
                <a:ln>
                  <a:noFill/>
                </a:ln>
                <a:solidFill>
                  <a:srgbClr val="00B050"/>
                </a:solidFill>
                <a:effectLst/>
                <a:uLnTx/>
                <a:uFillTx/>
                <a:latin typeface="Arial"/>
                <a:ea typeface="+mn-ea"/>
                <a:cs typeface="+mn-cs"/>
              </a:rPr>
              <a:t>Possible stages (3N) where N ≥ 2</a:t>
            </a:r>
            <a:endParaRPr lang="en-IN" dirty="0"/>
          </a:p>
        </p:txBody>
      </p:sp>
      <p:sp>
        <p:nvSpPr>
          <p:cNvPr id="453" name="TextBox 452">
            <a:extLst>
              <a:ext uri="{FF2B5EF4-FFF2-40B4-BE49-F238E27FC236}">
                <a16:creationId xmlns:a16="http://schemas.microsoft.com/office/drawing/2014/main" id="{35B2285E-AA0B-871C-BE2E-89ACEE406EEC}"/>
              </a:ext>
            </a:extLst>
          </p:cNvPr>
          <p:cNvSpPr txBox="1"/>
          <p:nvPr/>
        </p:nvSpPr>
        <p:spPr>
          <a:xfrm>
            <a:off x="6680796" y="3628671"/>
            <a:ext cx="4412429" cy="400110"/>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Arial"/>
                <a:ea typeface="+mn-ea"/>
                <a:cs typeface="+mn-cs"/>
              </a:rPr>
              <a:t>Possible stages (3N-1) where N ≥ 2</a:t>
            </a:r>
          </a:p>
        </p:txBody>
      </p:sp>
      <p:sp>
        <p:nvSpPr>
          <p:cNvPr id="454" name="Rectangle 453"/>
          <p:cNvSpPr/>
          <p:nvPr/>
        </p:nvSpPr>
        <p:spPr>
          <a:xfrm>
            <a:off x="177800" y="553720"/>
            <a:ext cx="5344160" cy="294132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456" name="Rectangle 455"/>
          <p:cNvSpPr/>
          <p:nvPr/>
        </p:nvSpPr>
        <p:spPr>
          <a:xfrm>
            <a:off x="7122160" y="579120"/>
            <a:ext cx="4729480" cy="30784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400612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8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81" grpId="0"/>
      <p:bldP spid="382" grpId="0" animBg="1"/>
      <p:bldP spid="396" grpId="0"/>
      <p:bldP spid="397" grpId="0"/>
      <p:bldP spid="398" grpId="0"/>
      <p:bldP spid="399" grpId="0"/>
      <p:bldP spid="401" grpId="0"/>
      <p:bldP spid="402" grpId="0"/>
      <p:bldP spid="403" grpId="0"/>
      <p:bldP spid="404" grpId="0"/>
      <p:bldP spid="409" grpId="0" animBg="1"/>
      <p:bldP spid="452" grpId="0"/>
      <p:bldP spid="45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2505E-CD5A-4DA6-A0DD-88090298E776}"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42</a:t>
            </a:fld>
            <a:endParaRPr lang="en-BE"/>
          </a:p>
        </p:txBody>
      </p:sp>
      <p:sp>
        <p:nvSpPr>
          <p:cNvPr id="615" name="Rectangle 614">
            <a:extLst>
              <a:ext uri="{FF2B5EF4-FFF2-40B4-BE49-F238E27FC236}">
                <a16:creationId xmlns:a16="http://schemas.microsoft.com/office/drawing/2014/main" id="{C307368E-3A59-CDA5-3DD8-E561F543A825}"/>
              </a:ext>
            </a:extLst>
          </p:cNvPr>
          <p:cNvSpPr/>
          <p:nvPr/>
        </p:nvSpPr>
        <p:spPr>
          <a:xfrm>
            <a:off x="254734" y="5532686"/>
            <a:ext cx="11882546" cy="789741"/>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616" name="Straight Connector 615">
            <a:extLst>
              <a:ext uri="{FF2B5EF4-FFF2-40B4-BE49-F238E27FC236}">
                <a16:creationId xmlns:a16="http://schemas.microsoft.com/office/drawing/2014/main" id="{3B6D7F1E-69FC-6014-E0B7-48DB75AC745D}"/>
              </a:ext>
            </a:extLst>
          </p:cNvPr>
          <p:cNvCxnSpPr>
            <a:cxnSpLocks/>
          </p:cNvCxnSpPr>
          <p:nvPr/>
        </p:nvCxnSpPr>
        <p:spPr>
          <a:xfrm flipH="1" flipV="1">
            <a:off x="10812445" y="3302423"/>
            <a:ext cx="551451" cy="184694"/>
          </a:xfrm>
          <a:prstGeom prst="line">
            <a:avLst/>
          </a:prstGeom>
          <a:noFill/>
          <a:ln w="28575" cap="rnd" cmpd="sng" algn="ctr">
            <a:solidFill>
              <a:srgbClr val="00407A"/>
            </a:solidFill>
            <a:prstDash val="solid"/>
          </a:ln>
          <a:effectLst/>
        </p:spPr>
      </p:cxnSp>
      <p:grpSp>
        <p:nvGrpSpPr>
          <p:cNvPr id="617" name="Group 616">
            <a:extLst>
              <a:ext uri="{FF2B5EF4-FFF2-40B4-BE49-F238E27FC236}">
                <a16:creationId xmlns:a16="http://schemas.microsoft.com/office/drawing/2014/main" id="{AC76D48C-8F21-DAB6-86CE-EA3DD8BB0F6E}"/>
              </a:ext>
            </a:extLst>
          </p:cNvPr>
          <p:cNvGrpSpPr/>
          <p:nvPr/>
        </p:nvGrpSpPr>
        <p:grpSpPr>
          <a:xfrm>
            <a:off x="7499998" y="3293451"/>
            <a:ext cx="3516463" cy="1613298"/>
            <a:chOff x="4034213" y="4452885"/>
            <a:chExt cx="3516463" cy="1613298"/>
          </a:xfrm>
        </p:grpSpPr>
        <p:sp>
          <p:nvSpPr>
            <p:cNvPr id="618" name="Rectangle 617">
              <a:extLst>
                <a:ext uri="{FF2B5EF4-FFF2-40B4-BE49-F238E27FC236}">
                  <a16:creationId xmlns:a16="http://schemas.microsoft.com/office/drawing/2014/main" id="{876DEE2A-828F-507B-4A67-98F02A7ADC7C}"/>
                </a:ext>
              </a:extLst>
            </p:cNvPr>
            <p:cNvSpPr/>
            <p:nvPr/>
          </p:nvSpPr>
          <p:spPr>
            <a:xfrm>
              <a:off x="4034213" y="4452885"/>
              <a:ext cx="3312501" cy="1613298"/>
            </a:xfrm>
            <a:prstGeom prst="rect">
              <a:avLst/>
            </a:prstGeom>
            <a:solidFill>
              <a:srgbClr val="FF4D00">
                <a:lumMod val="20000"/>
                <a:lumOff val="80000"/>
              </a:srgbClr>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619" name="Group 618">
              <a:extLst>
                <a:ext uri="{FF2B5EF4-FFF2-40B4-BE49-F238E27FC236}">
                  <a16:creationId xmlns:a16="http://schemas.microsoft.com/office/drawing/2014/main" id="{6C256732-E153-D6C9-1D34-81B058610FC6}"/>
                </a:ext>
              </a:extLst>
            </p:cNvPr>
            <p:cNvGrpSpPr>
              <a:grpSpLocks noChangeAspect="1"/>
            </p:cNvGrpSpPr>
            <p:nvPr/>
          </p:nvGrpSpPr>
          <p:grpSpPr>
            <a:xfrm>
              <a:off x="4175058" y="4534641"/>
              <a:ext cx="3098942" cy="1484071"/>
              <a:chOff x="6425772" y="681959"/>
              <a:chExt cx="4227337" cy="2024451"/>
            </a:xfrm>
          </p:grpSpPr>
          <p:cxnSp>
            <p:nvCxnSpPr>
              <p:cNvPr id="626" name="Straight Connector 625">
                <a:extLst>
                  <a:ext uri="{FF2B5EF4-FFF2-40B4-BE49-F238E27FC236}">
                    <a16:creationId xmlns:a16="http://schemas.microsoft.com/office/drawing/2014/main" id="{9082F512-C6D0-CDE4-3C58-30F910CB8956}"/>
                  </a:ext>
                </a:extLst>
              </p:cNvPr>
              <p:cNvCxnSpPr/>
              <p:nvPr/>
            </p:nvCxnSpPr>
            <p:spPr>
              <a:xfrm flipV="1">
                <a:off x="7486963" y="683318"/>
                <a:ext cx="3108960" cy="0"/>
              </a:xfrm>
              <a:prstGeom prst="line">
                <a:avLst/>
              </a:prstGeom>
              <a:noFill/>
              <a:ln w="38100" cap="flat" cmpd="sng" algn="ctr">
                <a:solidFill>
                  <a:srgbClr val="00407A"/>
                </a:solidFill>
                <a:prstDash val="solid"/>
              </a:ln>
              <a:effectLst/>
            </p:spPr>
          </p:cxnSp>
          <p:grpSp>
            <p:nvGrpSpPr>
              <p:cNvPr id="627" name="Group 626">
                <a:extLst>
                  <a:ext uri="{FF2B5EF4-FFF2-40B4-BE49-F238E27FC236}">
                    <a16:creationId xmlns:a16="http://schemas.microsoft.com/office/drawing/2014/main" id="{427F76EE-0647-4ADA-A2CD-05C5BBD53E36}"/>
                  </a:ext>
                </a:extLst>
              </p:cNvPr>
              <p:cNvGrpSpPr/>
              <p:nvPr/>
            </p:nvGrpSpPr>
            <p:grpSpPr>
              <a:xfrm>
                <a:off x="8878953" y="2488947"/>
                <a:ext cx="260459" cy="217463"/>
                <a:chOff x="7316243" y="2686802"/>
                <a:chExt cx="260459" cy="217463"/>
              </a:xfrm>
            </p:grpSpPr>
            <p:cxnSp>
              <p:nvCxnSpPr>
                <p:cNvPr id="706" name="Straight Connector 705">
                  <a:extLst>
                    <a:ext uri="{FF2B5EF4-FFF2-40B4-BE49-F238E27FC236}">
                      <a16:creationId xmlns:a16="http://schemas.microsoft.com/office/drawing/2014/main" id="{7205E6F2-1DAB-C057-1DA7-D201B4CEE01F}"/>
                    </a:ext>
                  </a:extLst>
                </p:cNvPr>
                <p:cNvCxnSpPr>
                  <a:cxnSpLocks/>
                </p:cNvCxnSpPr>
                <p:nvPr/>
              </p:nvCxnSpPr>
              <p:spPr>
                <a:xfrm flipH="1" flipV="1">
                  <a:off x="7316243" y="2686802"/>
                  <a:ext cx="260459" cy="0"/>
                </a:xfrm>
                <a:prstGeom prst="line">
                  <a:avLst/>
                </a:prstGeom>
                <a:noFill/>
                <a:ln w="50800" cap="flat" cmpd="sng" algn="ctr">
                  <a:solidFill>
                    <a:srgbClr val="00407A"/>
                  </a:solidFill>
                  <a:prstDash val="solid"/>
                </a:ln>
                <a:effectLst/>
              </p:spPr>
            </p:cxnSp>
            <p:cxnSp>
              <p:nvCxnSpPr>
                <p:cNvPr id="707" name="Straight Connector 706">
                  <a:extLst>
                    <a:ext uri="{FF2B5EF4-FFF2-40B4-BE49-F238E27FC236}">
                      <a16:creationId xmlns:a16="http://schemas.microsoft.com/office/drawing/2014/main" id="{B6B1CF57-59DF-4938-95CC-9CE6A5AC6F14}"/>
                    </a:ext>
                  </a:extLst>
                </p:cNvPr>
                <p:cNvCxnSpPr>
                  <a:cxnSpLocks/>
                </p:cNvCxnSpPr>
                <p:nvPr/>
              </p:nvCxnSpPr>
              <p:spPr>
                <a:xfrm flipH="1">
                  <a:off x="7356636" y="2790378"/>
                  <a:ext cx="201155" cy="0"/>
                </a:xfrm>
                <a:prstGeom prst="line">
                  <a:avLst/>
                </a:prstGeom>
                <a:noFill/>
                <a:ln w="50800" cap="flat" cmpd="sng" algn="ctr">
                  <a:solidFill>
                    <a:srgbClr val="00407A"/>
                  </a:solidFill>
                  <a:prstDash val="solid"/>
                </a:ln>
                <a:effectLst/>
              </p:spPr>
            </p:cxnSp>
            <p:cxnSp>
              <p:nvCxnSpPr>
                <p:cNvPr id="708" name="Straight Connector 707">
                  <a:extLst>
                    <a:ext uri="{FF2B5EF4-FFF2-40B4-BE49-F238E27FC236}">
                      <a16:creationId xmlns:a16="http://schemas.microsoft.com/office/drawing/2014/main" id="{AAE1DE8D-FA72-30DB-7696-2D547006FEC6}"/>
                    </a:ext>
                  </a:extLst>
                </p:cNvPr>
                <p:cNvCxnSpPr/>
                <p:nvPr/>
              </p:nvCxnSpPr>
              <p:spPr>
                <a:xfrm flipH="1">
                  <a:off x="7420440" y="2904265"/>
                  <a:ext cx="72335" cy="0"/>
                </a:xfrm>
                <a:prstGeom prst="line">
                  <a:avLst/>
                </a:prstGeom>
                <a:noFill/>
                <a:ln w="50800" cap="flat" cmpd="sng" algn="ctr">
                  <a:solidFill>
                    <a:srgbClr val="00407A"/>
                  </a:solidFill>
                  <a:prstDash val="solid"/>
                </a:ln>
                <a:effectLst/>
              </p:spPr>
            </p:cxnSp>
          </p:grpSp>
          <p:cxnSp>
            <p:nvCxnSpPr>
              <p:cNvPr id="628" name="Straight Connector 627">
                <a:extLst>
                  <a:ext uri="{FF2B5EF4-FFF2-40B4-BE49-F238E27FC236}">
                    <a16:creationId xmlns:a16="http://schemas.microsoft.com/office/drawing/2014/main" id="{C8B4D7CC-8BA2-B1A8-7087-A6C0E397F5BE}"/>
                  </a:ext>
                </a:extLst>
              </p:cNvPr>
              <p:cNvCxnSpPr/>
              <p:nvPr/>
            </p:nvCxnSpPr>
            <p:spPr>
              <a:xfrm flipH="1">
                <a:off x="9016842" y="2249197"/>
                <a:ext cx="0" cy="239751"/>
              </a:xfrm>
              <a:prstGeom prst="line">
                <a:avLst/>
              </a:prstGeom>
              <a:noFill/>
              <a:ln w="22225" cap="rnd" cmpd="sng" algn="ctr">
                <a:solidFill>
                  <a:srgbClr val="00407A"/>
                </a:solidFill>
                <a:prstDash val="solid"/>
              </a:ln>
              <a:effectLst/>
            </p:spPr>
          </p:cxnSp>
          <p:cxnSp>
            <p:nvCxnSpPr>
              <p:cNvPr id="629" name="Straight Connector 628">
                <a:extLst>
                  <a:ext uri="{FF2B5EF4-FFF2-40B4-BE49-F238E27FC236}">
                    <a16:creationId xmlns:a16="http://schemas.microsoft.com/office/drawing/2014/main" id="{A5A11930-936D-D2FC-F163-1742700E4C47}"/>
                  </a:ext>
                </a:extLst>
              </p:cNvPr>
              <p:cNvCxnSpPr/>
              <p:nvPr/>
            </p:nvCxnSpPr>
            <p:spPr>
              <a:xfrm flipH="1">
                <a:off x="6468811" y="1609527"/>
                <a:ext cx="274320" cy="0"/>
              </a:xfrm>
              <a:prstGeom prst="line">
                <a:avLst/>
              </a:prstGeom>
              <a:noFill/>
              <a:ln w="25400" cap="rnd" cmpd="sng" algn="ctr">
                <a:solidFill>
                  <a:srgbClr val="002060"/>
                </a:solidFill>
                <a:prstDash val="solid"/>
              </a:ln>
              <a:effectLst/>
            </p:spPr>
          </p:cxnSp>
          <p:grpSp>
            <p:nvGrpSpPr>
              <p:cNvPr id="630" name="Group 629">
                <a:extLst>
                  <a:ext uri="{FF2B5EF4-FFF2-40B4-BE49-F238E27FC236}">
                    <a16:creationId xmlns:a16="http://schemas.microsoft.com/office/drawing/2014/main" id="{33EE43A6-3640-72B6-04EF-DBCEA2F0B030}"/>
                  </a:ext>
                </a:extLst>
              </p:cNvPr>
              <p:cNvGrpSpPr/>
              <p:nvPr/>
            </p:nvGrpSpPr>
            <p:grpSpPr>
              <a:xfrm>
                <a:off x="6721216" y="696442"/>
                <a:ext cx="1334471" cy="1659994"/>
                <a:chOff x="1798197" y="696442"/>
                <a:chExt cx="1334471" cy="1659994"/>
              </a:xfrm>
            </p:grpSpPr>
            <p:cxnSp>
              <p:nvCxnSpPr>
                <p:cNvPr id="685" name="Straight Connector 684">
                  <a:extLst>
                    <a:ext uri="{FF2B5EF4-FFF2-40B4-BE49-F238E27FC236}">
                      <a16:creationId xmlns:a16="http://schemas.microsoft.com/office/drawing/2014/main" id="{D7B6CA0A-2DEB-28CF-22B6-6DA5338CCCB8}"/>
                    </a:ext>
                  </a:extLst>
                </p:cNvPr>
                <p:cNvCxnSpPr/>
                <p:nvPr/>
              </p:nvCxnSpPr>
              <p:spPr>
                <a:xfrm>
                  <a:off x="1798197" y="1072618"/>
                  <a:ext cx="0" cy="1065530"/>
                </a:xfrm>
                <a:prstGeom prst="line">
                  <a:avLst/>
                </a:prstGeom>
                <a:noFill/>
                <a:ln w="22225" cap="rnd" cmpd="sng" algn="ctr">
                  <a:solidFill>
                    <a:srgbClr val="00407A"/>
                  </a:solidFill>
                  <a:prstDash val="solid"/>
                </a:ln>
                <a:effectLst/>
              </p:spPr>
            </p:cxnSp>
            <p:cxnSp>
              <p:nvCxnSpPr>
                <p:cNvPr id="686" name="Straight Connector 685">
                  <a:extLst>
                    <a:ext uri="{FF2B5EF4-FFF2-40B4-BE49-F238E27FC236}">
                      <a16:creationId xmlns:a16="http://schemas.microsoft.com/office/drawing/2014/main" id="{1AC8A247-1ECB-1278-75C9-D72D1398AEA1}"/>
                    </a:ext>
                  </a:extLst>
                </p:cNvPr>
                <p:cNvCxnSpPr>
                  <a:endCxn id="702" idx="6"/>
                </p:cNvCxnSpPr>
                <p:nvPr/>
              </p:nvCxnSpPr>
              <p:spPr>
                <a:xfrm flipH="1">
                  <a:off x="2766908" y="1581807"/>
                  <a:ext cx="365760" cy="0"/>
                </a:xfrm>
                <a:prstGeom prst="line">
                  <a:avLst/>
                </a:prstGeom>
                <a:noFill/>
                <a:ln w="22225" cap="rnd" cmpd="sng" algn="ctr">
                  <a:solidFill>
                    <a:srgbClr val="00407A"/>
                  </a:solidFill>
                  <a:prstDash val="solid"/>
                </a:ln>
                <a:effectLst/>
              </p:spPr>
            </p:cxnSp>
            <mc:AlternateContent xmlns:mc="http://schemas.openxmlformats.org/markup-compatibility/2006" xmlns:a14="http://schemas.microsoft.com/office/drawing/2010/main">
              <mc:Choice Requires="a14">
                <p:sp>
                  <p:nvSpPr>
                    <p:cNvPr id="687" name="Rectangle 686">
                      <a:extLst>
                        <a:ext uri="{FF2B5EF4-FFF2-40B4-BE49-F238E27FC236}">
                          <a16:creationId xmlns:a16="http://schemas.microsoft.com/office/drawing/2014/main" id="{F5899DC2-5354-A775-72DB-804052F5D503}"/>
                        </a:ext>
                      </a:extLst>
                    </p:cNvPr>
                    <p:cNvSpPr/>
                    <p:nvPr/>
                  </p:nvSpPr>
                  <p:spPr>
                    <a:xfrm>
                      <a:off x="2412904" y="891823"/>
                      <a:ext cx="601777"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117" name="Rectangle 116">
                      <a:extLst>
                        <a:ext uri="{FF2B5EF4-FFF2-40B4-BE49-F238E27FC236}">
                          <a16:creationId xmlns:a16="http://schemas.microsoft.com/office/drawing/2014/main" id="{8B27EFC4-3F41-A9D4-69CE-8BC318073159}"/>
                        </a:ext>
                      </a:extLst>
                    </p:cNvPr>
                    <p:cNvSpPr>
                      <a:spLocks noRot="1" noChangeAspect="1" noMove="1" noResize="1" noEditPoints="1" noAdjustHandles="1" noChangeArrowheads="1" noChangeShapeType="1" noTextEdit="1"/>
                    </p:cNvSpPr>
                    <p:nvPr/>
                  </p:nvSpPr>
                  <p:spPr>
                    <a:xfrm>
                      <a:off x="2412904" y="891823"/>
                      <a:ext cx="601777" cy="335876"/>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88" name="Rectangle 687">
                      <a:extLst>
                        <a:ext uri="{FF2B5EF4-FFF2-40B4-BE49-F238E27FC236}">
                          <a16:creationId xmlns:a16="http://schemas.microsoft.com/office/drawing/2014/main" id="{737BCA9B-0E95-11F2-D94A-A4113F78038B}"/>
                        </a:ext>
                      </a:extLst>
                    </p:cNvPr>
                    <p:cNvSpPr/>
                    <p:nvPr/>
                  </p:nvSpPr>
                  <p:spPr>
                    <a:xfrm>
                      <a:off x="2424208" y="1931041"/>
                      <a:ext cx="610524"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118" name="Rectangle 117">
                      <a:extLst>
                        <a:ext uri="{FF2B5EF4-FFF2-40B4-BE49-F238E27FC236}">
                          <a16:creationId xmlns:a16="http://schemas.microsoft.com/office/drawing/2014/main" id="{A4DECDED-C25C-C803-36F3-D941B6618A15}"/>
                        </a:ext>
                      </a:extLst>
                    </p:cNvPr>
                    <p:cNvSpPr>
                      <a:spLocks noRot="1" noChangeAspect="1" noMove="1" noResize="1" noEditPoints="1" noAdjustHandles="1" noChangeArrowheads="1" noChangeShapeType="1" noTextEdit="1"/>
                    </p:cNvSpPr>
                    <p:nvPr/>
                  </p:nvSpPr>
                  <p:spPr>
                    <a:xfrm>
                      <a:off x="2424208" y="1931041"/>
                      <a:ext cx="610524" cy="335876"/>
                    </a:xfrm>
                    <a:prstGeom prst="rect">
                      <a:avLst/>
                    </a:prstGeom>
                    <a:blipFill>
                      <a:blip r:embed="rId16"/>
                      <a:stretch>
                        <a:fillRect/>
                      </a:stretch>
                    </a:blipFill>
                  </p:spPr>
                  <p:txBody>
                    <a:bodyPr/>
                    <a:lstStyle/>
                    <a:p>
                      <a:r>
                        <a:rPr lang="en-IN">
                          <a:noFill/>
                        </a:rPr>
                        <a:t> </a:t>
                      </a:r>
                    </a:p>
                  </p:txBody>
                </p:sp>
              </mc:Fallback>
            </mc:AlternateContent>
            <p:cxnSp>
              <p:nvCxnSpPr>
                <p:cNvPr id="689" name="Straight Connector 688">
                  <a:extLst>
                    <a:ext uri="{FF2B5EF4-FFF2-40B4-BE49-F238E27FC236}">
                      <a16:creationId xmlns:a16="http://schemas.microsoft.com/office/drawing/2014/main" id="{8FF29B5A-EA31-64EC-1520-CE341676DBE6}"/>
                    </a:ext>
                  </a:extLst>
                </p:cNvPr>
                <p:cNvCxnSpPr/>
                <p:nvPr/>
              </p:nvCxnSpPr>
              <p:spPr>
                <a:xfrm flipH="1">
                  <a:off x="1798197" y="1072618"/>
                  <a:ext cx="274320" cy="0"/>
                </a:xfrm>
                <a:prstGeom prst="line">
                  <a:avLst/>
                </a:prstGeom>
                <a:noFill/>
                <a:ln w="22225" cap="rnd" cmpd="sng" algn="ctr">
                  <a:solidFill>
                    <a:srgbClr val="00407A"/>
                  </a:solidFill>
                  <a:prstDash val="solid"/>
                </a:ln>
                <a:effectLst/>
              </p:spPr>
            </p:cxnSp>
            <p:cxnSp>
              <p:nvCxnSpPr>
                <p:cNvPr id="690" name="Straight Connector 689">
                  <a:extLst>
                    <a:ext uri="{FF2B5EF4-FFF2-40B4-BE49-F238E27FC236}">
                      <a16:creationId xmlns:a16="http://schemas.microsoft.com/office/drawing/2014/main" id="{F55C713B-31AD-F120-BF60-0462B55C8AEF}"/>
                    </a:ext>
                  </a:extLst>
                </p:cNvPr>
                <p:cNvCxnSpPr/>
                <p:nvPr/>
              </p:nvCxnSpPr>
              <p:spPr>
                <a:xfrm>
                  <a:off x="2748207" y="696442"/>
                  <a:ext cx="0" cy="256507"/>
                </a:xfrm>
                <a:prstGeom prst="line">
                  <a:avLst/>
                </a:prstGeom>
                <a:noFill/>
                <a:ln w="22225" cap="flat" cmpd="sng" algn="ctr">
                  <a:solidFill>
                    <a:srgbClr val="00407A"/>
                  </a:solidFill>
                  <a:prstDash val="solid"/>
                </a:ln>
                <a:effectLst/>
              </p:spPr>
            </p:cxnSp>
            <p:cxnSp>
              <p:nvCxnSpPr>
                <p:cNvPr id="691" name="Straight Connector 690">
                  <a:extLst>
                    <a:ext uri="{FF2B5EF4-FFF2-40B4-BE49-F238E27FC236}">
                      <a16:creationId xmlns:a16="http://schemas.microsoft.com/office/drawing/2014/main" id="{66C1C5B2-F44C-6578-FF40-FBF924EBA8EF}"/>
                    </a:ext>
                  </a:extLst>
                </p:cNvPr>
                <p:cNvCxnSpPr/>
                <p:nvPr/>
              </p:nvCxnSpPr>
              <p:spPr>
                <a:xfrm flipH="1">
                  <a:off x="2482027" y="947407"/>
                  <a:ext cx="274320" cy="0"/>
                </a:xfrm>
                <a:prstGeom prst="line">
                  <a:avLst/>
                </a:prstGeom>
                <a:noFill/>
                <a:ln w="22225" cap="flat" cmpd="sng" algn="ctr">
                  <a:solidFill>
                    <a:srgbClr val="00407A"/>
                  </a:solidFill>
                  <a:prstDash val="solid"/>
                  <a:headEnd type="none"/>
                  <a:tailEnd type="triangle"/>
                </a:ln>
                <a:effectLst/>
              </p:spPr>
            </p:cxnSp>
            <p:cxnSp>
              <p:nvCxnSpPr>
                <p:cNvPr id="692" name="Straight Connector 691">
                  <a:extLst>
                    <a:ext uri="{FF2B5EF4-FFF2-40B4-BE49-F238E27FC236}">
                      <a16:creationId xmlns:a16="http://schemas.microsoft.com/office/drawing/2014/main" id="{8D545B24-F088-19F0-1899-37F980CB01F7}"/>
                    </a:ext>
                  </a:extLst>
                </p:cNvPr>
                <p:cNvCxnSpPr/>
                <p:nvPr/>
              </p:nvCxnSpPr>
              <p:spPr>
                <a:xfrm>
                  <a:off x="2468964" y="849885"/>
                  <a:ext cx="0" cy="411678"/>
                </a:xfrm>
                <a:prstGeom prst="line">
                  <a:avLst/>
                </a:prstGeom>
                <a:noFill/>
                <a:ln w="38100" cap="flat" cmpd="sng" algn="ctr">
                  <a:solidFill>
                    <a:srgbClr val="00407A"/>
                  </a:solidFill>
                  <a:prstDash val="solid"/>
                </a:ln>
                <a:effectLst/>
              </p:spPr>
            </p:cxnSp>
            <p:cxnSp>
              <p:nvCxnSpPr>
                <p:cNvPr id="693" name="Straight Connector 692">
                  <a:extLst>
                    <a:ext uri="{FF2B5EF4-FFF2-40B4-BE49-F238E27FC236}">
                      <a16:creationId xmlns:a16="http://schemas.microsoft.com/office/drawing/2014/main" id="{DEB5AE82-6F06-2134-0686-2906C26317F5}"/>
                    </a:ext>
                  </a:extLst>
                </p:cNvPr>
                <p:cNvCxnSpPr/>
                <p:nvPr/>
              </p:nvCxnSpPr>
              <p:spPr>
                <a:xfrm>
                  <a:off x="2366440" y="947407"/>
                  <a:ext cx="0" cy="274320"/>
                </a:xfrm>
                <a:prstGeom prst="line">
                  <a:avLst/>
                </a:prstGeom>
                <a:noFill/>
                <a:ln w="50800" cap="flat" cmpd="sng" algn="ctr">
                  <a:solidFill>
                    <a:srgbClr val="00407A"/>
                  </a:solidFill>
                  <a:prstDash val="solid"/>
                </a:ln>
                <a:effectLst/>
              </p:spPr>
            </p:cxnSp>
            <p:cxnSp>
              <p:nvCxnSpPr>
                <p:cNvPr id="694" name="Straight Connector 693">
                  <a:extLst>
                    <a:ext uri="{FF2B5EF4-FFF2-40B4-BE49-F238E27FC236}">
                      <a16:creationId xmlns:a16="http://schemas.microsoft.com/office/drawing/2014/main" id="{F4291FA5-ABE5-138B-9C26-9F8BD212F8DE}"/>
                    </a:ext>
                  </a:extLst>
                </p:cNvPr>
                <p:cNvCxnSpPr/>
                <p:nvPr/>
              </p:nvCxnSpPr>
              <p:spPr>
                <a:xfrm flipH="1">
                  <a:off x="2459984" y="1177393"/>
                  <a:ext cx="274320" cy="0"/>
                </a:xfrm>
                <a:prstGeom prst="line">
                  <a:avLst/>
                </a:prstGeom>
                <a:noFill/>
                <a:ln w="22225" cap="rnd" cmpd="sng" algn="ctr">
                  <a:solidFill>
                    <a:srgbClr val="00407A"/>
                  </a:solidFill>
                  <a:prstDash val="solid"/>
                </a:ln>
                <a:effectLst/>
              </p:spPr>
            </p:cxnSp>
            <p:cxnSp>
              <p:nvCxnSpPr>
                <p:cNvPr id="695" name="Straight Connector 694">
                  <a:extLst>
                    <a:ext uri="{FF2B5EF4-FFF2-40B4-BE49-F238E27FC236}">
                      <a16:creationId xmlns:a16="http://schemas.microsoft.com/office/drawing/2014/main" id="{9DFF73FD-F005-5628-21A3-7A96D8DDB339}"/>
                    </a:ext>
                  </a:extLst>
                </p:cNvPr>
                <p:cNvCxnSpPr/>
                <p:nvPr/>
              </p:nvCxnSpPr>
              <p:spPr>
                <a:xfrm flipH="1">
                  <a:off x="2735903" y="1177393"/>
                  <a:ext cx="0" cy="798116"/>
                </a:xfrm>
                <a:prstGeom prst="line">
                  <a:avLst/>
                </a:prstGeom>
                <a:noFill/>
                <a:ln w="22225" cap="rnd" cmpd="sng" algn="ctr">
                  <a:solidFill>
                    <a:srgbClr val="00407A"/>
                  </a:solidFill>
                  <a:prstDash val="solid"/>
                </a:ln>
                <a:effectLst/>
              </p:spPr>
            </p:cxnSp>
            <p:cxnSp>
              <p:nvCxnSpPr>
                <p:cNvPr id="696" name="Straight Connector 695">
                  <a:extLst>
                    <a:ext uri="{FF2B5EF4-FFF2-40B4-BE49-F238E27FC236}">
                      <a16:creationId xmlns:a16="http://schemas.microsoft.com/office/drawing/2014/main" id="{93A0FB58-D316-AA5E-DDEC-4589E94BBD46}"/>
                    </a:ext>
                  </a:extLst>
                </p:cNvPr>
                <p:cNvCxnSpPr/>
                <p:nvPr/>
              </p:nvCxnSpPr>
              <p:spPr>
                <a:xfrm flipH="1">
                  <a:off x="2471787" y="1984680"/>
                  <a:ext cx="274320" cy="0"/>
                </a:xfrm>
                <a:prstGeom prst="line">
                  <a:avLst/>
                </a:prstGeom>
                <a:noFill/>
                <a:ln w="22225" cap="flat" cmpd="sng" algn="ctr">
                  <a:solidFill>
                    <a:srgbClr val="00407A"/>
                  </a:solidFill>
                  <a:prstDash val="solid"/>
                  <a:headEnd type="none"/>
                  <a:tailEnd type="none"/>
                </a:ln>
                <a:effectLst/>
              </p:spPr>
            </p:cxnSp>
            <p:cxnSp>
              <p:nvCxnSpPr>
                <p:cNvPr id="697" name="Straight Connector 696">
                  <a:extLst>
                    <a:ext uri="{FF2B5EF4-FFF2-40B4-BE49-F238E27FC236}">
                      <a16:creationId xmlns:a16="http://schemas.microsoft.com/office/drawing/2014/main" id="{3E8AD4B9-D176-D208-7A2B-68DADFE2301D}"/>
                    </a:ext>
                  </a:extLst>
                </p:cNvPr>
                <p:cNvCxnSpPr/>
                <p:nvPr/>
              </p:nvCxnSpPr>
              <p:spPr>
                <a:xfrm>
                  <a:off x="2461344" y="1892398"/>
                  <a:ext cx="0" cy="411678"/>
                </a:xfrm>
                <a:prstGeom prst="line">
                  <a:avLst/>
                </a:prstGeom>
                <a:noFill/>
                <a:ln w="38100" cap="flat" cmpd="sng" algn="ctr">
                  <a:solidFill>
                    <a:srgbClr val="00407A"/>
                  </a:solidFill>
                  <a:prstDash val="solid"/>
                </a:ln>
                <a:effectLst/>
              </p:spPr>
            </p:cxnSp>
            <p:cxnSp>
              <p:nvCxnSpPr>
                <p:cNvPr id="698" name="Straight Connector 697">
                  <a:extLst>
                    <a:ext uri="{FF2B5EF4-FFF2-40B4-BE49-F238E27FC236}">
                      <a16:creationId xmlns:a16="http://schemas.microsoft.com/office/drawing/2014/main" id="{F75CE6E2-3F0A-9B6D-A546-1F744334766C}"/>
                    </a:ext>
                  </a:extLst>
                </p:cNvPr>
                <p:cNvCxnSpPr/>
                <p:nvPr/>
              </p:nvCxnSpPr>
              <p:spPr>
                <a:xfrm>
                  <a:off x="2358820" y="1989920"/>
                  <a:ext cx="0" cy="274320"/>
                </a:xfrm>
                <a:prstGeom prst="line">
                  <a:avLst/>
                </a:prstGeom>
                <a:noFill/>
                <a:ln w="50800" cap="flat" cmpd="sng" algn="ctr">
                  <a:solidFill>
                    <a:srgbClr val="00407A"/>
                  </a:solidFill>
                  <a:prstDash val="solid"/>
                </a:ln>
                <a:effectLst/>
              </p:spPr>
            </p:cxnSp>
            <p:cxnSp>
              <p:nvCxnSpPr>
                <p:cNvPr id="699" name="Straight Connector 698">
                  <a:extLst>
                    <a:ext uri="{FF2B5EF4-FFF2-40B4-BE49-F238E27FC236}">
                      <a16:creationId xmlns:a16="http://schemas.microsoft.com/office/drawing/2014/main" id="{C2200C1D-282F-BFF2-62C9-CA2C1BAF85CE}"/>
                    </a:ext>
                  </a:extLst>
                </p:cNvPr>
                <p:cNvCxnSpPr/>
                <p:nvPr/>
              </p:nvCxnSpPr>
              <p:spPr>
                <a:xfrm flipH="1">
                  <a:off x="2481031" y="2219906"/>
                  <a:ext cx="274320" cy="0"/>
                </a:xfrm>
                <a:prstGeom prst="line">
                  <a:avLst/>
                </a:prstGeom>
                <a:noFill/>
                <a:ln w="22225" cap="rnd" cmpd="sng" algn="ctr">
                  <a:solidFill>
                    <a:srgbClr val="00407A"/>
                  </a:solidFill>
                  <a:prstDash val="solid"/>
                  <a:headEnd type="triangle"/>
                  <a:tailEnd type="none"/>
                </a:ln>
                <a:effectLst/>
              </p:spPr>
            </p:cxnSp>
            <p:cxnSp>
              <p:nvCxnSpPr>
                <p:cNvPr id="700" name="Straight Connector 699">
                  <a:extLst>
                    <a:ext uri="{FF2B5EF4-FFF2-40B4-BE49-F238E27FC236}">
                      <a16:creationId xmlns:a16="http://schemas.microsoft.com/office/drawing/2014/main" id="{5CC6617F-B820-EEBC-A129-06D69DE273DA}"/>
                    </a:ext>
                  </a:extLst>
                </p:cNvPr>
                <p:cNvCxnSpPr/>
                <p:nvPr/>
              </p:nvCxnSpPr>
              <p:spPr>
                <a:xfrm flipH="1">
                  <a:off x="2092120" y="1072618"/>
                  <a:ext cx="274320" cy="0"/>
                </a:xfrm>
                <a:prstGeom prst="line">
                  <a:avLst/>
                </a:prstGeom>
                <a:noFill/>
                <a:ln w="22225" cap="rnd" cmpd="sng" algn="ctr">
                  <a:solidFill>
                    <a:srgbClr val="00407A"/>
                  </a:solidFill>
                  <a:prstDash val="solid"/>
                </a:ln>
                <a:effectLst/>
              </p:spPr>
            </p:cxnSp>
            <p:cxnSp>
              <p:nvCxnSpPr>
                <p:cNvPr id="701" name="Straight Connector 700">
                  <a:extLst>
                    <a:ext uri="{FF2B5EF4-FFF2-40B4-BE49-F238E27FC236}">
                      <a16:creationId xmlns:a16="http://schemas.microsoft.com/office/drawing/2014/main" id="{50FFBC7A-8EE5-9918-8A92-B4DE309DF710}"/>
                    </a:ext>
                  </a:extLst>
                </p:cNvPr>
                <p:cNvCxnSpPr/>
                <p:nvPr/>
              </p:nvCxnSpPr>
              <p:spPr>
                <a:xfrm flipH="1" flipV="1">
                  <a:off x="1798197" y="2141539"/>
                  <a:ext cx="548640" cy="0"/>
                </a:xfrm>
                <a:prstGeom prst="line">
                  <a:avLst/>
                </a:prstGeom>
                <a:noFill/>
                <a:ln w="22225" cap="rnd" cmpd="sng" algn="ctr">
                  <a:solidFill>
                    <a:srgbClr val="00407A"/>
                  </a:solidFill>
                  <a:prstDash val="solid"/>
                </a:ln>
                <a:effectLst/>
              </p:spPr>
            </p:cxnSp>
            <p:sp>
              <p:nvSpPr>
                <p:cNvPr id="702" name="Oval 701">
                  <a:extLst>
                    <a:ext uri="{FF2B5EF4-FFF2-40B4-BE49-F238E27FC236}">
                      <a16:creationId xmlns:a16="http://schemas.microsoft.com/office/drawing/2014/main" id="{4B3E6205-522B-B3AE-118F-C8B572012916}"/>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03" name="Rectangle 702">
                  <a:extLst>
                    <a:ext uri="{FF2B5EF4-FFF2-40B4-BE49-F238E27FC236}">
                      <a16:creationId xmlns:a16="http://schemas.microsoft.com/office/drawing/2014/main" id="{0B4E8D2D-D464-3C29-CC30-F810381E2136}"/>
                    </a:ext>
                  </a:extLst>
                </p:cNvPr>
                <p:cNvSpPr/>
                <p:nvPr/>
              </p:nvSpPr>
              <p:spPr bwMode="auto">
                <a:xfrm>
                  <a:off x="1941606" y="905705"/>
                  <a:ext cx="261179" cy="300037"/>
                </a:xfrm>
                <a:prstGeom prst="rect">
                  <a:avLst/>
                </a:prstGeom>
                <a:solidFill>
                  <a:srgbClr val="FFFFFF"/>
                </a:solidFill>
                <a:ln w="31750" cap="flat" cmpd="sng" algn="ctr">
                  <a:solidFill>
                    <a:srgbClr val="FF4D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704" name="TextBox 703">
                  <a:extLst>
                    <a:ext uri="{FF2B5EF4-FFF2-40B4-BE49-F238E27FC236}">
                      <a16:creationId xmlns:a16="http://schemas.microsoft.com/office/drawing/2014/main" id="{0785E716-CCB4-1B1A-3355-76704815C891}"/>
                    </a:ext>
                  </a:extLst>
                </p:cNvPr>
                <p:cNvSpPr txBox="1"/>
                <p:nvPr/>
              </p:nvSpPr>
              <p:spPr>
                <a:xfrm>
                  <a:off x="1899268" y="823245"/>
                  <a:ext cx="432222" cy="41984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l-GR"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τ</a:t>
                  </a:r>
                  <a:endParaRPr kumimoji="0" lang="en-US"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cxnSp>
              <p:nvCxnSpPr>
                <p:cNvPr id="705" name="Straight Connector 704">
                  <a:extLst>
                    <a:ext uri="{FF2B5EF4-FFF2-40B4-BE49-F238E27FC236}">
                      <a16:creationId xmlns:a16="http://schemas.microsoft.com/office/drawing/2014/main" id="{23366778-6BD5-8136-261A-83E4B3E8A17A}"/>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grpSp>
            <p:nvGrpSpPr>
              <p:cNvPr id="631" name="Group 630">
                <a:extLst>
                  <a:ext uri="{FF2B5EF4-FFF2-40B4-BE49-F238E27FC236}">
                    <a16:creationId xmlns:a16="http://schemas.microsoft.com/office/drawing/2014/main" id="{19B8CEEF-F0B9-B123-6F9A-B67E00F5CC53}"/>
                  </a:ext>
                </a:extLst>
              </p:cNvPr>
              <p:cNvGrpSpPr/>
              <p:nvPr/>
            </p:nvGrpSpPr>
            <p:grpSpPr>
              <a:xfrm>
                <a:off x="8072102" y="682547"/>
                <a:ext cx="1334471" cy="1659994"/>
                <a:chOff x="1798197" y="696442"/>
                <a:chExt cx="1334471" cy="1659994"/>
              </a:xfrm>
            </p:grpSpPr>
            <p:cxnSp>
              <p:nvCxnSpPr>
                <p:cNvPr id="664" name="Straight Connector 663">
                  <a:extLst>
                    <a:ext uri="{FF2B5EF4-FFF2-40B4-BE49-F238E27FC236}">
                      <a16:creationId xmlns:a16="http://schemas.microsoft.com/office/drawing/2014/main" id="{B04DE820-1EB8-DE96-61D2-84E3061D8364}"/>
                    </a:ext>
                  </a:extLst>
                </p:cNvPr>
                <p:cNvCxnSpPr>
                  <a:endCxn id="680" idx="6"/>
                </p:cNvCxnSpPr>
                <p:nvPr/>
              </p:nvCxnSpPr>
              <p:spPr>
                <a:xfrm flipH="1">
                  <a:off x="2766908" y="1581807"/>
                  <a:ext cx="365760" cy="0"/>
                </a:xfrm>
                <a:prstGeom prst="line">
                  <a:avLst/>
                </a:prstGeom>
                <a:noFill/>
                <a:ln w="22225" cap="rnd" cmpd="sng" algn="ctr">
                  <a:solidFill>
                    <a:srgbClr val="00407A"/>
                  </a:solidFill>
                  <a:prstDash val="solid"/>
                </a:ln>
                <a:effectLst/>
              </p:spPr>
            </p:cxnSp>
            <mc:AlternateContent xmlns:mc="http://schemas.openxmlformats.org/markup-compatibility/2006" xmlns:a14="http://schemas.microsoft.com/office/drawing/2010/main">
              <mc:Choice Requires="a14">
                <p:sp>
                  <p:nvSpPr>
                    <p:cNvPr id="665" name="Rectangle 664">
                      <a:extLst>
                        <a:ext uri="{FF2B5EF4-FFF2-40B4-BE49-F238E27FC236}">
                          <a16:creationId xmlns:a16="http://schemas.microsoft.com/office/drawing/2014/main" id="{AD4639A4-EBB5-457D-87CB-BAC9FA25B37B}"/>
                        </a:ext>
                      </a:extLst>
                    </p:cNvPr>
                    <p:cNvSpPr/>
                    <p:nvPr/>
                  </p:nvSpPr>
                  <p:spPr>
                    <a:xfrm>
                      <a:off x="2412904" y="891823"/>
                      <a:ext cx="601777"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𝟐</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95" name="Rectangle 94">
                      <a:extLst>
                        <a:ext uri="{FF2B5EF4-FFF2-40B4-BE49-F238E27FC236}">
                          <a16:creationId xmlns:a16="http://schemas.microsoft.com/office/drawing/2014/main" id="{D5A7CB0F-3B01-B2D8-CEB7-3DD556CD44D3}"/>
                        </a:ext>
                      </a:extLst>
                    </p:cNvPr>
                    <p:cNvSpPr>
                      <a:spLocks noRot="1" noChangeAspect="1" noMove="1" noResize="1" noEditPoints="1" noAdjustHandles="1" noChangeArrowheads="1" noChangeShapeType="1" noTextEdit="1"/>
                    </p:cNvSpPr>
                    <p:nvPr/>
                  </p:nvSpPr>
                  <p:spPr>
                    <a:xfrm>
                      <a:off x="2412904" y="891823"/>
                      <a:ext cx="601777" cy="335876"/>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66" name="Rectangle 665">
                      <a:extLst>
                        <a:ext uri="{FF2B5EF4-FFF2-40B4-BE49-F238E27FC236}">
                          <a16:creationId xmlns:a16="http://schemas.microsoft.com/office/drawing/2014/main" id="{D963C8FA-488F-41AD-A68C-2C7B8691D696}"/>
                        </a:ext>
                      </a:extLst>
                    </p:cNvPr>
                    <p:cNvSpPr/>
                    <p:nvPr/>
                  </p:nvSpPr>
                  <p:spPr>
                    <a:xfrm>
                      <a:off x="2424208" y="1931041"/>
                      <a:ext cx="610524"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𝟐</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96" name="Rectangle 95">
                      <a:extLst>
                        <a:ext uri="{FF2B5EF4-FFF2-40B4-BE49-F238E27FC236}">
                          <a16:creationId xmlns:a16="http://schemas.microsoft.com/office/drawing/2014/main" id="{C7FC6864-7E8A-AA48-FAE3-58D4DDD0AEF3}"/>
                        </a:ext>
                      </a:extLst>
                    </p:cNvPr>
                    <p:cNvSpPr>
                      <a:spLocks noRot="1" noChangeAspect="1" noMove="1" noResize="1" noEditPoints="1" noAdjustHandles="1" noChangeArrowheads="1" noChangeShapeType="1" noTextEdit="1"/>
                    </p:cNvSpPr>
                    <p:nvPr/>
                  </p:nvSpPr>
                  <p:spPr>
                    <a:xfrm>
                      <a:off x="2424208" y="1931041"/>
                      <a:ext cx="610524" cy="335876"/>
                    </a:xfrm>
                    <a:prstGeom prst="rect">
                      <a:avLst/>
                    </a:prstGeom>
                    <a:blipFill>
                      <a:blip r:embed="rId18"/>
                      <a:stretch>
                        <a:fillRect/>
                      </a:stretch>
                    </a:blipFill>
                  </p:spPr>
                  <p:txBody>
                    <a:bodyPr/>
                    <a:lstStyle/>
                    <a:p>
                      <a:r>
                        <a:rPr lang="en-IN">
                          <a:noFill/>
                        </a:rPr>
                        <a:t> </a:t>
                      </a:r>
                    </a:p>
                  </p:txBody>
                </p:sp>
              </mc:Fallback>
            </mc:AlternateContent>
            <p:cxnSp>
              <p:nvCxnSpPr>
                <p:cNvPr id="667" name="Straight Connector 666">
                  <a:extLst>
                    <a:ext uri="{FF2B5EF4-FFF2-40B4-BE49-F238E27FC236}">
                      <a16:creationId xmlns:a16="http://schemas.microsoft.com/office/drawing/2014/main" id="{E58E50FC-74F2-5AEF-F21A-7568049F1244}"/>
                    </a:ext>
                  </a:extLst>
                </p:cNvPr>
                <p:cNvCxnSpPr/>
                <p:nvPr/>
              </p:nvCxnSpPr>
              <p:spPr>
                <a:xfrm flipH="1">
                  <a:off x="1798197" y="1072618"/>
                  <a:ext cx="274320" cy="0"/>
                </a:xfrm>
                <a:prstGeom prst="line">
                  <a:avLst/>
                </a:prstGeom>
                <a:noFill/>
                <a:ln w="22225" cap="rnd" cmpd="sng" algn="ctr">
                  <a:solidFill>
                    <a:srgbClr val="00407A"/>
                  </a:solidFill>
                  <a:prstDash val="solid"/>
                </a:ln>
                <a:effectLst/>
              </p:spPr>
            </p:cxnSp>
            <p:cxnSp>
              <p:nvCxnSpPr>
                <p:cNvPr id="668" name="Straight Connector 667">
                  <a:extLst>
                    <a:ext uri="{FF2B5EF4-FFF2-40B4-BE49-F238E27FC236}">
                      <a16:creationId xmlns:a16="http://schemas.microsoft.com/office/drawing/2014/main" id="{13229F3F-B957-B9BE-BFF5-7DD742BFBD3C}"/>
                    </a:ext>
                  </a:extLst>
                </p:cNvPr>
                <p:cNvCxnSpPr/>
                <p:nvPr/>
              </p:nvCxnSpPr>
              <p:spPr>
                <a:xfrm>
                  <a:off x="2748207" y="696442"/>
                  <a:ext cx="0" cy="256507"/>
                </a:xfrm>
                <a:prstGeom prst="line">
                  <a:avLst/>
                </a:prstGeom>
                <a:noFill/>
                <a:ln w="22225" cap="flat" cmpd="sng" algn="ctr">
                  <a:solidFill>
                    <a:srgbClr val="00407A"/>
                  </a:solidFill>
                  <a:prstDash val="solid"/>
                </a:ln>
                <a:effectLst/>
              </p:spPr>
            </p:cxnSp>
            <p:cxnSp>
              <p:nvCxnSpPr>
                <p:cNvPr id="669" name="Straight Connector 668">
                  <a:extLst>
                    <a:ext uri="{FF2B5EF4-FFF2-40B4-BE49-F238E27FC236}">
                      <a16:creationId xmlns:a16="http://schemas.microsoft.com/office/drawing/2014/main" id="{9D6218B6-017A-B827-F8D9-A07E029A4C04}"/>
                    </a:ext>
                  </a:extLst>
                </p:cNvPr>
                <p:cNvCxnSpPr/>
                <p:nvPr/>
              </p:nvCxnSpPr>
              <p:spPr>
                <a:xfrm flipH="1">
                  <a:off x="2482027" y="947407"/>
                  <a:ext cx="274320" cy="0"/>
                </a:xfrm>
                <a:prstGeom prst="line">
                  <a:avLst/>
                </a:prstGeom>
                <a:noFill/>
                <a:ln w="22225" cap="flat" cmpd="sng" algn="ctr">
                  <a:solidFill>
                    <a:srgbClr val="00407A"/>
                  </a:solidFill>
                  <a:prstDash val="solid"/>
                  <a:headEnd type="none"/>
                  <a:tailEnd type="triangle"/>
                </a:ln>
                <a:effectLst/>
              </p:spPr>
            </p:cxnSp>
            <p:cxnSp>
              <p:nvCxnSpPr>
                <p:cNvPr id="670" name="Straight Connector 669">
                  <a:extLst>
                    <a:ext uri="{FF2B5EF4-FFF2-40B4-BE49-F238E27FC236}">
                      <a16:creationId xmlns:a16="http://schemas.microsoft.com/office/drawing/2014/main" id="{00738DB5-0E25-9F00-473B-AE346B89C67A}"/>
                    </a:ext>
                  </a:extLst>
                </p:cNvPr>
                <p:cNvCxnSpPr/>
                <p:nvPr/>
              </p:nvCxnSpPr>
              <p:spPr>
                <a:xfrm>
                  <a:off x="2468964" y="849885"/>
                  <a:ext cx="0" cy="411678"/>
                </a:xfrm>
                <a:prstGeom prst="line">
                  <a:avLst/>
                </a:prstGeom>
                <a:noFill/>
                <a:ln w="38100" cap="flat" cmpd="sng" algn="ctr">
                  <a:solidFill>
                    <a:srgbClr val="00407A"/>
                  </a:solidFill>
                  <a:prstDash val="solid"/>
                </a:ln>
                <a:effectLst/>
              </p:spPr>
            </p:cxnSp>
            <p:cxnSp>
              <p:nvCxnSpPr>
                <p:cNvPr id="671" name="Straight Connector 670">
                  <a:extLst>
                    <a:ext uri="{FF2B5EF4-FFF2-40B4-BE49-F238E27FC236}">
                      <a16:creationId xmlns:a16="http://schemas.microsoft.com/office/drawing/2014/main" id="{B630968A-CFFD-29A8-842C-481458714BC5}"/>
                    </a:ext>
                  </a:extLst>
                </p:cNvPr>
                <p:cNvCxnSpPr/>
                <p:nvPr/>
              </p:nvCxnSpPr>
              <p:spPr>
                <a:xfrm>
                  <a:off x="2366440" y="947407"/>
                  <a:ext cx="0" cy="274320"/>
                </a:xfrm>
                <a:prstGeom prst="line">
                  <a:avLst/>
                </a:prstGeom>
                <a:noFill/>
                <a:ln w="50800" cap="flat" cmpd="sng" algn="ctr">
                  <a:solidFill>
                    <a:srgbClr val="00407A"/>
                  </a:solidFill>
                  <a:prstDash val="solid"/>
                </a:ln>
                <a:effectLst/>
              </p:spPr>
            </p:cxnSp>
            <p:cxnSp>
              <p:nvCxnSpPr>
                <p:cNvPr id="672" name="Straight Connector 671">
                  <a:extLst>
                    <a:ext uri="{FF2B5EF4-FFF2-40B4-BE49-F238E27FC236}">
                      <a16:creationId xmlns:a16="http://schemas.microsoft.com/office/drawing/2014/main" id="{57F3C1A6-E844-FC66-7180-57E1A4CDEFC6}"/>
                    </a:ext>
                  </a:extLst>
                </p:cNvPr>
                <p:cNvCxnSpPr/>
                <p:nvPr/>
              </p:nvCxnSpPr>
              <p:spPr>
                <a:xfrm flipH="1">
                  <a:off x="2459984" y="1177393"/>
                  <a:ext cx="274320" cy="0"/>
                </a:xfrm>
                <a:prstGeom prst="line">
                  <a:avLst/>
                </a:prstGeom>
                <a:noFill/>
                <a:ln w="22225" cap="rnd" cmpd="sng" algn="ctr">
                  <a:solidFill>
                    <a:srgbClr val="00407A"/>
                  </a:solidFill>
                  <a:prstDash val="solid"/>
                </a:ln>
                <a:effectLst/>
              </p:spPr>
            </p:cxnSp>
            <p:cxnSp>
              <p:nvCxnSpPr>
                <p:cNvPr id="673" name="Straight Connector 672">
                  <a:extLst>
                    <a:ext uri="{FF2B5EF4-FFF2-40B4-BE49-F238E27FC236}">
                      <a16:creationId xmlns:a16="http://schemas.microsoft.com/office/drawing/2014/main" id="{77E556E4-8CB6-A8B1-85E2-0AAB85F5589D}"/>
                    </a:ext>
                  </a:extLst>
                </p:cNvPr>
                <p:cNvCxnSpPr/>
                <p:nvPr/>
              </p:nvCxnSpPr>
              <p:spPr>
                <a:xfrm flipH="1">
                  <a:off x="2735903" y="1177393"/>
                  <a:ext cx="0" cy="798116"/>
                </a:xfrm>
                <a:prstGeom prst="line">
                  <a:avLst/>
                </a:prstGeom>
                <a:noFill/>
                <a:ln w="22225" cap="rnd" cmpd="sng" algn="ctr">
                  <a:solidFill>
                    <a:srgbClr val="00407A"/>
                  </a:solidFill>
                  <a:prstDash val="solid"/>
                </a:ln>
                <a:effectLst/>
              </p:spPr>
            </p:cxnSp>
            <p:cxnSp>
              <p:nvCxnSpPr>
                <p:cNvPr id="674" name="Straight Connector 673">
                  <a:extLst>
                    <a:ext uri="{FF2B5EF4-FFF2-40B4-BE49-F238E27FC236}">
                      <a16:creationId xmlns:a16="http://schemas.microsoft.com/office/drawing/2014/main" id="{9866C89A-334E-8C24-F78F-C1EB186ED5C2}"/>
                    </a:ext>
                  </a:extLst>
                </p:cNvPr>
                <p:cNvCxnSpPr/>
                <p:nvPr/>
              </p:nvCxnSpPr>
              <p:spPr>
                <a:xfrm flipH="1">
                  <a:off x="2471787" y="1984680"/>
                  <a:ext cx="274320" cy="0"/>
                </a:xfrm>
                <a:prstGeom prst="line">
                  <a:avLst/>
                </a:prstGeom>
                <a:noFill/>
                <a:ln w="22225" cap="flat" cmpd="sng" algn="ctr">
                  <a:solidFill>
                    <a:srgbClr val="00407A"/>
                  </a:solidFill>
                  <a:prstDash val="solid"/>
                  <a:headEnd type="none"/>
                  <a:tailEnd type="none"/>
                </a:ln>
                <a:effectLst/>
              </p:spPr>
            </p:cxnSp>
            <p:cxnSp>
              <p:nvCxnSpPr>
                <p:cNvPr id="675" name="Straight Connector 674">
                  <a:extLst>
                    <a:ext uri="{FF2B5EF4-FFF2-40B4-BE49-F238E27FC236}">
                      <a16:creationId xmlns:a16="http://schemas.microsoft.com/office/drawing/2014/main" id="{D33C445B-B9C1-DF55-5940-AB138850C6F6}"/>
                    </a:ext>
                  </a:extLst>
                </p:cNvPr>
                <p:cNvCxnSpPr/>
                <p:nvPr/>
              </p:nvCxnSpPr>
              <p:spPr>
                <a:xfrm>
                  <a:off x="2461344" y="1892398"/>
                  <a:ext cx="0" cy="411678"/>
                </a:xfrm>
                <a:prstGeom prst="line">
                  <a:avLst/>
                </a:prstGeom>
                <a:noFill/>
                <a:ln w="38100" cap="flat" cmpd="sng" algn="ctr">
                  <a:solidFill>
                    <a:srgbClr val="00407A"/>
                  </a:solidFill>
                  <a:prstDash val="solid"/>
                </a:ln>
                <a:effectLst/>
              </p:spPr>
            </p:cxnSp>
            <p:cxnSp>
              <p:nvCxnSpPr>
                <p:cNvPr id="676" name="Straight Connector 675">
                  <a:extLst>
                    <a:ext uri="{FF2B5EF4-FFF2-40B4-BE49-F238E27FC236}">
                      <a16:creationId xmlns:a16="http://schemas.microsoft.com/office/drawing/2014/main" id="{51EF2F8B-C9BE-9CB1-D9A5-5753D7456390}"/>
                    </a:ext>
                  </a:extLst>
                </p:cNvPr>
                <p:cNvCxnSpPr/>
                <p:nvPr/>
              </p:nvCxnSpPr>
              <p:spPr>
                <a:xfrm>
                  <a:off x="2358820" y="1989920"/>
                  <a:ext cx="0" cy="274320"/>
                </a:xfrm>
                <a:prstGeom prst="line">
                  <a:avLst/>
                </a:prstGeom>
                <a:noFill/>
                <a:ln w="50800" cap="flat" cmpd="sng" algn="ctr">
                  <a:solidFill>
                    <a:srgbClr val="00407A"/>
                  </a:solidFill>
                  <a:prstDash val="solid"/>
                </a:ln>
                <a:effectLst/>
              </p:spPr>
            </p:cxnSp>
            <p:cxnSp>
              <p:nvCxnSpPr>
                <p:cNvPr id="677" name="Straight Connector 676">
                  <a:extLst>
                    <a:ext uri="{FF2B5EF4-FFF2-40B4-BE49-F238E27FC236}">
                      <a16:creationId xmlns:a16="http://schemas.microsoft.com/office/drawing/2014/main" id="{7E9D4F03-57DA-50CC-1F80-E1BDD6FF0AE7}"/>
                    </a:ext>
                  </a:extLst>
                </p:cNvPr>
                <p:cNvCxnSpPr/>
                <p:nvPr/>
              </p:nvCxnSpPr>
              <p:spPr>
                <a:xfrm flipH="1">
                  <a:off x="2481031" y="2219906"/>
                  <a:ext cx="274320" cy="0"/>
                </a:xfrm>
                <a:prstGeom prst="line">
                  <a:avLst/>
                </a:prstGeom>
                <a:noFill/>
                <a:ln w="22225" cap="rnd" cmpd="sng" algn="ctr">
                  <a:solidFill>
                    <a:srgbClr val="00407A"/>
                  </a:solidFill>
                  <a:prstDash val="solid"/>
                  <a:headEnd type="triangle"/>
                  <a:tailEnd type="none"/>
                </a:ln>
                <a:effectLst/>
              </p:spPr>
            </p:cxnSp>
            <p:cxnSp>
              <p:nvCxnSpPr>
                <p:cNvPr id="678" name="Straight Connector 677">
                  <a:extLst>
                    <a:ext uri="{FF2B5EF4-FFF2-40B4-BE49-F238E27FC236}">
                      <a16:creationId xmlns:a16="http://schemas.microsoft.com/office/drawing/2014/main" id="{C4E21036-38A6-090F-1097-564747E78AA9}"/>
                    </a:ext>
                  </a:extLst>
                </p:cNvPr>
                <p:cNvCxnSpPr/>
                <p:nvPr/>
              </p:nvCxnSpPr>
              <p:spPr>
                <a:xfrm flipH="1">
                  <a:off x="2092120" y="1072618"/>
                  <a:ext cx="274320" cy="0"/>
                </a:xfrm>
                <a:prstGeom prst="line">
                  <a:avLst/>
                </a:prstGeom>
                <a:noFill/>
                <a:ln w="22225" cap="rnd" cmpd="sng" algn="ctr">
                  <a:solidFill>
                    <a:srgbClr val="00407A"/>
                  </a:solidFill>
                  <a:prstDash val="solid"/>
                </a:ln>
                <a:effectLst/>
              </p:spPr>
            </p:cxnSp>
            <p:cxnSp>
              <p:nvCxnSpPr>
                <p:cNvPr id="679" name="Straight Connector 678">
                  <a:extLst>
                    <a:ext uri="{FF2B5EF4-FFF2-40B4-BE49-F238E27FC236}">
                      <a16:creationId xmlns:a16="http://schemas.microsoft.com/office/drawing/2014/main" id="{1AAFD236-33EC-0081-0C83-84B3C087C9ED}"/>
                    </a:ext>
                  </a:extLst>
                </p:cNvPr>
                <p:cNvCxnSpPr/>
                <p:nvPr/>
              </p:nvCxnSpPr>
              <p:spPr>
                <a:xfrm flipH="1" flipV="1">
                  <a:off x="1798197" y="2141539"/>
                  <a:ext cx="548640" cy="0"/>
                </a:xfrm>
                <a:prstGeom prst="line">
                  <a:avLst/>
                </a:prstGeom>
                <a:noFill/>
                <a:ln w="22225" cap="rnd" cmpd="sng" algn="ctr">
                  <a:solidFill>
                    <a:srgbClr val="00407A"/>
                  </a:solidFill>
                  <a:prstDash val="solid"/>
                </a:ln>
                <a:effectLst/>
              </p:spPr>
            </p:cxnSp>
            <p:sp>
              <p:nvSpPr>
                <p:cNvPr id="680" name="Oval 679">
                  <a:extLst>
                    <a:ext uri="{FF2B5EF4-FFF2-40B4-BE49-F238E27FC236}">
                      <a16:creationId xmlns:a16="http://schemas.microsoft.com/office/drawing/2014/main" id="{998E4F5A-A25B-7888-0756-D658F2CF7C76}"/>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81" name="Rectangle 680">
                  <a:extLst>
                    <a:ext uri="{FF2B5EF4-FFF2-40B4-BE49-F238E27FC236}">
                      <a16:creationId xmlns:a16="http://schemas.microsoft.com/office/drawing/2014/main" id="{21EA5E6F-C2A4-57CA-4E8A-4BC20B1F2DF0}"/>
                    </a:ext>
                  </a:extLst>
                </p:cNvPr>
                <p:cNvSpPr/>
                <p:nvPr/>
              </p:nvSpPr>
              <p:spPr bwMode="auto">
                <a:xfrm>
                  <a:off x="1941606" y="905705"/>
                  <a:ext cx="261179" cy="300037"/>
                </a:xfrm>
                <a:prstGeom prst="rect">
                  <a:avLst/>
                </a:prstGeom>
                <a:solidFill>
                  <a:srgbClr val="FFFFFF"/>
                </a:solidFill>
                <a:ln w="31750" cap="flat" cmpd="sng" algn="ctr">
                  <a:solidFill>
                    <a:srgbClr val="FF4D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cxnSp>
              <p:nvCxnSpPr>
                <p:cNvPr id="682" name="Straight Connector 681">
                  <a:extLst>
                    <a:ext uri="{FF2B5EF4-FFF2-40B4-BE49-F238E27FC236}">
                      <a16:creationId xmlns:a16="http://schemas.microsoft.com/office/drawing/2014/main" id="{DBA964B1-38AB-96E4-0970-DCB8498F7A55}"/>
                    </a:ext>
                  </a:extLst>
                </p:cNvPr>
                <p:cNvCxnSpPr/>
                <p:nvPr/>
              </p:nvCxnSpPr>
              <p:spPr>
                <a:xfrm>
                  <a:off x="1798197" y="1072618"/>
                  <a:ext cx="0" cy="1065530"/>
                </a:xfrm>
                <a:prstGeom prst="line">
                  <a:avLst/>
                </a:prstGeom>
                <a:noFill/>
                <a:ln w="22225" cap="rnd" cmpd="sng" algn="ctr">
                  <a:solidFill>
                    <a:srgbClr val="00407A"/>
                  </a:solidFill>
                  <a:prstDash val="solid"/>
                </a:ln>
                <a:effectLst/>
              </p:spPr>
            </p:cxnSp>
            <p:sp>
              <p:nvSpPr>
                <p:cNvPr id="683" name="TextBox 682">
                  <a:extLst>
                    <a:ext uri="{FF2B5EF4-FFF2-40B4-BE49-F238E27FC236}">
                      <a16:creationId xmlns:a16="http://schemas.microsoft.com/office/drawing/2014/main" id="{E767119D-486F-3A03-E26B-42615EAEE710}"/>
                    </a:ext>
                  </a:extLst>
                </p:cNvPr>
                <p:cNvSpPr txBox="1"/>
                <p:nvPr/>
              </p:nvSpPr>
              <p:spPr>
                <a:xfrm>
                  <a:off x="1889315" y="829667"/>
                  <a:ext cx="432222" cy="41984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l-GR"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τ</a:t>
                  </a:r>
                  <a:endParaRPr kumimoji="0" lang="en-US"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cxnSp>
              <p:nvCxnSpPr>
                <p:cNvPr id="684" name="Straight Connector 683">
                  <a:extLst>
                    <a:ext uri="{FF2B5EF4-FFF2-40B4-BE49-F238E27FC236}">
                      <a16:creationId xmlns:a16="http://schemas.microsoft.com/office/drawing/2014/main" id="{FA85301C-F3C8-1A19-9579-02B3DAF1A323}"/>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grpSp>
            <p:nvGrpSpPr>
              <p:cNvPr id="632" name="Group 631">
                <a:extLst>
                  <a:ext uri="{FF2B5EF4-FFF2-40B4-BE49-F238E27FC236}">
                    <a16:creationId xmlns:a16="http://schemas.microsoft.com/office/drawing/2014/main" id="{C206247E-3E25-D259-20A8-95491A1CF4A1}"/>
                  </a:ext>
                </a:extLst>
              </p:cNvPr>
              <p:cNvGrpSpPr/>
              <p:nvPr/>
            </p:nvGrpSpPr>
            <p:grpSpPr>
              <a:xfrm>
                <a:off x="9413636" y="681959"/>
                <a:ext cx="1239473" cy="1659994"/>
                <a:chOff x="1798197" y="696442"/>
                <a:chExt cx="1239473" cy="1659994"/>
              </a:xfrm>
            </p:grpSpPr>
            <p:cxnSp>
              <p:nvCxnSpPr>
                <p:cNvPr id="643" name="Straight Connector 642">
                  <a:extLst>
                    <a:ext uri="{FF2B5EF4-FFF2-40B4-BE49-F238E27FC236}">
                      <a16:creationId xmlns:a16="http://schemas.microsoft.com/office/drawing/2014/main" id="{12C18BF6-38CF-6D8C-7AFE-F8BCDCD62ACA}"/>
                    </a:ext>
                  </a:extLst>
                </p:cNvPr>
                <p:cNvCxnSpPr/>
                <p:nvPr/>
              </p:nvCxnSpPr>
              <p:spPr>
                <a:xfrm flipH="1">
                  <a:off x="2763350" y="1624638"/>
                  <a:ext cx="274320" cy="0"/>
                </a:xfrm>
                <a:prstGeom prst="line">
                  <a:avLst/>
                </a:prstGeom>
                <a:noFill/>
                <a:ln w="25400" cap="rnd" cmpd="sng" algn="ctr">
                  <a:solidFill>
                    <a:srgbClr val="002060"/>
                  </a:solidFill>
                  <a:prstDash val="solid"/>
                </a:ln>
                <a:effectLst/>
              </p:spPr>
            </p:cxnSp>
            <mc:AlternateContent xmlns:mc="http://schemas.openxmlformats.org/markup-compatibility/2006" xmlns:a14="http://schemas.microsoft.com/office/drawing/2010/main">
              <mc:Choice Requires="a14">
                <p:sp>
                  <p:nvSpPr>
                    <p:cNvPr id="644" name="Rectangle 643">
                      <a:extLst>
                        <a:ext uri="{FF2B5EF4-FFF2-40B4-BE49-F238E27FC236}">
                          <a16:creationId xmlns:a16="http://schemas.microsoft.com/office/drawing/2014/main" id="{4C57F713-9E8B-CBE2-F404-B90A5BDDD799}"/>
                        </a:ext>
                      </a:extLst>
                    </p:cNvPr>
                    <p:cNvSpPr/>
                    <p:nvPr/>
                  </p:nvSpPr>
                  <p:spPr>
                    <a:xfrm>
                      <a:off x="2412903" y="891823"/>
                      <a:ext cx="601777"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𝟑</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74" name="Rectangle 73">
                      <a:extLst>
                        <a:ext uri="{FF2B5EF4-FFF2-40B4-BE49-F238E27FC236}">
                          <a16:creationId xmlns:a16="http://schemas.microsoft.com/office/drawing/2014/main" id="{B24E5BCA-6877-D9BD-5843-A362D6662C44}"/>
                        </a:ext>
                      </a:extLst>
                    </p:cNvPr>
                    <p:cNvSpPr>
                      <a:spLocks noRot="1" noChangeAspect="1" noMove="1" noResize="1" noEditPoints="1" noAdjustHandles="1" noChangeArrowheads="1" noChangeShapeType="1" noTextEdit="1"/>
                    </p:cNvSpPr>
                    <p:nvPr/>
                  </p:nvSpPr>
                  <p:spPr>
                    <a:xfrm>
                      <a:off x="2412903" y="891823"/>
                      <a:ext cx="601777" cy="335876"/>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5" name="Rectangle 644">
                      <a:extLst>
                        <a:ext uri="{FF2B5EF4-FFF2-40B4-BE49-F238E27FC236}">
                          <a16:creationId xmlns:a16="http://schemas.microsoft.com/office/drawing/2014/main" id="{0F7AA09F-CD83-DD91-2772-3B99AD898208}"/>
                        </a:ext>
                      </a:extLst>
                    </p:cNvPr>
                    <p:cNvSpPr/>
                    <p:nvPr/>
                  </p:nvSpPr>
                  <p:spPr>
                    <a:xfrm>
                      <a:off x="2424208" y="1931041"/>
                      <a:ext cx="610524"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𝟑</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75" name="Rectangle 74">
                      <a:extLst>
                        <a:ext uri="{FF2B5EF4-FFF2-40B4-BE49-F238E27FC236}">
                          <a16:creationId xmlns:a16="http://schemas.microsoft.com/office/drawing/2014/main" id="{6EE92C10-6620-7716-A30B-E5DD3F50D7BF}"/>
                        </a:ext>
                      </a:extLst>
                    </p:cNvPr>
                    <p:cNvSpPr>
                      <a:spLocks noRot="1" noChangeAspect="1" noMove="1" noResize="1" noEditPoints="1" noAdjustHandles="1" noChangeArrowheads="1" noChangeShapeType="1" noTextEdit="1"/>
                    </p:cNvSpPr>
                    <p:nvPr/>
                  </p:nvSpPr>
                  <p:spPr>
                    <a:xfrm>
                      <a:off x="2424208" y="1931041"/>
                      <a:ext cx="610524" cy="335876"/>
                    </a:xfrm>
                    <a:prstGeom prst="rect">
                      <a:avLst/>
                    </a:prstGeom>
                    <a:blipFill>
                      <a:blip r:embed="rId20"/>
                      <a:stretch>
                        <a:fillRect/>
                      </a:stretch>
                    </a:blipFill>
                  </p:spPr>
                  <p:txBody>
                    <a:bodyPr/>
                    <a:lstStyle/>
                    <a:p>
                      <a:r>
                        <a:rPr lang="en-IN">
                          <a:noFill/>
                        </a:rPr>
                        <a:t> </a:t>
                      </a:r>
                    </a:p>
                  </p:txBody>
                </p:sp>
              </mc:Fallback>
            </mc:AlternateContent>
            <p:cxnSp>
              <p:nvCxnSpPr>
                <p:cNvPr id="646" name="Straight Connector 645">
                  <a:extLst>
                    <a:ext uri="{FF2B5EF4-FFF2-40B4-BE49-F238E27FC236}">
                      <a16:creationId xmlns:a16="http://schemas.microsoft.com/office/drawing/2014/main" id="{FF772D38-E4CD-7A3C-DB2C-A819164F9F8A}"/>
                    </a:ext>
                  </a:extLst>
                </p:cNvPr>
                <p:cNvCxnSpPr/>
                <p:nvPr/>
              </p:nvCxnSpPr>
              <p:spPr>
                <a:xfrm flipH="1">
                  <a:off x="1798197" y="1072618"/>
                  <a:ext cx="274320" cy="0"/>
                </a:xfrm>
                <a:prstGeom prst="line">
                  <a:avLst/>
                </a:prstGeom>
                <a:noFill/>
                <a:ln w="22225" cap="rnd" cmpd="sng" algn="ctr">
                  <a:solidFill>
                    <a:srgbClr val="00407A"/>
                  </a:solidFill>
                  <a:prstDash val="solid"/>
                </a:ln>
                <a:effectLst/>
              </p:spPr>
            </p:cxnSp>
            <p:cxnSp>
              <p:nvCxnSpPr>
                <p:cNvPr id="647" name="Straight Connector 646">
                  <a:extLst>
                    <a:ext uri="{FF2B5EF4-FFF2-40B4-BE49-F238E27FC236}">
                      <a16:creationId xmlns:a16="http://schemas.microsoft.com/office/drawing/2014/main" id="{BC426085-BF9A-B393-59F8-74145C9F3AF7}"/>
                    </a:ext>
                  </a:extLst>
                </p:cNvPr>
                <p:cNvCxnSpPr/>
                <p:nvPr/>
              </p:nvCxnSpPr>
              <p:spPr>
                <a:xfrm>
                  <a:off x="2748207" y="696442"/>
                  <a:ext cx="0" cy="256507"/>
                </a:xfrm>
                <a:prstGeom prst="line">
                  <a:avLst/>
                </a:prstGeom>
                <a:noFill/>
                <a:ln w="22225" cap="flat" cmpd="sng" algn="ctr">
                  <a:solidFill>
                    <a:srgbClr val="00407A"/>
                  </a:solidFill>
                  <a:prstDash val="solid"/>
                </a:ln>
                <a:effectLst/>
              </p:spPr>
            </p:cxnSp>
            <p:cxnSp>
              <p:nvCxnSpPr>
                <p:cNvPr id="648" name="Straight Connector 647">
                  <a:extLst>
                    <a:ext uri="{FF2B5EF4-FFF2-40B4-BE49-F238E27FC236}">
                      <a16:creationId xmlns:a16="http://schemas.microsoft.com/office/drawing/2014/main" id="{6D10B761-A307-4EF4-636A-A03ABF174CEC}"/>
                    </a:ext>
                  </a:extLst>
                </p:cNvPr>
                <p:cNvCxnSpPr/>
                <p:nvPr/>
              </p:nvCxnSpPr>
              <p:spPr>
                <a:xfrm flipH="1">
                  <a:off x="2482027" y="947407"/>
                  <a:ext cx="274320" cy="0"/>
                </a:xfrm>
                <a:prstGeom prst="line">
                  <a:avLst/>
                </a:prstGeom>
                <a:noFill/>
                <a:ln w="22225" cap="flat" cmpd="sng" algn="ctr">
                  <a:solidFill>
                    <a:srgbClr val="00407A"/>
                  </a:solidFill>
                  <a:prstDash val="solid"/>
                  <a:headEnd type="none"/>
                  <a:tailEnd type="triangle"/>
                </a:ln>
                <a:effectLst/>
              </p:spPr>
            </p:cxnSp>
            <p:cxnSp>
              <p:nvCxnSpPr>
                <p:cNvPr id="649" name="Straight Connector 648">
                  <a:extLst>
                    <a:ext uri="{FF2B5EF4-FFF2-40B4-BE49-F238E27FC236}">
                      <a16:creationId xmlns:a16="http://schemas.microsoft.com/office/drawing/2014/main" id="{168D8F49-F856-E854-7720-DF8519380C72}"/>
                    </a:ext>
                  </a:extLst>
                </p:cNvPr>
                <p:cNvCxnSpPr/>
                <p:nvPr/>
              </p:nvCxnSpPr>
              <p:spPr>
                <a:xfrm>
                  <a:off x="2468964" y="849885"/>
                  <a:ext cx="0" cy="411678"/>
                </a:xfrm>
                <a:prstGeom prst="line">
                  <a:avLst/>
                </a:prstGeom>
                <a:noFill/>
                <a:ln w="38100" cap="flat" cmpd="sng" algn="ctr">
                  <a:solidFill>
                    <a:srgbClr val="00407A"/>
                  </a:solidFill>
                  <a:prstDash val="solid"/>
                </a:ln>
                <a:effectLst/>
              </p:spPr>
            </p:cxnSp>
            <p:cxnSp>
              <p:nvCxnSpPr>
                <p:cNvPr id="650" name="Straight Connector 649">
                  <a:extLst>
                    <a:ext uri="{FF2B5EF4-FFF2-40B4-BE49-F238E27FC236}">
                      <a16:creationId xmlns:a16="http://schemas.microsoft.com/office/drawing/2014/main" id="{661AA948-BAFC-6636-459E-5BCC3F5C50D4}"/>
                    </a:ext>
                  </a:extLst>
                </p:cNvPr>
                <p:cNvCxnSpPr/>
                <p:nvPr/>
              </p:nvCxnSpPr>
              <p:spPr>
                <a:xfrm>
                  <a:off x="2366440" y="947407"/>
                  <a:ext cx="0" cy="274320"/>
                </a:xfrm>
                <a:prstGeom prst="line">
                  <a:avLst/>
                </a:prstGeom>
                <a:noFill/>
                <a:ln w="50800" cap="flat" cmpd="sng" algn="ctr">
                  <a:solidFill>
                    <a:srgbClr val="00407A"/>
                  </a:solidFill>
                  <a:prstDash val="solid"/>
                </a:ln>
                <a:effectLst/>
              </p:spPr>
            </p:cxnSp>
            <p:cxnSp>
              <p:nvCxnSpPr>
                <p:cNvPr id="651" name="Straight Connector 650">
                  <a:extLst>
                    <a:ext uri="{FF2B5EF4-FFF2-40B4-BE49-F238E27FC236}">
                      <a16:creationId xmlns:a16="http://schemas.microsoft.com/office/drawing/2014/main" id="{5AEA2F3C-D736-1214-9A7D-657314BAAB74}"/>
                    </a:ext>
                  </a:extLst>
                </p:cNvPr>
                <p:cNvCxnSpPr/>
                <p:nvPr/>
              </p:nvCxnSpPr>
              <p:spPr>
                <a:xfrm flipH="1">
                  <a:off x="2459984" y="1177393"/>
                  <a:ext cx="274320" cy="0"/>
                </a:xfrm>
                <a:prstGeom prst="line">
                  <a:avLst/>
                </a:prstGeom>
                <a:noFill/>
                <a:ln w="22225" cap="rnd" cmpd="sng" algn="ctr">
                  <a:solidFill>
                    <a:srgbClr val="00407A"/>
                  </a:solidFill>
                  <a:prstDash val="solid"/>
                </a:ln>
                <a:effectLst/>
              </p:spPr>
            </p:cxnSp>
            <p:cxnSp>
              <p:nvCxnSpPr>
                <p:cNvPr id="652" name="Straight Connector 651">
                  <a:extLst>
                    <a:ext uri="{FF2B5EF4-FFF2-40B4-BE49-F238E27FC236}">
                      <a16:creationId xmlns:a16="http://schemas.microsoft.com/office/drawing/2014/main" id="{A433C762-36AB-2A83-4614-157169C1B33B}"/>
                    </a:ext>
                  </a:extLst>
                </p:cNvPr>
                <p:cNvCxnSpPr/>
                <p:nvPr/>
              </p:nvCxnSpPr>
              <p:spPr>
                <a:xfrm flipH="1">
                  <a:off x="2735903" y="1177393"/>
                  <a:ext cx="0" cy="798116"/>
                </a:xfrm>
                <a:prstGeom prst="line">
                  <a:avLst/>
                </a:prstGeom>
                <a:noFill/>
                <a:ln w="22225" cap="rnd" cmpd="sng" algn="ctr">
                  <a:solidFill>
                    <a:srgbClr val="00407A"/>
                  </a:solidFill>
                  <a:prstDash val="solid"/>
                </a:ln>
                <a:effectLst/>
              </p:spPr>
            </p:cxnSp>
            <p:cxnSp>
              <p:nvCxnSpPr>
                <p:cNvPr id="653" name="Straight Connector 652">
                  <a:extLst>
                    <a:ext uri="{FF2B5EF4-FFF2-40B4-BE49-F238E27FC236}">
                      <a16:creationId xmlns:a16="http://schemas.microsoft.com/office/drawing/2014/main" id="{55A2C3F2-5FAE-0D06-44BB-63A1A4BBD553}"/>
                    </a:ext>
                  </a:extLst>
                </p:cNvPr>
                <p:cNvCxnSpPr/>
                <p:nvPr/>
              </p:nvCxnSpPr>
              <p:spPr>
                <a:xfrm flipH="1">
                  <a:off x="2471787" y="1984680"/>
                  <a:ext cx="274320" cy="0"/>
                </a:xfrm>
                <a:prstGeom prst="line">
                  <a:avLst/>
                </a:prstGeom>
                <a:noFill/>
                <a:ln w="22225" cap="flat" cmpd="sng" algn="ctr">
                  <a:solidFill>
                    <a:srgbClr val="00407A"/>
                  </a:solidFill>
                  <a:prstDash val="solid"/>
                  <a:headEnd type="none"/>
                  <a:tailEnd type="none"/>
                </a:ln>
                <a:effectLst/>
              </p:spPr>
            </p:cxnSp>
            <p:cxnSp>
              <p:nvCxnSpPr>
                <p:cNvPr id="654" name="Straight Connector 653">
                  <a:extLst>
                    <a:ext uri="{FF2B5EF4-FFF2-40B4-BE49-F238E27FC236}">
                      <a16:creationId xmlns:a16="http://schemas.microsoft.com/office/drawing/2014/main" id="{C6014419-2A6B-841D-1E6E-55E8D9D18DC5}"/>
                    </a:ext>
                  </a:extLst>
                </p:cNvPr>
                <p:cNvCxnSpPr/>
                <p:nvPr/>
              </p:nvCxnSpPr>
              <p:spPr>
                <a:xfrm>
                  <a:off x="2461344" y="1892398"/>
                  <a:ext cx="0" cy="411678"/>
                </a:xfrm>
                <a:prstGeom prst="line">
                  <a:avLst/>
                </a:prstGeom>
                <a:noFill/>
                <a:ln w="38100" cap="flat" cmpd="sng" algn="ctr">
                  <a:solidFill>
                    <a:srgbClr val="00407A"/>
                  </a:solidFill>
                  <a:prstDash val="solid"/>
                </a:ln>
                <a:effectLst/>
              </p:spPr>
            </p:cxnSp>
            <p:cxnSp>
              <p:nvCxnSpPr>
                <p:cNvPr id="655" name="Straight Connector 654">
                  <a:extLst>
                    <a:ext uri="{FF2B5EF4-FFF2-40B4-BE49-F238E27FC236}">
                      <a16:creationId xmlns:a16="http://schemas.microsoft.com/office/drawing/2014/main" id="{445E9BFB-E760-5529-9F56-A96BFB6A75FF}"/>
                    </a:ext>
                  </a:extLst>
                </p:cNvPr>
                <p:cNvCxnSpPr/>
                <p:nvPr/>
              </p:nvCxnSpPr>
              <p:spPr>
                <a:xfrm>
                  <a:off x="2358820" y="1989920"/>
                  <a:ext cx="0" cy="274320"/>
                </a:xfrm>
                <a:prstGeom prst="line">
                  <a:avLst/>
                </a:prstGeom>
                <a:noFill/>
                <a:ln w="50800" cap="flat" cmpd="sng" algn="ctr">
                  <a:solidFill>
                    <a:srgbClr val="00407A"/>
                  </a:solidFill>
                  <a:prstDash val="solid"/>
                </a:ln>
                <a:effectLst/>
              </p:spPr>
            </p:cxnSp>
            <p:cxnSp>
              <p:nvCxnSpPr>
                <p:cNvPr id="656" name="Straight Connector 655">
                  <a:extLst>
                    <a:ext uri="{FF2B5EF4-FFF2-40B4-BE49-F238E27FC236}">
                      <a16:creationId xmlns:a16="http://schemas.microsoft.com/office/drawing/2014/main" id="{D7E0AD84-4F10-34B8-CDF4-DA4B2C03D161}"/>
                    </a:ext>
                  </a:extLst>
                </p:cNvPr>
                <p:cNvCxnSpPr/>
                <p:nvPr/>
              </p:nvCxnSpPr>
              <p:spPr>
                <a:xfrm flipH="1">
                  <a:off x="2481031" y="2219906"/>
                  <a:ext cx="274320" cy="0"/>
                </a:xfrm>
                <a:prstGeom prst="line">
                  <a:avLst/>
                </a:prstGeom>
                <a:noFill/>
                <a:ln w="22225" cap="rnd" cmpd="sng" algn="ctr">
                  <a:solidFill>
                    <a:srgbClr val="00407A"/>
                  </a:solidFill>
                  <a:prstDash val="solid"/>
                  <a:headEnd type="triangle"/>
                  <a:tailEnd type="none"/>
                </a:ln>
                <a:effectLst/>
              </p:spPr>
            </p:cxnSp>
            <p:cxnSp>
              <p:nvCxnSpPr>
                <p:cNvPr id="657" name="Straight Connector 656">
                  <a:extLst>
                    <a:ext uri="{FF2B5EF4-FFF2-40B4-BE49-F238E27FC236}">
                      <a16:creationId xmlns:a16="http://schemas.microsoft.com/office/drawing/2014/main" id="{05FA3154-244A-D6F1-FE7C-7179DC7F5238}"/>
                    </a:ext>
                  </a:extLst>
                </p:cNvPr>
                <p:cNvCxnSpPr/>
                <p:nvPr/>
              </p:nvCxnSpPr>
              <p:spPr>
                <a:xfrm flipH="1">
                  <a:off x="2092120" y="1072618"/>
                  <a:ext cx="274320" cy="0"/>
                </a:xfrm>
                <a:prstGeom prst="line">
                  <a:avLst/>
                </a:prstGeom>
                <a:noFill/>
                <a:ln w="22225" cap="rnd" cmpd="sng" algn="ctr">
                  <a:solidFill>
                    <a:srgbClr val="00407A"/>
                  </a:solidFill>
                  <a:prstDash val="solid"/>
                </a:ln>
                <a:effectLst/>
              </p:spPr>
            </p:cxnSp>
            <p:cxnSp>
              <p:nvCxnSpPr>
                <p:cNvPr id="658" name="Straight Connector 657">
                  <a:extLst>
                    <a:ext uri="{FF2B5EF4-FFF2-40B4-BE49-F238E27FC236}">
                      <a16:creationId xmlns:a16="http://schemas.microsoft.com/office/drawing/2014/main" id="{D78C42B7-8592-06E9-1747-9733F893F5F3}"/>
                    </a:ext>
                  </a:extLst>
                </p:cNvPr>
                <p:cNvCxnSpPr/>
                <p:nvPr/>
              </p:nvCxnSpPr>
              <p:spPr>
                <a:xfrm flipH="1" flipV="1">
                  <a:off x="1798197" y="2141539"/>
                  <a:ext cx="548640" cy="0"/>
                </a:xfrm>
                <a:prstGeom prst="line">
                  <a:avLst/>
                </a:prstGeom>
                <a:noFill/>
                <a:ln w="22225" cap="rnd" cmpd="sng" algn="ctr">
                  <a:solidFill>
                    <a:srgbClr val="00407A"/>
                  </a:solidFill>
                  <a:prstDash val="solid"/>
                </a:ln>
                <a:effectLst/>
              </p:spPr>
            </p:cxnSp>
            <p:sp>
              <p:nvSpPr>
                <p:cNvPr id="659" name="Oval 658">
                  <a:extLst>
                    <a:ext uri="{FF2B5EF4-FFF2-40B4-BE49-F238E27FC236}">
                      <a16:creationId xmlns:a16="http://schemas.microsoft.com/office/drawing/2014/main" id="{F72F5E37-45ED-99BA-E2B2-7A8ED19CFCDC}"/>
                    </a:ext>
                  </a:extLst>
                </p:cNvPr>
                <p:cNvSpPr/>
                <p:nvPr/>
              </p:nvSpPr>
              <p:spPr>
                <a:xfrm>
                  <a:off x="2702900" y="1592725"/>
                  <a:ext cx="64008" cy="64008"/>
                </a:xfrm>
                <a:prstGeom prst="ellipse">
                  <a:avLst/>
                </a:prstGeom>
                <a:solidFill>
                  <a:srgbClr val="002060"/>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60" name="Rectangle 659">
                  <a:extLst>
                    <a:ext uri="{FF2B5EF4-FFF2-40B4-BE49-F238E27FC236}">
                      <a16:creationId xmlns:a16="http://schemas.microsoft.com/office/drawing/2014/main" id="{8F8764D9-69F1-9140-6724-AEA451C3A35B}"/>
                    </a:ext>
                  </a:extLst>
                </p:cNvPr>
                <p:cNvSpPr/>
                <p:nvPr/>
              </p:nvSpPr>
              <p:spPr bwMode="auto">
                <a:xfrm>
                  <a:off x="1941606" y="905705"/>
                  <a:ext cx="261179" cy="300037"/>
                </a:xfrm>
                <a:prstGeom prst="rect">
                  <a:avLst/>
                </a:prstGeom>
                <a:solidFill>
                  <a:srgbClr val="FFFFFF"/>
                </a:solidFill>
                <a:ln w="31750" cap="flat" cmpd="sng" algn="ctr">
                  <a:solidFill>
                    <a:srgbClr val="FF4D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cxnSp>
              <p:nvCxnSpPr>
                <p:cNvPr id="661" name="Straight Connector 660">
                  <a:extLst>
                    <a:ext uri="{FF2B5EF4-FFF2-40B4-BE49-F238E27FC236}">
                      <a16:creationId xmlns:a16="http://schemas.microsoft.com/office/drawing/2014/main" id="{C8E243D4-AF80-89D4-507D-8FB4B54CC59C}"/>
                    </a:ext>
                  </a:extLst>
                </p:cNvPr>
                <p:cNvCxnSpPr/>
                <p:nvPr/>
              </p:nvCxnSpPr>
              <p:spPr>
                <a:xfrm>
                  <a:off x="1798197" y="1072618"/>
                  <a:ext cx="0" cy="1065530"/>
                </a:xfrm>
                <a:prstGeom prst="line">
                  <a:avLst/>
                </a:prstGeom>
                <a:noFill/>
                <a:ln w="22225" cap="rnd" cmpd="sng" algn="ctr">
                  <a:solidFill>
                    <a:srgbClr val="00407A"/>
                  </a:solidFill>
                  <a:prstDash val="solid"/>
                </a:ln>
                <a:effectLst/>
              </p:spPr>
            </p:cxnSp>
            <p:sp>
              <p:nvSpPr>
                <p:cNvPr id="662" name="TextBox 661">
                  <a:extLst>
                    <a:ext uri="{FF2B5EF4-FFF2-40B4-BE49-F238E27FC236}">
                      <a16:creationId xmlns:a16="http://schemas.microsoft.com/office/drawing/2014/main" id="{D17A7F48-6946-9984-4E81-15183DE95A1F}"/>
                    </a:ext>
                  </a:extLst>
                </p:cNvPr>
                <p:cNvSpPr txBox="1"/>
                <p:nvPr/>
              </p:nvSpPr>
              <p:spPr>
                <a:xfrm>
                  <a:off x="1882954" y="825128"/>
                  <a:ext cx="432224" cy="41984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l-GR"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τ</a:t>
                  </a:r>
                  <a:endParaRPr kumimoji="0" lang="en-US"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cxnSp>
              <p:nvCxnSpPr>
                <p:cNvPr id="663" name="Straight Connector 662">
                  <a:extLst>
                    <a:ext uri="{FF2B5EF4-FFF2-40B4-BE49-F238E27FC236}">
                      <a16:creationId xmlns:a16="http://schemas.microsoft.com/office/drawing/2014/main" id="{D94EE6E4-EFEF-F479-6C8A-F6B2D0D8225B}"/>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sp>
            <p:nvSpPr>
              <p:cNvPr id="633" name="Oval 632">
                <a:extLst>
                  <a:ext uri="{FF2B5EF4-FFF2-40B4-BE49-F238E27FC236}">
                    <a16:creationId xmlns:a16="http://schemas.microsoft.com/office/drawing/2014/main" id="{52CC99D1-AB9D-CD89-F127-0469A019B56B}"/>
                  </a:ext>
                </a:extLst>
              </p:cNvPr>
              <p:cNvSpPr/>
              <p:nvPr/>
            </p:nvSpPr>
            <p:spPr>
              <a:xfrm>
                <a:off x="8986958" y="2312421"/>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634" name="Straight Connector 633">
                <a:extLst>
                  <a:ext uri="{FF2B5EF4-FFF2-40B4-BE49-F238E27FC236}">
                    <a16:creationId xmlns:a16="http://schemas.microsoft.com/office/drawing/2014/main" id="{7D904C90-1A7B-918D-0FFB-74B163F49648}"/>
                  </a:ext>
                </a:extLst>
              </p:cNvPr>
              <p:cNvCxnSpPr/>
              <p:nvPr/>
            </p:nvCxnSpPr>
            <p:spPr>
              <a:xfrm flipH="1">
                <a:off x="6457776" y="1329715"/>
                <a:ext cx="4193323" cy="0"/>
              </a:xfrm>
              <a:prstGeom prst="line">
                <a:avLst/>
              </a:prstGeom>
              <a:noFill/>
              <a:ln w="25400" cap="rnd" cmpd="sng" algn="ctr">
                <a:solidFill>
                  <a:srgbClr val="002060"/>
                </a:solidFill>
                <a:prstDash val="solid"/>
              </a:ln>
              <a:effectLst/>
            </p:spPr>
          </p:cxnSp>
          <p:sp>
            <p:nvSpPr>
              <p:cNvPr id="635" name="Oval 634">
                <a:extLst>
                  <a:ext uri="{FF2B5EF4-FFF2-40B4-BE49-F238E27FC236}">
                    <a16:creationId xmlns:a16="http://schemas.microsoft.com/office/drawing/2014/main" id="{18C9E406-7894-BD38-1C3D-B299B8C5DEB4}"/>
                  </a:ext>
                </a:extLst>
              </p:cNvPr>
              <p:cNvSpPr/>
              <p:nvPr/>
            </p:nvSpPr>
            <p:spPr>
              <a:xfrm>
                <a:off x="6696534" y="1577523"/>
                <a:ext cx="64008" cy="64008"/>
              </a:xfrm>
              <a:prstGeom prst="ellipse">
                <a:avLst/>
              </a:prstGeom>
              <a:solidFill>
                <a:srgbClr val="002060"/>
              </a:solidFill>
              <a:ln w="19050"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636" name="Straight Connector 635">
                <a:extLst>
                  <a:ext uri="{FF2B5EF4-FFF2-40B4-BE49-F238E27FC236}">
                    <a16:creationId xmlns:a16="http://schemas.microsoft.com/office/drawing/2014/main" id="{690F9F4D-9511-BDB9-8E25-5455EC32B2E4}"/>
                  </a:ext>
                </a:extLst>
              </p:cNvPr>
              <p:cNvCxnSpPr/>
              <p:nvPr/>
            </p:nvCxnSpPr>
            <p:spPr>
              <a:xfrm>
                <a:off x="6457842" y="1329715"/>
                <a:ext cx="0" cy="274320"/>
              </a:xfrm>
              <a:prstGeom prst="line">
                <a:avLst/>
              </a:prstGeom>
              <a:noFill/>
              <a:ln w="25400" cap="rnd" cmpd="sng" algn="ctr">
                <a:solidFill>
                  <a:srgbClr val="002060"/>
                </a:solidFill>
                <a:prstDash val="solid"/>
              </a:ln>
              <a:effectLst/>
            </p:spPr>
          </p:cxnSp>
          <p:cxnSp>
            <p:nvCxnSpPr>
              <p:cNvPr id="637" name="Straight Connector 636">
                <a:extLst>
                  <a:ext uri="{FF2B5EF4-FFF2-40B4-BE49-F238E27FC236}">
                    <a16:creationId xmlns:a16="http://schemas.microsoft.com/office/drawing/2014/main" id="{B4A45867-8242-BF64-CE20-A0D1F69ECCFA}"/>
                  </a:ext>
                </a:extLst>
              </p:cNvPr>
              <p:cNvCxnSpPr/>
              <p:nvPr/>
            </p:nvCxnSpPr>
            <p:spPr>
              <a:xfrm flipH="1">
                <a:off x="10651165" y="1339191"/>
                <a:ext cx="0" cy="274320"/>
              </a:xfrm>
              <a:prstGeom prst="line">
                <a:avLst/>
              </a:prstGeom>
              <a:noFill/>
              <a:ln w="25400" cap="rnd" cmpd="sng" algn="ctr">
                <a:solidFill>
                  <a:srgbClr val="002060"/>
                </a:solidFill>
                <a:prstDash val="solid"/>
              </a:ln>
              <a:effectLst/>
            </p:spPr>
          </p:cxnSp>
          <p:sp>
            <p:nvSpPr>
              <p:cNvPr id="638" name="Oval 637">
                <a:extLst>
                  <a:ext uri="{FF2B5EF4-FFF2-40B4-BE49-F238E27FC236}">
                    <a16:creationId xmlns:a16="http://schemas.microsoft.com/office/drawing/2014/main" id="{9C4545DB-B4A6-BA3E-E6BC-675CE1BE5EFB}"/>
                  </a:ext>
                </a:extLst>
              </p:cNvPr>
              <p:cNvSpPr/>
              <p:nvPr/>
            </p:nvSpPr>
            <p:spPr>
              <a:xfrm>
                <a:off x="8034680" y="1545519"/>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39" name="Oval 638">
                <a:extLst>
                  <a:ext uri="{FF2B5EF4-FFF2-40B4-BE49-F238E27FC236}">
                    <a16:creationId xmlns:a16="http://schemas.microsoft.com/office/drawing/2014/main" id="{BFEDB625-5628-34F9-C45B-BE5355A5981A}"/>
                  </a:ext>
                </a:extLst>
              </p:cNvPr>
              <p:cNvSpPr/>
              <p:nvPr/>
            </p:nvSpPr>
            <p:spPr>
              <a:xfrm>
                <a:off x="9383934" y="1525831"/>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40" name="Oval 639">
                <a:extLst>
                  <a:ext uri="{FF2B5EF4-FFF2-40B4-BE49-F238E27FC236}">
                    <a16:creationId xmlns:a16="http://schemas.microsoft.com/office/drawing/2014/main" id="{B3B125CC-25B4-0A03-DEA9-B71C47A50379}"/>
                  </a:ext>
                </a:extLst>
              </p:cNvPr>
              <p:cNvSpPr/>
              <p:nvPr/>
            </p:nvSpPr>
            <p:spPr>
              <a:xfrm>
                <a:off x="6425772" y="1584459"/>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41" name="Oval 640">
                <a:extLst>
                  <a:ext uri="{FF2B5EF4-FFF2-40B4-BE49-F238E27FC236}">
                    <a16:creationId xmlns:a16="http://schemas.microsoft.com/office/drawing/2014/main" id="{5A584A92-8CF1-937D-F40F-4B2EDE638BA8}"/>
                  </a:ext>
                </a:extLst>
              </p:cNvPr>
              <p:cNvSpPr/>
              <p:nvPr/>
            </p:nvSpPr>
            <p:spPr>
              <a:xfrm>
                <a:off x="9180616" y="2408691"/>
                <a:ext cx="258492" cy="241771"/>
              </a:xfrm>
              <a:prstGeom prst="ellipse">
                <a:avLst/>
              </a:prstGeom>
              <a:solidFill>
                <a:srgbClr val="FFFFFF"/>
              </a:solidFill>
              <a:ln w="25400"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FF0000"/>
                    </a:solidFill>
                    <a:effectLst/>
                    <a:uLnTx/>
                    <a:uFillTx/>
                    <a:latin typeface="Arial"/>
                    <a:ea typeface="+mn-ea"/>
                    <a:cs typeface="+mn-cs"/>
                  </a:rPr>
                  <a:t>2</a:t>
                </a:r>
              </a:p>
            </p:txBody>
          </p:sp>
          <p:cxnSp>
            <p:nvCxnSpPr>
              <p:cNvPr id="642" name="Straight Connector 641">
                <a:extLst>
                  <a:ext uri="{FF2B5EF4-FFF2-40B4-BE49-F238E27FC236}">
                    <a16:creationId xmlns:a16="http://schemas.microsoft.com/office/drawing/2014/main" id="{0C9ACE81-2FCA-6456-E344-B92E7E2C5FB2}"/>
                  </a:ext>
                </a:extLst>
              </p:cNvPr>
              <p:cNvCxnSpPr>
                <a:cxnSpLocks/>
              </p:cNvCxnSpPr>
              <p:nvPr/>
            </p:nvCxnSpPr>
            <p:spPr>
              <a:xfrm flipH="1">
                <a:off x="7486964" y="2341953"/>
                <a:ext cx="3020356" cy="0"/>
              </a:xfrm>
              <a:prstGeom prst="line">
                <a:avLst/>
              </a:prstGeom>
              <a:noFill/>
              <a:ln w="38100" cap="sq" cmpd="sng" algn="ctr">
                <a:solidFill>
                  <a:srgbClr val="00407A"/>
                </a:solidFill>
                <a:prstDash val="solid"/>
              </a:ln>
              <a:effectLst/>
            </p:spPr>
          </p:cxnSp>
        </p:grpSp>
        <p:grpSp>
          <p:nvGrpSpPr>
            <p:cNvPr id="620" name="Group 619">
              <a:extLst>
                <a:ext uri="{FF2B5EF4-FFF2-40B4-BE49-F238E27FC236}">
                  <a16:creationId xmlns:a16="http://schemas.microsoft.com/office/drawing/2014/main" id="{2475529E-ECAA-4B8E-8282-FC5FA62062DF}"/>
                </a:ext>
              </a:extLst>
            </p:cNvPr>
            <p:cNvGrpSpPr/>
            <p:nvPr/>
          </p:nvGrpSpPr>
          <p:grpSpPr>
            <a:xfrm>
              <a:off x="7134727" y="5740036"/>
              <a:ext cx="415949" cy="215444"/>
              <a:chOff x="7407251" y="1603717"/>
              <a:chExt cx="415949" cy="215444"/>
            </a:xfrm>
          </p:grpSpPr>
          <p:sp>
            <p:nvSpPr>
              <p:cNvPr id="624" name="Oval 623">
                <a:extLst>
                  <a:ext uri="{FF2B5EF4-FFF2-40B4-BE49-F238E27FC236}">
                    <a16:creationId xmlns:a16="http://schemas.microsoft.com/office/drawing/2014/main" id="{2B4C5107-248D-508E-7A45-17DAD453FE6E}"/>
                  </a:ext>
                </a:extLst>
              </p:cNvPr>
              <p:cNvSpPr/>
              <p:nvPr/>
            </p:nvSpPr>
            <p:spPr>
              <a:xfrm>
                <a:off x="7439649" y="1671871"/>
                <a:ext cx="155275" cy="143697"/>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25" name="Rectangle 272">
                <a:extLst>
                  <a:ext uri="{FF2B5EF4-FFF2-40B4-BE49-F238E27FC236}">
                    <a16:creationId xmlns:a16="http://schemas.microsoft.com/office/drawing/2014/main" id="{FF225F40-387F-BBA0-FF94-080175209468}"/>
                  </a:ext>
                </a:extLst>
              </p:cNvPr>
              <p:cNvSpPr>
                <a:spLocks noChangeArrowheads="1"/>
              </p:cNvSpPr>
              <p:nvPr/>
            </p:nvSpPr>
            <p:spPr bwMode="auto">
              <a:xfrm>
                <a:off x="7407251" y="1603717"/>
                <a:ext cx="4159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e</a:t>
                </a:r>
              </a:p>
            </p:txBody>
          </p:sp>
        </p:grpSp>
        <p:sp>
          <p:nvSpPr>
            <p:cNvPr id="621" name="Rectangle 272">
              <a:extLst>
                <a:ext uri="{FF2B5EF4-FFF2-40B4-BE49-F238E27FC236}">
                  <a16:creationId xmlns:a16="http://schemas.microsoft.com/office/drawing/2014/main" id="{F20C63DA-E200-C7A0-1D34-14C8203251A7}"/>
                </a:ext>
              </a:extLst>
            </p:cNvPr>
            <p:cNvSpPr>
              <a:spLocks noChangeArrowheads="1"/>
            </p:cNvSpPr>
            <p:nvPr/>
          </p:nvSpPr>
          <p:spPr bwMode="auto">
            <a:xfrm>
              <a:off x="5039279" y="5186209"/>
              <a:ext cx="4174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1</a:t>
              </a:r>
            </a:p>
          </p:txBody>
        </p:sp>
        <p:sp>
          <p:nvSpPr>
            <p:cNvPr id="622" name="Rectangle 272">
              <a:extLst>
                <a:ext uri="{FF2B5EF4-FFF2-40B4-BE49-F238E27FC236}">
                  <a16:creationId xmlns:a16="http://schemas.microsoft.com/office/drawing/2014/main" id="{D37767F9-08D5-17DB-A493-DC9FA6E43404}"/>
                </a:ext>
              </a:extLst>
            </p:cNvPr>
            <p:cNvSpPr>
              <a:spLocks noChangeArrowheads="1"/>
            </p:cNvSpPr>
            <p:nvPr/>
          </p:nvSpPr>
          <p:spPr bwMode="auto">
            <a:xfrm>
              <a:off x="6336855" y="5080736"/>
              <a:ext cx="4174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2</a:t>
              </a:r>
            </a:p>
          </p:txBody>
        </p:sp>
        <p:sp>
          <p:nvSpPr>
            <p:cNvPr id="623" name="Rectangle 272">
              <a:extLst>
                <a:ext uri="{FF2B5EF4-FFF2-40B4-BE49-F238E27FC236}">
                  <a16:creationId xmlns:a16="http://schemas.microsoft.com/office/drawing/2014/main" id="{1970C217-DA01-C352-8512-4F86FC6CEFF8}"/>
                </a:ext>
              </a:extLst>
            </p:cNvPr>
            <p:cNvSpPr>
              <a:spLocks noChangeArrowheads="1"/>
            </p:cNvSpPr>
            <p:nvPr/>
          </p:nvSpPr>
          <p:spPr bwMode="auto">
            <a:xfrm>
              <a:off x="7043861" y="5214615"/>
              <a:ext cx="4174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3</a:t>
              </a:r>
            </a:p>
          </p:txBody>
        </p:sp>
      </p:grpSp>
      <p:sp>
        <p:nvSpPr>
          <p:cNvPr id="709" name="Rectangle 708">
            <a:extLst>
              <a:ext uri="{FF2B5EF4-FFF2-40B4-BE49-F238E27FC236}">
                <a16:creationId xmlns:a16="http://schemas.microsoft.com/office/drawing/2014/main" id="{F812F6AD-C65C-9A98-AA30-DFC53934CD73}"/>
              </a:ext>
            </a:extLst>
          </p:cNvPr>
          <p:cNvSpPr/>
          <p:nvPr/>
        </p:nvSpPr>
        <p:spPr>
          <a:xfrm>
            <a:off x="6223087" y="1553564"/>
            <a:ext cx="5620828" cy="1542595"/>
          </a:xfrm>
          <a:prstGeom prst="rect">
            <a:avLst/>
          </a:prstGeom>
          <a:solidFill>
            <a:srgbClr val="FF4D00">
              <a:lumMod val="20000"/>
              <a:lumOff val="80000"/>
            </a:srgbClr>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710" name="Group 709">
            <a:extLst>
              <a:ext uri="{FF2B5EF4-FFF2-40B4-BE49-F238E27FC236}">
                <a16:creationId xmlns:a16="http://schemas.microsoft.com/office/drawing/2014/main" id="{BE06D348-8DC6-59C7-8BFC-58853FAAD57F}"/>
              </a:ext>
            </a:extLst>
          </p:cNvPr>
          <p:cNvGrpSpPr/>
          <p:nvPr/>
        </p:nvGrpSpPr>
        <p:grpSpPr>
          <a:xfrm>
            <a:off x="388654" y="963655"/>
            <a:ext cx="1421032" cy="2375803"/>
            <a:chOff x="1447029" y="448163"/>
            <a:chExt cx="1421032" cy="2375803"/>
          </a:xfrm>
        </p:grpSpPr>
        <p:sp>
          <p:nvSpPr>
            <p:cNvPr id="711" name="Rectangle 710">
              <a:extLst>
                <a:ext uri="{FF2B5EF4-FFF2-40B4-BE49-F238E27FC236}">
                  <a16:creationId xmlns:a16="http://schemas.microsoft.com/office/drawing/2014/main" id="{B25FFCCA-6300-A530-334E-9931BF36BDC8}"/>
                </a:ext>
              </a:extLst>
            </p:cNvPr>
            <p:cNvSpPr/>
            <p:nvPr/>
          </p:nvSpPr>
          <p:spPr>
            <a:xfrm>
              <a:off x="1447029" y="448163"/>
              <a:ext cx="1421032" cy="2375803"/>
            </a:xfrm>
            <a:prstGeom prst="rect">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pic>
          <p:nvPicPr>
            <p:cNvPr id="712" name="Picture 711">
              <a:extLst>
                <a:ext uri="{FF2B5EF4-FFF2-40B4-BE49-F238E27FC236}">
                  <a16:creationId xmlns:a16="http://schemas.microsoft.com/office/drawing/2014/main" id="{BDB83BC2-AC5F-C5DE-1CBD-C8A492DC716D}"/>
                </a:ext>
              </a:extLst>
            </p:cNvPr>
            <p:cNvPicPr>
              <a:picLocks noChangeAspect="1"/>
            </p:cNvPicPr>
            <p:nvPr/>
          </p:nvPicPr>
          <p:blipFill>
            <a:blip r:embed="rId21"/>
            <a:stretch>
              <a:fillRect/>
            </a:stretch>
          </p:blipFill>
          <p:spPr>
            <a:xfrm>
              <a:off x="1574941" y="540055"/>
              <a:ext cx="1082816" cy="1213310"/>
            </a:xfrm>
            <a:prstGeom prst="rect">
              <a:avLst/>
            </a:prstGeom>
          </p:spPr>
        </p:pic>
        <p:pic>
          <p:nvPicPr>
            <p:cNvPr id="713" name="Picture 712">
              <a:extLst>
                <a:ext uri="{FF2B5EF4-FFF2-40B4-BE49-F238E27FC236}">
                  <a16:creationId xmlns:a16="http://schemas.microsoft.com/office/drawing/2014/main" id="{56E6FD8F-41A7-86EC-A011-7AD462C51DF0}"/>
                </a:ext>
              </a:extLst>
            </p:cNvPr>
            <p:cNvPicPr>
              <a:picLocks noChangeAspect="1"/>
            </p:cNvPicPr>
            <p:nvPr/>
          </p:nvPicPr>
          <p:blipFill>
            <a:blip r:embed="rId22"/>
            <a:stretch>
              <a:fillRect/>
            </a:stretch>
          </p:blipFill>
          <p:spPr>
            <a:xfrm>
              <a:off x="1502043" y="1795556"/>
              <a:ext cx="1204817" cy="933371"/>
            </a:xfrm>
            <a:prstGeom prst="rect">
              <a:avLst/>
            </a:prstGeom>
          </p:spPr>
        </p:pic>
        <p:grpSp>
          <p:nvGrpSpPr>
            <p:cNvPr id="714" name="Group 713">
              <a:extLst>
                <a:ext uri="{FF2B5EF4-FFF2-40B4-BE49-F238E27FC236}">
                  <a16:creationId xmlns:a16="http://schemas.microsoft.com/office/drawing/2014/main" id="{131C09A6-CBCA-7769-051F-F63AED27FF47}"/>
                </a:ext>
              </a:extLst>
            </p:cNvPr>
            <p:cNvGrpSpPr/>
            <p:nvPr/>
          </p:nvGrpSpPr>
          <p:grpSpPr>
            <a:xfrm>
              <a:off x="2331519" y="1460682"/>
              <a:ext cx="415949" cy="276999"/>
              <a:chOff x="7407251" y="1603717"/>
              <a:chExt cx="415949" cy="276999"/>
            </a:xfrm>
          </p:grpSpPr>
          <p:sp>
            <p:nvSpPr>
              <p:cNvPr id="718" name="Oval 717">
                <a:extLst>
                  <a:ext uri="{FF2B5EF4-FFF2-40B4-BE49-F238E27FC236}">
                    <a16:creationId xmlns:a16="http://schemas.microsoft.com/office/drawing/2014/main" id="{C3A161BC-E8F9-65A0-6886-72CA48421F75}"/>
                  </a:ext>
                </a:extLst>
              </p:cNvPr>
              <p:cNvSpPr/>
              <p:nvPr/>
            </p:nvSpPr>
            <p:spPr>
              <a:xfrm>
                <a:off x="7466733" y="1647238"/>
                <a:ext cx="214227" cy="216000"/>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19" name="Rectangle 272">
                <a:extLst>
                  <a:ext uri="{FF2B5EF4-FFF2-40B4-BE49-F238E27FC236}">
                    <a16:creationId xmlns:a16="http://schemas.microsoft.com/office/drawing/2014/main" id="{8B0719B0-8A5F-F2D9-A8D9-DBAD04895E81}"/>
                  </a:ext>
                </a:extLst>
              </p:cNvPr>
              <p:cNvSpPr>
                <a:spLocks noChangeArrowheads="1"/>
              </p:cNvSpPr>
              <p:nvPr/>
            </p:nvSpPr>
            <p:spPr bwMode="auto">
              <a:xfrm>
                <a:off x="7407251" y="1603717"/>
                <a:ext cx="41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a</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1</a:t>
                </a:r>
              </a:p>
            </p:txBody>
          </p:sp>
        </p:grpSp>
        <p:grpSp>
          <p:nvGrpSpPr>
            <p:cNvPr id="715" name="Group 714">
              <a:extLst>
                <a:ext uri="{FF2B5EF4-FFF2-40B4-BE49-F238E27FC236}">
                  <a16:creationId xmlns:a16="http://schemas.microsoft.com/office/drawing/2014/main" id="{463A5D13-7B43-EF0D-14C4-AFF9971C75A8}"/>
                </a:ext>
              </a:extLst>
            </p:cNvPr>
            <p:cNvGrpSpPr/>
            <p:nvPr/>
          </p:nvGrpSpPr>
          <p:grpSpPr>
            <a:xfrm>
              <a:off x="2382965" y="2405721"/>
              <a:ext cx="415949" cy="276999"/>
              <a:chOff x="7407251" y="1603717"/>
              <a:chExt cx="415949" cy="276999"/>
            </a:xfrm>
          </p:grpSpPr>
          <p:sp>
            <p:nvSpPr>
              <p:cNvPr id="716" name="Oval 715">
                <a:extLst>
                  <a:ext uri="{FF2B5EF4-FFF2-40B4-BE49-F238E27FC236}">
                    <a16:creationId xmlns:a16="http://schemas.microsoft.com/office/drawing/2014/main" id="{FFE62938-297A-C655-6A40-5ED6C6221CB1}"/>
                  </a:ext>
                </a:extLst>
              </p:cNvPr>
              <p:cNvSpPr/>
              <p:nvPr/>
            </p:nvSpPr>
            <p:spPr>
              <a:xfrm>
                <a:off x="7466733" y="1647238"/>
                <a:ext cx="214227" cy="216000"/>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17" name="Rectangle 272">
                <a:extLst>
                  <a:ext uri="{FF2B5EF4-FFF2-40B4-BE49-F238E27FC236}">
                    <a16:creationId xmlns:a16="http://schemas.microsoft.com/office/drawing/2014/main" id="{0D5C3729-2065-65E6-C4E8-C0D4E6C3EF8D}"/>
                  </a:ext>
                </a:extLst>
              </p:cNvPr>
              <p:cNvSpPr>
                <a:spLocks noChangeArrowheads="1"/>
              </p:cNvSpPr>
              <p:nvPr/>
            </p:nvSpPr>
            <p:spPr bwMode="auto">
              <a:xfrm>
                <a:off x="7407251" y="1603717"/>
                <a:ext cx="41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a</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2</a:t>
                </a:r>
              </a:p>
            </p:txBody>
          </p:sp>
        </p:grpSp>
      </p:grpSp>
      <p:grpSp>
        <p:nvGrpSpPr>
          <p:cNvPr id="720" name="Group 719">
            <a:extLst>
              <a:ext uri="{FF2B5EF4-FFF2-40B4-BE49-F238E27FC236}">
                <a16:creationId xmlns:a16="http://schemas.microsoft.com/office/drawing/2014/main" id="{BAB97C8B-AEED-D605-D5E2-02CBB0F492C4}"/>
              </a:ext>
            </a:extLst>
          </p:cNvPr>
          <p:cNvGrpSpPr/>
          <p:nvPr/>
        </p:nvGrpSpPr>
        <p:grpSpPr>
          <a:xfrm>
            <a:off x="1623073" y="3084459"/>
            <a:ext cx="415949" cy="276999"/>
            <a:chOff x="7407251" y="1603717"/>
            <a:chExt cx="415949" cy="276999"/>
          </a:xfrm>
        </p:grpSpPr>
        <p:sp>
          <p:nvSpPr>
            <p:cNvPr id="721" name="Oval 720">
              <a:extLst>
                <a:ext uri="{FF2B5EF4-FFF2-40B4-BE49-F238E27FC236}">
                  <a16:creationId xmlns:a16="http://schemas.microsoft.com/office/drawing/2014/main" id="{67436E4E-A2A4-9F18-0E68-022363D534C4}"/>
                </a:ext>
              </a:extLst>
            </p:cNvPr>
            <p:cNvSpPr/>
            <p:nvPr/>
          </p:nvSpPr>
          <p:spPr>
            <a:xfrm>
              <a:off x="7462017" y="1671871"/>
              <a:ext cx="155275" cy="143697"/>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22" name="Rectangle 272">
              <a:extLst>
                <a:ext uri="{FF2B5EF4-FFF2-40B4-BE49-F238E27FC236}">
                  <a16:creationId xmlns:a16="http://schemas.microsoft.com/office/drawing/2014/main" id="{FF888D99-EE48-33B0-AC14-60A9F3812876}"/>
                </a:ext>
              </a:extLst>
            </p:cNvPr>
            <p:cNvSpPr>
              <a:spLocks noChangeArrowheads="1"/>
            </p:cNvSpPr>
            <p:nvPr/>
          </p:nvSpPr>
          <p:spPr bwMode="auto">
            <a:xfrm>
              <a:off x="7407251" y="1603717"/>
              <a:ext cx="41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a</a:t>
              </a:r>
              <a:endPar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endParaRPr>
            </a:p>
          </p:txBody>
        </p:sp>
      </p:grpSp>
      <p:grpSp>
        <p:nvGrpSpPr>
          <p:cNvPr id="723" name="Group 722">
            <a:extLst>
              <a:ext uri="{FF2B5EF4-FFF2-40B4-BE49-F238E27FC236}">
                <a16:creationId xmlns:a16="http://schemas.microsoft.com/office/drawing/2014/main" id="{3986A0D2-4663-E98E-2009-4D99705E6FEE}"/>
              </a:ext>
            </a:extLst>
          </p:cNvPr>
          <p:cNvGrpSpPr/>
          <p:nvPr/>
        </p:nvGrpSpPr>
        <p:grpSpPr>
          <a:xfrm>
            <a:off x="1882999" y="947555"/>
            <a:ext cx="4103082" cy="2501720"/>
            <a:chOff x="2941374" y="432064"/>
            <a:chExt cx="4103082" cy="2501720"/>
          </a:xfrm>
        </p:grpSpPr>
        <p:sp>
          <p:nvSpPr>
            <p:cNvPr id="724" name="Rectangle 723">
              <a:extLst>
                <a:ext uri="{FF2B5EF4-FFF2-40B4-BE49-F238E27FC236}">
                  <a16:creationId xmlns:a16="http://schemas.microsoft.com/office/drawing/2014/main" id="{42C64D7A-29B8-0945-34E1-A7F0E8C22D1E}"/>
                </a:ext>
              </a:extLst>
            </p:cNvPr>
            <p:cNvSpPr/>
            <p:nvPr/>
          </p:nvSpPr>
          <p:spPr>
            <a:xfrm>
              <a:off x="2941374" y="432064"/>
              <a:ext cx="4042455" cy="2501720"/>
            </a:xfrm>
            <a:prstGeom prst="rect">
              <a:avLst/>
            </a:prstGeom>
            <a:solidFill>
              <a:srgbClr val="FBE5D6"/>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725" name="Group 724">
              <a:extLst>
                <a:ext uri="{FF2B5EF4-FFF2-40B4-BE49-F238E27FC236}">
                  <a16:creationId xmlns:a16="http://schemas.microsoft.com/office/drawing/2014/main" id="{FD6BC16F-3199-6E2E-E165-2330A0446E73}"/>
                </a:ext>
              </a:extLst>
            </p:cNvPr>
            <p:cNvGrpSpPr/>
            <p:nvPr/>
          </p:nvGrpSpPr>
          <p:grpSpPr>
            <a:xfrm>
              <a:off x="2970820" y="517582"/>
              <a:ext cx="4013009" cy="2372048"/>
              <a:chOff x="196423" y="1100719"/>
              <a:chExt cx="4013009" cy="2372048"/>
            </a:xfrm>
          </p:grpSpPr>
          <p:sp>
            <p:nvSpPr>
              <p:cNvPr id="729" name="Rectangle 728">
                <a:extLst>
                  <a:ext uri="{FF2B5EF4-FFF2-40B4-BE49-F238E27FC236}">
                    <a16:creationId xmlns:a16="http://schemas.microsoft.com/office/drawing/2014/main" id="{E0290A8B-205C-2A6B-D08D-BCA67575BDD9}"/>
                  </a:ext>
                </a:extLst>
              </p:cNvPr>
              <p:cNvSpPr/>
              <p:nvPr/>
            </p:nvSpPr>
            <p:spPr>
              <a:xfrm>
                <a:off x="196423" y="1116561"/>
                <a:ext cx="625127" cy="2316565"/>
              </a:xfrm>
              <a:prstGeom prst="rect">
                <a:avLst/>
              </a:prstGeom>
              <a:solidFill>
                <a:srgbClr val="FFFFFF"/>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30" name="Line 154">
                <a:extLst>
                  <a:ext uri="{FF2B5EF4-FFF2-40B4-BE49-F238E27FC236}">
                    <a16:creationId xmlns:a16="http://schemas.microsoft.com/office/drawing/2014/main" id="{5C74B797-66E2-D77D-69E0-1FB502A672BA}"/>
                  </a:ext>
                </a:extLst>
              </p:cNvPr>
              <p:cNvSpPr>
                <a:spLocks noChangeShapeType="1"/>
              </p:cNvSpPr>
              <p:nvPr/>
            </p:nvSpPr>
            <p:spPr bwMode="auto">
              <a:xfrm flipV="1">
                <a:off x="3653217" y="2965423"/>
                <a:ext cx="0" cy="306415"/>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1" name="Line 5">
                <a:extLst>
                  <a:ext uri="{FF2B5EF4-FFF2-40B4-BE49-F238E27FC236}">
                    <a16:creationId xmlns:a16="http://schemas.microsoft.com/office/drawing/2014/main" id="{525C62E2-E891-A0A4-AFA6-567F510B07ED}"/>
                  </a:ext>
                </a:extLst>
              </p:cNvPr>
              <p:cNvSpPr>
                <a:spLocks noChangeShapeType="1"/>
              </p:cNvSpPr>
              <p:nvPr/>
            </p:nvSpPr>
            <p:spPr bwMode="auto">
              <a:xfrm>
                <a:off x="565151" y="1955800"/>
                <a:ext cx="0" cy="681038"/>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2" name="Line 7">
                <a:extLst>
                  <a:ext uri="{FF2B5EF4-FFF2-40B4-BE49-F238E27FC236}">
                    <a16:creationId xmlns:a16="http://schemas.microsoft.com/office/drawing/2014/main" id="{FF49A757-20EB-A925-F582-3C310FA85BDB}"/>
                  </a:ext>
                </a:extLst>
              </p:cNvPr>
              <p:cNvSpPr>
                <a:spLocks noChangeShapeType="1"/>
              </p:cNvSpPr>
              <p:nvPr/>
            </p:nvSpPr>
            <p:spPr bwMode="auto">
              <a:xfrm flipV="1">
                <a:off x="2255838" y="3233738"/>
                <a:ext cx="0" cy="92075"/>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3" name="Line 8">
                <a:extLst>
                  <a:ext uri="{FF2B5EF4-FFF2-40B4-BE49-F238E27FC236}">
                    <a16:creationId xmlns:a16="http://schemas.microsoft.com/office/drawing/2014/main" id="{2CAEABB9-0045-80C1-D28E-CB7DAE30D701}"/>
                  </a:ext>
                </a:extLst>
              </p:cNvPr>
              <p:cNvSpPr>
                <a:spLocks noChangeShapeType="1"/>
              </p:cNvSpPr>
              <p:nvPr/>
            </p:nvSpPr>
            <p:spPr bwMode="auto">
              <a:xfrm>
                <a:off x="2147888" y="3335338"/>
                <a:ext cx="195263" cy="0"/>
              </a:xfrm>
              <a:prstGeom prst="line">
                <a:avLst/>
              </a:prstGeom>
              <a:noFill/>
              <a:ln w="38100"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4" name="Line 9">
                <a:extLst>
                  <a:ext uri="{FF2B5EF4-FFF2-40B4-BE49-F238E27FC236}">
                    <a16:creationId xmlns:a16="http://schemas.microsoft.com/office/drawing/2014/main" id="{6435F364-7F6E-295F-670D-222BC69E95B5}"/>
                  </a:ext>
                </a:extLst>
              </p:cNvPr>
              <p:cNvSpPr>
                <a:spLocks noChangeShapeType="1"/>
              </p:cNvSpPr>
              <p:nvPr/>
            </p:nvSpPr>
            <p:spPr bwMode="auto">
              <a:xfrm>
                <a:off x="2185988" y="3408577"/>
                <a:ext cx="130175" cy="0"/>
              </a:xfrm>
              <a:prstGeom prst="line">
                <a:avLst/>
              </a:prstGeom>
              <a:noFill/>
              <a:ln w="38100"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5" name="Line 10">
                <a:extLst>
                  <a:ext uri="{FF2B5EF4-FFF2-40B4-BE49-F238E27FC236}">
                    <a16:creationId xmlns:a16="http://schemas.microsoft.com/office/drawing/2014/main" id="{63194486-6C97-2AC9-8DB3-A1F8C8E30597}"/>
                  </a:ext>
                </a:extLst>
              </p:cNvPr>
              <p:cNvSpPr>
                <a:spLocks noChangeShapeType="1"/>
              </p:cNvSpPr>
              <p:nvPr/>
            </p:nvSpPr>
            <p:spPr bwMode="auto">
              <a:xfrm>
                <a:off x="2219326" y="3472767"/>
                <a:ext cx="68263" cy="0"/>
              </a:xfrm>
              <a:prstGeom prst="line">
                <a:avLst/>
              </a:prstGeom>
              <a:noFill/>
              <a:ln w="38100"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6" name="Oval 11">
                <a:extLst>
                  <a:ext uri="{FF2B5EF4-FFF2-40B4-BE49-F238E27FC236}">
                    <a16:creationId xmlns:a16="http://schemas.microsoft.com/office/drawing/2014/main" id="{3BF3C031-0028-90D7-4B23-5F20363FB4EC}"/>
                  </a:ext>
                </a:extLst>
              </p:cNvPr>
              <p:cNvSpPr>
                <a:spLocks noChangeArrowheads="1"/>
              </p:cNvSpPr>
              <p:nvPr/>
            </p:nvSpPr>
            <p:spPr bwMode="auto">
              <a:xfrm>
                <a:off x="2239963" y="3254375"/>
                <a:ext cx="28575" cy="31750"/>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7" name="Oval 12">
                <a:extLst>
                  <a:ext uri="{FF2B5EF4-FFF2-40B4-BE49-F238E27FC236}">
                    <a16:creationId xmlns:a16="http://schemas.microsoft.com/office/drawing/2014/main" id="{D242BA4A-1699-6211-4162-5BDBCD3BF6B9}"/>
                  </a:ext>
                </a:extLst>
              </p:cNvPr>
              <p:cNvSpPr>
                <a:spLocks noChangeArrowheads="1"/>
              </p:cNvSpPr>
              <p:nvPr/>
            </p:nvSpPr>
            <p:spPr bwMode="auto">
              <a:xfrm>
                <a:off x="2239963" y="3254375"/>
                <a:ext cx="28575" cy="31750"/>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8" name="Freeform 13">
                <a:extLst>
                  <a:ext uri="{FF2B5EF4-FFF2-40B4-BE49-F238E27FC236}">
                    <a16:creationId xmlns:a16="http://schemas.microsoft.com/office/drawing/2014/main" id="{69E10A93-D245-4092-46C2-EF14A97D82DF}"/>
                  </a:ext>
                </a:extLst>
              </p:cNvPr>
              <p:cNvSpPr>
                <a:spLocks noEditPoints="1"/>
              </p:cNvSpPr>
              <p:nvPr/>
            </p:nvSpPr>
            <p:spPr bwMode="auto">
              <a:xfrm>
                <a:off x="457201" y="1763713"/>
                <a:ext cx="112713" cy="53975"/>
              </a:xfrm>
              <a:custGeom>
                <a:avLst/>
                <a:gdLst>
                  <a:gd name="T0" fmla="*/ 60 w 165"/>
                  <a:gd name="T1" fmla="*/ 25 h 80"/>
                  <a:gd name="T2" fmla="*/ 150 w 165"/>
                  <a:gd name="T3" fmla="*/ 25 h 80"/>
                  <a:gd name="T4" fmla="*/ 165 w 165"/>
                  <a:gd name="T5" fmla="*/ 40 h 80"/>
                  <a:gd name="T6" fmla="*/ 150 w 165"/>
                  <a:gd name="T7" fmla="*/ 55 h 80"/>
                  <a:gd name="T8" fmla="*/ 60 w 165"/>
                  <a:gd name="T9" fmla="*/ 55 h 80"/>
                  <a:gd name="T10" fmla="*/ 45 w 165"/>
                  <a:gd name="T11" fmla="*/ 40 h 80"/>
                  <a:gd name="T12" fmla="*/ 60 w 165"/>
                  <a:gd name="T13" fmla="*/ 25 h 80"/>
                  <a:gd name="T14" fmla="*/ 80 w 165"/>
                  <a:gd name="T15" fmla="*/ 80 h 80"/>
                  <a:gd name="T16" fmla="*/ 0 w 165"/>
                  <a:gd name="T17" fmla="*/ 40 h 80"/>
                  <a:gd name="T18" fmla="*/ 80 w 165"/>
                  <a:gd name="T19" fmla="*/ 0 h 80"/>
                  <a:gd name="T20" fmla="*/ 80 w 165"/>
                  <a:gd name="T2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5" h="80">
                    <a:moveTo>
                      <a:pt x="60" y="25"/>
                    </a:moveTo>
                    <a:lnTo>
                      <a:pt x="150" y="25"/>
                    </a:lnTo>
                    <a:cubicBezTo>
                      <a:pt x="158" y="25"/>
                      <a:pt x="165" y="32"/>
                      <a:pt x="165" y="40"/>
                    </a:cubicBezTo>
                    <a:cubicBezTo>
                      <a:pt x="165" y="49"/>
                      <a:pt x="158" y="55"/>
                      <a:pt x="150" y="55"/>
                    </a:cubicBezTo>
                    <a:lnTo>
                      <a:pt x="60" y="55"/>
                    </a:lnTo>
                    <a:cubicBezTo>
                      <a:pt x="52" y="55"/>
                      <a:pt x="45" y="49"/>
                      <a:pt x="45" y="40"/>
                    </a:cubicBezTo>
                    <a:cubicBezTo>
                      <a:pt x="45" y="32"/>
                      <a:pt x="52" y="25"/>
                      <a:pt x="60" y="25"/>
                    </a:cubicBezTo>
                    <a:close/>
                    <a:moveTo>
                      <a:pt x="80" y="80"/>
                    </a:moveTo>
                    <a:lnTo>
                      <a:pt x="0" y="40"/>
                    </a:lnTo>
                    <a:lnTo>
                      <a:pt x="80" y="0"/>
                    </a:lnTo>
                    <a:lnTo>
                      <a:pt x="80" y="80"/>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39" name="Line 14">
                <a:extLst>
                  <a:ext uri="{FF2B5EF4-FFF2-40B4-BE49-F238E27FC236}">
                    <a16:creationId xmlns:a16="http://schemas.microsoft.com/office/drawing/2014/main" id="{D66C7460-2180-4889-F5C6-34327C139316}"/>
                  </a:ext>
                </a:extLst>
              </p:cNvPr>
              <p:cNvSpPr>
                <a:spLocks noChangeShapeType="1"/>
              </p:cNvSpPr>
              <p:nvPr/>
            </p:nvSpPr>
            <p:spPr bwMode="auto">
              <a:xfrm flipV="1">
                <a:off x="457201" y="1757363"/>
                <a:ext cx="0" cy="227013"/>
              </a:xfrm>
              <a:prstGeom prst="line">
                <a:avLst/>
              </a:prstGeom>
              <a:noFill/>
              <a:ln w="25400" cap="sq">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0" name="Line 15">
                <a:extLst>
                  <a:ext uri="{FF2B5EF4-FFF2-40B4-BE49-F238E27FC236}">
                    <a16:creationId xmlns:a16="http://schemas.microsoft.com/office/drawing/2014/main" id="{38559FCB-BFF6-B25A-F349-5420F53A7E9E}"/>
                  </a:ext>
                </a:extLst>
              </p:cNvPr>
              <p:cNvSpPr>
                <a:spLocks noChangeShapeType="1"/>
              </p:cNvSpPr>
              <p:nvPr/>
            </p:nvSpPr>
            <p:spPr bwMode="auto">
              <a:xfrm>
                <a:off x="457201" y="1951038"/>
                <a:ext cx="101600" cy="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1" name="Line 16">
                <a:extLst>
                  <a:ext uri="{FF2B5EF4-FFF2-40B4-BE49-F238E27FC236}">
                    <a16:creationId xmlns:a16="http://schemas.microsoft.com/office/drawing/2014/main" id="{F5AFDBFA-E919-B2AF-3460-9C5624A622E9}"/>
                  </a:ext>
                </a:extLst>
              </p:cNvPr>
              <p:cNvSpPr>
                <a:spLocks noChangeShapeType="1"/>
              </p:cNvSpPr>
              <p:nvPr/>
            </p:nvSpPr>
            <p:spPr bwMode="auto">
              <a:xfrm flipV="1">
                <a:off x="419101" y="1790700"/>
                <a:ext cx="0" cy="161925"/>
              </a:xfrm>
              <a:prstGeom prst="line">
                <a:avLst/>
              </a:prstGeom>
              <a:noFill/>
              <a:ln w="25400" cap="sq">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2" name="Line 17">
                <a:extLst>
                  <a:ext uri="{FF2B5EF4-FFF2-40B4-BE49-F238E27FC236}">
                    <a16:creationId xmlns:a16="http://schemas.microsoft.com/office/drawing/2014/main" id="{E3E12B2B-9C91-1C83-53F0-8B8A506FA405}"/>
                  </a:ext>
                </a:extLst>
              </p:cNvPr>
              <p:cNvSpPr>
                <a:spLocks noChangeShapeType="1"/>
              </p:cNvSpPr>
              <p:nvPr/>
            </p:nvSpPr>
            <p:spPr bwMode="auto">
              <a:xfrm>
                <a:off x="569913" y="1301750"/>
                <a:ext cx="0" cy="485775"/>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3" name="Line 18">
                <a:extLst>
                  <a:ext uri="{FF2B5EF4-FFF2-40B4-BE49-F238E27FC236}">
                    <a16:creationId xmlns:a16="http://schemas.microsoft.com/office/drawing/2014/main" id="{2B56318B-9681-912F-A9B7-6E149DB9CC83}"/>
                  </a:ext>
                </a:extLst>
              </p:cNvPr>
              <p:cNvSpPr>
                <a:spLocks noChangeShapeType="1"/>
              </p:cNvSpPr>
              <p:nvPr/>
            </p:nvSpPr>
            <p:spPr bwMode="auto">
              <a:xfrm flipH="1">
                <a:off x="331788" y="1883295"/>
                <a:ext cx="82552" cy="0"/>
              </a:xfrm>
              <a:prstGeom prst="line">
                <a:avLst/>
              </a:prstGeom>
              <a:noFill/>
              <a:ln w="19050" cap="rnd">
                <a:solidFill>
                  <a:srgbClr val="00B05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4" name="Line 19">
                <a:extLst>
                  <a:ext uri="{FF2B5EF4-FFF2-40B4-BE49-F238E27FC236}">
                    <a16:creationId xmlns:a16="http://schemas.microsoft.com/office/drawing/2014/main" id="{F8879B94-7589-E116-5E66-ADC53CDD9C3E}"/>
                  </a:ext>
                </a:extLst>
              </p:cNvPr>
              <p:cNvSpPr>
                <a:spLocks noChangeShapeType="1"/>
              </p:cNvSpPr>
              <p:nvPr/>
            </p:nvSpPr>
            <p:spPr bwMode="auto">
              <a:xfrm>
                <a:off x="331788" y="1884363"/>
                <a:ext cx="0" cy="53340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5" name="Line 20">
                <a:extLst>
                  <a:ext uri="{FF2B5EF4-FFF2-40B4-BE49-F238E27FC236}">
                    <a16:creationId xmlns:a16="http://schemas.microsoft.com/office/drawing/2014/main" id="{9E5256EB-EEEB-6950-6C2F-C011648802FC}"/>
                  </a:ext>
                </a:extLst>
              </p:cNvPr>
              <p:cNvSpPr>
                <a:spLocks noChangeShapeType="1"/>
              </p:cNvSpPr>
              <p:nvPr/>
            </p:nvSpPr>
            <p:spPr bwMode="auto">
              <a:xfrm>
                <a:off x="719138" y="1630363"/>
                <a:ext cx="1588" cy="382588"/>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6" name="Line 21">
                <a:extLst>
                  <a:ext uri="{FF2B5EF4-FFF2-40B4-BE49-F238E27FC236}">
                    <a16:creationId xmlns:a16="http://schemas.microsoft.com/office/drawing/2014/main" id="{5D806DC0-BC4A-33C3-D81C-9D19F842E579}"/>
                  </a:ext>
                </a:extLst>
              </p:cNvPr>
              <p:cNvSpPr>
                <a:spLocks noChangeShapeType="1"/>
              </p:cNvSpPr>
              <p:nvPr/>
            </p:nvSpPr>
            <p:spPr bwMode="auto">
              <a:xfrm>
                <a:off x="573088" y="2016125"/>
                <a:ext cx="146050" cy="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7" name="Line 22">
                <a:extLst>
                  <a:ext uri="{FF2B5EF4-FFF2-40B4-BE49-F238E27FC236}">
                    <a16:creationId xmlns:a16="http://schemas.microsoft.com/office/drawing/2014/main" id="{B5AB7177-DEE2-1F0D-C5C4-2DB71EAFADE3}"/>
                  </a:ext>
                </a:extLst>
              </p:cNvPr>
              <p:cNvSpPr>
                <a:spLocks noChangeShapeType="1"/>
              </p:cNvSpPr>
              <p:nvPr/>
            </p:nvSpPr>
            <p:spPr bwMode="auto">
              <a:xfrm flipV="1">
                <a:off x="565151" y="2979738"/>
                <a:ext cx="0" cy="29210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48" name="Rectangle 35">
                <a:extLst>
                  <a:ext uri="{FF2B5EF4-FFF2-40B4-BE49-F238E27FC236}">
                    <a16:creationId xmlns:a16="http://schemas.microsoft.com/office/drawing/2014/main" id="{86ACAA26-1EDD-9522-13EC-F8E28472B72A}"/>
                  </a:ext>
                </a:extLst>
              </p:cNvPr>
              <p:cNvSpPr>
                <a:spLocks noChangeArrowheads="1"/>
              </p:cNvSpPr>
              <p:nvPr/>
            </p:nvSpPr>
            <p:spPr bwMode="auto">
              <a:xfrm>
                <a:off x="490538" y="1793875"/>
                <a:ext cx="22121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P1</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749" name="Line 37">
                <a:extLst>
                  <a:ext uri="{FF2B5EF4-FFF2-40B4-BE49-F238E27FC236}">
                    <a16:creationId xmlns:a16="http://schemas.microsoft.com/office/drawing/2014/main" id="{F08AA0F3-0429-52CF-ED9A-C71C82A2909B}"/>
                  </a:ext>
                </a:extLst>
              </p:cNvPr>
              <p:cNvSpPr>
                <a:spLocks noChangeShapeType="1"/>
              </p:cNvSpPr>
              <p:nvPr/>
            </p:nvSpPr>
            <p:spPr bwMode="auto">
              <a:xfrm>
                <a:off x="488079" y="1301596"/>
                <a:ext cx="3235325" cy="0"/>
              </a:xfrm>
              <a:prstGeom prst="line">
                <a:avLst/>
              </a:prstGeom>
              <a:noFill/>
              <a:ln w="4445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0" name="Line 46">
                <a:extLst>
                  <a:ext uri="{FF2B5EF4-FFF2-40B4-BE49-F238E27FC236}">
                    <a16:creationId xmlns:a16="http://schemas.microsoft.com/office/drawing/2014/main" id="{63B986CB-E2DF-444D-1399-7581BB114962}"/>
                  </a:ext>
                </a:extLst>
              </p:cNvPr>
              <p:cNvSpPr>
                <a:spLocks noChangeShapeType="1"/>
              </p:cNvSpPr>
              <p:nvPr/>
            </p:nvSpPr>
            <p:spPr bwMode="auto">
              <a:xfrm>
                <a:off x="479426" y="2582863"/>
                <a:ext cx="531813" cy="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1" name="Freeform 48">
                <a:extLst>
                  <a:ext uri="{FF2B5EF4-FFF2-40B4-BE49-F238E27FC236}">
                    <a16:creationId xmlns:a16="http://schemas.microsoft.com/office/drawing/2014/main" id="{1DC725F8-7389-CBC3-D4B1-2829DC770C41}"/>
                  </a:ext>
                </a:extLst>
              </p:cNvPr>
              <p:cNvSpPr>
                <a:spLocks noEditPoints="1"/>
              </p:cNvSpPr>
              <p:nvPr/>
            </p:nvSpPr>
            <p:spPr bwMode="auto">
              <a:xfrm>
                <a:off x="1339851" y="1774825"/>
                <a:ext cx="111125" cy="53975"/>
              </a:xfrm>
              <a:custGeom>
                <a:avLst/>
                <a:gdLst>
                  <a:gd name="T0" fmla="*/ 60 w 165"/>
                  <a:gd name="T1" fmla="*/ 25 h 80"/>
                  <a:gd name="T2" fmla="*/ 150 w 165"/>
                  <a:gd name="T3" fmla="*/ 25 h 80"/>
                  <a:gd name="T4" fmla="*/ 165 w 165"/>
                  <a:gd name="T5" fmla="*/ 40 h 80"/>
                  <a:gd name="T6" fmla="*/ 150 w 165"/>
                  <a:gd name="T7" fmla="*/ 55 h 80"/>
                  <a:gd name="T8" fmla="*/ 60 w 165"/>
                  <a:gd name="T9" fmla="*/ 55 h 80"/>
                  <a:gd name="T10" fmla="*/ 45 w 165"/>
                  <a:gd name="T11" fmla="*/ 40 h 80"/>
                  <a:gd name="T12" fmla="*/ 60 w 165"/>
                  <a:gd name="T13" fmla="*/ 25 h 80"/>
                  <a:gd name="T14" fmla="*/ 80 w 165"/>
                  <a:gd name="T15" fmla="*/ 80 h 80"/>
                  <a:gd name="T16" fmla="*/ 0 w 165"/>
                  <a:gd name="T17" fmla="*/ 40 h 80"/>
                  <a:gd name="T18" fmla="*/ 80 w 165"/>
                  <a:gd name="T19" fmla="*/ 0 h 80"/>
                  <a:gd name="T20" fmla="*/ 80 w 165"/>
                  <a:gd name="T2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5" h="80">
                    <a:moveTo>
                      <a:pt x="60" y="25"/>
                    </a:moveTo>
                    <a:lnTo>
                      <a:pt x="150" y="25"/>
                    </a:lnTo>
                    <a:cubicBezTo>
                      <a:pt x="159" y="25"/>
                      <a:pt x="165" y="32"/>
                      <a:pt x="165" y="40"/>
                    </a:cubicBezTo>
                    <a:cubicBezTo>
                      <a:pt x="165" y="49"/>
                      <a:pt x="159" y="55"/>
                      <a:pt x="150" y="55"/>
                    </a:cubicBezTo>
                    <a:lnTo>
                      <a:pt x="60" y="55"/>
                    </a:lnTo>
                    <a:cubicBezTo>
                      <a:pt x="52" y="55"/>
                      <a:pt x="45" y="49"/>
                      <a:pt x="45" y="40"/>
                    </a:cubicBezTo>
                    <a:cubicBezTo>
                      <a:pt x="45" y="32"/>
                      <a:pt x="52" y="25"/>
                      <a:pt x="60" y="25"/>
                    </a:cubicBezTo>
                    <a:close/>
                    <a:moveTo>
                      <a:pt x="80" y="80"/>
                    </a:moveTo>
                    <a:lnTo>
                      <a:pt x="0" y="40"/>
                    </a:lnTo>
                    <a:lnTo>
                      <a:pt x="80" y="0"/>
                    </a:lnTo>
                    <a:lnTo>
                      <a:pt x="80" y="8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2" name="Line 49">
                <a:extLst>
                  <a:ext uri="{FF2B5EF4-FFF2-40B4-BE49-F238E27FC236}">
                    <a16:creationId xmlns:a16="http://schemas.microsoft.com/office/drawing/2014/main" id="{5163B885-4D2E-D8C1-16E3-878DA42BA475}"/>
                  </a:ext>
                </a:extLst>
              </p:cNvPr>
              <p:cNvSpPr>
                <a:spLocks noChangeShapeType="1"/>
              </p:cNvSpPr>
              <p:nvPr/>
            </p:nvSpPr>
            <p:spPr bwMode="auto">
              <a:xfrm flipV="1">
                <a:off x="1339851" y="1766888"/>
                <a:ext cx="0" cy="227013"/>
              </a:xfrm>
              <a:prstGeom prst="line">
                <a:avLst/>
              </a:prstGeom>
              <a:noFill/>
              <a:ln w="2540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3" name="Line 50">
                <a:extLst>
                  <a:ext uri="{FF2B5EF4-FFF2-40B4-BE49-F238E27FC236}">
                    <a16:creationId xmlns:a16="http://schemas.microsoft.com/office/drawing/2014/main" id="{D474605F-FCDB-3878-6DF9-8AB84EAF9A51}"/>
                  </a:ext>
                </a:extLst>
              </p:cNvPr>
              <p:cNvSpPr>
                <a:spLocks noChangeShapeType="1"/>
              </p:cNvSpPr>
              <p:nvPr/>
            </p:nvSpPr>
            <p:spPr bwMode="auto">
              <a:xfrm>
                <a:off x="1339851" y="1963738"/>
                <a:ext cx="101600"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4" name="Line 51">
                <a:extLst>
                  <a:ext uri="{FF2B5EF4-FFF2-40B4-BE49-F238E27FC236}">
                    <a16:creationId xmlns:a16="http://schemas.microsoft.com/office/drawing/2014/main" id="{F69960E9-A88E-6365-F5C3-B0B395E14993}"/>
                  </a:ext>
                </a:extLst>
              </p:cNvPr>
              <p:cNvSpPr>
                <a:spLocks noChangeShapeType="1"/>
              </p:cNvSpPr>
              <p:nvPr/>
            </p:nvSpPr>
            <p:spPr bwMode="auto">
              <a:xfrm flipV="1">
                <a:off x="1301751" y="1801813"/>
                <a:ext cx="0" cy="161925"/>
              </a:xfrm>
              <a:prstGeom prst="line">
                <a:avLst/>
              </a:prstGeom>
              <a:noFill/>
              <a:ln w="2540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5" name="Line 52">
                <a:extLst>
                  <a:ext uri="{FF2B5EF4-FFF2-40B4-BE49-F238E27FC236}">
                    <a16:creationId xmlns:a16="http://schemas.microsoft.com/office/drawing/2014/main" id="{1A018023-9FB7-8F7B-13C0-313A163BC279}"/>
                  </a:ext>
                </a:extLst>
              </p:cNvPr>
              <p:cNvSpPr>
                <a:spLocks noChangeShapeType="1"/>
              </p:cNvSpPr>
              <p:nvPr/>
            </p:nvSpPr>
            <p:spPr bwMode="auto">
              <a:xfrm flipH="1">
                <a:off x="1212851" y="1893888"/>
                <a:ext cx="71438" cy="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6" name="Line 53">
                <a:extLst>
                  <a:ext uri="{FF2B5EF4-FFF2-40B4-BE49-F238E27FC236}">
                    <a16:creationId xmlns:a16="http://schemas.microsoft.com/office/drawing/2014/main" id="{A9240E76-A418-AC02-0A4D-9F9D359EAE9D}"/>
                  </a:ext>
                </a:extLst>
              </p:cNvPr>
              <p:cNvSpPr>
                <a:spLocks noChangeShapeType="1"/>
              </p:cNvSpPr>
              <p:nvPr/>
            </p:nvSpPr>
            <p:spPr bwMode="auto">
              <a:xfrm>
                <a:off x="1212851" y="1893888"/>
                <a:ext cx="0" cy="363538"/>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7" name="Line 54">
                <a:extLst>
                  <a:ext uri="{FF2B5EF4-FFF2-40B4-BE49-F238E27FC236}">
                    <a16:creationId xmlns:a16="http://schemas.microsoft.com/office/drawing/2014/main" id="{276517D7-5355-99AB-6B4C-C703ADB9DF71}"/>
                  </a:ext>
                </a:extLst>
              </p:cNvPr>
              <p:cNvSpPr>
                <a:spLocks noChangeShapeType="1"/>
              </p:cNvSpPr>
              <p:nvPr/>
            </p:nvSpPr>
            <p:spPr bwMode="auto">
              <a:xfrm>
                <a:off x="1447801" y="1966913"/>
                <a:ext cx="0" cy="67945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8" name="Line 55">
                <a:extLst>
                  <a:ext uri="{FF2B5EF4-FFF2-40B4-BE49-F238E27FC236}">
                    <a16:creationId xmlns:a16="http://schemas.microsoft.com/office/drawing/2014/main" id="{6F308F80-538E-F806-CF31-24F80B4EB9C6}"/>
                  </a:ext>
                </a:extLst>
              </p:cNvPr>
              <p:cNvSpPr>
                <a:spLocks noChangeShapeType="1"/>
              </p:cNvSpPr>
              <p:nvPr/>
            </p:nvSpPr>
            <p:spPr bwMode="auto">
              <a:xfrm>
                <a:off x="1601788" y="1477963"/>
                <a:ext cx="0" cy="54610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59" name="Line 56">
                <a:extLst>
                  <a:ext uri="{FF2B5EF4-FFF2-40B4-BE49-F238E27FC236}">
                    <a16:creationId xmlns:a16="http://schemas.microsoft.com/office/drawing/2014/main" id="{056FA321-E4AF-59A8-84A9-091EA3A46C25}"/>
                  </a:ext>
                </a:extLst>
              </p:cNvPr>
              <p:cNvSpPr>
                <a:spLocks noChangeShapeType="1"/>
              </p:cNvSpPr>
              <p:nvPr/>
            </p:nvSpPr>
            <p:spPr bwMode="auto">
              <a:xfrm>
                <a:off x="1454151" y="2025650"/>
                <a:ext cx="147638"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0" name="Line 57">
                <a:extLst>
                  <a:ext uri="{FF2B5EF4-FFF2-40B4-BE49-F238E27FC236}">
                    <a16:creationId xmlns:a16="http://schemas.microsoft.com/office/drawing/2014/main" id="{C8DE8944-FD42-6603-A438-00DEC41F7FFA}"/>
                  </a:ext>
                </a:extLst>
              </p:cNvPr>
              <p:cNvSpPr>
                <a:spLocks noChangeShapeType="1"/>
              </p:cNvSpPr>
              <p:nvPr/>
            </p:nvSpPr>
            <p:spPr bwMode="auto">
              <a:xfrm flipV="1">
                <a:off x="1452142" y="2986088"/>
                <a:ext cx="0" cy="29210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1" name="Line 58">
                <a:extLst>
                  <a:ext uri="{FF2B5EF4-FFF2-40B4-BE49-F238E27FC236}">
                    <a16:creationId xmlns:a16="http://schemas.microsoft.com/office/drawing/2014/main" id="{B7DC062F-F131-83BF-3CE0-275D2A003E78}"/>
                  </a:ext>
                </a:extLst>
              </p:cNvPr>
              <p:cNvSpPr>
                <a:spLocks noChangeShapeType="1"/>
              </p:cNvSpPr>
              <p:nvPr/>
            </p:nvSpPr>
            <p:spPr bwMode="auto">
              <a:xfrm flipH="1">
                <a:off x="1011238" y="2804990"/>
                <a:ext cx="288816" cy="0"/>
              </a:xfrm>
              <a:prstGeom prst="line">
                <a:avLst/>
              </a:prstGeom>
              <a:noFill/>
              <a:ln w="19050" cap="rnd">
                <a:solidFill>
                  <a:srgbClr val="00B05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2" name="Line 81">
                <a:extLst>
                  <a:ext uri="{FF2B5EF4-FFF2-40B4-BE49-F238E27FC236}">
                    <a16:creationId xmlns:a16="http://schemas.microsoft.com/office/drawing/2014/main" id="{7D3724EB-B827-C0DA-B57C-54632D1A82E0}"/>
                  </a:ext>
                </a:extLst>
              </p:cNvPr>
              <p:cNvSpPr>
                <a:spLocks noChangeShapeType="1"/>
              </p:cNvSpPr>
              <p:nvPr/>
            </p:nvSpPr>
            <p:spPr bwMode="auto">
              <a:xfrm flipV="1">
                <a:off x="1455738" y="2601703"/>
                <a:ext cx="547690" cy="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3" name="Freeform 82">
                <a:extLst>
                  <a:ext uri="{FF2B5EF4-FFF2-40B4-BE49-F238E27FC236}">
                    <a16:creationId xmlns:a16="http://schemas.microsoft.com/office/drawing/2014/main" id="{A6173098-5BB7-0E91-5E65-B93BE8A3EE00}"/>
                  </a:ext>
                </a:extLst>
              </p:cNvPr>
              <p:cNvSpPr>
                <a:spLocks noEditPoints="1"/>
              </p:cNvSpPr>
              <p:nvPr/>
            </p:nvSpPr>
            <p:spPr bwMode="auto">
              <a:xfrm>
                <a:off x="2146301" y="1766888"/>
                <a:ext cx="111125" cy="53975"/>
              </a:xfrm>
              <a:custGeom>
                <a:avLst/>
                <a:gdLst>
                  <a:gd name="T0" fmla="*/ 60 w 165"/>
                  <a:gd name="T1" fmla="*/ 25 h 80"/>
                  <a:gd name="T2" fmla="*/ 150 w 165"/>
                  <a:gd name="T3" fmla="*/ 25 h 80"/>
                  <a:gd name="T4" fmla="*/ 165 w 165"/>
                  <a:gd name="T5" fmla="*/ 40 h 80"/>
                  <a:gd name="T6" fmla="*/ 150 w 165"/>
                  <a:gd name="T7" fmla="*/ 55 h 80"/>
                  <a:gd name="T8" fmla="*/ 60 w 165"/>
                  <a:gd name="T9" fmla="*/ 55 h 80"/>
                  <a:gd name="T10" fmla="*/ 45 w 165"/>
                  <a:gd name="T11" fmla="*/ 40 h 80"/>
                  <a:gd name="T12" fmla="*/ 60 w 165"/>
                  <a:gd name="T13" fmla="*/ 25 h 80"/>
                  <a:gd name="T14" fmla="*/ 80 w 165"/>
                  <a:gd name="T15" fmla="*/ 80 h 80"/>
                  <a:gd name="T16" fmla="*/ 0 w 165"/>
                  <a:gd name="T17" fmla="*/ 40 h 80"/>
                  <a:gd name="T18" fmla="*/ 80 w 165"/>
                  <a:gd name="T19" fmla="*/ 0 h 80"/>
                  <a:gd name="T20" fmla="*/ 80 w 165"/>
                  <a:gd name="T2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5" h="80">
                    <a:moveTo>
                      <a:pt x="60" y="25"/>
                    </a:moveTo>
                    <a:lnTo>
                      <a:pt x="150" y="25"/>
                    </a:lnTo>
                    <a:cubicBezTo>
                      <a:pt x="159" y="25"/>
                      <a:pt x="165" y="32"/>
                      <a:pt x="165" y="40"/>
                    </a:cubicBezTo>
                    <a:cubicBezTo>
                      <a:pt x="165" y="49"/>
                      <a:pt x="159" y="55"/>
                      <a:pt x="150" y="55"/>
                    </a:cubicBezTo>
                    <a:lnTo>
                      <a:pt x="60" y="55"/>
                    </a:lnTo>
                    <a:cubicBezTo>
                      <a:pt x="52" y="55"/>
                      <a:pt x="45" y="49"/>
                      <a:pt x="45" y="40"/>
                    </a:cubicBezTo>
                    <a:cubicBezTo>
                      <a:pt x="45" y="32"/>
                      <a:pt x="52" y="25"/>
                      <a:pt x="60" y="25"/>
                    </a:cubicBezTo>
                    <a:close/>
                    <a:moveTo>
                      <a:pt x="80" y="80"/>
                    </a:moveTo>
                    <a:lnTo>
                      <a:pt x="0" y="40"/>
                    </a:lnTo>
                    <a:lnTo>
                      <a:pt x="80" y="0"/>
                    </a:lnTo>
                    <a:lnTo>
                      <a:pt x="80" y="8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4" name="Line 83">
                <a:extLst>
                  <a:ext uri="{FF2B5EF4-FFF2-40B4-BE49-F238E27FC236}">
                    <a16:creationId xmlns:a16="http://schemas.microsoft.com/office/drawing/2014/main" id="{202F7DE1-D4A0-3EE9-95BF-98DB8806B1BE}"/>
                  </a:ext>
                </a:extLst>
              </p:cNvPr>
              <p:cNvSpPr>
                <a:spLocks noChangeShapeType="1"/>
              </p:cNvSpPr>
              <p:nvPr/>
            </p:nvSpPr>
            <p:spPr bwMode="auto">
              <a:xfrm flipV="1">
                <a:off x="2146301" y="1760538"/>
                <a:ext cx="0" cy="227013"/>
              </a:xfrm>
              <a:prstGeom prst="line">
                <a:avLst/>
              </a:prstGeom>
              <a:noFill/>
              <a:ln w="2540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5" name="Line 84">
                <a:extLst>
                  <a:ext uri="{FF2B5EF4-FFF2-40B4-BE49-F238E27FC236}">
                    <a16:creationId xmlns:a16="http://schemas.microsoft.com/office/drawing/2014/main" id="{92EE2246-8C8B-7364-B490-BB7E256ED674}"/>
                  </a:ext>
                </a:extLst>
              </p:cNvPr>
              <p:cNvSpPr>
                <a:spLocks noChangeShapeType="1"/>
              </p:cNvSpPr>
              <p:nvPr/>
            </p:nvSpPr>
            <p:spPr bwMode="auto">
              <a:xfrm>
                <a:off x="2146301" y="1955800"/>
                <a:ext cx="100013"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6" name="Line 85">
                <a:extLst>
                  <a:ext uri="{FF2B5EF4-FFF2-40B4-BE49-F238E27FC236}">
                    <a16:creationId xmlns:a16="http://schemas.microsoft.com/office/drawing/2014/main" id="{2486AA88-D507-36BC-6986-854728599938}"/>
                  </a:ext>
                </a:extLst>
              </p:cNvPr>
              <p:cNvSpPr>
                <a:spLocks noChangeShapeType="1"/>
              </p:cNvSpPr>
              <p:nvPr/>
            </p:nvSpPr>
            <p:spPr bwMode="auto">
              <a:xfrm flipV="1">
                <a:off x="2106613" y="1793875"/>
                <a:ext cx="0" cy="161925"/>
              </a:xfrm>
              <a:prstGeom prst="line">
                <a:avLst/>
              </a:prstGeom>
              <a:noFill/>
              <a:ln w="2540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7" name="Line 86">
                <a:extLst>
                  <a:ext uri="{FF2B5EF4-FFF2-40B4-BE49-F238E27FC236}">
                    <a16:creationId xmlns:a16="http://schemas.microsoft.com/office/drawing/2014/main" id="{445110CC-39D2-B07E-6751-58F9103A7482}"/>
                  </a:ext>
                </a:extLst>
              </p:cNvPr>
              <p:cNvSpPr>
                <a:spLocks noChangeShapeType="1"/>
              </p:cNvSpPr>
              <p:nvPr/>
            </p:nvSpPr>
            <p:spPr bwMode="auto">
              <a:xfrm flipH="1">
                <a:off x="2019300" y="1887538"/>
                <a:ext cx="82401" cy="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8" name="Line 87">
                <a:extLst>
                  <a:ext uri="{FF2B5EF4-FFF2-40B4-BE49-F238E27FC236}">
                    <a16:creationId xmlns:a16="http://schemas.microsoft.com/office/drawing/2014/main" id="{3F0DF808-3531-E176-56A4-16E337A1885F}"/>
                  </a:ext>
                </a:extLst>
              </p:cNvPr>
              <p:cNvSpPr>
                <a:spLocks noChangeShapeType="1"/>
              </p:cNvSpPr>
              <p:nvPr/>
            </p:nvSpPr>
            <p:spPr bwMode="auto">
              <a:xfrm>
                <a:off x="2017713" y="1887538"/>
                <a:ext cx="0" cy="21590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69" name="Line 88">
                <a:extLst>
                  <a:ext uri="{FF2B5EF4-FFF2-40B4-BE49-F238E27FC236}">
                    <a16:creationId xmlns:a16="http://schemas.microsoft.com/office/drawing/2014/main" id="{9D7CA5FD-3134-6594-1E87-446019297C3A}"/>
                  </a:ext>
                </a:extLst>
              </p:cNvPr>
              <p:cNvSpPr>
                <a:spLocks noChangeShapeType="1"/>
              </p:cNvSpPr>
              <p:nvPr/>
            </p:nvSpPr>
            <p:spPr bwMode="auto">
              <a:xfrm>
                <a:off x="2254251" y="1958975"/>
                <a:ext cx="0" cy="681038"/>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0" name="Line 89">
                <a:extLst>
                  <a:ext uri="{FF2B5EF4-FFF2-40B4-BE49-F238E27FC236}">
                    <a16:creationId xmlns:a16="http://schemas.microsoft.com/office/drawing/2014/main" id="{31AE41D9-72DD-53EF-6201-3E47043296F1}"/>
                  </a:ext>
                </a:extLst>
              </p:cNvPr>
              <p:cNvSpPr>
                <a:spLocks noChangeShapeType="1"/>
              </p:cNvSpPr>
              <p:nvPr/>
            </p:nvSpPr>
            <p:spPr bwMode="auto">
              <a:xfrm flipV="1">
                <a:off x="2259013" y="2984500"/>
                <a:ext cx="0" cy="290513"/>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1" name="Line 112">
                <a:extLst>
                  <a:ext uri="{FF2B5EF4-FFF2-40B4-BE49-F238E27FC236}">
                    <a16:creationId xmlns:a16="http://schemas.microsoft.com/office/drawing/2014/main" id="{2D43BE25-DD31-B58F-E2AB-720E3273C430}"/>
                  </a:ext>
                </a:extLst>
              </p:cNvPr>
              <p:cNvSpPr>
                <a:spLocks noChangeShapeType="1"/>
              </p:cNvSpPr>
              <p:nvPr/>
            </p:nvSpPr>
            <p:spPr bwMode="auto">
              <a:xfrm flipV="1">
                <a:off x="2262187" y="2538621"/>
                <a:ext cx="471487"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2" name="Line 113">
                <a:extLst>
                  <a:ext uri="{FF2B5EF4-FFF2-40B4-BE49-F238E27FC236}">
                    <a16:creationId xmlns:a16="http://schemas.microsoft.com/office/drawing/2014/main" id="{5D6EBB7D-C949-91A9-134D-22378847149C}"/>
                  </a:ext>
                </a:extLst>
              </p:cNvPr>
              <p:cNvSpPr>
                <a:spLocks noChangeShapeType="1"/>
              </p:cNvSpPr>
              <p:nvPr/>
            </p:nvSpPr>
            <p:spPr bwMode="auto">
              <a:xfrm flipV="1">
                <a:off x="2736851" y="2544763"/>
                <a:ext cx="0" cy="250825"/>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3" name="Freeform 114">
                <a:extLst>
                  <a:ext uri="{FF2B5EF4-FFF2-40B4-BE49-F238E27FC236}">
                    <a16:creationId xmlns:a16="http://schemas.microsoft.com/office/drawing/2014/main" id="{0ABED7AD-BF09-7FFF-E747-F4B5D513FBB3}"/>
                  </a:ext>
                </a:extLst>
              </p:cNvPr>
              <p:cNvSpPr>
                <a:spLocks noEditPoints="1"/>
              </p:cNvSpPr>
              <p:nvPr/>
            </p:nvSpPr>
            <p:spPr bwMode="auto">
              <a:xfrm>
                <a:off x="2855913" y="1765300"/>
                <a:ext cx="111125" cy="53975"/>
              </a:xfrm>
              <a:custGeom>
                <a:avLst/>
                <a:gdLst>
                  <a:gd name="T0" fmla="*/ 60 w 165"/>
                  <a:gd name="T1" fmla="*/ 25 h 80"/>
                  <a:gd name="T2" fmla="*/ 150 w 165"/>
                  <a:gd name="T3" fmla="*/ 25 h 80"/>
                  <a:gd name="T4" fmla="*/ 165 w 165"/>
                  <a:gd name="T5" fmla="*/ 40 h 80"/>
                  <a:gd name="T6" fmla="*/ 150 w 165"/>
                  <a:gd name="T7" fmla="*/ 55 h 80"/>
                  <a:gd name="T8" fmla="*/ 60 w 165"/>
                  <a:gd name="T9" fmla="*/ 55 h 80"/>
                  <a:gd name="T10" fmla="*/ 45 w 165"/>
                  <a:gd name="T11" fmla="*/ 40 h 80"/>
                  <a:gd name="T12" fmla="*/ 60 w 165"/>
                  <a:gd name="T13" fmla="*/ 25 h 80"/>
                  <a:gd name="T14" fmla="*/ 80 w 165"/>
                  <a:gd name="T15" fmla="*/ 80 h 80"/>
                  <a:gd name="T16" fmla="*/ 0 w 165"/>
                  <a:gd name="T17" fmla="*/ 40 h 80"/>
                  <a:gd name="T18" fmla="*/ 80 w 165"/>
                  <a:gd name="T19" fmla="*/ 0 h 80"/>
                  <a:gd name="T20" fmla="*/ 80 w 165"/>
                  <a:gd name="T2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5" h="80">
                    <a:moveTo>
                      <a:pt x="60" y="25"/>
                    </a:moveTo>
                    <a:lnTo>
                      <a:pt x="150" y="25"/>
                    </a:lnTo>
                    <a:cubicBezTo>
                      <a:pt x="158" y="25"/>
                      <a:pt x="165" y="32"/>
                      <a:pt x="165" y="40"/>
                    </a:cubicBezTo>
                    <a:cubicBezTo>
                      <a:pt x="165" y="48"/>
                      <a:pt x="158" y="55"/>
                      <a:pt x="150" y="55"/>
                    </a:cubicBezTo>
                    <a:lnTo>
                      <a:pt x="60" y="55"/>
                    </a:lnTo>
                    <a:cubicBezTo>
                      <a:pt x="52" y="55"/>
                      <a:pt x="45" y="48"/>
                      <a:pt x="45" y="40"/>
                    </a:cubicBezTo>
                    <a:cubicBezTo>
                      <a:pt x="45" y="32"/>
                      <a:pt x="52" y="25"/>
                      <a:pt x="60" y="25"/>
                    </a:cubicBezTo>
                    <a:close/>
                    <a:moveTo>
                      <a:pt x="80" y="80"/>
                    </a:moveTo>
                    <a:lnTo>
                      <a:pt x="0" y="40"/>
                    </a:lnTo>
                    <a:lnTo>
                      <a:pt x="80" y="0"/>
                    </a:lnTo>
                    <a:lnTo>
                      <a:pt x="80" y="8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4" name="Line 115">
                <a:extLst>
                  <a:ext uri="{FF2B5EF4-FFF2-40B4-BE49-F238E27FC236}">
                    <a16:creationId xmlns:a16="http://schemas.microsoft.com/office/drawing/2014/main" id="{42DEFEDF-32E8-BEF3-6110-3581D2E5558A}"/>
                  </a:ext>
                </a:extLst>
              </p:cNvPr>
              <p:cNvSpPr>
                <a:spLocks noChangeShapeType="1"/>
              </p:cNvSpPr>
              <p:nvPr/>
            </p:nvSpPr>
            <p:spPr bwMode="auto">
              <a:xfrm flipV="1">
                <a:off x="2855913" y="1758950"/>
                <a:ext cx="0" cy="227013"/>
              </a:xfrm>
              <a:prstGeom prst="line">
                <a:avLst/>
              </a:prstGeom>
              <a:noFill/>
              <a:ln w="25400" cap="sq">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5" name="Line 116">
                <a:extLst>
                  <a:ext uri="{FF2B5EF4-FFF2-40B4-BE49-F238E27FC236}">
                    <a16:creationId xmlns:a16="http://schemas.microsoft.com/office/drawing/2014/main" id="{30424A14-3151-B867-373E-90A56E9F34BE}"/>
                  </a:ext>
                </a:extLst>
              </p:cNvPr>
              <p:cNvSpPr>
                <a:spLocks noChangeShapeType="1"/>
              </p:cNvSpPr>
              <p:nvPr/>
            </p:nvSpPr>
            <p:spPr bwMode="auto">
              <a:xfrm>
                <a:off x="2855913" y="1952625"/>
                <a:ext cx="101600" cy="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6" name="Line 117">
                <a:extLst>
                  <a:ext uri="{FF2B5EF4-FFF2-40B4-BE49-F238E27FC236}">
                    <a16:creationId xmlns:a16="http://schemas.microsoft.com/office/drawing/2014/main" id="{83BBC4F0-1956-202E-5FDE-4B3DD0FF7ABD}"/>
                  </a:ext>
                </a:extLst>
              </p:cNvPr>
              <p:cNvSpPr>
                <a:spLocks noChangeShapeType="1"/>
              </p:cNvSpPr>
              <p:nvPr/>
            </p:nvSpPr>
            <p:spPr bwMode="auto">
              <a:xfrm flipV="1">
                <a:off x="2816226" y="1792288"/>
                <a:ext cx="0" cy="161925"/>
              </a:xfrm>
              <a:prstGeom prst="line">
                <a:avLst/>
              </a:prstGeom>
              <a:noFill/>
              <a:ln w="25400" cap="sq">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7" name="Line 118">
                <a:extLst>
                  <a:ext uri="{FF2B5EF4-FFF2-40B4-BE49-F238E27FC236}">
                    <a16:creationId xmlns:a16="http://schemas.microsoft.com/office/drawing/2014/main" id="{54902AC1-900A-8643-7E13-ED3939381ECA}"/>
                  </a:ext>
                </a:extLst>
              </p:cNvPr>
              <p:cNvSpPr>
                <a:spLocks noChangeShapeType="1"/>
              </p:cNvSpPr>
              <p:nvPr/>
            </p:nvSpPr>
            <p:spPr bwMode="auto">
              <a:xfrm flipH="1">
                <a:off x="2728912" y="1882777"/>
                <a:ext cx="80962" cy="0"/>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8" name="Line 119">
                <a:extLst>
                  <a:ext uri="{FF2B5EF4-FFF2-40B4-BE49-F238E27FC236}">
                    <a16:creationId xmlns:a16="http://schemas.microsoft.com/office/drawing/2014/main" id="{3029E8D6-3583-EE8D-D8FF-B89424132BBE}"/>
                  </a:ext>
                </a:extLst>
              </p:cNvPr>
              <p:cNvSpPr>
                <a:spLocks noChangeShapeType="1"/>
              </p:cNvSpPr>
              <p:nvPr/>
            </p:nvSpPr>
            <p:spPr bwMode="auto">
              <a:xfrm>
                <a:off x="2728913" y="1657350"/>
                <a:ext cx="0" cy="223838"/>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79" name="Line 120">
                <a:extLst>
                  <a:ext uri="{FF2B5EF4-FFF2-40B4-BE49-F238E27FC236}">
                    <a16:creationId xmlns:a16="http://schemas.microsoft.com/office/drawing/2014/main" id="{73EB0703-DFD9-FC66-CB50-46BD9B34712B}"/>
                  </a:ext>
                </a:extLst>
              </p:cNvPr>
              <p:cNvSpPr>
                <a:spLocks noChangeShapeType="1"/>
              </p:cNvSpPr>
              <p:nvPr/>
            </p:nvSpPr>
            <p:spPr bwMode="auto">
              <a:xfrm flipV="1">
                <a:off x="2957196" y="2981325"/>
                <a:ext cx="0" cy="292100"/>
              </a:xfrm>
              <a:prstGeom prst="line">
                <a:avLst/>
              </a:prstGeom>
              <a:noFill/>
              <a:ln w="1905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0" name="Line 121">
                <a:extLst>
                  <a:ext uri="{FF2B5EF4-FFF2-40B4-BE49-F238E27FC236}">
                    <a16:creationId xmlns:a16="http://schemas.microsoft.com/office/drawing/2014/main" id="{5DE20B01-CEA8-7B0C-97A0-AB312ADAC6DB}"/>
                  </a:ext>
                </a:extLst>
              </p:cNvPr>
              <p:cNvSpPr>
                <a:spLocks noChangeShapeType="1"/>
              </p:cNvSpPr>
              <p:nvPr/>
            </p:nvSpPr>
            <p:spPr bwMode="auto">
              <a:xfrm flipH="1">
                <a:off x="2740026" y="2798763"/>
                <a:ext cx="71438" cy="1588"/>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1" name="Line 124">
                <a:extLst>
                  <a:ext uri="{FF2B5EF4-FFF2-40B4-BE49-F238E27FC236}">
                    <a16:creationId xmlns:a16="http://schemas.microsoft.com/office/drawing/2014/main" id="{29F66C7F-9EF6-4AFE-82E1-DB8352C43892}"/>
                  </a:ext>
                </a:extLst>
              </p:cNvPr>
              <p:cNvSpPr>
                <a:spLocks noChangeShapeType="1"/>
              </p:cNvSpPr>
              <p:nvPr/>
            </p:nvSpPr>
            <p:spPr bwMode="auto">
              <a:xfrm>
                <a:off x="2965451" y="2651125"/>
                <a:ext cx="0" cy="74613"/>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2" name="Line 125">
                <a:extLst>
                  <a:ext uri="{FF2B5EF4-FFF2-40B4-BE49-F238E27FC236}">
                    <a16:creationId xmlns:a16="http://schemas.microsoft.com/office/drawing/2014/main" id="{8128CC94-DAB2-3ADA-1EC0-E74539637204}"/>
                  </a:ext>
                </a:extLst>
              </p:cNvPr>
              <p:cNvSpPr>
                <a:spLocks noChangeShapeType="1"/>
              </p:cNvSpPr>
              <p:nvPr/>
            </p:nvSpPr>
            <p:spPr bwMode="auto">
              <a:xfrm>
                <a:off x="2859088" y="2728913"/>
                <a:ext cx="106363"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3" name="Line 126">
                <a:extLst>
                  <a:ext uri="{FF2B5EF4-FFF2-40B4-BE49-F238E27FC236}">
                    <a16:creationId xmlns:a16="http://schemas.microsoft.com/office/drawing/2014/main" id="{68A91A3E-CD3F-CF38-2B92-7C966082F64B}"/>
                  </a:ext>
                </a:extLst>
              </p:cNvPr>
              <p:cNvSpPr>
                <a:spLocks noChangeShapeType="1"/>
              </p:cNvSpPr>
              <p:nvPr/>
            </p:nvSpPr>
            <p:spPr bwMode="auto">
              <a:xfrm flipV="1">
                <a:off x="2859088" y="2698750"/>
                <a:ext cx="0" cy="204788"/>
              </a:xfrm>
              <a:prstGeom prst="line">
                <a:avLst/>
              </a:prstGeom>
              <a:noFill/>
              <a:ln w="1905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4" name="Freeform 127">
                <a:extLst>
                  <a:ext uri="{FF2B5EF4-FFF2-40B4-BE49-F238E27FC236}">
                    <a16:creationId xmlns:a16="http://schemas.microsoft.com/office/drawing/2014/main" id="{48FFA661-80E7-9FA2-86B3-5B4DA765E124}"/>
                  </a:ext>
                </a:extLst>
              </p:cNvPr>
              <p:cNvSpPr>
                <a:spLocks noEditPoints="1"/>
              </p:cNvSpPr>
              <p:nvPr/>
            </p:nvSpPr>
            <p:spPr bwMode="auto">
              <a:xfrm>
                <a:off x="2849563" y="2847975"/>
                <a:ext cx="115888" cy="53975"/>
              </a:xfrm>
              <a:custGeom>
                <a:avLst/>
                <a:gdLst>
                  <a:gd name="T0" fmla="*/ 15 w 173"/>
                  <a:gd name="T1" fmla="*/ 25 h 80"/>
                  <a:gd name="T2" fmla="*/ 113 w 173"/>
                  <a:gd name="T3" fmla="*/ 25 h 80"/>
                  <a:gd name="T4" fmla="*/ 128 w 173"/>
                  <a:gd name="T5" fmla="*/ 40 h 80"/>
                  <a:gd name="T6" fmla="*/ 113 w 173"/>
                  <a:gd name="T7" fmla="*/ 55 h 80"/>
                  <a:gd name="T8" fmla="*/ 15 w 173"/>
                  <a:gd name="T9" fmla="*/ 55 h 80"/>
                  <a:gd name="T10" fmla="*/ 0 w 173"/>
                  <a:gd name="T11" fmla="*/ 40 h 80"/>
                  <a:gd name="T12" fmla="*/ 15 w 173"/>
                  <a:gd name="T13" fmla="*/ 25 h 80"/>
                  <a:gd name="T14" fmla="*/ 93 w 173"/>
                  <a:gd name="T15" fmla="*/ 0 h 80"/>
                  <a:gd name="T16" fmla="*/ 173 w 173"/>
                  <a:gd name="T17" fmla="*/ 40 h 80"/>
                  <a:gd name="T18" fmla="*/ 93 w 173"/>
                  <a:gd name="T19" fmla="*/ 80 h 80"/>
                  <a:gd name="T20" fmla="*/ 93 w 173"/>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80">
                    <a:moveTo>
                      <a:pt x="15" y="25"/>
                    </a:moveTo>
                    <a:lnTo>
                      <a:pt x="113" y="25"/>
                    </a:lnTo>
                    <a:cubicBezTo>
                      <a:pt x="122" y="25"/>
                      <a:pt x="128" y="32"/>
                      <a:pt x="128" y="40"/>
                    </a:cubicBezTo>
                    <a:cubicBezTo>
                      <a:pt x="128" y="48"/>
                      <a:pt x="122" y="55"/>
                      <a:pt x="113" y="55"/>
                    </a:cubicBezTo>
                    <a:lnTo>
                      <a:pt x="15" y="55"/>
                    </a:lnTo>
                    <a:cubicBezTo>
                      <a:pt x="7" y="55"/>
                      <a:pt x="0" y="48"/>
                      <a:pt x="0" y="40"/>
                    </a:cubicBezTo>
                    <a:cubicBezTo>
                      <a:pt x="0" y="32"/>
                      <a:pt x="7" y="25"/>
                      <a:pt x="15" y="25"/>
                    </a:cubicBezTo>
                    <a:close/>
                    <a:moveTo>
                      <a:pt x="93" y="0"/>
                    </a:moveTo>
                    <a:lnTo>
                      <a:pt x="173" y="40"/>
                    </a:lnTo>
                    <a:lnTo>
                      <a:pt x="93" y="80"/>
                    </a:lnTo>
                    <a:lnTo>
                      <a:pt x="93"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5" name="Line 128">
                <a:extLst>
                  <a:ext uri="{FF2B5EF4-FFF2-40B4-BE49-F238E27FC236}">
                    <a16:creationId xmlns:a16="http://schemas.microsoft.com/office/drawing/2014/main" id="{68F26BEC-9547-7818-3284-6E07EC9D0A37}"/>
                  </a:ext>
                </a:extLst>
              </p:cNvPr>
              <p:cNvSpPr>
                <a:spLocks noChangeShapeType="1"/>
              </p:cNvSpPr>
              <p:nvPr/>
            </p:nvSpPr>
            <p:spPr bwMode="auto">
              <a:xfrm flipV="1">
                <a:off x="2813051" y="2728913"/>
                <a:ext cx="0" cy="146050"/>
              </a:xfrm>
              <a:prstGeom prst="line">
                <a:avLst/>
              </a:prstGeom>
              <a:noFill/>
              <a:ln w="1905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6" name="Line 129">
                <a:extLst>
                  <a:ext uri="{FF2B5EF4-FFF2-40B4-BE49-F238E27FC236}">
                    <a16:creationId xmlns:a16="http://schemas.microsoft.com/office/drawing/2014/main" id="{D6B79361-93FE-D850-E98C-195001879FAC}"/>
                  </a:ext>
                </a:extLst>
              </p:cNvPr>
              <p:cNvSpPr>
                <a:spLocks noChangeShapeType="1"/>
              </p:cNvSpPr>
              <p:nvPr/>
            </p:nvSpPr>
            <p:spPr bwMode="auto">
              <a:xfrm flipV="1">
                <a:off x="2955926" y="2884488"/>
                <a:ext cx="0" cy="92075"/>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7" name="Line 143">
                <a:extLst>
                  <a:ext uri="{FF2B5EF4-FFF2-40B4-BE49-F238E27FC236}">
                    <a16:creationId xmlns:a16="http://schemas.microsoft.com/office/drawing/2014/main" id="{57E9523A-3A07-A053-160F-E62F35DCD484}"/>
                  </a:ext>
                </a:extLst>
              </p:cNvPr>
              <p:cNvSpPr>
                <a:spLocks noChangeShapeType="1"/>
              </p:cNvSpPr>
              <p:nvPr/>
            </p:nvSpPr>
            <p:spPr bwMode="auto">
              <a:xfrm>
                <a:off x="2965451" y="2557463"/>
                <a:ext cx="360363" cy="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8" name="Line 144">
                <a:extLst>
                  <a:ext uri="{FF2B5EF4-FFF2-40B4-BE49-F238E27FC236}">
                    <a16:creationId xmlns:a16="http://schemas.microsoft.com/office/drawing/2014/main" id="{A9E9897C-499F-8380-5B76-764DA4F2F072}"/>
                  </a:ext>
                </a:extLst>
              </p:cNvPr>
              <p:cNvSpPr>
                <a:spLocks noChangeShapeType="1"/>
              </p:cNvSpPr>
              <p:nvPr/>
            </p:nvSpPr>
            <p:spPr bwMode="auto">
              <a:xfrm flipV="1">
                <a:off x="3332163" y="2562225"/>
                <a:ext cx="0" cy="22860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89" name="Freeform 145">
                <a:extLst>
                  <a:ext uri="{FF2B5EF4-FFF2-40B4-BE49-F238E27FC236}">
                    <a16:creationId xmlns:a16="http://schemas.microsoft.com/office/drawing/2014/main" id="{83A5C433-4190-858F-078A-87976DB90E57}"/>
                  </a:ext>
                </a:extLst>
              </p:cNvPr>
              <p:cNvSpPr>
                <a:spLocks noEditPoints="1"/>
              </p:cNvSpPr>
              <p:nvPr/>
            </p:nvSpPr>
            <p:spPr bwMode="auto">
              <a:xfrm>
                <a:off x="3554413" y="1763713"/>
                <a:ext cx="111125" cy="53975"/>
              </a:xfrm>
              <a:custGeom>
                <a:avLst/>
                <a:gdLst>
                  <a:gd name="T0" fmla="*/ 60 w 165"/>
                  <a:gd name="T1" fmla="*/ 25 h 80"/>
                  <a:gd name="T2" fmla="*/ 150 w 165"/>
                  <a:gd name="T3" fmla="*/ 25 h 80"/>
                  <a:gd name="T4" fmla="*/ 165 w 165"/>
                  <a:gd name="T5" fmla="*/ 40 h 80"/>
                  <a:gd name="T6" fmla="*/ 150 w 165"/>
                  <a:gd name="T7" fmla="*/ 55 h 80"/>
                  <a:gd name="T8" fmla="*/ 60 w 165"/>
                  <a:gd name="T9" fmla="*/ 55 h 80"/>
                  <a:gd name="T10" fmla="*/ 45 w 165"/>
                  <a:gd name="T11" fmla="*/ 40 h 80"/>
                  <a:gd name="T12" fmla="*/ 60 w 165"/>
                  <a:gd name="T13" fmla="*/ 25 h 80"/>
                  <a:gd name="T14" fmla="*/ 80 w 165"/>
                  <a:gd name="T15" fmla="*/ 80 h 80"/>
                  <a:gd name="T16" fmla="*/ 0 w 165"/>
                  <a:gd name="T17" fmla="*/ 40 h 80"/>
                  <a:gd name="T18" fmla="*/ 80 w 165"/>
                  <a:gd name="T19" fmla="*/ 0 h 80"/>
                  <a:gd name="T20" fmla="*/ 80 w 165"/>
                  <a:gd name="T2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5" h="80">
                    <a:moveTo>
                      <a:pt x="60" y="25"/>
                    </a:moveTo>
                    <a:lnTo>
                      <a:pt x="150" y="25"/>
                    </a:lnTo>
                    <a:cubicBezTo>
                      <a:pt x="158" y="25"/>
                      <a:pt x="165" y="32"/>
                      <a:pt x="165" y="40"/>
                    </a:cubicBezTo>
                    <a:cubicBezTo>
                      <a:pt x="165" y="49"/>
                      <a:pt x="158" y="55"/>
                      <a:pt x="150" y="55"/>
                    </a:cubicBezTo>
                    <a:lnTo>
                      <a:pt x="60" y="55"/>
                    </a:lnTo>
                    <a:cubicBezTo>
                      <a:pt x="52" y="55"/>
                      <a:pt x="45" y="49"/>
                      <a:pt x="45" y="40"/>
                    </a:cubicBezTo>
                    <a:cubicBezTo>
                      <a:pt x="45" y="32"/>
                      <a:pt x="52" y="25"/>
                      <a:pt x="60" y="25"/>
                    </a:cubicBezTo>
                    <a:close/>
                    <a:moveTo>
                      <a:pt x="80" y="80"/>
                    </a:moveTo>
                    <a:lnTo>
                      <a:pt x="0" y="40"/>
                    </a:lnTo>
                    <a:lnTo>
                      <a:pt x="80" y="0"/>
                    </a:lnTo>
                    <a:lnTo>
                      <a:pt x="80" y="8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0" name="Line 146">
                <a:extLst>
                  <a:ext uri="{FF2B5EF4-FFF2-40B4-BE49-F238E27FC236}">
                    <a16:creationId xmlns:a16="http://schemas.microsoft.com/office/drawing/2014/main" id="{CC5222BA-BD19-7135-394D-51B82D3A0DF8}"/>
                  </a:ext>
                </a:extLst>
              </p:cNvPr>
              <p:cNvSpPr>
                <a:spLocks noChangeShapeType="1"/>
              </p:cNvSpPr>
              <p:nvPr/>
            </p:nvSpPr>
            <p:spPr bwMode="auto">
              <a:xfrm flipV="1">
                <a:off x="3554413" y="1758950"/>
                <a:ext cx="0" cy="227013"/>
              </a:xfrm>
              <a:prstGeom prst="line">
                <a:avLst/>
              </a:prstGeom>
              <a:noFill/>
              <a:ln w="2540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1" name="Line 147">
                <a:extLst>
                  <a:ext uri="{FF2B5EF4-FFF2-40B4-BE49-F238E27FC236}">
                    <a16:creationId xmlns:a16="http://schemas.microsoft.com/office/drawing/2014/main" id="{B80A48CF-F90A-AD2B-7D25-16E5341F969D}"/>
                  </a:ext>
                </a:extLst>
              </p:cNvPr>
              <p:cNvSpPr>
                <a:spLocks noChangeShapeType="1"/>
              </p:cNvSpPr>
              <p:nvPr/>
            </p:nvSpPr>
            <p:spPr bwMode="auto">
              <a:xfrm>
                <a:off x="3554413" y="1952625"/>
                <a:ext cx="101600"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2" name="Line 148">
                <a:extLst>
                  <a:ext uri="{FF2B5EF4-FFF2-40B4-BE49-F238E27FC236}">
                    <a16:creationId xmlns:a16="http://schemas.microsoft.com/office/drawing/2014/main" id="{FF37D69C-775C-A9A6-B8F1-FF85E664B8F4}"/>
                  </a:ext>
                </a:extLst>
              </p:cNvPr>
              <p:cNvSpPr>
                <a:spLocks noChangeShapeType="1"/>
              </p:cNvSpPr>
              <p:nvPr/>
            </p:nvSpPr>
            <p:spPr bwMode="auto">
              <a:xfrm flipV="1">
                <a:off x="3514726" y="1790700"/>
                <a:ext cx="0" cy="161925"/>
              </a:xfrm>
              <a:prstGeom prst="line">
                <a:avLst/>
              </a:prstGeom>
              <a:noFill/>
              <a:ln w="25400"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3" name="Line 149">
                <a:extLst>
                  <a:ext uri="{FF2B5EF4-FFF2-40B4-BE49-F238E27FC236}">
                    <a16:creationId xmlns:a16="http://schemas.microsoft.com/office/drawing/2014/main" id="{E914E209-6E70-908C-0CB0-9D6069A8A396}"/>
                  </a:ext>
                </a:extLst>
              </p:cNvPr>
              <p:cNvSpPr>
                <a:spLocks noChangeShapeType="1"/>
              </p:cNvSpPr>
              <p:nvPr/>
            </p:nvSpPr>
            <p:spPr bwMode="auto">
              <a:xfrm flipH="1">
                <a:off x="3433763" y="1885950"/>
                <a:ext cx="71438" cy="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4" name="Line 150">
                <a:extLst>
                  <a:ext uri="{FF2B5EF4-FFF2-40B4-BE49-F238E27FC236}">
                    <a16:creationId xmlns:a16="http://schemas.microsoft.com/office/drawing/2014/main" id="{1C8CA539-1520-792A-F4E8-27F0C25636FA}"/>
                  </a:ext>
                </a:extLst>
              </p:cNvPr>
              <p:cNvSpPr>
                <a:spLocks noChangeShapeType="1"/>
              </p:cNvSpPr>
              <p:nvPr/>
            </p:nvSpPr>
            <p:spPr bwMode="auto">
              <a:xfrm>
                <a:off x="3429001" y="1492250"/>
                <a:ext cx="0" cy="388938"/>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5" name="Line 151">
                <a:extLst>
                  <a:ext uri="{FF2B5EF4-FFF2-40B4-BE49-F238E27FC236}">
                    <a16:creationId xmlns:a16="http://schemas.microsoft.com/office/drawing/2014/main" id="{6C77A957-1CAD-DB52-28B7-9F7F99977978}"/>
                  </a:ext>
                </a:extLst>
              </p:cNvPr>
              <p:cNvSpPr>
                <a:spLocks noChangeShapeType="1"/>
              </p:cNvSpPr>
              <p:nvPr/>
            </p:nvSpPr>
            <p:spPr bwMode="auto">
              <a:xfrm>
                <a:off x="3662363" y="1958975"/>
                <a:ext cx="0" cy="67945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6" name="Line 152">
                <a:extLst>
                  <a:ext uri="{FF2B5EF4-FFF2-40B4-BE49-F238E27FC236}">
                    <a16:creationId xmlns:a16="http://schemas.microsoft.com/office/drawing/2014/main" id="{DB7599E5-ADB6-0A85-FB29-748D91A00EA1}"/>
                  </a:ext>
                </a:extLst>
              </p:cNvPr>
              <p:cNvSpPr>
                <a:spLocks noChangeShapeType="1"/>
              </p:cNvSpPr>
              <p:nvPr/>
            </p:nvSpPr>
            <p:spPr bwMode="auto">
              <a:xfrm>
                <a:off x="3945891" y="2547938"/>
                <a:ext cx="0" cy="57785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7" name="Line 153">
                <a:extLst>
                  <a:ext uri="{FF2B5EF4-FFF2-40B4-BE49-F238E27FC236}">
                    <a16:creationId xmlns:a16="http://schemas.microsoft.com/office/drawing/2014/main" id="{95CCC895-288A-3075-BAFF-656513346763}"/>
                  </a:ext>
                </a:extLst>
              </p:cNvPr>
              <p:cNvSpPr>
                <a:spLocks noChangeShapeType="1"/>
              </p:cNvSpPr>
              <p:nvPr/>
            </p:nvSpPr>
            <p:spPr bwMode="auto">
              <a:xfrm flipV="1">
                <a:off x="3673476" y="2551389"/>
                <a:ext cx="272415" cy="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8" name="Line 177">
                <a:extLst>
                  <a:ext uri="{FF2B5EF4-FFF2-40B4-BE49-F238E27FC236}">
                    <a16:creationId xmlns:a16="http://schemas.microsoft.com/office/drawing/2014/main" id="{4126C42C-DAF3-5BC5-CE1B-9ACA02EDC139}"/>
                  </a:ext>
                </a:extLst>
              </p:cNvPr>
              <p:cNvSpPr>
                <a:spLocks noChangeShapeType="1"/>
              </p:cNvSpPr>
              <p:nvPr/>
            </p:nvSpPr>
            <p:spPr bwMode="auto">
              <a:xfrm>
                <a:off x="496643" y="3271838"/>
                <a:ext cx="3204000" cy="0"/>
              </a:xfrm>
              <a:prstGeom prst="line">
                <a:avLst/>
              </a:prstGeom>
              <a:noFill/>
              <a:ln w="41275" cap="sq">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799" name="Line 178">
                <a:extLst>
                  <a:ext uri="{FF2B5EF4-FFF2-40B4-BE49-F238E27FC236}">
                    <a16:creationId xmlns:a16="http://schemas.microsoft.com/office/drawing/2014/main" id="{E63DB640-5F54-4ACD-AA08-C8984394ED0A}"/>
                  </a:ext>
                </a:extLst>
              </p:cNvPr>
              <p:cNvSpPr>
                <a:spLocks noChangeShapeType="1"/>
              </p:cNvSpPr>
              <p:nvPr/>
            </p:nvSpPr>
            <p:spPr bwMode="auto">
              <a:xfrm>
                <a:off x="334963" y="2417763"/>
                <a:ext cx="1887538" cy="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0" name="Line 179">
                <a:extLst>
                  <a:ext uri="{FF2B5EF4-FFF2-40B4-BE49-F238E27FC236}">
                    <a16:creationId xmlns:a16="http://schemas.microsoft.com/office/drawing/2014/main" id="{6E63622A-6531-0A2F-3C8E-9732E88B49F7}"/>
                  </a:ext>
                </a:extLst>
              </p:cNvPr>
              <p:cNvSpPr>
                <a:spLocks noChangeShapeType="1"/>
              </p:cNvSpPr>
              <p:nvPr/>
            </p:nvSpPr>
            <p:spPr bwMode="auto">
              <a:xfrm>
                <a:off x="1214438" y="2255838"/>
                <a:ext cx="1720850" cy="1588"/>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1" name="Line 180">
                <a:extLst>
                  <a:ext uri="{FF2B5EF4-FFF2-40B4-BE49-F238E27FC236}">
                    <a16:creationId xmlns:a16="http://schemas.microsoft.com/office/drawing/2014/main" id="{D9C530A9-5E9A-84DA-FA8F-44393365354E}"/>
                  </a:ext>
                </a:extLst>
              </p:cNvPr>
              <p:cNvSpPr>
                <a:spLocks noChangeShapeType="1"/>
              </p:cNvSpPr>
              <p:nvPr/>
            </p:nvSpPr>
            <p:spPr bwMode="auto">
              <a:xfrm>
                <a:off x="2017713" y="2105025"/>
                <a:ext cx="1636713"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2" name="Oval 181">
                <a:extLst>
                  <a:ext uri="{FF2B5EF4-FFF2-40B4-BE49-F238E27FC236}">
                    <a16:creationId xmlns:a16="http://schemas.microsoft.com/office/drawing/2014/main" id="{A78167BB-84CB-CDBE-9C1B-C4B6C074BF07}"/>
                  </a:ext>
                </a:extLst>
              </p:cNvPr>
              <p:cNvSpPr>
                <a:spLocks noChangeArrowheads="1"/>
              </p:cNvSpPr>
              <p:nvPr/>
            </p:nvSpPr>
            <p:spPr bwMode="auto">
              <a:xfrm>
                <a:off x="3633788" y="2078038"/>
                <a:ext cx="46038" cy="49213"/>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3" name="Oval 182">
                <a:extLst>
                  <a:ext uri="{FF2B5EF4-FFF2-40B4-BE49-F238E27FC236}">
                    <a16:creationId xmlns:a16="http://schemas.microsoft.com/office/drawing/2014/main" id="{14122C1B-A02F-980B-1DD2-C3B5503824A9}"/>
                  </a:ext>
                </a:extLst>
              </p:cNvPr>
              <p:cNvSpPr>
                <a:spLocks noChangeArrowheads="1"/>
              </p:cNvSpPr>
              <p:nvPr/>
            </p:nvSpPr>
            <p:spPr bwMode="auto">
              <a:xfrm>
                <a:off x="3633788" y="2078038"/>
                <a:ext cx="46038" cy="49213"/>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4" name="Line 183">
                <a:extLst>
                  <a:ext uri="{FF2B5EF4-FFF2-40B4-BE49-F238E27FC236}">
                    <a16:creationId xmlns:a16="http://schemas.microsoft.com/office/drawing/2014/main" id="{A15684DC-D8BC-EED3-E8C2-7637242772C7}"/>
                  </a:ext>
                </a:extLst>
              </p:cNvPr>
              <p:cNvSpPr>
                <a:spLocks noChangeShapeType="1"/>
              </p:cNvSpPr>
              <p:nvPr/>
            </p:nvSpPr>
            <p:spPr bwMode="auto">
              <a:xfrm>
                <a:off x="242889" y="3128962"/>
                <a:ext cx="3703002" cy="4423"/>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5" name="Line 184">
                <a:extLst>
                  <a:ext uri="{FF2B5EF4-FFF2-40B4-BE49-F238E27FC236}">
                    <a16:creationId xmlns:a16="http://schemas.microsoft.com/office/drawing/2014/main" id="{EAB6600D-2818-98A8-319B-F34FC6F10CE5}"/>
                  </a:ext>
                </a:extLst>
              </p:cNvPr>
              <p:cNvSpPr>
                <a:spLocks noChangeShapeType="1"/>
              </p:cNvSpPr>
              <p:nvPr/>
            </p:nvSpPr>
            <p:spPr bwMode="auto">
              <a:xfrm flipV="1">
                <a:off x="242888" y="2805113"/>
                <a:ext cx="0" cy="327025"/>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6" name="Line 185">
                <a:extLst>
                  <a:ext uri="{FF2B5EF4-FFF2-40B4-BE49-F238E27FC236}">
                    <a16:creationId xmlns:a16="http://schemas.microsoft.com/office/drawing/2014/main" id="{DCFD9940-2D16-28EE-ECCD-1B37D80305D5}"/>
                  </a:ext>
                </a:extLst>
              </p:cNvPr>
              <p:cNvSpPr>
                <a:spLocks noChangeShapeType="1"/>
              </p:cNvSpPr>
              <p:nvPr/>
            </p:nvSpPr>
            <p:spPr bwMode="auto">
              <a:xfrm>
                <a:off x="1601788" y="1465263"/>
                <a:ext cx="1827213" cy="0"/>
              </a:xfrm>
              <a:prstGeom prst="line">
                <a:avLst/>
              </a:prstGeom>
              <a:noFill/>
              <a:ln w="19050" cap="rnd">
                <a:solidFill>
                  <a:srgbClr val="00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7" name="Line 186">
                <a:extLst>
                  <a:ext uri="{FF2B5EF4-FFF2-40B4-BE49-F238E27FC236}">
                    <a16:creationId xmlns:a16="http://schemas.microsoft.com/office/drawing/2014/main" id="{0B22BB2C-671B-2428-9C51-6C765111B0D7}"/>
                  </a:ext>
                </a:extLst>
              </p:cNvPr>
              <p:cNvSpPr>
                <a:spLocks noChangeShapeType="1"/>
              </p:cNvSpPr>
              <p:nvPr/>
            </p:nvSpPr>
            <p:spPr bwMode="auto">
              <a:xfrm>
                <a:off x="1012826" y="2582863"/>
                <a:ext cx="0" cy="22225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8" name="Oval 191">
                <a:extLst>
                  <a:ext uri="{FF2B5EF4-FFF2-40B4-BE49-F238E27FC236}">
                    <a16:creationId xmlns:a16="http://schemas.microsoft.com/office/drawing/2014/main" id="{1E54E34A-8C11-0A82-18EC-6FA9EEA290A8}"/>
                  </a:ext>
                </a:extLst>
              </p:cNvPr>
              <p:cNvSpPr>
                <a:spLocks noChangeArrowheads="1"/>
              </p:cNvSpPr>
              <p:nvPr/>
            </p:nvSpPr>
            <p:spPr bwMode="auto">
              <a:xfrm>
                <a:off x="3640138" y="2525713"/>
                <a:ext cx="49213" cy="47625"/>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09" name="Oval 192">
                <a:extLst>
                  <a:ext uri="{FF2B5EF4-FFF2-40B4-BE49-F238E27FC236}">
                    <a16:creationId xmlns:a16="http://schemas.microsoft.com/office/drawing/2014/main" id="{5692E4EE-148F-962C-AC7C-001F4AF3C278}"/>
                  </a:ext>
                </a:extLst>
              </p:cNvPr>
              <p:cNvSpPr>
                <a:spLocks noChangeArrowheads="1"/>
              </p:cNvSpPr>
              <p:nvPr/>
            </p:nvSpPr>
            <p:spPr bwMode="auto">
              <a:xfrm>
                <a:off x="3640138" y="2525713"/>
                <a:ext cx="49213" cy="47625"/>
              </a:xfrm>
              <a:prstGeom prst="ellipse">
                <a:avLst/>
              </a:prstGeom>
              <a:noFill/>
              <a:ln w="19050"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0" name="Oval 193">
                <a:extLst>
                  <a:ext uri="{FF2B5EF4-FFF2-40B4-BE49-F238E27FC236}">
                    <a16:creationId xmlns:a16="http://schemas.microsoft.com/office/drawing/2014/main" id="{FE45CA12-0709-743A-8A16-0BBF3F4D8ECE}"/>
                  </a:ext>
                </a:extLst>
              </p:cNvPr>
              <p:cNvSpPr>
                <a:spLocks noChangeArrowheads="1"/>
              </p:cNvSpPr>
              <p:nvPr/>
            </p:nvSpPr>
            <p:spPr bwMode="auto">
              <a:xfrm>
                <a:off x="3403601" y="1443038"/>
                <a:ext cx="47625" cy="47625"/>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1" name="Oval 194">
                <a:extLst>
                  <a:ext uri="{FF2B5EF4-FFF2-40B4-BE49-F238E27FC236}">
                    <a16:creationId xmlns:a16="http://schemas.microsoft.com/office/drawing/2014/main" id="{E96A20DE-5787-6819-085E-1C2C89B81445}"/>
                  </a:ext>
                </a:extLst>
              </p:cNvPr>
              <p:cNvSpPr>
                <a:spLocks noChangeArrowheads="1"/>
              </p:cNvSpPr>
              <p:nvPr/>
            </p:nvSpPr>
            <p:spPr bwMode="auto">
              <a:xfrm>
                <a:off x="3403601" y="1443038"/>
                <a:ext cx="47625" cy="47625"/>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2" name="Oval 195">
                <a:extLst>
                  <a:ext uri="{FF2B5EF4-FFF2-40B4-BE49-F238E27FC236}">
                    <a16:creationId xmlns:a16="http://schemas.microsoft.com/office/drawing/2014/main" id="{B6EEB377-54C1-B7AD-0055-4751E7E11AAB}"/>
                  </a:ext>
                </a:extLst>
              </p:cNvPr>
              <p:cNvSpPr>
                <a:spLocks noChangeArrowheads="1"/>
              </p:cNvSpPr>
              <p:nvPr/>
            </p:nvSpPr>
            <p:spPr bwMode="auto">
              <a:xfrm>
                <a:off x="2700338" y="1608138"/>
                <a:ext cx="49213" cy="47625"/>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3" name="Oval 196">
                <a:extLst>
                  <a:ext uri="{FF2B5EF4-FFF2-40B4-BE49-F238E27FC236}">
                    <a16:creationId xmlns:a16="http://schemas.microsoft.com/office/drawing/2014/main" id="{FAE2CA4B-00EF-7CE0-8F57-6AE86E31FA03}"/>
                  </a:ext>
                </a:extLst>
              </p:cNvPr>
              <p:cNvSpPr>
                <a:spLocks noChangeArrowheads="1"/>
              </p:cNvSpPr>
              <p:nvPr/>
            </p:nvSpPr>
            <p:spPr bwMode="auto">
              <a:xfrm>
                <a:off x="2700338" y="1608138"/>
                <a:ext cx="49213" cy="47625"/>
              </a:xfrm>
              <a:prstGeom prst="ellipse">
                <a:avLst/>
              </a:prstGeom>
              <a:noFill/>
              <a:ln w="19050"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4" name="Oval 197">
                <a:extLst>
                  <a:ext uri="{FF2B5EF4-FFF2-40B4-BE49-F238E27FC236}">
                    <a16:creationId xmlns:a16="http://schemas.microsoft.com/office/drawing/2014/main" id="{9009BEB8-D288-A7DB-B2EC-BC2CCAFE63BD}"/>
                  </a:ext>
                </a:extLst>
              </p:cNvPr>
              <p:cNvSpPr>
                <a:spLocks noChangeArrowheads="1"/>
              </p:cNvSpPr>
              <p:nvPr/>
            </p:nvSpPr>
            <p:spPr bwMode="auto">
              <a:xfrm>
                <a:off x="2933701" y="2233613"/>
                <a:ext cx="49213" cy="49213"/>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5" name="Oval 198">
                <a:extLst>
                  <a:ext uri="{FF2B5EF4-FFF2-40B4-BE49-F238E27FC236}">
                    <a16:creationId xmlns:a16="http://schemas.microsoft.com/office/drawing/2014/main" id="{7B1F3074-7DF4-405C-0AE2-FA01E7AE2CAB}"/>
                  </a:ext>
                </a:extLst>
              </p:cNvPr>
              <p:cNvSpPr>
                <a:spLocks noChangeArrowheads="1"/>
              </p:cNvSpPr>
              <p:nvPr/>
            </p:nvSpPr>
            <p:spPr bwMode="auto">
              <a:xfrm>
                <a:off x="2933701" y="2233613"/>
                <a:ext cx="49213" cy="49213"/>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6" name="Oval 199">
                <a:extLst>
                  <a:ext uri="{FF2B5EF4-FFF2-40B4-BE49-F238E27FC236}">
                    <a16:creationId xmlns:a16="http://schemas.microsoft.com/office/drawing/2014/main" id="{7F796171-8BD5-E59B-FF0B-F352981463EA}"/>
                  </a:ext>
                </a:extLst>
              </p:cNvPr>
              <p:cNvSpPr>
                <a:spLocks noChangeArrowheads="1"/>
              </p:cNvSpPr>
              <p:nvPr/>
            </p:nvSpPr>
            <p:spPr bwMode="auto">
              <a:xfrm>
                <a:off x="2936876" y="2535238"/>
                <a:ext cx="47625" cy="47625"/>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7" name="Oval 200">
                <a:extLst>
                  <a:ext uri="{FF2B5EF4-FFF2-40B4-BE49-F238E27FC236}">
                    <a16:creationId xmlns:a16="http://schemas.microsoft.com/office/drawing/2014/main" id="{11A16FB5-E5DB-D562-6815-301E711790F9}"/>
                  </a:ext>
                </a:extLst>
              </p:cNvPr>
              <p:cNvSpPr>
                <a:spLocks noChangeArrowheads="1"/>
              </p:cNvSpPr>
              <p:nvPr/>
            </p:nvSpPr>
            <p:spPr bwMode="auto">
              <a:xfrm>
                <a:off x="2936876" y="2535238"/>
                <a:ext cx="47625" cy="47625"/>
              </a:xfrm>
              <a:prstGeom prst="ellipse">
                <a:avLst/>
              </a:prstGeom>
              <a:noFill/>
              <a:ln w="19050"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8" name="Oval 201">
                <a:extLst>
                  <a:ext uri="{FF2B5EF4-FFF2-40B4-BE49-F238E27FC236}">
                    <a16:creationId xmlns:a16="http://schemas.microsoft.com/office/drawing/2014/main" id="{864BC7D6-49BF-5C92-3596-C9A902640E73}"/>
                  </a:ext>
                </a:extLst>
              </p:cNvPr>
              <p:cNvSpPr>
                <a:spLocks noChangeArrowheads="1"/>
              </p:cNvSpPr>
              <p:nvPr/>
            </p:nvSpPr>
            <p:spPr bwMode="auto">
              <a:xfrm>
                <a:off x="2222501" y="2397125"/>
                <a:ext cx="46038" cy="47625"/>
              </a:xfrm>
              <a:prstGeom prst="ellipse">
                <a:avLst/>
              </a:prstGeom>
              <a:solidFill>
                <a:srgbClr val="00B05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19" name="Oval 202">
                <a:extLst>
                  <a:ext uri="{FF2B5EF4-FFF2-40B4-BE49-F238E27FC236}">
                    <a16:creationId xmlns:a16="http://schemas.microsoft.com/office/drawing/2014/main" id="{801BD7C0-8704-2910-CC83-D2087C9BAAA7}"/>
                  </a:ext>
                </a:extLst>
              </p:cNvPr>
              <p:cNvSpPr>
                <a:spLocks noChangeArrowheads="1"/>
              </p:cNvSpPr>
              <p:nvPr/>
            </p:nvSpPr>
            <p:spPr bwMode="auto">
              <a:xfrm>
                <a:off x="2222501" y="2397125"/>
                <a:ext cx="46038" cy="47625"/>
              </a:xfrm>
              <a:prstGeom prst="ellipse">
                <a:avLst/>
              </a:prstGeom>
              <a:noFill/>
              <a:ln w="19050" cap="flat">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0" name="Oval 208">
                <a:extLst>
                  <a:ext uri="{FF2B5EF4-FFF2-40B4-BE49-F238E27FC236}">
                    <a16:creationId xmlns:a16="http://schemas.microsoft.com/office/drawing/2014/main" id="{6932531D-69C0-C1D2-11FA-5D2BACDCD6C2}"/>
                  </a:ext>
                </a:extLst>
              </p:cNvPr>
              <p:cNvSpPr>
                <a:spLocks noChangeArrowheads="1"/>
              </p:cNvSpPr>
              <p:nvPr/>
            </p:nvSpPr>
            <p:spPr bwMode="auto">
              <a:xfrm>
                <a:off x="1422400" y="2000250"/>
                <a:ext cx="49213" cy="49213"/>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1" name="Oval 209">
                <a:extLst>
                  <a:ext uri="{FF2B5EF4-FFF2-40B4-BE49-F238E27FC236}">
                    <a16:creationId xmlns:a16="http://schemas.microsoft.com/office/drawing/2014/main" id="{B291A381-3A14-4E80-BF08-48E38C294B98}"/>
                  </a:ext>
                </a:extLst>
              </p:cNvPr>
              <p:cNvSpPr>
                <a:spLocks noChangeArrowheads="1"/>
              </p:cNvSpPr>
              <p:nvPr/>
            </p:nvSpPr>
            <p:spPr bwMode="auto">
              <a:xfrm>
                <a:off x="1422400" y="2000250"/>
                <a:ext cx="49213" cy="49213"/>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2" name="Oval 212">
                <a:extLst>
                  <a:ext uri="{FF2B5EF4-FFF2-40B4-BE49-F238E27FC236}">
                    <a16:creationId xmlns:a16="http://schemas.microsoft.com/office/drawing/2014/main" id="{87802E15-A2B3-5757-498E-A11849E0DE55}"/>
                  </a:ext>
                </a:extLst>
              </p:cNvPr>
              <p:cNvSpPr>
                <a:spLocks noChangeArrowheads="1"/>
              </p:cNvSpPr>
              <p:nvPr/>
            </p:nvSpPr>
            <p:spPr bwMode="auto">
              <a:xfrm>
                <a:off x="542925" y="2562225"/>
                <a:ext cx="49213" cy="47625"/>
              </a:xfrm>
              <a:prstGeom prst="ellipse">
                <a:avLst/>
              </a:prstGeom>
              <a:solidFill>
                <a:srgbClr val="00B05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3" name="Oval 213">
                <a:extLst>
                  <a:ext uri="{FF2B5EF4-FFF2-40B4-BE49-F238E27FC236}">
                    <a16:creationId xmlns:a16="http://schemas.microsoft.com/office/drawing/2014/main" id="{659D38D7-2440-3273-748C-3DCC0A2EF763}"/>
                  </a:ext>
                </a:extLst>
              </p:cNvPr>
              <p:cNvSpPr>
                <a:spLocks noChangeArrowheads="1"/>
              </p:cNvSpPr>
              <p:nvPr/>
            </p:nvSpPr>
            <p:spPr bwMode="auto">
              <a:xfrm>
                <a:off x="542925" y="2562225"/>
                <a:ext cx="49213" cy="47625"/>
              </a:xfrm>
              <a:prstGeom prst="ellipse">
                <a:avLst/>
              </a:prstGeom>
              <a:noFill/>
              <a:ln w="19050" cap="flat">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4" name="Oval 214">
                <a:extLst>
                  <a:ext uri="{FF2B5EF4-FFF2-40B4-BE49-F238E27FC236}">
                    <a16:creationId xmlns:a16="http://schemas.microsoft.com/office/drawing/2014/main" id="{C9CFBDB0-6A30-CE11-05BB-2EC7B628A909}"/>
                  </a:ext>
                </a:extLst>
              </p:cNvPr>
              <p:cNvSpPr>
                <a:spLocks noChangeArrowheads="1"/>
              </p:cNvSpPr>
              <p:nvPr/>
            </p:nvSpPr>
            <p:spPr bwMode="auto">
              <a:xfrm>
                <a:off x="1423988" y="2573338"/>
                <a:ext cx="49213" cy="49213"/>
              </a:xfrm>
              <a:prstGeom prst="ellipse">
                <a:avLst/>
              </a:prstGeom>
              <a:solidFill>
                <a:srgbClr val="00B05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5" name="Oval 215">
                <a:extLst>
                  <a:ext uri="{FF2B5EF4-FFF2-40B4-BE49-F238E27FC236}">
                    <a16:creationId xmlns:a16="http://schemas.microsoft.com/office/drawing/2014/main" id="{09C5C7A2-3913-0892-994D-05BCB682C7F9}"/>
                  </a:ext>
                </a:extLst>
              </p:cNvPr>
              <p:cNvSpPr>
                <a:spLocks noChangeArrowheads="1"/>
              </p:cNvSpPr>
              <p:nvPr/>
            </p:nvSpPr>
            <p:spPr bwMode="auto">
              <a:xfrm>
                <a:off x="1423988" y="2573338"/>
                <a:ext cx="49213" cy="49213"/>
              </a:xfrm>
              <a:prstGeom prst="ellipse">
                <a:avLst/>
              </a:prstGeom>
              <a:noFill/>
              <a:ln w="19050" cap="flat">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6" name="Oval 216">
                <a:extLst>
                  <a:ext uri="{FF2B5EF4-FFF2-40B4-BE49-F238E27FC236}">
                    <a16:creationId xmlns:a16="http://schemas.microsoft.com/office/drawing/2014/main" id="{EBEBC1FF-850F-B7AD-3753-BA87134225D9}"/>
                  </a:ext>
                </a:extLst>
              </p:cNvPr>
              <p:cNvSpPr>
                <a:spLocks noChangeArrowheads="1"/>
              </p:cNvSpPr>
              <p:nvPr/>
            </p:nvSpPr>
            <p:spPr bwMode="auto">
              <a:xfrm>
                <a:off x="2230438" y="2519363"/>
                <a:ext cx="49213" cy="49213"/>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7" name="Oval 217">
                <a:extLst>
                  <a:ext uri="{FF2B5EF4-FFF2-40B4-BE49-F238E27FC236}">
                    <a16:creationId xmlns:a16="http://schemas.microsoft.com/office/drawing/2014/main" id="{5418D52A-B5F5-F926-C6EE-F98ED07493AE}"/>
                  </a:ext>
                </a:extLst>
              </p:cNvPr>
              <p:cNvSpPr>
                <a:spLocks noChangeArrowheads="1"/>
              </p:cNvSpPr>
              <p:nvPr/>
            </p:nvSpPr>
            <p:spPr bwMode="auto">
              <a:xfrm>
                <a:off x="2230438" y="2519363"/>
                <a:ext cx="49213" cy="49213"/>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8" name="Line 218">
                <a:extLst>
                  <a:ext uri="{FF2B5EF4-FFF2-40B4-BE49-F238E27FC236}">
                    <a16:creationId xmlns:a16="http://schemas.microsoft.com/office/drawing/2014/main" id="{F3D83428-A935-6786-49C0-E4985E15DF3F}"/>
                  </a:ext>
                </a:extLst>
              </p:cNvPr>
              <p:cNvSpPr>
                <a:spLocks noChangeShapeType="1"/>
              </p:cNvSpPr>
              <p:nvPr/>
            </p:nvSpPr>
            <p:spPr bwMode="auto">
              <a:xfrm>
                <a:off x="1447800" y="1311275"/>
                <a:ext cx="0" cy="485775"/>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29" name="Line 219">
                <a:extLst>
                  <a:ext uri="{FF2B5EF4-FFF2-40B4-BE49-F238E27FC236}">
                    <a16:creationId xmlns:a16="http://schemas.microsoft.com/office/drawing/2014/main" id="{BD3829F7-3ED5-59C6-BC97-5BA40F34B717}"/>
                  </a:ext>
                </a:extLst>
              </p:cNvPr>
              <p:cNvSpPr>
                <a:spLocks noChangeShapeType="1"/>
              </p:cNvSpPr>
              <p:nvPr/>
            </p:nvSpPr>
            <p:spPr bwMode="auto">
              <a:xfrm>
                <a:off x="2254250" y="1306513"/>
                <a:ext cx="0" cy="485775"/>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0" name="Line 220">
                <a:extLst>
                  <a:ext uri="{FF2B5EF4-FFF2-40B4-BE49-F238E27FC236}">
                    <a16:creationId xmlns:a16="http://schemas.microsoft.com/office/drawing/2014/main" id="{059627F5-6D1B-854E-1270-A53476BB1DAB}"/>
                  </a:ext>
                </a:extLst>
              </p:cNvPr>
              <p:cNvSpPr>
                <a:spLocks noChangeShapeType="1"/>
              </p:cNvSpPr>
              <p:nvPr/>
            </p:nvSpPr>
            <p:spPr bwMode="auto">
              <a:xfrm>
                <a:off x="2957513" y="1311275"/>
                <a:ext cx="0" cy="485775"/>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1" name="Line 221">
                <a:extLst>
                  <a:ext uri="{FF2B5EF4-FFF2-40B4-BE49-F238E27FC236}">
                    <a16:creationId xmlns:a16="http://schemas.microsoft.com/office/drawing/2014/main" id="{C5EB6F77-8FFE-7665-DE9C-48F22CD2729B}"/>
                  </a:ext>
                </a:extLst>
              </p:cNvPr>
              <p:cNvSpPr>
                <a:spLocks noChangeShapeType="1"/>
              </p:cNvSpPr>
              <p:nvPr/>
            </p:nvSpPr>
            <p:spPr bwMode="auto">
              <a:xfrm>
                <a:off x="3662363" y="1305993"/>
                <a:ext cx="0" cy="485775"/>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2" name="Freeform 223">
                <a:extLst>
                  <a:ext uri="{FF2B5EF4-FFF2-40B4-BE49-F238E27FC236}">
                    <a16:creationId xmlns:a16="http://schemas.microsoft.com/office/drawing/2014/main" id="{3969567D-3FAB-8F11-FB95-31427A902813}"/>
                  </a:ext>
                </a:extLst>
              </p:cNvPr>
              <p:cNvSpPr>
                <a:spLocks/>
              </p:cNvSpPr>
              <p:nvPr/>
            </p:nvSpPr>
            <p:spPr bwMode="auto">
              <a:xfrm>
                <a:off x="522288" y="2300288"/>
                <a:ext cx="80963" cy="80963"/>
              </a:xfrm>
              <a:custGeom>
                <a:avLst/>
                <a:gdLst>
                  <a:gd name="T0" fmla="*/ 0 w 51"/>
                  <a:gd name="T1" fmla="*/ 51 h 51"/>
                  <a:gd name="T2" fmla="*/ 25 w 51"/>
                  <a:gd name="T3" fmla="*/ 0 h 51"/>
                  <a:gd name="T4" fmla="*/ 51 w 51"/>
                  <a:gd name="T5" fmla="*/ 51 h 51"/>
                  <a:gd name="T6" fmla="*/ 0 w 51"/>
                  <a:gd name="T7" fmla="*/ 51 h 51"/>
                </a:gdLst>
                <a:ahLst/>
                <a:cxnLst>
                  <a:cxn ang="0">
                    <a:pos x="T0" y="T1"/>
                  </a:cxn>
                  <a:cxn ang="0">
                    <a:pos x="T2" y="T3"/>
                  </a:cxn>
                  <a:cxn ang="0">
                    <a:pos x="T4" y="T5"/>
                  </a:cxn>
                  <a:cxn ang="0">
                    <a:pos x="T6" y="T7"/>
                  </a:cxn>
                </a:cxnLst>
                <a:rect l="0" t="0" r="r" b="b"/>
                <a:pathLst>
                  <a:path w="51" h="51">
                    <a:moveTo>
                      <a:pt x="0" y="51"/>
                    </a:moveTo>
                    <a:lnTo>
                      <a:pt x="25" y="0"/>
                    </a:lnTo>
                    <a:lnTo>
                      <a:pt x="51" y="51"/>
                    </a:lnTo>
                    <a:lnTo>
                      <a:pt x="0" y="51"/>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3" name="Freeform 224">
                <a:extLst>
                  <a:ext uri="{FF2B5EF4-FFF2-40B4-BE49-F238E27FC236}">
                    <a16:creationId xmlns:a16="http://schemas.microsoft.com/office/drawing/2014/main" id="{7276DEC9-C86B-9644-4BCB-DBEEB40B5512}"/>
                  </a:ext>
                </a:extLst>
              </p:cNvPr>
              <p:cNvSpPr>
                <a:spLocks/>
              </p:cNvSpPr>
              <p:nvPr/>
            </p:nvSpPr>
            <p:spPr bwMode="auto">
              <a:xfrm>
                <a:off x="627063" y="1970088"/>
                <a:ext cx="80963" cy="80963"/>
              </a:xfrm>
              <a:custGeom>
                <a:avLst/>
                <a:gdLst>
                  <a:gd name="T0" fmla="*/ 0 w 51"/>
                  <a:gd name="T1" fmla="*/ 0 h 51"/>
                  <a:gd name="T2" fmla="*/ 51 w 51"/>
                  <a:gd name="T3" fmla="*/ 25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5"/>
                    </a:lnTo>
                    <a:lnTo>
                      <a:pt x="0" y="51"/>
                    </a:lnTo>
                    <a:lnTo>
                      <a:pt x="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4" name="Freeform 225">
                <a:extLst>
                  <a:ext uri="{FF2B5EF4-FFF2-40B4-BE49-F238E27FC236}">
                    <a16:creationId xmlns:a16="http://schemas.microsoft.com/office/drawing/2014/main" id="{7BBF1EC0-8834-0B4D-7F9A-71DD0D9264D2}"/>
                  </a:ext>
                </a:extLst>
              </p:cNvPr>
              <p:cNvSpPr>
                <a:spLocks/>
              </p:cNvSpPr>
              <p:nvPr/>
            </p:nvSpPr>
            <p:spPr bwMode="auto">
              <a:xfrm>
                <a:off x="681038" y="1806575"/>
                <a:ext cx="80963" cy="80963"/>
              </a:xfrm>
              <a:custGeom>
                <a:avLst/>
                <a:gdLst>
                  <a:gd name="T0" fmla="*/ 0 w 51"/>
                  <a:gd name="T1" fmla="*/ 51 h 51"/>
                  <a:gd name="T2" fmla="*/ 25 w 51"/>
                  <a:gd name="T3" fmla="*/ 0 h 51"/>
                  <a:gd name="T4" fmla="*/ 51 w 51"/>
                  <a:gd name="T5" fmla="*/ 51 h 51"/>
                  <a:gd name="T6" fmla="*/ 0 w 51"/>
                  <a:gd name="T7" fmla="*/ 51 h 51"/>
                </a:gdLst>
                <a:ahLst/>
                <a:cxnLst>
                  <a:cxn ang="0">
                    <a:pos x="T0" y="T1"/>
                  </a:cxn>
                  <a:cxn ang="0">
                    <a:pos x="T2" y="T3"/>
                  </a:cxn>
                  <a:cxn ang="0">
                    <a:pos x="T4" y="T5"/>
                  </a:cxn>
                  <a:cxn ang="0">
                    <a:pos x="T6" y="T7"/>
                  </a:cxn>
                </a:cxnLst>
                <a:rect l="0" t="0" r="r" b="b"/>
                <a:pathLst>
                  <a:path w="51" h="51">
                    <a:moveTo>
                      <a:pt x="0" y="51"/>
                    </a:moveTo>
                    <a:lnTo>
                      <a:pt x="25" y="0"/>
                    </a:lnTo>
                    <a:lnTo>
                      <a:pt x="51" y="51"/>
                    </a:lnTo>
                    <a:lnTo>
                      <a:pt x="0" y="51"/>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5" name="Line 226">
                <a:extLst>
                  <a:ext uri="{FF2B5EF4-FFF2-40B4-BE49-F238E27FC236}">
                    <a16:creationId xmlns:a16="http://schemas.microsoft.com/office/drawing/2014/main" id="{089C1C62-1AAD-5F20-D599-2BC52C74E346}"/>
                  </a:ext>
                </a:extLst>
              </p:cNvPr>
              <p:cNvSpPr>
                <a:spLocks noChangeShapeType="1"/>
              </p:cNvSpPr>
              <p:nvPr/>
            </p:nvSpPr>
            <p:spPr bwMode="auto">
              <a:xfrm>
                <a:off x="723900" y="1630363"/>
                <a:ext cx="2025650" cy="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6" name="Freeform 227">
                <a:extLst>
                  <a:ext uri="{FF2B5EF4-FFF2-40B4-BE49-F238E27FC236}">
                    <a16:creationId xmlns:a16="http://schemas.microsoft.com/office/drawing/2014/main" id="{7183F0D3-B637-2B36-E4D8-017671E609DB}"/>
                  </a:ext>
                </a:extLst>
              </p:cNvPr>
              <p:cNvSpPr>
                <a:spLocks/>
              </p:cNvSpPr>
              <p:nvPr/>
            </p:nvSpPr>
            <p:spPr bwMode="auto">
              <a:xfrm>
                <a:off x="1062038" y="1589088"/>
                <a:ext cx="80963" cy="80963"/>
              </a:xfrm>
              <a:custGeom>
                <a:avLst/>
                <a:gdLst>
                  <a:gd name="T0" fmla="*/ 0 w 51"/>
                  <a:gd name="T1" fmla="*/ 0 h 51"/>
                  <a:gd name="T2" fmla="*/ 51 w 51"/>
                  <a:gd name="T3" fmla="*/ 25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5"/>
                    </a:lnTo>
                    <a:lnTo>
                      <a:pt x="0" y="51"/>
                    </a:lnTo>
                    <a:lnTo>
                      <a:pt x="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7" name="Freeform 228">
                <a:extLst>
                  <a:ext uri="{FF2B5EF4-FFF2-40B4-BE49-F238E27FC236}">
                    <a16:creationId xmlns:a16="http://schemas.microsoft.com/office/drawing/2014/main" id="{0EA2E349-795F-9E04-C496-2D32F4174155}"/>
                  </a:ext>
                </a:extLst>
              </p:cNvPr>
              <p:cNvSpPr>
                <a:spLocks/>
              </p:cNvSpPr>
              <p:nvPr/>
            </p:nvSpPr>
            <p:spPr bwMode="auto">
              <a:xfrm>
                <a:off x="1733550" y="1597025"/>
                <a:ext cx="80963" cy="80963"/>
              </a:xfrm>
              <a:custGeom>
                <a:avLst/>
                <a:gdLst>
                  <a:gd name="T0" fmla="*/ 0 w 51"/>
                  <a:gd name="T1" fmla="*/ 0 h 51"/>
                  <a:gd name="T2" fmla="*/ 51 w 51"/>
                  <a:gd name="T3" fmla="*/ 26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6"/>
                    </a:lnTo>
                    <a:lnTo>
                      <a:pt x="0" y="51"/>
                    </a:lnTo>
                    <a:lnTo>
                      <a:pt x="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38" name="Freeform 229">
                <a:extLst>
                  <a:ext uri="{FF2B5EF4-FFF2-40B4-BE49-F238E27FC236}">
                    <a16:creationId xmlns:a16="http://schemas.microsoft.com/office/drawing/2014/main" id="{FE2B23BD-E9AE-6299-B959-58B25FFD30A6}"/>
                  </a:ext>
                </a:extLst>
              </p:cNvPr>
              <p:cNvSpPr>
                <a:spLocks/>
              </p:cNvSpPr>
              <p:nvPr/>
            </p:nvSpPr>
            <p:spPr bwMode="auto">
              <a:xfrm>
                <a:off x="2687638" y="1755775"/>
                <a:ext cx="80963" cy="80963"/>
              </a:xfrm>
              <a:custGeom>
                <a:avLst/>
                <a:gdLst>
                  <a:gd name="T0" fmla="*/ 51 w 51"/>
                  <a:gd name="T1" fmla="*/ 0 h 51"/>
                  <a:gd name="T2" fmla="*/ 25 w 51"/>
                  <a:gd name="T3" fmla="*/ 51 h 51"/>
                  <a:gd name="T4" fmla="*/ 0 w 51"/>
                  <a:gd name="T5" fmla="*/ 0 h 51"/>
                  <a:gd name="T6" fmla="*/ 51 w 51"/>
                  <a:gd name="T7" fmla="*/ 0 h 51"/>
                </a:gdLst>
                <a:ahLst/>
                <a:cxnLst>
                  <a:cxn ang="0">
                    <a:pos x="T0" y="T1"/>
                  </a:cxn>
                  <a:cxn ang="0">
                    <a:pos x="T2" y="T3"/>
                  </a:cxn>
                  <a:cxn ang="0">
                    <a:pos x="T4" y="T5"/>
                  </a:cxn>
                  <a:cxn ang="0">
                    <a:pos x="T6" y="T7"/>
                  </a:cxn>
                </a:cxnLst>
                <a:rect l="0" t="0" r="r" b="b"/>
                <a:pathLst>
                  <a:path w="51" h="51">
                    <a:moveTo>
                      <a:pt x="51" y="0"/>
                    </a:moveTo>
                    <a:lnTo>
                      <a:pt x="25" y="51"/>
                    </a:lnTo>
                    <a:lnTo>
                      <a:pt x="0" y="0"/>
                    </a:lnTo>
                    <a:lnTo>
                      <a:pt x="51"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grpSp>
            <p:nvGrpSpPr>
              <p:cNvPr id="839" name="Group 838">
                <a:extLst>
                  <a:ext uri="{FF2B5EF4-FFF2-40B4-BE49-F238E27FC236}">
                    <a16:creationId xmlns:a16="http://schemas.microsoft.com/office/drawing/2014/main" id="{88B8CE26-6421-97B0-F48D-C1F39AC9FF36}"/>
                  </a:ext>
                </a:extLst>
              </p:cNvPr>
              <p:cNvGrpSpPr/>
              <p:nvPr/>
            </p:nvGrpSpPr>
            <p:grpSpPr>
              <a:xfrm>
                <a:off x="3332164" y="2641601"/>
                <a:ext cx="330993" cy="323850"/>
                <a:chOff x="3259933" y="2647950"/>
                <a:chExt cx="330993" cy="323850"/>
              </a:xfrm>
            </p:grpSpPr>
            <p:sp>
              <p:nvSpPr>
                <p:cNvPr id="927" name="Line 155">
                  <a:extLst>
                    <a:ext uri="{FF2B5EF4-FFF2-40B4-BE49-F238E27FC236}">
                      <a16:creationId xmlns:a16="http://schemas.microsoft.com/office/drawing/2014/main" id="{E7859D4D-DE0C-20BA-D501-D049F4E01476}"/>
                    </a:ext>
                  </a:extLst>
                </p:cNvPr>
                <p:cNvSpPr>
                  <a:spLocks noChangeShapeType="1"/>
                </p:cNvSpPr>
                <p:nvPr/>
              </p:nvSpPr>
              <p:spPr bwMode="auto">
                <a:xfrm flipH="1" flipV="1">
                  <a:off x="3259933" y="2792969"/>
                  <a:ext cx="178593" cy="0"/>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8" name="Line 158">
                  <a:extLst>
                    <a:ext uri="{FF2B5EF4-FFF2-40B4-BE49-F238E27FC236}">
                      <a16:creationId xmlns:a16="http://schemas.microsoft.com/office/drawing/2014/main" id="{CD081527-D419-6342-6F94-6D67DE8571EC}"/>
                    </a:ext>
                  </a:extLst>
                </p:cNvPr>
                <p:cNvSpPr>
                  <a:spLocks noChangeShapeType="1"/>
                </p:cNvSpPr>
                <p:nvPr/>
              </p:nvSpPr>
              <p:spPr bwMode="auto">
                <a:xfrm>
                  <a:off x="3590926" y="2647950"/>
                  <a:ext cx="0" cy="74613"/>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9" name="Line 159">
                  <a:extLst>
                    <a:ext uri="{FF2B5EF4-FFF2-40B4-BE49-F238E27FC236}">
                      <a16:creationId xmlns:a16="http://schemas.microsoft.com/office/drawing/2014/main" id="{9B9CF87F-0CB1-8FF3-7263-7B2C6115F44F}"/>
                    </a:ext>
                  </a:extLst>
                </p:cNvPr>
                <p:cNvSpPr>
                  <a:spLocks noChangeShapeType="1"/>
                </p:cNvSpPr>
                <p:nvPr/>
              </p:nvSpPr>
              <p:spPr bwMode="auto">
                <a:xfrm>
                  <a:off x="3484563" y="2724150"/>
                  <a:ext cx="106363" cy="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30" name="Line 160">
                  <a:extLst>
                    <a:ext uri="{FF2B5EF4-FFF2-40B4-BE49-F238E27FC236}">
                      <a16:creationId xmlns:a16="http://schemas.microsoft.com/office/drawing/2014/main" id="{48013301-E312-78B8-407B-93751B59434F}"/>
                    </a:ext>
                  </a:extLst>
                </p:cNvPr>
                <p:cNvSpPr>
                  <a:spLocks noChangeShapeType="1"/>
                </p:cNvSpPr>
                <p:nvPr/>
              </p:nvSpPr>
              <p:spPr bwMode="auto">
                <a:xfrm flipV="1">
                  <a:off x="3484563" y="2695575"/>
                  <a:ext cx="0" cy="204788"/>
                </a:xfrm>
                <a:prstGeom prst="line">
                  <a:avLst/>
                </a:prstGeom>
                <a:noFill/>
                <a:ln w="19050" cap="sq">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31" name="Freeform 161">
                  <a:extLst>
                    <a:ext uri="{FF2B5EF4-FFF2-40B4-BE49-F238E27FC236}">
                      <a16:creationId xmlns:a16="http://schemas.microsoft.com/office/drawing/2014/main" id="{950CAD8E-9D7C-3369-1563-80AA6224C3CA}"/>
                    </a:ext>
                  </a:extLst>
                </p:cNvPr>
                <p:cNvSpPr>
                  <a:spLocks noEditPoints="1"/>
                </p:cNvSpPr>
                <p:nvPr/>
              </p:nvSpPr>
              <p:spPr bwMode="auto">
                <a:xfrm>
                  <a:off x="3475038" y="2843213"/>
                  <a:ext cx="115888" cy="53975"/>
                </a:xfrm>
                <a:custGeom>
                  <a:avLst/>
                  <a:gdLst>
                    <a:gd name="T0" fmla="*/ 15 w 173"/>
                    <a:gd name="T1" fmla="*/ 25 h 80"/>
                    <a:gd name="T2" fmla="*/ 113 w 173"/>
                    <a:gd name="T3" fmla="*/ 25 h 80"/>
                    <a:gd name="T4" fmla="*/ 128 w 173"/>
                    <a:gd name="T5" fmla="*/ 40 h 80"/>
                    <a:gd name="T6" fmla="*/ 113 w 173"/>
                    <a:gd name="T7" fmla="*/ 55 h 80"/>
                    <a:gd name="T8" fmla="*/ 15 w 173"/>
                    <a:gd name="T9" fmla="*/ 55 h 80"/>
                    <a:gd name="T10" fmla="*/ 0 w 173"/>
                    <a:gd name="T11" fmla="*/ 40 h 80"/>
                    <a:gd name="T12" fmla="*/ 15 w 173"/>
                    <a:gd name="T13" fmla="*/ 25 h 80"/>
                    <a:gd name="T14" fmla="*/ 93 w 173"/>
                    <a:gd name="T15" fmla="*/ 0 h 80"/>
                    <a:gd name="T16" fmla="*/ 173 w 173"/>
                    <a:gd name="T17" fmla="*/ 40 h 80"/>
                    <a:gd name="T18" fmla="*/ 93 w 173"/>
                    <a:gd name="T19" fmla="*/ 80 h 80"/>
                    <a:gd name="T20" fmla="*/ 93 w 173"/>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80">
                      <a:moveTo>
                        <a:pt x="15" y="25"/>
                      </a:moveTo>
                      <a:lnTo>
                        <a:pt x="113" y="25"/>
                      </a:lnTo>
                      <a:cubicBezTo>
                        <a:pt x="122" y="25"/>
                        <a:pt x="128" y="32"/>
                        <a:pt x="128" y="40"/>
                      </a:cubicBezTo>
                      <a:cubicBezTo>
                        <a:pt x="128" y="49"/>
                        <a:pt x="122" y="55"/>
                        <a:pt x="113" y="55"/>
                      </a:cubicBezTo>
                      <a:lnTo>
                        <a:pt x="15" y="55"/>
                      </a:lnTo>
                      <a:cubicBezTo>
                        <a:pt x="7" y="55"/>
                        <a:pt x="0" y="49"/>
                        <a:pt x="0" y="40"/>
                      </a:cubicBezTo>
                      <a:cubicBezTo>
                        <a:pt x="0" y="32"/>
                        <a:pt x="7" y="25"/>
                        <a:pt x="15" y="25"/>
                      </a:cubicBezTo>
                      <a:close/>
                      <a:moveTo>
                        <a:pt x="93" y="0"/>
                      </a:moveTo>
                      <a:lnTo>
                        <a:pt x="173" y="40"/>
                      </a:lnTo>
                      <a:lnTo>
                        <a:pt x="93" y="80"/>
                      </a:lnTo>
                      <a:lnTo>
                        <a:pt x="93"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32" name="Line 162">
                  <a:extLst>
                    <a:ext uri="{FF2B5EF4-FFF2-40B4-BE49-F238E27FC236}">
                      <a16:creationId xmlns:a16="http://schemas.microsoft.com/office/drawing/2014/main" id="{B1DF18EE-C777-EBFA-B831-E46A4AE7D770}"/>
                    </a:ext>
                  </a:extLst>
                </p:cNvPr>
                <p:cNvSpPr>
                  <a:spLocks noChangeShapeType="1"/>
                </p:cNvSpPr>
                <p:nvPr/>
              </p:nvSpPr>
              <p:spPr bwMode="auto">
                <a:xfrm flipV="1">
                  <a:off x="3436938" y="2724150"/>
                  <a:ext cx="0" cy="147638"/>
                </a:xfrm>
                <a:prstGeom prst="line">
                  <a:avLst/>
                </a:prstGeom>
                <a:noFill/>
                <a:ln w="19050" cap="sq">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33" name="Line 163">
                  <a:extLst>
                    <a:ext uri="{FF2B5EF4-FFF2-40B4-BE49-F238E27FC236}">
                      <a16:creationId xmlns:a16="http://schemas.microsoft.com/office/drawing/2014/main" id="{8C9121EB-CB09-DB45-18B2-356F498CE43C}"/>
                    </a:ext>
                  </a:extLst>
                </p:cNvPr>
                <p:cNvSpPr>
                  <a:spLocks noChangeShapeType="1"/>
                </p:cNvSpPr>
                <p:nvPr/>
              </p:nvSpPr>
              <p:spPr bwMode="auto">
                <a:xfrm flipV="1">
                  <a:off x="3581401" y="2879725"/>
                  <a:ext cx="0" cy="92075"/>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34" name="Freeform 230">
                  <a:extLst>
                    <a:ext uri="{FF2B5EF4-FFF2-40B4-BE49-F238E27FC236}">
                      <a16:creationId xmlns:a16="http://schemas.microsoft.com/office/drawing/2014/main" id="{683378C0-D8D7-7501-E362-AEBCEC2068EE}"/>
                    </a:ext>
                  </a:extLst>
                </p:cNvPr>
                <p:cNvSpPr>
                  <a:spLocks/>
                </p:cNvSpPr>
                <p:nvPr/>
              </p:nvSpPr>
              <p:spPr bwMode="auto">
                <a:xfrm>
                  <a:off x="3320836" y="2751138"/>
                  <a:ext cx="80963" cy="80963"/>
                </a:xfrm>
                <a:custGeom>
                  <a:avLst/>
                  <a:gdLst>
                    <a:gd name="T0" fmla="*/ 0 w 51"/>
                    <a:gd name="T1" fmla="*/ 0 h 51"/>
                    <a:gd name="T2" fmla="*/ 51 w 51"/>
                    <a:gd name="T3" fmla="*/ 25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5"/>
                      </a:lnTo>
                      <a:lnTo>
                        <a:pt x="0" y="51"/>
                      </a:lnTo>
                      <a:lnTo>
                        <a:pt x="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grpSp>
          <p:sp>
            <p:nvSpPr>
              <p:cNvPr id="840" name="Freeform 231">
                <a:extLst>
                  <a:ext uri="{FF2B5EF4-FFF2-40B4-BE49-F238E27FC236}">
                    <a16:creationId xmlns:a16="http://schemas.microsoft.com/office/drawing/2014/main" id="{9E07BD60-EAE3-143E-4FDA-F6279632B25D}"/>
                  </a:ext>
                </a:extLst>
              </p:cNvPr>
              <p:cNvSpPr>
                <a:spLocks/>
              </p:cNvSpPr>
              <p:nvPr/>
            </p:nvSpPr>
            <p:spPr bwMode="auto">
              <a:xfrm>
                <a:off x="3121025" y="2516188"/>
                <a:ext cx="80963" cy="80963"/>
              </a:xfrm>
              <a:custGeom>
                <a:avLst/>
                <a:gdLst>
                  <a:gd name="T0" fmla="*/ 0 w 51"/>
                  <a:gd name="T1" fmla="*/ 0 h 51"/>
                  <a:gd name="T2" fmla="*/ 51 w 51"/>
                  <a:gd name="T3" fmla="*/ 26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6"/>
                    </a:lnTo>
                    <a:lnTo>
                      <a:pt x="0" y="51"/>
                    </a:lnTo>
                    <a:lnTo>
                      <a:pt x="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41" name="Freeform 232">
                <a:extLst>
                  <a:ext uri="{FF2B5EF4-FFF2-40B4-BE49-F238E27FC236}">
                    <a16:creationId xmlns:a16="http://schemas.microsoft.com/office/drawing/2014/main" id="{B2DCF923-064E-304F-43DD-82E5237D5694}"/>
                  </a:ext>
                </a:extLst>
              </p:cNvPr>
              <p:cNvSpPr>
                <a:spLocks/>
              </p:cNvSpPr>
              <p:nvPr/>
            </p:nvSpPr>
            <p:spPr bwMode="auto">
              <a:xfrm>
                <a:off x="2924175" y="2359025"/>
                <a:ext cx="80963" cy="80963"/>
              </a:xfrm>
              <a:custGeom>
                <a:avLst/>
                <a:gdLst>
                  <a:gd name="T0" fmla="*/ 51 w 51"/>
                  <a:gd name="T1" fmla="*/ 0 h 51"/>
                  <a:gd name="T2" fmla="*/ 25 w 51"/>
                  <a:gd name="T3" fmla="*/ 51 h 51"/>
                  <a:gd name="T4" fmla="*/ 0 w 51"/>
                  <a:gd name="T5" fmla="*/ 0 h 51"/>
                  <a:gd name="T6" fmla="*/ 51 w 51"/>
                  <a:gd name="T7" fmla="*/ 0 h 51"/>
                </a:gdLst>
                <a:ahLst/>
                <a:cxnLst>
                  <a:cxn ang="0">
                    <a:pos x="T0" y="T1"/>
                  </a:cxn>
                  <a:cxn ang="0">
                    <a:pos x="T2" y="T3"/>
                  </a:cxn>
                  <a:cxn ang="0">
                    <a:pos x="T4" y="T5"/>
                  </a:cxn>
                  <a:cxn ang="0">
                    <a:pos x="T6" y="T7"/>
                  </a:cxn>
                </a:cxnLst>
                <a:rect l="0" t="0" r="r" b="b"/>
                <a:pathLst>
                  <a:path w="51" h="51">
                    <a:moveTo>
                      <a:pt x="51" y="0"/>
                    </a:moveTo>
                    <a:lnTo>
                      <a:pt x="25" y="51"/>
                    </a:lnTo>
                    <a:lnTo>
                      <a:pt x="0" y="0"/>
                    </a:lnTo>
                    <a:lnTo>
                      <a:pt x="51"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42" name="Freeform 233">
                <a:extLst>
                  <a:ext uri="{FF2B5EF4-FFF2-40B4-BE49-F238E27FC236}">
                    <a16:creationId xmlns:a16="http://schemas.microsoft.com/office/drawing/2014/main" id="{324189EA-511C-E570-5CF5-CAF9458C7923}"/>
                  </a:ext>
                </a:extLst>
              </p:cNvPr>
              <p:cNvSpPr>
                <a:spLocks/>
              </p:cNvSpPr>
              <p:nvPr/>
            </p:nvSpPr>
            <p:spPr bwMode="auto">
              <a:xfrm>
                <a:off x="3802063" y="2508250"/>
                <a:ext cx="80963" cy="80963"/>
              </a:xfrm>
              <a:custGeom>
                <a:avLst/>
                <a:gdLst>
                  <a:gd name="T0" fmla="*/ 0 w 51"/>
                  <a:gd name="T1" fmla="*/ 0 h 51"/>
                  <a:gd name="T2" fmla="*/ 51 w 51"/>
                  <a:gd name="T3" fmla="*/ 25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5"/>
                    </a:lnTo>
                    <a:lnTo>
                      <a:pt x="0" y="51"/>
                    </a:lnTo>
                    <a:lnTo>
                      <a:pt x="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grpSp>
            <p:nvGrpSpPr>
              <p:cNvPr id="843" name="Group 842">
                <a:extLst>
                  <a:ext uri="{FF2B5EF4-FFF2-40B4-BE49-F238E27FC236}">
                    <a16:creationId xmlns:a16="http://schemas.microsoft.com/office/drawing/2014/main" id="{3524AC08-64C2-EFBB-9D35-E655527DEA52}"/>
                  </a:ext>
                </a:extLst>
              </p:cNvPr>
              <p:cNvGrpSpPr/>
              <p:nvPr/>
            </p:nvGrpSpPr>
            <p:grpSpPr>
              <a:xfrm>
                <a:off x="201184" y="2645810"/>
                <a:ext cx="364653" cy="375996"/>
                <a:chOff x="130648" y="2646363"/>
                <a:chExt cx="364653" cy="375996"/>
              </a:xfrm>
            </p:grpSpPr>
            <p:sp>
              <p:nvSpPr>
                <p:cNvPr id="918" name="Line 23">
                  <a:extLst>
                    <a:ext uri="{FF2B5EF4-FFF2-40B4-BE49-F238E27FC236}">
                      <a16:creationId xmlns:a16="http://schemas.microsoft.com/office/drawing/2014/main" id="{C6B77418-C883-BD81-BB08-B734C1B84FF4}"/>
                    </a:ext>
                  </a:extLst>
                </p:cNvPr>
                <p:cNvSpPr>
                  <a:spLocks noChangeShapeType="1"/>
                </p:cNvSpPr>
                <p:nvPr/>
              </p:nvSpPr>
              <p:spPr bwMode="auto">
                <a:xfrm>
                  <a:off x="495301" y="2646363"/>
                  <a:ext cx="0" cy="73025"/>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9" name="Line 24">
                  <a:extLst>
                    <a:ext uri="{FF2B5EF4-FFF2-40B4-BE49-F238E27FC236}">
                      <a16:creationId xmlns:a16="http://schemas.microsoft.com/office/drawing/2014/main" id="{981506F4-EC09-EBD2-47CB-555439216775}"/>
                    </a:ext>
                  </a:extLst>
                </p:cNvPr>
                <p:cNvSpPr>
                  <a:spLocks noChangeShapeType="1"/>
                </p:cNvSpPr>
                <p:nvPr/>
              </p:nvSpPr>
              <p:spPr bwMode="auto">
                <a:xfrm>
                  <a:off x="388938" y="2724150"/>
                  <a:ext cx="106363" cy="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0" name="Line 25">
                  <a:extLst>
                    <a:ext uri="{FF2B5EF4-FFF2-40B4-BE49-F238E27FC236}">
                      <a16:creationId xmlns:a16="http://schemas.microsoft.com/office/drawing/2014/main" id="{D5E018DD-6B95-40F3-677C-403E81F6686A}"/>
                    </a:ext>
                  </a:extLst>
                </p:cNvPr>
                <p:cNvSpPr>
                  <a:spLocks noChangeShapeType="1"/>
                </p:cNvSpPr>
                <p:nvPr/>
              </p:nvSpPr>
              <p:spPr bwMode="auto">
                <a:xfrm flipV="1">
                  <a:off x="388938" y="2693988"/>
                  <a:ext cx="0" cy="204788"/>
                </a:xfrm>
                <a:prstGeom prst="line">
                  <a:avLst/>
                </a:prstGeom>
                <a:noFill/>
                <a:ln w="25400" cap="sq">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1" name="Freeform 26">
                  <a:extLst>
                    <a:ext uri="{FF2B5EF4-FFF2-40B4-BE49-F238E27FC236}">
                      <a16:creationId xmlns:a16="http://schemas.microsoft.com/office/drawing/2014/main" id="{4BE54201-9EE4-1319-F526-0E26B583C240}"/>
                    </a:ext>
                  </a:extLst>
                </p:cNvPr>
                <p:cNvSpPr>
                  <a:spLocks noEditPoints="1"/>
                </p:cNvSpPr>
                <p:nvPr/>
              </p:nvSpPr>
              <p:spPr bwMode="auto">
                <a:xfrm>
                  <a:off x="377826" y="2843213"/>
                  <a:ext cx="117475" cy="53975"/>
                </a:xfrm>
                <a:custGeom>
                  <a:avLst/>
                  <a:gdLst>
                    <a:gd name="T0" fmla="*/ 15 w 173"/>
                    <a:gd name="T1" fmla="*/ 25 h 80"/>
                    <a:gd name="T2" fmla="*/ 113 w 173"/>
                    <a:gd name="T3" fmla="*/ 25 h 80"/>
                    <a:gd name="T4" fmla="*/ 128 w 173"/>
                    <a:gd name="T5" fmla="*/ 40 h 80"/>
                    <a:gd name="T6" fmla="*/ 113 w 173"/>
                    <a:gd name="T7" fmla="*/ 55 h 80"/>
                    <a:gd name="T8" fmla="*/ 15 w 173"/>
                    <a:gd name="T9" fmla="*/ 55 h 80"/>
                    <a:gd name="T10" fmla="*/ 0 w 173"/>
                    <a:gd name="T11" fmla="*/ 40 h 80"/>
                    <a:gd name="T12" fmla="*/ 15 w 173"/>
                    <a:gd name="T13" fmla="*/ 25 h 80"/>
                    <a:gd name="T14" fmla="*/ 93 w 173"/>
                    <a:gd name="T15" fmla="*/ 0 h 80"/>
                    <a:gd name="T16" fmla="*/ 173 w 173"/>
                    <a:gd name="T17" fmla="*/ 40 h 80"/>
                    <a:gd name="T18" fmla="*/ 93 w 173"/>
                    <a:gd name="T19" fmla="*/ 80 h 80"/>
                    <a:gd name="T20" fmla="*/ 93 w 173"/>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80">
                      <a:moveTo>
                        <a:pt x="15" y="25"/>
                      </a:moveTo>
                      <a:lnTo>
                        <a:pt x="113" y="25"/>
                      </a:lnTo>
                      <a:cubicBezTo>
                        <a:pt x="122" y="25"/>
                        <a:pt x="128" y="32"/>
                        <a:pt x="128" y="40"/>
                      </a:cubicBezTo>
                      <a:cubicBezTo>
                        <a:pt x="128" y="49"/>
                        <a:pt x="122" y="55"/>
                        <a:pt x="113" y="55"/>
                      </a:cubicBezTo>
                      <a:lnTo>
                        <a:pt x="15" y="55"/>
                      </a:lnTo>
                      <a:cubicBezTo>
                        <a:pt x="7" y="55"/>
                        <a:pt x="0" y="49"/>
                        <a:pt x="0" y="40"/>
                      </a:cubicBezTo>
                      <a:cubicBezTo>
                        <a:pt x="0" y="32"/>
                        <a:pt x="7" y="25"/>
                        <a:pt x="15" y="25"/>
                      </a:cubicBezTo>
                      <a:close/>
                      <a:moveTo>
                        <a:pt x="93" y="0"/>
                      </a:moveTo>
                      <a:lnTo>
                        <a:pt x="173" y="40"/>
                      </a:lnTo>
                      <a:lnTo>
                        <a:pt x="93" y="80"/>
                      </a:lnTo>
                      <a:lnTo>
                        <a:pt x="93"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2" name="Line 27">
                  <a:extLst>
                    <a:ext uri="{FF2B5EF4-FFF2-40B4-BE49-F238E27FC236}">
                      <a16:creationId xmlns:a16="http://schemas.microsoft.com/office/drawing/2014/main" id="{269BC248-5B52-2AA6-5EB9-22D6CCCD972B}"/>
                    </a:ext>
                  </a:extLst>
                </p:cNvPr>
                <p:cNvSpPr>
                  <a:spLocks noChangeShapeType="1"/>
                </p:cNvSpPr>
                <p:nvPr/>
              </p:nvSpPr>
              <p:spPr bwMode="auto">
                <a:xfrm flipV="1">
                  <a:off x="341313" y="2724150"/>
                  <a:ext cx="0" cy="147638"/>
                </a:xfrm>
                <a:prstGeom prst="line">
                  <a:avLst/>
                </a:prstGeom>
                <a:noFill/>
                <a:ln w="25400" cap="sq">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3" name="Line 28">
                  <a:extLst>
                    <a:ext uri="{FF2B5EF4-FFF2-40B4-BE49-F238E27FC236}">
                      <a16:creationId xmlns:a16="http://schemas.microsoft.com/office/drawing/2014/main" id="{BB038C8B-946B-1B2E-3DEB-E93B6068D27F}"/>
                    </a:ext>
                  </a:extLst>
                </p:cNvPr>
                <p:cNvSpPr>
                  <a:spLocks noChangeShapeType="1"/>
                </p:cNvSpPr>
                <p:nvPr/>
              </p:nvSpPr>
              <p:spPr bwMode="auto">
                <a:xfrm flipV="1">
                  <a:off x="494615" y="2880599"/>
                  <a:ext cx="0" cy="92075"/>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4" name="Line 40">
                  <a:extLst>
                    <a:ext uri="{FF2B5EF4-FFF2-40B4-BE49-F238E27FC236}">
                      <a16:creationId xmlns:a16="http://schemas.microsoft.com/office/drawing/2014/main" id="{07FFF929-AD4C-BEF9-F9B6-813B4D7BAE80}"/>
                    </a:ext>
                  </a:extLst>
                </p:cNvPr>
                <p:cNvSpPr>
                  <a:spLocks noChangeShapeType="1"/>
                </p:cNvSpPr>
                <p:nvPr/>
              </p:nvSpPr>
              <p:spPr bwMode="auto">
                <a:xfrm flipH="1" flipV="1">
                  <a:off x="170763" y="2796141"/>
                  <a:ext cx="172137" cy="0"/>
                </a:xfrm>
                <a:prstGeom prst="line">
                  <a:avLst/>
                </a:prstGeom>
                <a:noFill/>
                <a:ln w="19050" cap="rnd">
                  <a:solidFill>
                    <a:srgbClr val="FF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5" name="Freeform 222">
                  <a:extLst>
                    <a:ext uri="{FF2B5EF4-FFF2-40B4-BE49-F238E27FC236}">
                      <a16:creationId xmlns:a16="http://schemas.microsoft.com/office/drawing/2014/main" id="{02B0C358-CE46-07F2-8E13-4AC16CD79E5A}"/>
                    </a:ext>
                  </a:extLst>
                </p:cNvPr>
                <p:cNvSpPr>
                  <a:spLocks/>
                </p:cNvSpPr>
                <p:nvPr/>
              </p:nvSpPr>
              <p:spPr bwMode="auto">
                <a:xfrm>
                  <a:off x="260350" y="2755900"/>
                  <a:ext cx="80963" cy="80963"/>
                </a:xfrm>
                <a:custGeom>
                  <a:avLst/>
                  <a:gdLst>
                    <a:gd name="T0" fmla="*/ 0 w 51"/>
                    <a:gd name="T1" fmla="*/ 0 h 51"/>
                    <a:gd name="T2" fmla="*/ 51 w 51"/>
                    <a:gd name="T3" fmla="*/ 25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5"/>
                      </a:lnTo>
                      <a:lnTo>
                        <a:pt x="0" y="51"/>
                      </a:lnTo>
                      <a:lnTo>
                        <a:pt x="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26" name="Freeform 234">
                  <a:extLst>
                    <a:ext uri="{FF2B5EF4-FFF2-40B4-BE49-F238E27FC236}">
                      <a16:creationId xmlns:a16="http://schemas.microsoft.com/office/drawing/2014/main" id="{4DDD2F1B-DB98-800B-1600-3C72C8875EF3}"/>
                    </a:ext>
                  </a:extLst>
                </p:cNvPr>
                <p:cNvSpPr>
                  <a:spLocks/>
                </p:cNvSpPr>
                <p:nvPr/>
              </p:nvSpPr>
              <p:spPr bwMode="auto">
                <a:xfrm>
                  <a:off x="130648" y="2941396"/>
                  <a:ext cx="80963" cy="80963"/>
                </a:xfrm>
                <a:custGeom>
                  <a:avLst/>
                  <a:gdLst>
                    <a:gd name="T0" fmla="*/ 0 w 51"/>
                    <a:gd name="T1" fmla="*/ 51 h 51"/>
                    <a:gd name="T2" fmla="*/ 26 w 51"/>
                    <a:gd name="T3" fmla="*/ 0 h 51"/>
                    <a:gd name="T4" fmla="*/ 51 w 51"/>
                    <a:gd name="T5" fmla="*/ 51 h 51"/>
                    <a:gd name="T6" fmla="*/ 0 w 51"/>
                    <a:gd name="T7" fmla="*/ 51 h 51"/>
                  </a:gdLst>
                  <a:ahLst/>
                  <a:cxnLst>
                    <a:cxn ang="0">
                      <a:pos x="T0" y="T1"/>
                    </a:cxn>
                    <a:cxn ang="0">
                      <a:pos x="T2" y="T3"/>
                    </a:cxn>
                    <a:cxn ang="0">
                      <a:pos x="T4" y="T5"/>
                    </a:cxn>
                    <a:cxn ang="0">
                      <a:pos x="T6" y="T7"/>
                    </a:cxn>
                  </a:cxnLst>
                  <a:rect l="0" t="0" r="r" b="b"/>
                  <a:pathLst>
                    <a:path w="51" h="51">
                      <a:moveTo>
                        <a:pt x="0" y="51"/>
                      </a:moveTo>
                      <a:lnTo>
                        <a:pt x="26" y="0"/>
                      </a:lnTo>
                      <a:lnTo>
                        <a:pt x="51" y="51"/>
                      </a:lnTo>
                      <a:lnTo>
                        <a:pt x="0" y="51"/>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grpSp>
          <p:sp>
            <p:nvSpPr>
              <p:cNvPr id="844" name="Freeform 235">
                <a:extLst>
                  <a:ext uri="{FF2B5EF4-FFF2-40B4-BE49-F238E27FC236}">
                    <a16:creationId xmlns:a16="http://schemas.microsoft.com/office/drawing/2014/main" id="{8D233B32-E63D-A570-3672-F35310DCD24D}"/>
                  </a:ext>
                </a:extLst>
              </p:cNvPr>
              <p:cNvSpPr>
                <a:spLocks noEditPoints="1"/>
              </p:cNvSpPr>
              <p:nvPr/>
            </p:nvSpPr>
            <p:spPr bwMode="auto">
              <a:xfrm>
                <a:off x="1970088" y="3090314"/>
                <a:ext cx="106363" cy="80963"/>
              </a:xfrm>
              <a:custGeom>
                <a:avLst/>
                <a:gdLst>
                  <a:gd name="T0" fmla="*/ 100 w 158"/>
                  <a:gd name="T1" fmla="*/ 78 h 120"/>
                  <a:gd name="T2" fmla="*/ 140 w 158"/>
                  <a:gd name="T3" fmla="*/ 78 h 120"/>
                  <a:gd name="T4" fmla="*/ 158 w 158"/>
                  <a:gd name="T5" fmla="*/ 60 h 120"/>
                  <a:gd name="T6" fmla="*/ 140 w 158"/>
                  <a:gd name="T7" fmla="*/ 43 h 120"/>
                  <a:gd name="T8" fmla="*/ 100 w 158"/>
                  <a:gd name="T9" fmla="*/ 43 h 120"/>
                  <a:gd name="T10" fmla="*/ 83 w 158"/>
                  <a:gd name="T11" fmla="*/ 60 h 120"/>
                  <a:gd name="T12" fmla="*/ 100 w 158"/>
                  <a:gd name="T13" fmla="*/ 78 h 120"/>
                  <a:gd name="T14" fmla="*/ 120 w 158"/>
                  <a:gd name="T15" fmla="*/ 0 h 120"/>
                  <a:gd name="T16" fmla="*/ 0 w 158"/>
                  <a:gd name="T17" fmla="*/ 60 h 120"/>
                  <a:gd name="T18" fmla="*/ 120 w 158"/>
                  <a:gd name="T19" fmla="*/ 120 h 120"/>
                  <a:gd name="T20" fmla="*/ 120 w 158"/>
                  <a:gd name="T2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8" h="120">
                    <a:moveTo>
                      <a:pt x="100" y="78"/>
                    </a:moveTo>
                    <a:lnTo>
                      <a:pt x="140" y="78"/>
                    </a:lnTo>
                    <a:cubicBezTo>
                      <a:pt x="150" y="78"/>
                      <a:pt x="158" y="70"/>
                      <a:pt x="158" y="60"/>
                    </a:cubicBezTo>
                    <a:cubicBezTo>
                      <a:pt x="158" y="51"/>
                      <a:pt x="150" y="43"/>
                      <a:pt x="140" y="43"/>
                    </a:cubicBezTo>
                    <a:lnTo>
                      <a:pt x="100" y="43"/>
                    </a:lnTo>
                    <a:cubicBezTo>
                      <a:pt x="91" y="43"/>
                      <a:pt x="83" y="51"/>
                      <a:pt x="83" y="60"/>
                    </a:cubicBezTo>
                    <a:cubicBezTo>
                      <a:pt x="83" y="70"/>
                      <a:pt x="91" y="78"/>
                      <a:pt x="100" y="78"/>
                    </a:cubicBezTo>
                    <a:close/>
                    <a:moveTo>
                      <a:pt x="120" y="0"/>
                    </a:moveTo>
                    <a:lnTo>
                      <a:pt x="0" y="60"/>
                    </a:lnTo>
                    <a:lnTo>
                      <a:pt x="120" y="120"/>
                    </a:lnTo>
                    <a:lnTo>
                      <a:pt x="12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45" name="Freeform 236">
                <a:extLst>
                  <a:ext uri="{FF2B5EF4-FFF2-40B4-BE49-F238E27FC236}">
                    <a16:creationId xmlns:a16="http://schemas.microsoft.com/office/drawing/2014/main" id="{DBBFA075-DB7F-30E8-E3B1-CE99CACE613D}"/>
                  </a:ext>
                </a:extLst>
              </p:cNvPr>
              <p:cNvSpPr>
                <a:spLocks noEditPoints="1"/>
              </p:cNvSpPr>
              <p:nvPr/>
            </p:nvSpPr>
            <p:spPr bwMode="auto">
              <a:xfrm>
                <a:off x="3092450" y="3086100"/>
                <a:ext cx="106363" cy="80963"/>
              </a:xfrm>
              <a:custGeom>
                <a:avLst/>
                <a:gdLst>
                  <a:gd name="T0" fmla="*/ 100 w 157"/>
                  <a:gd name="T1" fmla="*/ 78 h 120"/>
                  <a:gd name="T2" fmla="*/ 140 w 157"/>
                  <a:gd name="T3" fmla="*/ 78 h 120"/>
                  <a:gd name="T4" fmla="*/ 157 w 157"/>
                  <a:gd name="T5" fmla="*/ 60 h 120"/>
                  <a:gd name="T6" fmla="*/ 140 w 157"/>
                  <a:gd name="T7" fmla="*/ 43 h 120"/>
                  <a:gd name="T8" fmla="*/ 100 w 157"/>
                  <a:gd name="T9" fmla="*/ 43 h 120"/>
                  <a:gd name="T10" fmla="*/ 82 w 157"/>
                  <a:gd name="T11" fmla="*/ 60 h 120"/>
                  <a:gd name="T12" fmla="*/ 100 w 157"/>
                  <a:gd name="T13" fmla="*/ 78 h 120"/>
                  <a:gd name="T14" fmla="*/ 120 w 157"/>
                  <a:gd name="T15" fmla="*/ 0 h 120"/>
                  <a:gd name="T16" fmla="*/ 0 w 157"/>
                  <a:gd name="T17" fmla="*/ 60 h 120"/>
                  <a:gd name="T18" fmla="*/ 120 w 157"/>
                  <a:gd name="T19" fmla="*/ 120 h 120"/>
                  <a:gd name="T20" fmla="*/ 120 w 157"/>
                  <a:gd name="T21" fmla="*/ 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7" h="120">
                    <a:moveTo>
                      <a:pt x="100" y="78"/>
                    </a:moveTo>
                    <a:lnTo>
                      <a:pt x="140" y="78"/>
                    </a:lnTo>
                    <a:cubicBezTo>
                      <a:pt x="149" y="78"/>
                      <a:pt x="157" y="70"/>
                      <a:pt x="157" y="60"/>
                    </a:cubicBezTo>
                    <a:cubicBezTo>
                      <a:pt x="157" y="51"/>
                      <a:pt x="149" y="43"/>
                      <a:pt x="140" y="43"/>
                    </a:cubicBezTo>
                    <a:lnTo>
                      <a:pt x="100" y="43"/>
                    </a:lnTo>
                    <a:cubicBezTo>
                      <a:pt x="90" y="43"/>
                      <a:pt x="82" y="51"/>
                      <a:pt x="82" y="60"/>
                    </a:cubicBezTo>
                    <a:cubicBezTo>
                      <a:pt x="82" y="70"/>
                      <a:pt x="90" y="78"/>
                      <a:pt x="100" y="78"/>
                    </a:cubicBezTo>
                    <a:close/>
                    <a:moveTo>
                      <a:pt x="120" y="0"/>
                    </a:moveTo>
                    <a:lnTo>
                      <a:pt x="0" y="60"/>
                    </a:lnTo>
                    <a:lnTo>
                      <a:pt x="120" y="120"/>
                    </a:lnTo>
                    <a:lnTo>
                      <a:pt x="120" y="0"/>
                    </a:lnTo>
                    <a:close/>
                  </a:path>
                </a:pathLst>
              </a:custGeom>
              <a:solidFill>
                <a:srgbClr val="FF0000"/>
              </a:solidFill>
              <a:ln w="0" cap="flat">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46" name="Line 237">
                <a:extLst>
                  <a:ext uri="{FF2B5EF4-FFF2-40B4-BE49-F238E27FC236}">
                    <a16:creationId xmlns:a16="http://schemas.microsoft.com/office/drawing/2014/main" id="{B41EE0BF-EF5D-33E6-6C55-B0AFC93D4944}"/>
                  </a:ext>
                </a:extLst>
              </p:cNvPr>
              <p:cNvSpPr>
                <a:spLocks noChangeShapeType="1"/>
              </p:cNvSpPr>
              <p:nvPr/>
            </p:nvSpPr>
            <p:spPr bwMode="auto">
              <a:xfrm flipV="1">
                <a:off x="565150" y="1958975"/>
                <a:ext cx="0" cy="6985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47" name="Freeform 238">
                <a:extLst>
                  <a:ext uri="{FF2B5EF4-FFF2-40B4-BE49-F238E27FC236}">
                    <a16:creationId xmlns:a16="http://schemas.microsoft.com/office/drawing/2014/main" id="{75EBBF76-2C23-49C5-4CDC-784C12035560}"/>
                  </a:ext>
                </a:extLst>
              </p:cNvPr>
              <p:cNvSpPr>
                <a:spLocks noEditPoints="1"/>
              </p:cNvSpPr>
              <p:nvPr/>
            </p:nvSpPr>
            <p:spPr bwMode="auto">
              <a:xfrm>
                <a:off x="452438" y="2051050"/>
                <a:ext cx="31750" cy="542925"/>
              </a:xfrm>
              <a:custGeom>
                <a:avLst/>
                <a:gdLst>
                  <a:gd name="T0" fmla="*/ 13 w 48"/>
                  <a:gd name="T1" fmla="*/ 788 h 805"/>
                  <a:gd name="T2" fmla="*/ 12 w 48"/>
                  <a:gd name="T3" fmla="*/ 718 h 805"/>
                  <a:gd name="T4" fmla="*/ 29 w 48"/>
                  <a:gd name="T5" fmla="*/ 700 h 805"/>
                  <a:gd name="T6" fmla="*/ 47 w 48"/>
                  <a:gd name="T7" fmla="*/ 717 h 805"/>
                  <a:gd name="T8" fmla="*/ 47 w 48"/>
                  <a:gd name="T9" fmla="*/ 717 h 805"/>
                  <a:gd name="T10" fmla="*/ 48 w 48"/>
                  <a:gd name="T11" fmla="*/ 787 h 805"/>
                  <a:gd name="T12" fmla="*/ 31 w 48"/>
                  <a:gd name="T13" fmla="*/ 805 h 805"/>
                  <a:gd name="T14" fmla="*/ 13 w 48"/>
                  <a:gd name="T15" fmla="*/ 788 h 805"/>
                  <a:gd name="T16" fmla="*/ 11 w 48"/>
                  <a:gd name="T17" fmla="*/ 648 h 805"/>
                  <a:gd name="T18" fmla="*/ 10 w 48"/>
                  <a:gd name="T19" fmla="*/ 578 h 805"/>
                  <a:gd name="T20" fmla="*/ 27 w 48"/>
                  <a:gd name="T21" fmla="*/ 560 h 805"/>
                  <a:gd name="T22" fmla="*/ 45 w 48"/>
                  <a:gd name="T23" fmla="*/ 577 h 805"/>
                  <a:gd name="T24" fmla="*/ 45 w 48"/>
                  <a:gd name="T25" fmla="*/ 577 h 805"/>
                  <a:gd name="T26" fmla="*/ 46 w 48"/>
                  <a:gd name="T27" fmla="*/ 647 h 805"/>
                  <a:gd name="T28" fmla="*/ 29 w 48"/>
                  <a:gd name="T29" fmla="*/ 665 h 805"/>
                  <a:gd name="T30" fmla="*/ 11 w 48"/>
                  <a:gd name="T31" fmla="*/ 648 h 805"/>
                  <a:gd name="T32" fmla="*/ 8 w 48"/>
                  <a:gd name="T33" fmla="*/ 508 h 805"/>
                  <a:gd name="T34" fmla="*/ 7 w 48"/>
                  <a:gd name="T35" fmla="*/ 438 h 805"/>
                  <a:gd name="T36" fmla="*/ 24 w 48"/>
                  <a:gd name="T37" fmla="*/ 420 h 805"/>
                  <a:gd name="T38" fmla="*/ 42 w 48"/>
                  <a:gd name="T39" fmla="*/ 437 h 805"/>
                  <a:gd name="T40" fmla="*/ 42 w 48"/>
                  <a:gd name="T41" fmla="*/ 437 h 805"/>
                  <a:gd name="T42" fmla="*/ 43 w 48"/>
                  <a:gd name="T43" fmla="*/ 507 h 805"/>
                  <a:gd name="T44" fmla="*/ 26 w 48"/>
                  <a:gd name="T45" fmla="*/ 525 h 805"/>
                  <a:gd name="T46" fmla="*/ 8 w 48"/>
                  <a:gd name="T47" fmla="*/ 508 h 805"/>
                  <a:gd name="T48" fmla="*/ 6 w 48"/>
                  <a:gd name="T49" fmla="*/ 368 h 805"/>
                  <a:gd name="T50" fmla="*/ 5 w 48"/>
                  <a:gd name="T51" fmla="*/ 298 h 805"/>
                  <a:gd name="T52" fmla="*/ 22 w 48"/>
                  <a:gd name="T53" fmla="*/ 280 h 805"/>
                  <a:gd name="T54" fmla="*/ 40 w 48"/>
                  <a:gd name="T55" fmla="*/ 297 h 805"/>
                  <a:gd name="T56" fmla="*/ 40 w 48"/>
                  <a:gd name="T57" fmla="*/ 297 h 805"/>
                  <a:gd name="T58" fmla="*/ 41 w 48"/>
                  <a:gd name="T59" fmla="*/ 367 h 805"/>
                  <a:gd name="T60" fmla="*/ 24 w 48"/>
                  <a:gd name="T61" fmla="*/ 385 h 805"/>
                  <a:gd name="T62" fmla="*/ 6 w 48"/>
                  <a:gd name="T63" fmla="*/ 368 h 805"/>
                  <a:gd name="T64" fmla="*/ 4 w 48"/>
                  <a:gd name="T65" fmla="*/ 228 h 805"/>
                  <a:gd name="T66" fmla="*/ 2 w 48"/>
                  <a:gd name="T67" fmla="*/ 158 h 805"/>
                  <a:gd name="T68" fmla="*/ 20 w 48"/>
                  <a:gd name="T69" fmla="*/ 140 h 805"/>
                  <a:gd name="T70" fmla="*/ 37 w 48"/>
                  <a:gd name="T71" fmla="*/ 157 h 805"/>
                  <a:gd name="T72" fmla="*/ 37 w 48"/>
                  <a:gd name="T73" fmla="*/ 157 h 805"/>
                  <a:gd name="T74" fmla="*/ 39 w 48"/>
                  <a:gd name="T75" fmla="*/ 227 h 805"/>
                  <a:gd name="T76" fmla="*/ 21 w 48"/>
                  <a:gd name="T77" fmla="*/ 245 h 805"/>
                  <a:gd name="T78" fmla="*/ 4 w 48"/>
                  <a:gd name="T79" fmla="*/ 228 h 805"/>
                  <a:gd name="T80" fmla="*/ 1 w 48"/>
                  <a:gd name="T81" fmla="*/ 88 h 805"/>
                  <a:gd name="T82" fmla="*/ 0 w 48"/>
                  <a:gd name="T83" fmla="*/ 18 h 805"/>
                  <a:gd name="T84" fmla="*/ 17 w 48"/>
                  <a:gd name="T85" fmla="*/ 0 h 805"/>
                  <a:gd name="T86" fmla="*/ 35 w 48"/>
                  <a:gd name="T87" fmla="*/ 17 h 805"/>
                  <a:gd name="T88" fmla="*/ 35 w 48"/>
                  <a:gd name="T89" fmla="*/ 17 h 805"/>
                  <a:gd name="T90" fmla="*/ 36 w 48"/>
                  <a:gd name="T91" fmla="*/ 87 h 805"/>
                  <a:gd name="T92" fmla="*/ 19 w 48"/>
                  <a:gd name="T93" fmla="*/ 105 h 805"/>
                  <a:gd name="T94" fmla="*/ 1 w 48"/>
                  <a:gd name="T95" fmla="*/ 88 h 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805">
                    <a:moveTo>
                      <a:pt x="13" y="788"/>
                    </a:moveTo>
                    <a:lnTo>
                      <a:pt x="12" y="718"/>
                    </a:lnTo>
                    <a:cubicBezTo>
                      <a:pt x="12" y="708"/>
                      <a:pt x="19" y="700"/>
                      <a:pt x="29" y="700"/>
                    </a:cubicBezTo>
                    <a:cubicBezTo>
                      <a:pt x="39" y="700"/>
                      <a:pt x="47" y="708"/>
                      <a:pt x="47" y="717"/>
                    </a:cubicBezTo>
                    <a:lnTo>
                      <a:pt x="47" y="717"/>
                    </a:lnTo>
                    <a:lnTo>
                      <a:pt x="48" y="787"/>
                    </a:lnTo>
                    <a:cubicBezTo>
                      <a:pt x="48" y="797"/>
                      <a:pt x="41" y="805"/>
                      <a:pt x="31" y="805"/>
                    </a:cubicBezTo>
                    <a:cubicBezTo>
                      <a:pt x="21" y="805"/>
                      <a:pt x="13" y="798"/>
                      <a:pt x="13" y="788"/>
                    </a:cubicBezTo>
                    <a:close/>
                    <a:moveTo>
                      <a:pt x="11" y="648"/>
                    </a:moveTo>
                    <a:lnTo>
                      <a:pt x="10" y="578"/>
                    </a:lnTo>
                    <a:cubicBezTo>
                      <a:pt x="9" y="568"/>
                      <a:pt x="17" y="560"/>
                      <a:pt x="27" y="560"/>
                    </a:cubicBezTo>
                    <a:cubicBezTo>
                      <a:pt x="36" y="560"/>
                      <a:pt x="44" y="568"/>
                      <a:pt x="45" y="577"/>
                    </a:cubicBezTo>
                    <a:lnTo>
                      <a:pt x="45" y="577"/>
                    </a:lnTo>
                    <a:lnTo>
                      <a:pt x="46" y="647"/>
                    </a:lnTo>
                    <a:cubicBezTo>
                      <a:pt x="46" y="657"/>
                      <a:pt x="38" y="665"/>
                      <a:pt x="29" y="665"/>
                    </a:cubicBezTo>
                    <a:cubicBezTo>
                      <a:pt x="19" y="665"/>
                      <a:pt x="11" y="658"/>
                      <a:pt x="11" y="648"/>
                    </a:cubicBezTo>
                    <a:close/>
                    <a:moveTo>
                      <a:pt x="8" y="508"/>
                    </a:moveTo>
                    <a:lnTo>
                      <a:pt x="7" y="438"/>
                    </a:lnTo>
                    <a:cubicBezTo>
                      <a:pt x="7" y="428"/>
                      <a:pt x="15" y="420"/>
                      <a:pt x="24" y="420"/>
                    </a:cubicBezTo>
                    <a:cubicBezTo>
                      <a:pt x="34" y="420"/>
                      <a:pt x="42" y="428"/>
                      <a:pt x="42" y="437"/>
                    </a:cubicBezTo>
                    <a:lnTo>
                      <a:pt x="42" y="437"/>
                    </a:lnTo>
                    <a:lnTo>
                      <a:pt x="43" y="507"/>
                    </a:lnTo>
                    <a:cubicBezTo>
                      <a:pt x="44" y="517"/>
                      <a:pt x="36" y="525"/>
                      <a:pt x="26" y="525"/>
                    </a:cubicBezTo>
                    <a:cubicBezTo>
                      <a:pt x="17" y="525"/>
                      <a:pt x="9" y="518"/>
                      <a:pt x="8" y="508"/>
                    </a:cubicBezTo>
                    <a:close/>
                    <a:moveTo>
                      <a:pt x="6" y="368"/>
                    </a:moveTo>
                    <a:lnTo>
                      <a:pt x="5" y="298"/>
                    </a:lnTo>
                    <a:cubicBezTo>
                      <a:pt x="5" y="288"/>
                      <a:pt x="12" y="280"/>
                      <a:pt x="22" y="280"/>
                    </a:cubicBezTo>
                    <a:cubicBezTo>
                      <a:pt x="32" y="280"/>
                      <a:pt x="40" y="288"/>
                      <a:pt x="40" y="297"/>
                    </a:cubicBezTo>
                    <a:lnTo>
                      <a:pt x="40" y="297"/>
                    </a:lnTo>
                    <a:lnTo>
                      <a:pt x="41" y="367"/>
                    </a:lnTo>
                    <a:cubicBezTo>
                      <a:pt x="41" y="377"/>
                      <a:pt x="33" y="385"/>
                      <a:pt x="24" y="385"/>
                    </a:cubicBezTo>
                    <a:cubicBezTo>
                      <a:pt x="14" y="385"/>
                      <a:pt x="6" y="378"/>
                      <a:pt x="6" y="368"/>
                    </a:cubicBezTo>
                    <a:close/>
                    <a:moveTo>
                      <a:pt x="4" y="228"/>
                    </a:moveTo>
                    <a:lnTo>
                      <a:pt x="2" y="158"/>
                    </a:lnTo>
                    <a:cubicBezTo>
                      <a:pt x="2" y="148"/>
                      <a:pt x="10" y="140"/>
                      <a:pt x="20" y="140"/>
                    </a:cubicBezTo>
                    <a:cubicBezTo>
                      <a:pt x="29" y="140"/>
                      <a:pt x="37" y="148"/>
                      <a:pt x="37" y="157"/>
                    </a:cubicBezTo>
                    <a:lnTo>
                      <a:pt x="37" y="157"/>
                    </a:lnTo>
                    <a:lnTo>
                      <a:pt x="39" y="227"/>
                    </a:lnTo>
                    <a:cubicBezTo>
                      <a:pt x="39" y="237"/>
                      <a:pt x="31" y="245"/>
                      <a:pt x="21" y="245"/>
                    </a:cubicBezTo>
                    <a:cubicBezTo>
                      <a:pt x="12" y="245"/>
                      <a:pt x="4" y="238"/>
                      <a:pt x="4" y="228"/>
                    </a:cubicBezTo>
                    <a:close/>
                    <a:moveTo>
                      <a:pt x="1" y="88"/>
                    </a:moveTo>
                    <a:lnTo>
                      <a:pt x="0" y="18"/>
                    </a:lnTo>
                    <a:cubicBezTo>
                      <a:pt x="0" y="8"/>
                      <a:pt x="8" y="0"/>
                      <a:pt x="17" y="0"/>
                    </a:cubicBezTo>
                    <a:cubicBezTo>
                      <a:pt x="27" y="0"/>
                      <a:pt x="35" y="8"/>
                      <a:pt x="35" y="17"/>
                    </a:cubicBezTo>
                    <a:lnTo>
                      <a:pt x="35" y="17"/>
                    </a:lnTo>
                    <a:lnTo>
                      <a:pt x="36" y="87"/>
                    </a:lnTo>
                    <a:cubicBezTo>
                      <a:pt x="36" y="97"/>
                      <a:pt x="29" y="105"/>
                      <a:pt x="19" y="105"/>
                    </a:cubicBezTo>
                    <a:cubicBezTo>
                      <a:pt x="9" y="105"/>
                      <a:pt x="1" y="98"/>
                      <a:pt x="1" y="88"/>
                    </a:cubicBez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48" name="Freeform 239">
                <a:extLst>
                  <a:ext uri="{FF2B5EF4-FFF2-40B4-BE49-F238E27FC236}">
                    <a16:creationId xmlns:a16="http://schemas.microsoft.com/office/drawing/2014/main" id="{61EE003A-0B2A-D890-B078-340D3B74F581}"/>
                  </a:ext>
                </a:extLst>
              </p:cNvPr>
              <p:cNvSpPr>
                <a:spLocks noEditPoints="1"/>
              </p:cNvSpPr>
              <p:nvPr/>
            </p:nvSpPr>
            <p:spPr bwMode="auto">
              <a:xfrm>
                <a:off x="426280" y="2100263"/>
                <a:ext cx="80963" cy="136525"/>
              </a:xfrm>
              <a:custGeom>
                <a:avLst/>
                <a:gdLst>
                  <a:gd name="T0" fmla="*/ 77 w 120"/>
                  <a:gd name="T1" fmla="*/ 103 h 203"/>
                  <a:gd name="T2" fmla="*/ 77 w 120"/>
                  <a:gd name="T3" fmla="*/ 17 h 203"/>
                  <a:gd name="T4" fmla="*/ 60 w 120"/>
                  <a:gd name="T5" fmla="*/ 0 h 203"/>
                  <a:gd name="T6" fmla="*/ 42 w 120"/>
                  <a:gd name="T7" fmla="*/ 17 h 203"/>
                  <a:gd name="T8" fmla="*/ 42 w 120"/>
                  <a:gd name="T9" fmla="*/ 103 h 203"/>
                  <a:gd name="T10" fmla="*/ 60 w 120"/>
                  <a:gd name="T11" fmla="*/ 121 h 203"/>
                  <a:gd name="T12" fmla="*/ 77 w 120"/>
                  <a:gd name="T13" fmla="*/ 103 h 203"/>
                  <a:gd name="T14" fmla="*/ 0 w 120"/>
                  <a:gd name="T15" fmla="*/ 83 h 203"/>
                  <a:gd name="T16" fmla="*/ 60 w 120"/>
                  <a:gd name="T17" fmla="*/ 203 h 203"/>
                  <a:gd name="T18" fmla="*/ 120 w 120"/>
                  <a:gd name="T19" fmla="*/ 83 h 203"/>
                  <a:gd name="T20" fmla="*/ 0 w 120"/>
                  <a:gd name="T21" fmla="*/ 8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 h="203">
                    <a:moveTo>
                      <a:pt x="77" y="103"/>
                    </a:moveTo>
                    <a:lnTo>
                      <a:pt x="77" y="17"/>
                    </a:lnTo>
                    <a:cubicBezTo>
                      <a:pt x="77" y="8"/>
                      <a:pt x="70" y="0"/>
                      <a:pt x="60" y="0"/>
                    </a:cubicBezTo>
                    <a:cubicBezTo>
                      <a:pt x="50" y="0"/>
                      <a:pt x="42" y="8"/>
                      <a:pt x="42" y="17"/>
                    </a:cubicBezTo>
                    <a:lnTo>
                      <a:pt x="42" y="103"/>
                    </a:lnTo>
                    <a:cubicBezTo>
                      <a:pt x="42" y="113"/>
                      <a:pt x="50" y="121"/>
                      <a:pt x="60" y="121"/>
                    </a:cubicBezTo>
                    <a:cubicBezTo>
                      <a:pt x="70" y="121"/>
                      <a:pt x="77" y="113"/>
                      <a:pt x="77" y="103"/>
                    </a:cubicBezTo>
                    <a:close/>
                    <a:moveTo>
                      <a:pt x="0" y="83"/>
                    </a:moveTo>
                    <a:lnTo>
                      <a:pt x="60" y="203"/>
                    </a:lnTo>
                    <a:lnTo>
                      <a:pt x="120" y="83"/>
                    </a:lnTo>
                    <a:lnTo>
                      <a:pt x="0" y="83"/>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49" name="Freeform 242">
                <a:extLst>
                  <a:ext uri="{FF2B5EF4-FFF2-40B4-BE49-F238E27FC236}">
                    <a16:creationId xmlns:a16="http://schemas.microsoft.com/office/drawing/2014/main" id="{BE510311-15F9-A23E-92A8-3521D531DD2D}"/>
                  </a:ext>
                </a:extLst>
              </p:cNvPr>
              <p:cNvSpPr>
                <a:spLocks/>
              </p:cNvSpPr>
              <p:nvPr/>
            </p:nvSpPr>
            <p:spPr bwMode="auto">
              <a:xfrm>
                <a:off x="1595438" y="2560638"/>
                <a:ext cx="80963" cy="80963"/>
              </a:xfrm>
              <a:custGeom>
                <a:avLst/>
                <a:gdLst>
                  <a:gd name="T0" fmla="*/ 0 w 51"/>
                  <a:gd name="T1" fmla="*/ 0 h 51"/>
                  <a:gd name="T2" fmla="*/ 51 w 51"/>
                  <a:gd name="T3" fmla="*/ 25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5"/>
                    </a:lnTo>
                    <a:lnTo>
                      <a:pt x="0" y="51"/>
                    </a:lnTo>
                    <a:lnTo>
                      <a:pt x="0" y="0"/>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0" name="Freeform 244">
                <a:extLst>
                  <a:ext uri="{FF2B5EF4-FFF2-40B4-BE49-F238E27FC236}">
                    <a16:creationId xmlns:a16="http://schemas.microsoft.com/office/drawing/2014/main" id="{350E3776-BD8C-AA38-5217-553E701E4A72}"/>
                  </a:ext>
                </a:extLst>
              </p:cNvPr>
              <p:cNvSpPr>
                <a:spLocks noEditPoints="1"/>
              </p:cNvSpPr>
              <p:nvPr/>
            </p:nvSpPr>
            <p:spPr bwMode="auto">
              <a:xfrm>
                <a:off x="1120775" y="2378075"/>
                <a:ext cx="103188" cy="80963"/>
              </a:xfrm>
              <a:custGeom>
                <a:avLst/>
                <a:gdLst>
                  <a:gd name="T0" fmla="*/ 100 w 154"/>
                  <a:gd name="T1" fmla="*/ 43 h 120"/>
                  <a:gd name="T2" fmla="*/ 137 w 154"/>
                  <a:gd name="T3" fmla="*/ 43 h 120"/>
                  <a:gd name="T4" fmla="*/ 154 w 154"/>
                  <a:gd name="T5" fmla="*/ 60 h 120"/>
                  <a:gd name="T6" fmla="*/ 137 w 154"/>
                  <a:gd name="T7" fmla="*/ 78 h 120"/>
                  <a:gd name="T8" fmla="*/ 100 w 154"/>
                  <a:gd name="T9" fmla="*/ 78 h 120"/>
                  <a:gd name="T10" fmla="*/ 83 w 154"/>
                  <a:gd name="T11" fmla="*/ 60 h 120"/>
                  <a:gd name="T12" fmla="*/ 100 w 154"/>
                  <a:gd name="T13" fmla="*/ 43 h 120"/>
                  <a:gd name="T14" fmla="*/ 120 w 154"/>
                  <a:gd name="T15" fmla="*/ 120 h 120"/>
                  <a:gd name="T16" fmla="*/ 0 w 154"/>
                  <a:gd name="T17" fmla="*/ 60 h 120"/>
                  <a:gd name="T18" fmla="*/ 120 w 154"/>
                  <a:gd name="T19" fmla="*/ 0 h 120"/>
                  <a:gd name="T20" fmla="*/ 120 w 154"/>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4" h="120">
                    <a:moveTo>
                      <a:pt x="100" y="43"/>
                    </a:moveTo>
                    <a:lnTo>
                      <a:pt x="137" y="43"/>
                    </a:lnTo>
                    <a:cubicBezTo>
                      <a:pt x="146" y="43"/>
                      <a:pt x="154" y="51"/>
                      <a:pt x="154" y="60"/>
                    </a:cubicBezTo>
                    <a:cubicBezTo>
                      <a:pt x="154" y="70"/>
                      <a:pt x="146" y="78"/>
                      <a:pt x="137" y="78"/>
                    </a:cubicBezTo>
                    <a:lnTo>
                      <a:pt x="100" y="78"/>
                    </a:lnTo>
                    <a:cubicBezTo>
                      <a:pt x="91" y="78"/>
                      <a:pt x="83" y="70"/>
                      <a:pt x="83" y="60"/>
                    </a:cubicBezTo>
                    <a:cubicBezTo>
                      <a:pt x="83" y="51"/>
                      <a:pt x="91" y="43"/>
                      <a:pt x="100" y="43"/>
                    </a:cubicBezTo>
                    <a:close/>
                    <a:moveTo>
                      <a:pt x="120" y="120"/>
                    </a:moveTo>
                    <a:lnTo>
                      <a:pt x="0" y="60"/>
                    </a:lnTo>
                    <a:lnTo>
                      <a:pt x="120" y="0"/>
                    </a:lnTo>
                    <a:lnTo>
                      <a:pt x="120" y="120"/>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1" name="Freeform 245">
                <a:extLst>
                  <a:ext uri="{FF2B5EF4-FFF2-40B4-BE49-F238E27FC236}">
                    <a16:creationId xmlns:a16="http://schemas.microsoft.com/office/drawing/2014/main" id="{1AF83F26-D9BF-1A25-2D71-77E569D499F0}"/>
                  </a:ext>
                </a:extLst>
              </p:cNvPr>
              <p:cNvSpPr>
                <a:spLocks noEditPoints="1"/>
              </p:cNvSpPr>
              <p:nvPr/>
            </p:nvSpPr>
            <p:spPr bwMode="auto">
              <a:xfrm>
                <a:off x="1841500" y="2374900"/>
                <a:ext cx="103188" cy="80963"/>
              </a:xfrm>
              <a:custGeom>
                <a:avLst/>
                <a:gdLst>
                  <a:gd name="T0" fmla="*/ 100 w 154"/>
                  <a:gd name="T1" fmla="*/ 43 h 120"/>
                  <a:gd name="T2" fmla="*/ 136 w 154"/>
                  <a:gd name="T3" fmla="*/ 43 h 120"/>
                  <a:gd name="T4" fmla="*/ 154 w 154"/>
                  <a:gd name="T5" fmla="*/ 60 h 120"/>
                  <a:gd name="T6" fmla="*/ 136 w 154"/>
                  <a:gd name="T7" fmla="*/ 78 h 120"/>
                  <a:gd name="T8" fmla="*/ 100 w 154"/>
                  <a:gd name="T9" fmla="*/ 78 h 120"/>
                  <a:gd name="T10" fmla="*/ 82 w 154"/>
                  <a:gd name="T11" fmla="*/ 60 h 120"/>
                  <a:gd name="T12" fmla="*/ 100 w 154"/>
                  <a:gd name="T13" fmla="*/ 43 h 120"/>
                  <a:gd name="T14" fmla="*/ 120 w 154"/>
                  <a:gd name="T15" fmla="*/ 120 h 120"/>
                  <a:gd name="T16" fmla="*/ 0 w 154"/>
                  <a:gd name="T17" fmla="*/ 60 h 120"/>
                  <a:gd name="T18" fmla="*/ 120 w 154"/>
                  <a:gd name="T19" fmla="*/ 0 h 120"/>
                  <a:gd name="T20" fmla="*/ 120 w 154"/>
                  <a:gd name="T21"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4" h="120">
                    <a:moveTo>
                      <a:pt x="100" y="43"/>
                    </a:moveTo>
                    <a:lnTo>
                      <a:pt x="136" y="43"/>
                    </a:lnTo>
                    <a:cubicBezTo>
                      <a:pt x="146" y="43"/>
                      <a:pt x="154" y="51"/>
                      <a:pt x="154" y="60"/>
                    </a:cubicBezTo>
                    <a:cubicBezTo>
                      <a:pt x="154" y="70"/>
                      <a:pt x="146" y="78"/>
                      <a:pt x="136" y="78"/>
                    </a:cubicBezTo>
                    <a:lnTo>
                      <a:pt x="100" y="78"/>
                    </a:lnTo>
                    <a:cubicBezTo>
                      <a:pt x="90" y="78"/>
                      <a:pt x="82" y="70"/>
                      <a:pt x="82" y="60"/>
                    </a:cubicBezTo>
                    <a:cubicBezTo>
                      <a:pt x="82" y="51"/>
                      <a:pt x="90" y="43"/>
                      <a:pt x="100" y="43"/>
                    </a:cubicBezTo>
                    <a:close/>
                    <a:moveTo>
                      <a:pt x="120" y="120"/>
                    </a:moveTo>
                    <a:lnTo>
                      <a:pt x="0" y="60"/>
                    </a:lnTo>
                    <a:lnTo>
                      <a:pt x="120" y="0"/>
                    </a:lnTo>
                    <a:lnTo>
                      <a:pt x="120" y="120"/>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2" name="Freeform 246">
                <a:extLst>
                  <a:ext uri="{FF2B5EF4-FFF2-40B4-BE49-F238E27FC236}">
                    <a16:creationId xmlns:a16="http://schemas.microsoft.com/office/drawing/2014/main" id="{A8C78470-8B2E-8AB7-2B69-3033069D11CF}"/>
                  </a:ext>
                </a:extLst>
              </p:cNvPr>
              <p:cNvSpPr>
                <a:spLocks/>
              </p:cNvSpPr>
              <p:nvPr/>
            </p:nvSpPr>
            <p:spPr bwMode="auto">
              <a:xfrm>
                <a:off x="290513" y="2066925"/>
                <a:ext cx="80963" cy="80963"/>
              </a:xfrm>
              <a:custGeom>
                <a:avLst/>
                <a:gdLst>
                  <a:gd name="T0" fmla="*/ 0 w 51"/>
                  <a:gd name="T1" fmla="*/ 51 h 51"/>
                  <a:gd name="T2" fmla="*/ 26 w 51"/>
                  <a:gd name="T3" fmla="*/ 0 h 51"/>
                  <a:gd name="T4" fmla="*/ 51 w 51"/>
                  <a:gd name="T5" fmla="*/ 51 h 51"/>
                  <a:gd name="T6" fmla="*/ 0 w 51"/>
                  <a:gd name="T7" fmla="*/ 51 h 51"/>
                </a:gdLst>
                <a:ahLst/>
                <a:cxnLst>
                  <a:cxn ang="0">
                    <a:pos x="T0" y="T1"/>
                  </a:cxn>
                  <a:cxn ang="0">
                    <a:pos x="T2" y="T3"/>
                  </a:cxn>
                  <a:cxn ang="0">
                    <a:pos x="T4" y="T5"/>
                  </a:cxn>
                  <a:cxn ang="0">
                    <a:pos x="T6" y="T7"/>
                  </a:cxn>
                </a:cxnLst>
                <a:rect l="0" t="0" r="r" b="b"/>
                <a:pathLst>
                  <a:path w="51" h="51">
                    <a:moveTo>
                      <a:pt x="0" y="51"/>
                    </a:moveTo>
                    <a:lnTo>
                      <a:pt x="26" y="0"/>
                    </a:lnTo>
                    <a:lnTo>
                      <a:pt x="51" y="51"/>
                    </a:lnTo>
                    <a:lnTo>
                      <a:pt x="0" y="51"/>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3" name="Line 247">
                <a:extLst>
                  <a:ext uri="{FF2B5EF4-FFF2-40B4-BE49-F238E27FC236}">
                    <a16:creationId xmlns:a16="http://schemas.microsoft.com/office/drawing/2014/main" id="{9B8A4CF8-488C-C8C3-8CE0-EEF390E7D70D}"/>
                  </a:ext>
                </a:extLst>
              </p:cNvPr>
              <p:cNvSpPr>
                <a:spLocks noChangeShapeType="1"/>
              </p:cNvSpPr>
              <p:nvPr/>
            </p:nvSpPr>
            <p:spPr bwMode="auto">
              <a:xfrm>
                <a:off x="2454275" y="1182688"/>
                <a:ext cx="0" cy="111125"/>
              </a:xfrm>
              <a:prstGeom prst="line">
                <a:avLst/>
              </a:prstGeom>
              <a:noFill/>
              <a:ln w="23813"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4" name="Line 248">
                <a:extLst>
                  <a:ext uri="{FF2B5EF4-FFF2-40B4-BE49-F238E27FC236}">
                    <a16:creationId xmlns:a16="http://schemas.microsoft.com/office/drawing/2014/main" id="{BC0C12A0-3D86-D82E-00F9-9F71ADC0458E}"/>
                  </a:ext>
                </a:extLst>
              </p:cNvPr>
              <p:cNvSpPr>
                <a:spLocks noChangeShapeType="1"/>
              </p:cNvSpPr>
              <p:nvPr/>
            </p:nvSpPr>
            <p:spPr bwMode="auto">
              <a:xfrm>
                <a:off x="2384425" y="1182688"/>
                <a:ext cx="144463" cy="0"/>
              </a:xfrm>
              <a:prstGeom prst="line">
                <a:avLst/>
              </a:prstGeom>
              <a:noFill/>
              <a:ln w="41275" cap="sq">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5" name="Oval 249">
                <a:extLst>
                  <a:ext uri="{FF2B5EF4-FFF2-40B4-BE49-F238E27FC236}">
                    <a16:creationId xmlns:a16="http://schemas.microsoft.com/office/drawing/2014/main" id="{382A2FF5-F114-367E-5A59-F5AEEC718791}"/>
                  </a:ext>
                </a:extLst>
              </p:cNvPr>
              <p:cNvSpPr>
                <a:spLocks noChangeArrowheads="1"/>
              </p:cNvSpPr>
              <p:nvPr/>
            </p:nvSpPr>
            <p:spPr bwMode="auto">
              <a:xfrm>
                <a:off x="550720" y="1126600"/>
                <a:ext cx="79375" cy="90488"/>
              </a:xfrm>
              <a:prstGeom prst="ellipse">
                <a:avLst/>
              </a:pr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6" name="Oval 250">
                <a:extLst>
                  <a:ext uri="{FF2B5EF4-FFF2-40B4-BE49-F238E27FC236}">
                    <a16:creationId xmlns:a16="http://schemas.microsoft.com/office/drawing/2014/main" id="{B25D7EDF-A2D6-8005-182D-04CCBC908EC6}"/>
                  </a:ext>
                </a:extLst>
              </p:cNvPr>
              <p:cNvSpPr>
                <a:spLocks noChangeArrowheads="1"/>
              </p:cNvSpPr>
              <p:nvPr/>
            </p:nvSpPr>
            <p:spPr bwMode="auto">
              <a:xfrm>
                <a:off x="550720" y="1126600"/>
                <a:ext cx="79375" cy="90488"/>
              </a:xfrm>
              <a:prstGeom prst="ellipse">
                <a:avLst/>
              </a:prstGeom>
              <a:noFill/>
              <a:ln w="1905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57" name="Rectangle 251">
                <a:extLst>
                  <a:ext uri="{FF2B5EF4-FFF2-40B4-BE49-F238E27FC236}">
                    <a16:creationId xmlns:a16="http://schemas.microsoft.com/office/drawing/2014/main" id="{DB63117E-B635-3E3F-EFA2-AE8205CEA9ED}"/>
                  </a:ext>
                </a:extLst>
              </p:cNvPr>
              <p:cNvSpPr>
                <a:spLocks noChangeArrowheads="1"/>
              </p:cNvSpPr>
              <p:nvPr/>
            </p:nvSpPr>
            <p:spPr bwMode="auto">
              <a:xfrm>
                <a:off x="546101" y="1116562"/>
                <a:ext cx="721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1</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58" name="Rectangle 254">
                <a:extLst>
                  <a:ext uri="{FF2B5EF4-FFF2-40B4-BE49-F238E27FC236}">
                    <a16:creationId xmlns:a16="http://schemas.microsoft.com/office/drawing/2014/main" id="{F08B1E18-4992-CFEF-6550-91FA13C250F1}"/>
                  </a:ext>
                </a:extLst>
              </p:cNvPr>
              <p:cNvSpPr>
                <a:spLocks noChangeArrowheads="1"/>
              </p:cNvSpPr>
              <p:nvPr/>
            </p:nvSpPr>
            <p:spPr bwMode="auto">
              <a:xfrm>
                <a:off x="1424464" y="1123192"/>
                <a:ext cx="721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2</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59" name="Rectangle 257">
                <a:extLst>
                  <a:ext uri="{FF2B5EF4-FFF2-40B4-BE49-F238E27FC236}">
                    <a16:creationId xmlns:a16="http://schemas.microsoft.com/office/drawing/2014/main" id="{7615349C-D472-C385-4F16-906FB125581A}"/>
                  </a:ext>
                </a:extLst>
              </p:cNvPr>
              <p:cNvSpPr>
                <a:spLocks noChangeArrowheads="1"/>
              </p:cNvSpPr>
              <p:nvPr/>
            </p:nvSpPr>
            <p:spPr bwMode="auto">
              <a:xfrm>
                <a:off x="2226469" y="1100719"/>
                <a:ext cx="721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3</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60" name="Rectangle 260">
                <a:extLst>
                  <a:ext uri="{FF2B5EF4-FFF2-40B4-BE49-F238E27FC236}">
                    <a16:creationId xmlns:a16="http://schemas.microsoft.com/office/drawing/2014/main" id="{CCD262AB-4546-57EC-ABD8-6BC9846E5E4F}"/>
                  </a:ext>
                </a:extLst>
              </p:cNvPr>
              <p:cNvSpPr>
                <a:spLocks noChangeArrowheads="1"/>
              </p:cNvSpPr>
              <p:nvPr/>
            </p:nvSpPr>
            <p:spPr bwMode="auto">
              <a:xfrm>
                <a:off x="2924175" y="1126334"/>
                <a:ext cx="721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4</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61" name="Rectangle 263">
                <a:extLst>
                  <a:ext uri="{FF2B5EF4-FFF2-40B4-BE49-F238E27FC236}">
                    <a16:creationId xmlns:a16="http://schemas.microsoft.com/office/drawing/2014/main" id="{9541D0FD-6F08-AAA6-488C-86A08F555981}"/>
                  </a:ext>
                </a:extLst>
              </p:cNvPr>
              <p:cNvSpPr>
                <a:spLocks noChangeArrowheads="1"/>
              </p:cNvSpPr>
              <p:nvPr/>
            </p:nvSpPr>
            <p:spPr bwMode="auto">
              <a:xfrm>
                <a:off x="3595687" y="1116561"/>
                <a:ext cx="721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5</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62" name="Oval 264">
                <a:extLst>
                  <a:ext uri="{FF2B5EF4-FFF2-40B4-BE49-F238E27FC236}">
                    <a16:creationId xmlns:a16="http://schemas.microsoft.com/office/drawing/2014/main" id="{A3CB1AE3-0A2F-BF57-008E-E5FA55CEF3D4}"/>
                  </a:ext>
                </a:extLst>
              </p:cNvPr>
              <p:cNvSpPr>
                <a:spLocks noChangeArrowheads="1"/>
              </p:cNvSpPr>
              <p:nvPr/>
            </p:nvSpPr>
            <p:spPr bwMode="auto">
              <a:xfrm>
                <a:off x="2430463" y="1289050"/>
                <a:ext cx="49213" cy="49213"/>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63" name="Oval 265">
                <a:extLst>
                  <a:ext uri="{FF2B5EF4-FFF2-40B4-BE49-F238E27FC236}">
                    <a16:creationId xmlns:a16="http://schemas.microsoft.com/office/drawing/2014/main" id="{468FDDF5-D0CB-681A-E7BE-B79EAC4DD095}"/>
                  </a:ext>
                </a:extLst>
              </p:cNvPr>
              <p:cNvSpPr>
                <a:spLocks noChangeArrowheads="1"/>
              </p:cNvSpPr>
              <p:nvPr/>
            </p:nvSpPr>
            <p:spPr bwMode="auto">
              <a:xfrm>
                <a:off x="2430463" y="1289050"/>
                <a:ext cx="49213" cy="49213"/>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64" name="Oval 266">
                <a:extLst>
                  <a:ext uri="{FF2B5EF4-FFF2-40B4-BE49-F238E27FC236}">
                    <a16:creationId xmlns:a16="http://schemas.microsoft.com/office/drawing/2014/main" id="{1036C00F-B7F9-EDD5-627B-6EC915A6FE2C}"/>
                  </a:ext>
                </a:extLst>
              </p:cNvPr>
              <p:cNvSpPr>
                <a:spLocks noChangeArrowheads="1"/>
              </p:cNvSpPr>
              <p:nvPr/>
            </p:nvSpPr>
            <p:spPr bwMode="auto">
              <a:xfrm>
                <a:off x="2233613" y="3241675"/>
                <a:ext cx="49213" cy="47625"/>
              </a:xfrm>
              <a:prstGeom prst="ellipse">
                <a:avLst/>
              </a:pr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65" name="Oval 267">
                <a:extLst>
                  <a:ext uri="{FF2B5EF4-FFF2-40B4-BE49-F238E27FC236}">
                    <a16:creationId xmlns:a16="http://schemas.microsoft.com/office/drawing/2014/main" id="{1494C7F4-2668-9437-E38F-8470DAEE1488}"/>
                  </a:ext>
                </a:extLst>
              </p:cNvPr>
              <p:cNvSpPr>
                <a:spLocks noChangeArrowheads="1"/>
              </p:cNvSpPr>
              <p:nvPr/>
            </p:nvSpPr>
            <p:spPr bwMode="auto">
              <a:xfrm>
                <a:off x="2233613" y="3241675"/>
                <a:ext cx="49213" cy="47625"/>
              </a:xfrm>
              <a:prstGeom prst="ellipse">
                <a:avLst/>
              </a:pr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66" name="Line 305">
                <a:extLst>
                  <a:ext uri="{FF2B5EF4-FFF2-40B4-BE49-F238E27FC236}">
                    <a16:creationId xmlns:a16="http://schemas.microsoft.com/office/drawing/2014/main" id="{3BC95962-F6B9-FBC7-1DE6-B44903F53BD4}"/>
                  </a:ext>
                </a:extLst>
              </p:cNvPr>
              <p:cNvSpPr>
                <a:spLocks noChangeShapeType="1"/>
              </p:cNvSpPr>
              <p:nvPr/>
            </p:nvSpPr>
            <p:spPr bwMode="auto">
              <a:xfrm flipV="1">
                <a:off x="2252663" y="2444750"/>
                <a:ext cx="0" cy="201613"/>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67" name="Oval 308">
                <a:extLst>
                  <a:ext uri="{FF2B5EF4-FFF2-40B4-BE49-F238E27FC236}">
                    <a16:creationId xmlns:a16="http://schemas.microsoft.com/office/drawing/2014/main" id="{5D3FDA53-0E78-38B3-DB33-7FF66403EBC4}"/>
                  </a:ext>
                </a:extLst>
              </p:cNvPr>
              <p:cNvSpPr>
                <a:spLocks noChangeArrowheads="1"/>
              </p:cNvSpPr>
              <p:nvPr/>
            </p:nvSpPr>
            <p:spPr bwMode="auto">
              <a:xfrm>
                <a:off x="542925" y="1979613"/>
                <a:ext cx="47625" cy="49213"/>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68" name="Oval 309">
                <a:extLst>
                  <a:ext uri="{FF2B5EF4-FFF2-40B4-BE49-F238E27FC236}">
                    <a16:creationId xmlns:a16="http://schemas.microsoft.com/office/drawing/2014/main" id="{E46980E7-DCEE-C4BF-729C-E3287DB322DF}"/>
                  </a:ext>
                </a:extLst>
              </p:cNvPr>
              <p:cNvSpPr>
                <a:spLocks noChangeArrowheads="1"/>
              </p:cNvSpPr>
              <p:nvPr/>
            </p:nvSpPr>
            <p:spPr bwMode="auto">
              <a:xfrm>
                <a:off x="542925" y="1979613"/>
                <a:ext cx="47625" cy="49213"/>
              </a:xfrm>
              <a:prstGeom prst="ellipse">
                <a:avLst/>
              </a:prstGeom>
              <a:noFill/>
              <a:ln w="19050"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69" name="Line 312">
                <a:extLst>
                  <a:ext uri="{FF2B5EF4-FFF2-40B4-BE49-F238E27FC236}">
                    <a16:creationId xmlns:a16="http://schemas.microsoft.com/office/drawing/2014/main" id="{78E7A18B-270B-6124-9FF7-36254E6E4CA1}"/>
                  </a:ext>
                </a:extLst>
              </p:cNvPr>
              <p:cNvSpPr>
                <a:spLocks noChangeShapeType="1"/>
              </p:cNvSpPr>
              <p:nvPr/>
            </p:nvSpPr>
            <p:spPr bwMode="auto">
              <a:xfrm>
                <a:off x="3662363" y="2571750"/>
                <a:ext cx="0" cy="74613"/>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70" name="Oval 315">
                <a:extLst>
                  <a:ext uri="{FF2B5EF4-FFF2-40B4-BE49-F238E27FC236}">
                    <a16:creationId xmlns:a16="http://schemas.microsoft.com/office/drawing/2014/main" id="{A0EA168C-D835-ABC6-61E8-CC0ACB654BF8}"/>
                  </a:ext>
                </a:extLst>
              </p:cNvPr>
              <p:cNvSpPr>
                <a:spLocks noChangeArrowheads="1"/>
              </p:cNvSpPr>
              <p:nvPr/>
            </p:nvSpPr>
            <p:spPr bwMode="auto">
              <a:xfrm>
                <a:off x="2230438" y="2620963"/>
                <a:ext cx="49213" cy="47625"/>
              </a:xfrm>
              <a:prstGeom prst="ellipse">
                <a:avLst/>
              </a:prstGeom>
              <a:solidFill>
                <a:srgbClr val="00B05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71" name="Oval 316">
                <a:extLst>
                  <a:ext uri="{FF2B5EF4-FFF2-40B4-BE49-F238E27FC236}">
                    <a16:creationId xmlns:a16="http://schemas.microsoft.com/office/drawing/2014/main" id="{982DC160-2E41-59A4-7605-768848B57521}"/>
                  </a:ext>
                </a:extLst>
              </p:cNvPr>
              <p:cNvSpPr>
                <a:spLocks noChangeArrowheads="1"/>
              </p:cNvSpPr>
              <p:nvPr/>
            </p:nvSpPr>
            <p:spPr bwMode="auto">
              <a:xfrm>
                <a:off x="2230438" y="2620963"/>
                <a:ext cx="49213" cy="47625"/>
              </a:xfrm>
              <a:prstGeom prst="ellipse">
                <a:avLst/>
              </a:prstGeom>
              <a:noFill/>
              <a:ln w="19050" cap="flat">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72" name="Line 317">
                <a:extLst>
                  <a:ext uri="{FF2B5EF4-FFF2-40B4-BE49-F238E27FC236}">
                    <a16:creationId xmlns:a16="http://schemas.microsoft.com/office/drawing/2014/main" id="{DEEF545B-552D-6BDA-3858-814C426C22B0}"/>
                  </a:ext>
                </a:extLst>
              </p:cNvPr>
              <p:cNvSpPr>
                <a:spLocks noChangeShapeType="1"/>
              </p:cNvSpPr>
              <p:nvPr/>
            </p:nvSpPr>
            <p:spPr bwMode="auto">
              <a:xfrm>
                <a:off x="2963863" y="1958975"/>
                <a:ext cx="0" cy="679450"/>
              </a:xfrm>
              <a:prstGeom prst="line">
                <a:avLst/>
              </a:prstGeom>
              <a:noFill/>
              <a:ln w="19050" cap="rnd">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73" name="Rectangle 318">
                <a:extLst>
                  <a:ext uri="{FF2B5EF4-FFF2-40B4-BE49-F238E27FC236}">
                    <a16:creationId xmlns:a16="http://schemas.microsoft.com/office/drawing/2014/main" id="{6CF7DC72-3372-607A-8132-F519DA6C601F}"/>
                  </a:ext>
                </a:extLst>
              </p:cNvPr>
              <p:cNvSpPr>
                <a:spLocks noChangeArrowheads="1"/>
              </p:cNvSpPr>
              <p:nvPr/>
            </p:nvSpPr>
            <p:spPr bwMode="auto">
              <a:xfrm>
                <a:off x="1082484" y="2853530"/>
                <a:ext cx="7534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B050"/>
                    </a:solidFill>
                    <a:effectLst/>
                    <a:uLnTx/>
                    <a:uFillTx/>
                    <a:latin typeface="Calibri" panose="020F0502020204030204" pitchFamily="34" charset="0"/>
                  </a:rPr>
                  <a:t>P</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grpSp>
            <p:nvGrpSpPr>
              <p:cNvPr id="874" name="Group 873">
                <a:extLst>
                  <a:ext uri="{FF2B5EF4-FFF2-40B4-BE49-F238E27FC236}">
                    <a16:creationId xmlns:a16="http://schemas.microsoft.com/office/drawing/2014/main" id="{58FDE97C-E5CE-6A3F-3D59-DF88D7E9C9FC}"/>
                  </a:ext>
                </a:extLst>
              </p:cNvPr>
              <p:cNvGrpSpPr/>
              <p:nvPr/>
            </p:nvGrpSpPr>
            <p:grpSpPr>
              <a:xfrm>
                <a:off x="1134955" y="2651918"/>
                <a:ext cx="325409" cy="385534"/>
                <a:chOff x="1058863" y="2655888"/>
                <a:chExt cx="325409" cy="385534"/>
              </a:xfrm>
            </p:grpSpPr>
            <p:sp>
              <p:nvSpPr>
                <p:cNvPr id="910" name="Line 61">
                  <a:extLst>
                    <a:ext uri="{FF2B5EF4-FFF2-40B4-BE49-F238E27FC236}">
                      <a16:creationId xmlns:a16="http://schemas.microsoft.com/office/drawing/2014/main" id="{87A33DF5-1167-A4F8-1673-C5FC061506B5}"/>
                    </a:ext>
                  </a:extLst>
                </p:cNvPr>
                <p:cNvSpPr>
                  <a:spLocks noChangeShapeType="1"/>
                </p:cNvSpPr>
                <p:nvPr/>
              </p:nvSpPr>
              <p:spPr bwMode="auto">
                <a:xfrm>
                  <a:off x="1376363" y="2655888"/>
                  <a:ext cx="0" cy="74613"/>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1" name="Line 62">
                  <a:extLst>
                    <a:ext uri="{FF2B5EF4-FFF2-40B4-BE49-F238E27FC236}">
                      <a16:creationId xmlns:a16="http://schemas.microsoft.com/office/drawing/2014/main" id="{54863F10-A0C9-1264-A32F-F0147A8879B2}"/>
                    </a:ext>
                  </a:extLst>
                </p:cNvPr>
                <p:cNvSpPr>
                  <a:spLocks noChangeShapeType="1"/>
                </p:cNvSpPr>
                <p:nvPr/>
              </p:nvSpPr>
              <p:spPr bwMode="auto">
                <a:xfrm>
                  <a:off x="1271588" y="2733675"/>
                  <a:ext cx="106363" cy="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2" name="Line 63">
                  <a:extLst>
                    <a:ext uri="{FF2B5EF4-FFF2-40B4-BE49-F238E27FC236}">
                      <a16:creationId xmlns:a16="http://schemas.microsoft.com/office/drawing/2014/main" id="{64AEED3C-3021-F850-B415-C4790C08ECE8}"/>
                    </a:ext>
                  </a:extLst>
                </p:cNvPr>
                <p:cNvSpPr>
                  <a:spLocks noChangeShapeType="1"/>
                </p:cNvSpPr>
                <p:nvPr/>
              </p:nvSpPr>
              <p:spPr bwMode="auto">
                <a:xfrm flipV="1">
                  <a:off x="1271588" y="2703513"/>
                  <a:ext cx="0" cy="206375"/>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3" name="Freeform 64">
                  <a:extLst>
                    <a:ext uri="{FF2B5EF4-FFF2-40B4-BE49-F238E27FC236}">
                      <a16:creationId xmlns:a16="http://schemas.microsoft.com/office/drawing/2014/main" id="{5E49DA54-B6D7-2294-659A-2E0BBFE10534}"/>
                    </a:ext>
                  </a:extLst>
                </p:cNvPr>
                <p:cNvSpPr>
                  <a:spLocks noEditPoints="1"/>
                </p:cNvSpPr>
                <p:nvPr/>
              </p:nvSpPr>
              <p:spPr bwMode="auto">
                <a:xfrm>
                  <a:off x="1266797" y="2854325"/>
                  <a:ext cx="117475" cy="53975"/>
                </a:xfrm>
                <a:custGeom>
                  <a:avLst/>
                  <a:gdLst>
                    <a:gd name="T0" fmla="*/ 15 w 173"/>
                    <a:gd name="T1" fmla="*/ 25 h 80"/>
                    <a:gd name="T2" fmla="*/ 113 w 173"/>
                    <a:gd name="T3" fmla="*/ 25 h 80"/>
                    <a:gd name="T4" fmla="*/ 128 w 173"/>
                    <a:gd name="T5" fmla="*/ 40 h 80"/>
                    <a:gd name="T6" fmla="*/ 113 w 173"/>
                    <a:gd name="T7" fmla="*/ 55 h 80"/>
                    <a:gd name="T8" fmla="*/ 15 w 173"/>
                    <a:gd name="T9" fmla="*/ 55 h 80"/>
                    <a:gd name="T10" fmla="*/ 0 w 173"/>
                    <a:gd name="T11" fmla="*/ 40 h 80"/>
                    <a:gd name="T12" fmla="*/ 15 w 173"/>
                    <a:gd name="T13" fmla="*/ 25 h 80"/>
                    <a:gd name="T14" fmla="*/ 93 w 173"/>
                    <a:gd name="T15" fmla="*/ 0 h 80"/>
                    <a:gd name="T16" fmla="*/ 173 w 173"/>
                    <a:gd name="T17" fmla="*/ 40 h 80"/>
                    <a:gd name="T18" fmla="*/ 93 w 173"/>
                    <a:gd name="T19" fmla="*/ 80 h 80"/>
                    <a:gd name="T20" fmla="*/ 93 w 173"/>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80">
                      <a:moveTo>
                        <a:pt x="15" y="25"/>
                      </a:moveTo>
                      <a:lnTo>
                        <a:pt x="113" y="25"/>
                      </a:lnTo>
                      <a:cubicBezTo>
                        <a:pt x="121" y="25"/>
                        <a:pt x="128" y="32"/>
                        <a:pt x="128" y="40"/>
                      </a:cubicBezTo>
                      <a:cubicBezTo>
                        <a:pt x="128" y="49"/>
                        <a:pt x="121" y="55"/>
                        <a:pt x="113" y="55"/>
                      </a:cubicBezTo>
                      <a:lnTo>
                        <a:pt x="15" y="55"/>
                      </a:lnTo>
                      <a:cubicBezTo>
                        <a:pt x="7" y="55"/>
                        <a:pt x="0" y="49"/>
                        <a:pt x="0" y="40"/>
                      </a:cubicBezTo>
                      <a:cubicBezTo>
                        <a:pt x="0" y="32"/>
                        <a:pt x="7" y="25"/>
                        <a:pt x="15" y="25"/>
                      </a:cubicBezTo>
                      <a:close/>
                      <a:moveTo>
                        <a:pt x="93" y="0"/>
                      </a:moveTo>
                      <a:lnTo>
                        <a:pt x="173" y="40"/>
                      </a:lnTo>
                      <a:lnTo>
                        <a:pt x="93" y="80"/>
                      </a:lnTo>
                      <a:lnTo>
                        <a:pt x="93" y="0"/>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4" name="Line 65">
                  <a:extLst>
                    <a:ext uri="{FF2B5EF4-FFF2-40B4-BE49-F238E27FC236}">
                      <a16:creationId xmlns:a16="http://schemas.microsoft.com/office/drawing/2014/main" id="{60BC955C-31A6-071B-6686-C75136A357AA}"/>
                    </a:ext>
                  </a:extLst>
                </p:cNvPr>
                <p:cNvSpPr>
                  <a:spLocks noChangeShapeType="1"/>
                </p:cNvSpPr>
                <p:nvPr/>
              </p:nvSpPr>
              <p:spPr bwMode="auto">
                <a:xfrm flipV="1">
                  <a:off x="1223963" y="2733675"/>
                  <a:ext cx="0" cy="147638"/>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5" name="Line 66">
                  <a:extLst>
                    <a:ext uri="{FF2B5EF4-FFF2-40B4-BE49-F238E27FC236}">
                      <a16:creationId xmlns:a16="http://schemas.microsoft.com/office/drawing/2014/main" id="{CD5A0164-5D77-9E48-536B-4527C4691C2D}"/>
                    </a:ext>
                  </a:extLst>
                </p:cNvPr>
                <p:cNvSpPr>
                  <a:spLocks noChangeShapeType="1"/>
                </p:cNvSpPr>
                <p:nvPr/>
              </p:nvSpPr>
              <p:spPr bwMode="auto">
                <a:xfrm flipV="1">
                  <a:off x="1375266" y="2889250"/>
                  <a:ext cx="0" cy="92075"/>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6" name="Freeform 240">
                  <a:extLst>
                    <a:ext uri="{FF2B5EF4-FFF2-40B4-BE49-F238E27FC236}">
                      <a16:creationId xmlns:a16="http://schemas.microsoft.com/office/drawing/2014/main" id="{9F2CAEFD-A735-5CCE-D6E3-05D74D851C3B}"/>
                    </a:ext>
                  </a:extLst>
                </p:cNvPr>
                <p:cNvSpPr>
                  <a:spLocks/>
                </p:cNvSpPr>
                <p:nvPr/>
              </p:nvSpPr>
              <p:spPr bwMode="auto">
                <a:xfrm>
                  <a:off x="1083415" y="2768172"/>
                  <a:ext cx="80963" cy="80963"/>
                </a:xfrm>
                <a:custGeom>
                  <a:avLst/>
                  <a:gdLst>
                    <a:gd name="T0" fmla="*/ 0 w 51"/>
                    <a:gd name="T1" fmla="*/ 0 h 51"/>
                    <a:gd name="T2" fmla="*/ 51 w 51"/>
                    <a:gd name="T3" fmla="*/ 26 h 51"/>
                    <a:gd name="T4" fmla="*/ 0 w 51"/>
                    <a:gd name="T5" fmla="*/ 51 h 51"/>
                    <a:gd name="T6" fmla="*/ 0 w 51"/>
                    <a:gd name="T7" fmla="*/ 0 h 51"/>
                  </a:gdLst>
                  <a:ahLst/>
                  <a:cxnLst>
                    <a:cxn ang="0">
                      <a:pos x="T0" y="T1"/>
                    </a:cxn>
                    <a:cxn ang="0">
                      <a:pos x="T2" y="T3"/>
                    </a:cxn>
                    <a:cxn ang="0">
                      <a:pos x="T4" y="T5"/>
                    </a:cxn>
                    <a:cxn ang="0">
                      <a:pos x="T6" y="T7"/>
                    </a:cxn>
                  </a:cxnLst>
                  <a:rect l="0" t="0" r="r" b="b"/>
                  <a:pathLst>
                    <a:path w="51" h="51">
                      <a:moveTo>
                        <a:pt x="0" y="0"/>
                      </a:moveTo>
                      <a:lnTo>
                        <a:pt x="51" y="26"/>
                      </a:lnTo>
                      <a:lnTo>
                        <a:pt x="0" y="51"/>
                      </a:lnTo>
                      <a:lnTo>
                        <a:pt x="0" y="0"/>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17" name="Rectangle 319">
                  <a:extLst>
                    <a:ext uri="{FF2B5EF4-FFF2-40B4-BE49-F238E27FC236}">
                      <a16:creationId xmlns:a16="http://schemas.microsoft.com/office/drawing/2014/main" id="{29C04C7A-E639-8803-A0F1-D0840B463085}"/>
                    </a:ext>
                  </a:extLst>
                </p:cNvPr>
                <p:cNvSpPr>
                  <a:spLocks noChangeArrowheads="1"/>
                </p:cNvSpPr>
                <p:nvPr/>
              </p:nvSpPr>
              <p:spPr bwMode="auto">
                <a:xfrm>
                  <a:off x="1058863" y="2933700"/>
                  <a:ext cx="181140"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700" b="1" i="0" u="none" strike="noStrike" kern="0" cap="none" spc="0" normalizeH="0" baseline="0" noProof="0">
                      <a:ln>
                        <a:noFill/>
                      </a:ln>
                      <a:solidFill>
                        <a:srgbClr val="00B050"/>
                      </a:solidFill>
                      <a:effectLst/>
                      <a:uLnTx/>
                      <a:uFillTx/>
                      <a:latin typeface="Calibri" panose="020F0502020204030204" pitchFamily="34" charset="0"/>
                    </a:rPr>
                    <a:t>LOW</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grpSp>
          <p:sp>
            <p:nvSpPr>
              <p:cNvPr id="875" name="Rectangle 320">
                <a:extLst>
                  <a:ext uri="{FF2B5EF4-FFF2-40B4-BE49-F238E27FC236}">
                    <a16:creationId xmlns:a16="http://schemas.microsoft.com/office/drawing/2014/main" id="{40F25A51-9DBB-B634-E756-7FEA91FA516C}"/>
                  </a:ext>
                </a:extLst>
              </p:cNvPr>
              <p:cNvSpPr>
                <a:spLocks noChangeArrowheads="1"/>
              </p:cNvSpPr>
              <p:nvPr/>
            </p:nvSpPr>
            <p:spPr bwMode="auto">
              <a:xfrm>
                <a:off x="968375" y="1619250"/>
                <a:ext cx="7534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FF0000"/>
                    </a:solidFill>
                    <a:effectLst/>
                    <a:uLnTx/>
                    <a:uFillTx/>
                    <a:latin typeface="Calibri" panose="020F0502020204030204" pitchFamily="34" charset="0"/>
                  </a:rPr>
                  <a:t>P</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76" name="Rectangle 321">
                <a:extLst>
                  <a:ext uri="{FF2B5EF4-FFF2-40B4-BE49-F238E27FC236}">
                    <a16:creationId xmlns:a16="http://schemas.microsoft.com/office/drawing/2014/main" id="{55C7EF19-566E-A941-86B7-D57309135326}"/>
                  </a:ext>
                </a:extLst>
              </p:cNvPr>
              <p:cNvSpPr>
                <a:spLocks noChangeArrowheads="1"/>
              </p:cNvSpPr>
              <p:nvPr/>
            </p:nvSpPr>
            <p:spPr bwMode="auto">
              <a:xfrm>
                <a:off x="1044575" y="1685925"/>
                <a:ext cx="193964"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700" b="1" i="0" u="none" strike="noStrike" kern="0" cap="none" spc="0" normalizeH="0" baseline="0" noProof="0">
                    <a:ln>
                      <a:noFill/>
                    </a:ln>
                    <a:solidFill>
                      <a:srgbClr val="FF0000"/>
                    </a:solidFill>
                    <a:effectLst/>
                    <a:uLnTx/>
                    <a:uFillTx/>
                    <a:latin typeface="Calibri" panose="020F0502020204030204" pitchFamily="34" charset="0"/>
                  </a:rPr>
                  <a:t>HIGH</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77" name="Freeform 328">
                <a:extLst>
                  <a:ext uri="{FF2B5EF4-FFF2-40B4-BE49-F238E27FC236}">
                    <a16:creationId xmlns:a16="http://schemas.microsoft.com/office/drawing/2014/main" id="{F8013E1C-74CE-294B-39E6-320172B73346}"/>
                  </a:ext>
                </a:extLst>
              </p:cNvPr>
              <p:cNvSpPr>
                <a:spLocks/>
              </p:cNvSpPr>
              <p:nvPr/>
            </p:nvSpPr>
            <p:spPr bwMode="auto">
              <a:xfrm>
                <a:off x="241415" y="2634013"/>
                <a:ext cx="153988" cy="71438"/>
              </a:xfrm>
              <a:custGeom>
                <a:avLst/>
                <a:gdLst>
                  <a:gd name="T0" fmla="*/ 0 w 97"/>
                  <a:gd name="T1" fmla="*/ 45 h 45"/>
                  <a:gd name="T2" fmla="*/ 49 w 97"/>
                  <a:gd name="T3" fmla="*/ 45 h 45"/>
                  <a:gd name="T4" fmla="*/ 49 w 97"/>
                  <a:gd name="T5" fmla="*/ 0 h 45"/>
                  <a:gd name="T6" fmla="*/ 97 w 97"/>
                  <a:gd name="T7" fmla="*/ 0 h 45"/>
                </a:gdLst>
                <a:ahLst/>
                <a:cxnLst>
                  <a:cxn ang="0">
                    <a:pos x="T0" y="T1"/>
                  </a:cxn>
                  <a:cxn ang="0">
                    <a:pos x="T2" y="T3"/>
                  </a:cxn>
                  <a:cxn ang="0">
                    <a:pos x="T4" y="T5"/>
                  </a:cxn>
                  <a:cxn ang="0">
                    <a:pos x="T6" y="T7"/>
                  </a:cxn>
                </a:cxnLst>
                <a:rect l="0" t="0" r="r" b="b"/>
                <a:pathLst>
                  <a:path w="97" h="45">
                    <a:moveTo>
                      <a:pt x="0" y="45"/>
                    </a:moveTo>
                    <a:lnTo>
                      <a:pt x="49" y="45"/>
                    </a:lnTo>
                    <a:lnTo>
                      <a:pt x="49" y="0"/>
                    </a:lnTo>
                    <a:lnTo>
                      <a:pt x="97" y="0"/>
                    </a:lnTo>
                  </a:path>
                </a:pathLst>
              </a:custGeom>
              <a:noFill/>
              <a:ln w="26988" cap="rnd">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78" name="Freeform 329">
                <a:extLst>
                  <a:ext uri="{FF2B5EF4-FFF2-40B4-BE49-F238E27FC236}">
                    <a16:creationId xmlns:a16="http://schemas.microsoft.com/office/drawing/2014/main" id="{05B4CC0A-8A73-CF1A-2377-5D5AAFCA5D74}"/>
                  </a:ext>
                </a:extLst>
              </p:cNvPr>
              <p:cNvSpPr>
                <a:spLocks/>
              </p:cNvSpPr>
              <p:nvPr/>
            </p:nvSpPr>
            <p:spPr bwMode="auto">
              <a:xfrm>
                <a:off x="2546350" y="1762125"/>
                <a:ext cx="119063" cy="84138"/>
              </a:xfrm>
              <a:custGeom>
                <a:avLst/>
                <a:gdLst>
                  <a:gd name="T0" fmla="*/ 0 w 75"/>
                  <a:gd name="T1" fmla="*/ 0 h 53"/>
                  <a:gd name="T2" fmla="*/ 37 w 75"/>
                  <a:gd name="T3" fmla="*/ 0 h 53"/>
                  <a:gd name="T4" fmla="*/ 37 w 75"/>
                  <a:gd name="T5" fmla="*/ 53 h 53"/>
                  <a:gd name="T6" fmla="*/ 75 w 75"/>
                  <a:gd name="T7" fmla="*/ 53 h 53"/>
                </a:gdLst>
                <a:ahLst/>
                <a:cxnLst>
                  <a:cxn ang="0">
                    <a:pos x="T0" y="T1"/>
                  </a:cxn>
                  <a:cxn ang="0">
                    <a:pos x="T2" y="T3"/>
                  </a:cxn>
                  <a:cxn ang="0">
                    <a:pos x="T4" y="T5"/>
                  </a:cxn>
                  <a:cxn ang="0">
                    <a:pos x="T6" y="T7"/>
                  </a:cxn>
                </a:cxnLst>
                <a:rect l="0" t="0" r="r" b="b"/>
                <a:pathLst>
                  <a:path w="75" h="53">
                    <a:moveTo>
                      <a:pt x="0" y="0"/>
                    </a:moveTo>
                    <a:lnTo>
                      <a:pt x="37" y="0"/>
                    </a:lnTo>
                    <a:lnTo>
                      <a:pt x="37" y="53"/>
                    </a:lnTo>
                    <a:lnTo>
                      <a:pt x="75" y="53"/>
                    </a:lnTo>
                  </a:path>
                </a:pathLst>
              </a:custGeom>
              <a:noFill/>
              <a:ln w="26988" cap="rnd">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79" name="Freeform 330">
                <a:extLst>
                  <a:ext uri="{FF2B5EF4-FFF2-40B4-BE49-F238E27FC236}">
                    <a16:creationId xmlns:a16="http://schemas.microsoft.com/office/drawing/2014/main" id="{E78F4242-5E6A-17DE-DB27-B119B97ED629}"/>
                  </a:ext>
                </a:extLst>
              </p:cNvPr>
              <p:cNvSpPr>
                <a:spLocks/>
              </p:cNvSpPr>
              <p:nvPr/>
            </p:nvSpPr>
            <p:spPr bwMode="auto">
              <a:xfrm>
                <a:off x="3430588" y="2509838"/>
                <a:ext cx="153988" cy="71438"/>
              </a:xfrm>
              <a:custGeom>
                <a:avLst/>
                <a:gdLst>
                  <a:gd name="T0" fmla="*/ 0 w 97"/>
                  <a:gd name="T1" fmla="*/ 45 h 45"/>
                  <a:gd name="T2" fmla="*/ 49 w 97"/>
                  <a:gd name="T3" fmla="*/ 45 h 45"/>
                  <a:gd name="T4" fmla="*/ 49 w 97"/>
                  <a:gd name="T5" fmla="*/ 0 h 45"/>
                  <a:gd name="T6" fmla="*/ 97 w 97"/>
                  <a:gd name="T7" fmla="*/ 0 h 45"/>
                </a:gdLst>
                <a:ahLst/>
                <a:cxnLst>
                  <a:cxn ang="0">
                    <a:pos x="T0" y="T1"/>
                  </a:cxn>
                  <a:cxn ang="0">
                    <a:pos x="T2" y="T3"/>
                  </a:cxn>
                  <a:cxn ang="0">
                    <a:pos x="T4" y="T5"/>
                  </a:cxn>
                  <a:cxn ang="0">
                    <a:pos x="T6" y="T7"/>
                  </a:cxn>
                </a:cxnLst>
                <a:rect l="0" t="0" r="r" b="b"/>
                <a:pathLst>
                  <a:path w="97" h="45">
                    <a:moveTo>
                      <a:pt x="0" y="45"/>
                    </a:moveTo>
                    <a:lnTo>
                      <a:pt x="49" y="45"/>
                    </a:lnTo>
                    <a:lnTo>
                      <a:pt x="49" y="0"/>
                    </a:lnTo>
                    <a:lnTo>
                      <a:pt x="97" y="0"/>
                    </a:lnTo>
                  </a:path>
                </a:pathLst>
              </a:custGeom>
              <a:noFill/>
              <a:ln w="26988" cap="rnd">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80" name="Freeform 331">
                <a:extLst>
                  <a:ext uri="{FF2B5EF4-FFF2-40B4-BE49-F238E27FC236}">
                    <a16:creationId xmlns:a16="http://schemas.microsoft.com/office/drawing/2014/main" id="{0C8CB07A-8E18-7E97-4265-128F2A939306}"/>
                  </a:ext>
                </a:extLst>
              </p:cNvPr>
              <p:cNvSpPr>
                <a:spLocks/>
              </p:cNvSpPr>
              <p:nvPr/>
            </p:nvSpPr>
            <p:spPr bwMode="auto">
              <a:xfrm>
                <a:off x="3757613" y="2366963"/>
                <a:ext cx="120650" cy="82550"/>
              </a:xfrm>
              <a:custGeom>
                <a:avLst/>
                <a:gdLst>
                  <a:gd name="T0" fmla="*/ 0 w 76"/>
                  <a:gd name="T1" fmla="*/ 0 h 52"/>
                  <a:gd name="T2" fmla="*/ 38 w 76"/>
                  <a:gd name="T3" fmla="*/ 0 h 52"/>
                  <a:gd name="T4" fmla="*/ 38 w 76"/>
                  <a:gd name="T5" fmla="*/ 52 h 52"/>
                  <a:gd name="T6" fmla="*/ 76 w 76"/>
                  <a:gd name="T7" fmla="*/ 52 h 52"/>
                </a:gdLst>
                <a:ahLst/>
                <a:cxnLst>
                  <a:cxn ang="0">
                    <a:pos x="T0" y="T1"/>
                  </a:cxn>
                  <a:cxn ang="0">
                    <a:pos x="T2" y="T3"/>
                  </a:cxn>
                  <a:cxn ang="0">
                    <a:pos x="T4" y="T5"/>
                  </a:cxn>
                  <a:cxn ang="0">
                    <a:pos x="T6" y="T7"/>
                  </a:cxn>
                </a:cxnLst>
                <a:rect l="0" t="0" r="r" b="b"/>
                <a:pathLst>
                  <a:path w="76" h="52">
                    <a:moveTo>
                      <a:pt x="0" y="0"/>
                    </a:moveTo>
                    <a:lnTo>
                      <a:pt x="38" y="0"/>
                    </a:lnTo>
                    <a:lnTo>
                      <a:pt x="38" y="52"/>
                    </a:lnTo>
                    <a:lnTo>
                      <a:pt x="76" y="52"/>
                    </a:lnTo>
                  </a:path>
                </a:pathLst>
              </a:custGeom>
              <a:noFill/>
              <a:ln w="26988" cap="rnd">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81" name="Freeform 332">
                <a:extLst>
                  <a:ext uri="{FF2B5EF4-FFF2-40B4-BE49-F238E27FC236}">
                    <a16:creationId xmlns:a16="http://schemas.microsoft.com/office/drawing/2014/main" id="{C4486A0B-1B82-7D66-FDBE-18B430E21A52}"/>
                  </a:ext>
                </a:extLst>
              </p:cNvPr>
              <p:cNvSpPr>
                <a:spLocks/>
              </p:cNvSpPr>
              <p:nvPr/>
            </p:nvSpPr>
            <p:spPr bwMode="auto">
              <a:xfrm>
                <a:off x="250825" y="1693863"/>
                <a:ext cx="120650" cy="82550"/>
              </a:xfrm>
              <a:custGeom>
                <a:avLst/>
                <a:gdLst>
                  <a:gd name="T0" fmla="*/ 0 w 76"/>
                  <a:gd name="T1" fmla="*/ 0 h 52"/>
                  <a:gd name="T2" fmla="*/ 38 w 76"/>
                  <a:gd name="T3" fmla="*/ 0 h 52"/>
                  <a:gd name="T4" fmla="*/ 38 w 76"/>
                  <a:gd name="T5" fmla="*/ 52 h 52"/>
                  <a:gd name="T6" fmla="*/ 76 w 76"/>
                  <a:gd name="T7" fmla="*/ 52 h 52"/>
                </a:gdLst>
                <a:ahLst/>
                <a:cxnLst>
                  <a:cxn ang="0">
                    <a:pos x="T0" y="T1"/>
                  </a:cxn>
                  <a:cxn ang="0">
                    <a:pos x="T2" y="T3"/>
                  </a:cxn>
                  <a:cxn ang="0">
                    <a:pos x="T4" y="T5"/>
                  </a:cxn>
                  <a:cxn ang="0">
                    <a:pos x="T6" y="T7"/>
                  </a:cxn>
                </a:cxnLst>
                <a:rect l="0" t="0" r="r" b="b"/>
                <a:pathLst>
                  <a:path w="76" h="52">
                    <a:moveTo>
                      <a:pt x="0" y="0"/>
                    </a:moveTo>
                    <a:lnTo>
                      <a:pt x="38" y="0"/>
                    </a:lnTo>
                    <a:lnTo>
                      <a:pt x="38" y="52"/>
                    </a:lnTo>
                    <a:lnTo>
                      <a:pt x="76" y="52"/>
                    </a:lnTo>
                  </a:path>
                </a:pathLst>
              </a:custGeom>
              <a:noFill/>
              <a:ln w="26988" cap="rnd">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grpSp>
            <p:nvGrpSpPr>
              <p:cNvPr id="882" name="Group 881">
                <a:extLst>
                  <a:ext uri="{FF2B5EF4-FFF2-40B4-BE49-F238E27FC236}">
                    <a16:creationId xmlns:a16="http://schemas.microsoft.com/office/drawing/2014/main" id="{31D24FAB-7929-5B31-8FE9-3A78FB8371FC}"/>
                  </a:ext>
                </a:extLst>
              </p:cNvPr>
              <p:cNvGrpSpPr/>
              <p:nvPr/>
            </p:nvGrpSpPr>
            <p:grpSpPr>
              <a:xfrm>
                <a:off x="2003427" y="2578800"/>
                <a:ext cx="265113" cy="398462"/>
                <a:chOff x="1917701" y="2576513"/>
                <a:chExt cx="265113" cy="398462"/>
              </a:xfrm>
            </p:grpSpPr>
            <p:sp>
              <p:nvSpPr>
                <p:cNvPr id="899" name="Line 6">
                  <a:extLst>
                    <a:ext uri="{FF2B5EF4-FFF2-40B4-BE49-F238E27FC236}">
                      <a16:creationId xmlns:a16="http://schemas.microsoft.com/office/drawing/2014/main" id="{C14347F1-8B82-495A-7596-BCA90BB23D87}"/>
                    </a:ext>
                  </a:extLst>
                </p:cNvPr>
                <p:cNvSpPr>
                  <a:spLocks noChangeShapeType="1"/>
                </p:cNvSpPr>
                <p:nvPr/>
              </p:nvSpPr>
              <p:spPr bwMode="auto">
                <a:xfrm flipH="1">
                  <a:off x="1922463" y="2795588"/>
                  <a:ext cx="104775" cy="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0" name="Line 80">
                  <a:extLst>
                    <a:ext uri="{FF2B5EF4-FFF2-40B4-BE49-F238E27FC236}">
                      <a16:creationId xmlns:a16="http://schemas.microsoft.com/office/drawing/2014/main" id="{33E10DD1-FFE0-1548-A8AA-9E34C8FA9675}"/>
                    </a:ext>
                  </a:extLst>
                </p:cNvPr>
                <p:cNvSpPr>
                  <a:spLocks noChangeShapeType="1"/>
                </p:cNvSpPr>
                <p:nvPr/>
              </p:nvSpPr>
              <p:spPr bwMode="auto">
                <a:xfrm flipV="1">
                  <a:off x="1917701" y="2609850"/>
                  <a:ext cx="0" cy="180975"/>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1" name="Line 90">
                  <a:extLst>
                    <a:ext uri="{FF2B5EF4-FFF2-40B4-BE49-F238E27FC236}">
                      <a16:creationId xmlns:a16="http://schemas.microsoft.com/office/drawing/2014/main" id="{0CB55787-3E69-DE73-84EB-A804CA83DCFB}"/>
                    </a:ext>
                  </a:extLst>
                </p:cNvPr>
                <p:cNvSpPr>
                  <a:spLocks noChangeShapeType="1"/>
                </p:cNvSpPr>
                <p:nvPr/>
              </p:nvSpPr>
              <p:spPr bwMode="auto">
                <a:xfrm flipH="1">
                  <a:off x="1949451" y="2795588"/>
                  <a:ext cx="79375" cy="0"/>
                </a:xfrm>
                <a:prstGeom prst="line">
                  <a:avLst/>
                </a:prstGeom>
                <a:noFill/>
                <a:ln w="19050" cap="rnd">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2" name="Line 93">
                  <a:extLst>
                    <a:ext uri="{FF2B5EF4-FFF2-40B4-BE49-F238E27FC236}">
                      <a16:creationId xmlns:a16="http://schemas.microsoft.com/office/drawing/2014/main" id="{11FD5239-128C-8EA1-A8B8-BA8CD87FA520}"/>
                    </a:ext>
                  </a:extLst>
                </p:cNvPr>
                <p:cNvSpPr>
                  <a:spLocks noChangeShapeType="1"/>
                </p:cNvSpPr>
                <p:nvPr/>
              </p:nvSpPr>
              <p:spPr bwMode="auto">
                <a:xfrm>
                  <a:off x="2182813" y="2649538"/>
                  <a:ext cx="0" cy="74613"/>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3" name="Line 94">
                  <a:extLst>
                    <a:ext uri="{FF2B5EF4-FFF2-40B4-BE49-F238E27FC236}">
                      <a16:creationId xmlns:a16="http://schemas.microsoft.com/office/drawing/2014/main" id="{F848457D-1FE1-C78F-1AB5-270AD5C491C1}"/>
                    </a:ext>
                  </a:extLst>
                </p:cNvPr>
                <p:cNvSpPr>
                  <a:spLocks noChangeShapeType="1"/>
                </p:cNvSpPr>
                <p:nvPr/>
              </p:nvSpPr>
              <p:spPr bwMode="auto">
                <a:xfrm>
                  <a:off x="2076451" y="2727325"/>
                  <a:ext cx="106363" cy="0"/>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4" name="Line 95">
                  <a:extLst>
                    <a:ext uri="{FF2B5EF4-FFF2-40B4-BE49-F238E27FC236}">
                      <a16:creationId xmlns:a16="http://schemas.microsoft.com/office/drawing/2014/main" id="{420C08B4-A1BF-45CF-E8D5-8E10897BDDCE}"/>
                    </a:ext>
                  </a:extLst>
                </p:cNvPr>
                <p:cNvSpPr>
                  <a:spLocks noChangeShapeType="1"/>
                </p:cNvSpPr>
                <p:nvPr/>
              </p:nvSpPr>
              <p:spPr bwMode="auto">
                <a:xfrm flipV="1">
                  <a:off x="2076451" y="2697163"/>
                  <a:ext cx="0" cy="206375"/>
                </a:xfrm>
                <a:prstGeom prst="line">
                  <a:avLst/>
                </a:prstGeom>
                <a:noFill/>
                <a:ln w="19050" cap="sq">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5" name="Freeform 96">
                  <a:extLst>
                    <a:ext uri="{FF2B5EF4-FFF2-40B4-BE49-F238E27FC236}">
                      <a16:creationId xmlns:a16="http://schemas.microsoft.com/office/drawing/2014/main" id="{7D2F37FC-3471-1280-4AC8-AE5C4BACB9C1}"/>
                    </a:ext>
                  </a:extLst>
                </p:cNvPr>
                <p:cNvSpPr>
                  <a:spLocks noEditPoints="1"/>
                </p:cNvSpPr>
                <p:nvPr/>
              </p:nvSpPr>
              <p:spPr bwMode="auto">
                <a:xfrm>
                  <a:off x="2066926" y="2846388"/>
                  <a:ext cx="115888" cy="53975"/>
                </a:xfrm>
                <a:custGeom>
                  <a:avLst/>
                  <a:gdLst>
                    <a:gd name="T0" fmla="*/ 15 w 173"/>
                    <a:gd name="T1" fmla="*/ 25 h 80"/>
                    <a:gd name="T2" fmla="*/ 113 w 173"/>
                    <a:gd name="T3" fmla="*/ 25 h 80"/>
                    <a:gd name="T4" fmla="*/ 128 w 173"/>
                    <a:gd name="T5" fmla="*/ 40 h 80"/>
                    <a:gd name="T6" fmla="*/ 113 w 173"/>
                    <a:gd name="T7" fmla="*/ 55 h 80"/>
                    <a:gd name="T8" fmla="*/ 15 w 173"/>
                    <a:gd name="T9" fmla="*/ 55 h 80"/>
                    <a:gd name="T10" fmla="*/ 0 w 173"/>
                    <a:gd name="T11" fmla="*/ 40 h 80"/>
                    <a:gd name="T12" fmla="*/ 15 w 173"/>
                    <a:gd name="T13" fmla="*/ 25 h 80"/>
                    <a:gd name="T14" fmla="*/ 93 w 173"/>
                    <a:gd name="T15" fmla="*/ 0 h 80"/>
                    <a:gd name="T16" fmla="*/ 173 w 173"/>
                    <a:gd name="T17" fmla="*/ 40 h 80"/>
                    <a:gd name="T18" fmla="*/ 93 w 173"/>
                    <a:gd name="T19" fmla="*/ 80 h 80"/>
                    <a:gd name="T20" fmla="*/ 93 w 173"/>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80">
                      <a:moveTo>
                        <a:pt x="15" y="25"/>
                      </a:moveTo>
                      <a:lnTo>
                        <a:pt x="113" y="25"/>
                      </a:lnTo>
                      <a:cubicBezTo>
                        <a:pt x="121" y="25"/>
                        <a:pt x="128" y="32"/>
                        <a:pt x="128" y="40"/>
                      </a:cubicBezTo>
                      <a:cubicBezTo>
                        <a:pt x="128" y="49"/>
                        <a:pt x="121" y="55"/>
                        <a:pt x="113" y="55"/>
                      </a:cubicBezTo>
                      <a:lnTo>
                        <a:pt x="15" y="55"/>
                      </a:lnTo>
                      <a:cubicBezTo>
                        <a:pt x="7" y="55"/>
                        <a:pt x="0" y="49"/>
                        <a:pt x="0" y="40"/>
                      </a:cubicBezTo>
                      <a:cubicBezTo>
                        <a:pt x="0" y="32"/>
                        <a:pt x="7" y="25"/>
                        <a:pt x="15" y="25"/>
                      </a:cubicBezTo>
                      <a:close/>
                      <a:moveTo>
                        <a:pt x="93" y="0"/>
                      </a:moveTo>
                      <a:lnTo>
                        <a:pt x="173" y="40"/>
                      </a:lnTo>
                      <a:lnTo>
                        <a:pt x="93" y="80"/>
                      </a:lnTo>
                      <a:lnTo>
                        <a:pt x="93" y="0"/>
                      </a:lnTo>
                      <a:close/>
                    </a:path>
                  </a:pathLst>
                </a:custGeom>
                <a:solidFill>
                  <a:srgbClr val="00B050"/>
                </a:solidFill>
                <a:ln w="0" cap="flat">
                  <a:solidFill>
                    <a:srgbClr val="00B05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6" name="Line 97">
                  <a:extLst>
                    <a:ext uri="{FF2B5EF4-FFF2-40B4-BE49-F238E27FC236}">
                      <a16:creationId xmlns:a16="http://schemas.microsoft.com/office/drawing/2014/main" id="{3281F182-39AC-63A9-2418-ED873260792E}"/>
                    </a:ext>
                  </a:extLst>
                </p:cNvPr>
                <p:cNvSpPr>
                  <a:spLocks noChangeShapeType="1"/>
                </p:cNvSpPr>
                <p:nvPr/>
              </p:nvSpPr>
              <p:spPr bwMode="auto">
                <a:xfrm flipV="1">
                  <a:off x="2030413" y="2727325"/>
                  <a:ext cx="0" cy="147638"/>
                </a:xfrm>
                <a:prstGeom prst="line">
                  <a:avLst/>
                </a:prstGeom>
                <a:noFill/>
                <a:ln w="19050" cap="sq">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7" name="Line 98">
                  <a:extLst>
                    <a:ext uri="{FF2B5EF4-FFF2-40B4-BE49-F238E27FC236}">
                      <a16:creationId xmlns:a16="http://schemas.microsoft.com/office/drawing/2014/main" id="{5658CFA7-3643-4AA8-59A2-ECD5FE139CD4}"/>
                    </a:ext>
                  </a:extLst>
                </p:cNvPr>
                <p:cNvSpPr>
                  <a:spLocks noChangeShapeType="1"/>
                </p:cNvSpPr>
                <p:nvPr/>
              </p:nvSpPr>
              <p:spPr bwMode="auto">
                <a:xfrm flipV="1">
                  <a:off x="2173288" y="2882900"/>
                  <a:ext cx="0" cy="92075"/>
                </a:xfrm>
                <a:prstGeom prst="line">
                  <a:avLst/>
                </a:prstGeom>
                <a:noFill/>
                <a:ln w="19050"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8" name="Line 241">
                  <a:extLst>
                    <a:ext uri="{FF2B5EF4-FFF2-40B4-BE49-F238E27FC236}">
                      <a16:creationId xmlns:a16="http://schemas.microsoft.com/office/drawing/2014/main" id="{610928A9-B68B-791B-C3F8-7623BF7519DD}"/>
                    </a:ext>
                  </a:extLst>
                </p:cNvPr>
                <p:cNvSpPr>
                  <a:spLocks noChangeShapeType="1"/>
                </p:cNvSpPr>
                <p:nvPr/>
              </p:nvSpPr>
              <p:spPr bwMode="auto">
                <a:xfrm flipH="1">
                  <a:off x="1922463" y="2795588"/>
                  <a:ext cx="98425" cy="0"/>
                </a:xfrm>
                <a:prstGeom prst="line">
                  <a:avLst/>
                </a:prstGeom>
                <a:noFill/>
                <a:ln w="23813" cap="rnd">
                  <a:solidFill>
                    <a:srgbClr val="00B05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909" name="Freeform 333">
                  <a:extLst>
                    <a:ext uri="{FF2B5EF4-FFF2-40B4-BE49-F238E27FC236}">
                      <a16:creationId xmlns:a16="http://schemas.microsoft.com/office/drawing/2014/main" id="{FB7FA6A8-E08E-A88D-A08D-A14DE871795C}"/>
                    </a:ext>
                  </a:extLst>
                </p:cNvPr>
                <p:cNvSpPr>
                  <a:spLocks/>
                </p:cNvSpPr>
                <p:nvPr/>
              </p:nvSpPr>
              <p:spPr bwMode="auto">
                <a:xfrm>
                  <a:off x="1979613" y="2576513"/>
                  <a:ext cx="119063" cy="84138"/>
                </a:xfrm>
                <a:custGeom>
                  <a:avLst/>
                  <a:gdLst>
                    <a:gd name="T0" fmla="*/ 0 w 75"/>
                    <a:gd name="T1" fmla="*/ 0 h 53"/>
                    <a:gd name="T2" fmla="*/ 38 w 75"/>
                    <a:gd name="T3" fmla="*/ 0 h 53"/>
                    <a:gd name="T4" fmla="*/ 38 w 75"/>
                    <a:gd name="T5" fmla="*/ 53 h 53"/>
                    <a:gd name="T6" fmla="*/ 75 w 75"/>
                    <a:gd name="T7" fmla="*/ 53 h 53"/>
                  </a:gdLst>
                  <a:ahLst/>
                  <a:cxnLst>
                    <a:cxn ang="0">
                      <a:pos x="T0" y="T1"/>
                    </a:cxn>
                    <a:cxn ang="0">
                      <a:pos x="T2" y="T3"/>
                    </a:cxn>
                    <a:cxn ang="0">
                      <a:pos x="T4" y="T5"/>
                    </a:cxn>
                    <a:cxn ang="0">
                      <a:pos x="T6" y="T7"/>
                    </a:cxn>
                  </a:cxnLst>
                  <a:rect l="0" t="0" r="r" b="b"/>
                  <a:pathLst>
                    <a:path w="75" h="53">
                      <a:moveTo>
                        <a:pt x="0" y="0"/>
                      </a:moveTo>
                      <a:lnTo>
                        <a:pt x="38" y="0"/>
                      </a:lnTo>
                      <a:lnTo>
                        <a:pt x="38" y="53"/>
                      </a:lnTo>
                      <a:lnTo>
                        <a:pt x="75" y="53"/>
                      </a:lnTo>
                    </a:path>
                  </a:pathLst>
                </a:custGeom>
                <a:noFill/>
                <a:ln w="26988" cap="rnd">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grpSp>
          <p:sp>
            <p:nvSpPr>
              <p:cNvPr id="883" name="Freeform 334">
                <a:extLst>
                  <a:ext uri="{FF2B5EF4-FFF2-40B4-BE49-F238E27FC236}">
                    <a16:creationId xmlns:a16="http://schemas.microsoft.com/office/drawing/2014/main" id="{98FA9347-D896-FEF1-D92A-EE0ABDF8927B}"/>
                  </a:ext>
                </a:extLst>
              </p:cNvPr>
              <p:cNvSpPr>
                <a:spLocks/>
              </p:cNvSpPr>
              <p:nvPr/>
            </p:nvSpPr>
            <p:spPr bwMode="auto">
              <a:xfrm>
                <a:off x="1212182" y="2494545"/>
                <a:ext cx="153988" cy="65510"/>
              </a:xfrm>
              <a:custGeom>
                <a:avLst/>
                <a:gdLst>
                  <a:gd name="T0" fmla="*/ 0 w 97"/>
                  <a:gd name="T1" fmla="*/ 44 h 44"/>
                  <a:gd name="T2" fmla="*/ 48 w 97"/>
                  <a:gd name="T3" fmla="*/ 44 h 44"/>
                  <a:gd name="T4" fmla="*/ 48 w 97"/>
                  <a:gd name="T5" fmla="*/ 0 h 44"/>
                  <a:gd name="T6" fmla="*/ 97 w 97"/>
                  <a:gd name="T7" fmla="*/ 0 h 44"/>
                </a:gdLst>
                <a:ahLst/>
                <a:cxnLst>
                  <a:cxn ang="0">
                    <a:pos x="T0" y="T1"/>
                  </a:cxn>
                  <a:cxn ang="0">
                    <a:pos x="T2" y="T3"/>
                  </a:cxn>
                  <a:cxn ang="0">
                    <a:pos x="T4" y="T5"/>
                  </a:cxn>
                  <a:cxn ang="0">
                    <a:pos x="T6" y="T7"/>
                  </a:cxn>
                </a:cxnLst>
                <a:rect l="0" t="0" r="r" b="b"/>
                <a:pathLst>
                  <a:path w="97" h="44">
                    <a:moveTo>
                      <a:pt x="0" y="44"/>
                    </a:moveTo>
                    <a:lnTo>
                      <a:pt x="48" y="44"/>
                    </a:lnTo>
                    <a:lnTo>
                      <a:pt x="48" y="0"/>
                    </a:lnTo>
                    <a:lnTo>
                      <a:pt x="97" y="0"/>
                    </a:lnTo>
                  </a:path>
                </a:pathLst>
              </a:custGeom>
              <a:noFill/>
              <a:ln w="26988" cap="rnd">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84" name="Freeform 335">
                <a:extLst>
                  <a:ext uri="{FF2B5EF4-FFF2-40B4-BE49-F238E27FC236}">
                    <a16:creationId xmlns:a16="http://schemas.microsoft.com/office/drawing/2014/main" id="{7B6B86C2-23B7-C84F-C76C-5BBA7E6D5564}"/>
                  </a:ext>
                </a:extLst>
              </p:cNvPr>
              <p:cNvSpPr>
                <a:spLocks/>
              </p:cNvSpPr>
              <p:nvPr/>
            </p:nvSpPr>
            <p:spPr bwMode="auto">
              <a:xfrm>
                <a:off x="2311400" y="2357438"/>
                <a:ext cx="153988" cy="71438"/>
              </a:xfrm>
              <a:custGeom>
                <a:avLst/>
                <a:gdLst>
                  <a:gd name="T0" fmla="*/ 0 w 97"/>
                  <a:gd name="T1" fmla="*/ 45 h 45"/>
                  <a:gd name="T2" fmla="*/ 48 w 97"/>
                  <a:gd name="T3" fmla="*/ 45 h 45"/>
                  <a:gd name="T4" fmla="*/ 48 w 97"/>
                  <a:gd name="T5" fmla="*/ 0 h 45"/>
                  <a:gd name="T6" fmla="*/ 97 w 97"/>
                  <a:gd name="T7" fmla="*/ 0 h 45"/>
                </a:gdLst>
                <a:ahLst/>
                <a:cxnLst>
                  <a:cxn ang="0">
                    <a:pos x="T0" y="T1"/>
                  </a:cxn>
                  <a:cxn ang="0">
                    <a:pos x="T2" y="T3"/>
                  </a:cxn>
                  <a:cxn ang="0">
                    <a:pos x="T4" y="T5"/>
                  </a:cxn>
                  <a:cxn ang="0">
                    <a:pos x="T6" y="T7"/>
                  </a:cxn>
                </a:cxnLst>
                <a:rect l="0" t="0" r="r" b="b"/>
                <a:pathLst>
                  <a:path w="97" h="45">
                    <a:moveTo>
                      <a:pt x="0" y="45"/>
                    </a:moveTo>
                    <a:lnTo>
                      <a:pt x="48" y="45"/>
                    </a:lnTo>
                    <a:lnTo>
                      <a:pt x="48" y="0"/>
                    </a:lnTo>
                    <a:lnTo>
                      <a:pt x="97" y="0"/>
                    </a:lnTo>
                  </a:path>
                </a:pathLst>
              </a:custGeom>
              <a:noFill/>
              <a:ln w="26988" cap="rnd">
                <a:solidFill>
                  <a:srgbClr val="00B05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endParaRPr>
              </a:p>
            </p:txBody>
          </p:sp>
          <p:sp>
            <p:nvSpPr>
              <p:cNvPr id="885" name="Rectangle 272">
                <a:extLst>
                  <a:ext uri="{FF2B5EF4-FFF2-40B4-BE49-F238E27FC236}">
                    <a16:creationId xmlns:a16="http://schemas.microsoft.com/office/drawing/2014/main" id="{8CBD6A97-1F31-98BB-188D-87F88DC00774}"/>
                  </a:ext>
                </a:extLst>
              </p:cNvPr>
              <p:cNvSpPr>
                <a:spLocks noChangeArrowheads="1"/>
              </p:cNvSpPr>
              <p:nvPr/>
            </p:nvSpPr>
            <p:spPr bwMode="auto">
              <a:xfrm>
                <a:off x="579264" y="2535644"/>
                <a:ext cx="338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1</a:t>
                </a:r>
              </a:p>
            </p:txBody>
          </p:sp>
          <p:sp>
            <p:nvSpPr>
              <p:cNvPr id="886" name="Rectangle 272">
                <a:extLst>
                  <a:ext uri="{FF2B5EF4-FFF2-40B4-BE49-F238E27FC236}">
                    <a16:creationId xmlns:a16="http://schemas.microsoft.com/office/drawing/2014/main" id="{B4F3BCAB-5A12-1BC0-E522-1F3C4FCB9D14}"/>
                  </a:ext>
                </a:extLst>
              </p:cNvPr>
              <p:cNvSpPr>
                <a:spLocks noChangeArrowheads="1"/>
              </p:cNvSpPr>
              <p:nvPr/>
            </p:nvSpPr>
            <p:spPr bwMode="auto">
              <a:xfrm>
                <a:off x="1615132" y="2568576"/>
                <a:ext cx="338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2</a:t>
                </a:r>
              </a:p>
            </p:txBody>
          </p:sp>
          <p:sp>
            <p:nvSpPr>
              <p:cNvPr id="887" name="Rectangle 272">
                <a:extLst>
                  <a:ext uri="{FF2B5EF4-FFF2-40B4-BE49-F238E27FC236}">
                    <a16:creationId xmlns:a16="http://schemas.microsoft.com/office/drawing/2014/main" id="{4133FA76-FDB7-F5B7-D5FB-2764D8052E67}"/>
                  </a:ext>
                </a:extLst>
              </p:cNvPr>
              <p:cNvSpPr>
                <a:spLocks noChangeArrowheads="1"/>
              </p:cNvSpPr>
              <p:nvPr/>
            </p:nvSpPr>
            <p:spPr bwMode="auto">
              <a:xfrm>
                <a:off x="2408251" y="2507310"/>
                <a:ext cx="338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3</a:t>
                </a:r>
              </a:p>
            </p:txBody>
          </p:sp>
          <p:sp>
            <p:nvSpPr>
              <p:cNvPr id="888" name="Rectangle 272">
                <a:extLst>
                  <a:ext uri="{FF2B5EF4-FFF2-40B4-BE49-F238E27FC236}">
                    <a16:creationId xmlns:a16="http://schemas.microsoft.com/office/drawing/2014/main" id="{95585D8F-3944-795F-3A41-A9C8D66D1710}"/>
                  </a:ext>
                </a:extLst>
              </p:cNvPr>
              <p:cNvSpPr>
                <a:spLocks noChangeArrowheads="1"/>
              </p:cNvSpPr>
              <p:nvPr/>
            </p:nvSpPr>
            <p:spPr bwMode="auto">
              <a:xfrm>
                <a:off x="2995613" y="2531682"/>
                <a:ext cx="338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4</a:t>
                </a:r>
              </a:p>
            </p:txBody>
          </p:sp>
          <p:sp>
            <p:nvSpPr>
              <p:cNvPr id="889" name="Rectangle 272">
                <a:extLst>
                  <a:ext uri="{FF2B5EF4-FFF2-40B4-BE49-F238E27FC236}">
                    <a16:creationId xmlns:a16="http://schemas.microsoft.com/office/drawing/2014/main" id="{345A2E60-2AAB-47A7-FB2E-303412834BC9}"/>
                  </a:ext>
                </a:extLst>
              </p:cNvPr>
              <p:cNvSpPr>
                <a:spLocks noChangeArrowheads="1"/>
              </p:cNvSpPr>
              <p:nvPr/>
            </p:nvSpPr>
            <p:spPr bwMode="auto">
              <a:xfrm>
                <a:off x="3871119" y="2662816"/>
                <a:ext cx="3383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5</a:t>
                </a:r>
              </a:p>
            </p:txBody>
          </p:sp>
          <p:sp>
            <p:nvSpPr>
              <p:cNvPr id="890" name="Rectangle 35">
                <a:extLst>
                  <a:ext uri="{FF2B5EF4-FFF2-40B4-BE49-F238E27FC236}">
                    <a16:creationId xmlns:a16="http://schemas.microsoft.com/office/drawing/2014/main" id="{98913647-E36A-5CA0-5440-8F577D8C220E}"/>
                  </a:ext>
                </a:extLst>
              </p:cNvPr>
              <p:cNvSpPr>
                <a:spLocks noChangeArrowheads="1"/>
              </p:cNvSpPr>
              <p:nvPr/>
            </p:nvSpPr>
            <p:spPr bwMode="auto">
              <a:xfrm>
                <a:off x="1357832" y="1792872"/>
                <a:ext cx="22121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P2</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1" name="Rectangle 35">
                <a:extLst>
                  <a:ext uri="{FF2B5EF4-FFF2-40B4-BE49-F238E27FC236}">
                    <a16:creationId xmlns:a16="http://schemas.microsoft.com/office/drawing/2014/main" id="{CADB441C-53EC-717D-4F27-2EDBF175945F}"/>
                  </a:ext>
                </a:extLst>
              </p:cNvPr>
              <p:cNvSpPr>
                <a:spLocks noChangeArrowheads="1"/>
              </p:cNvSpPr>
              <p:nvPr/>
            </p:nvSpPr>
            <p:spPr bwMode="auto">
              <a:xfrm>
                <a:off x="2183331" y="1797826"/>
                <a:ext cx="22121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P3</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2" name="Rectangle 35">
                <a:extLst>
                  <a:ext uri="{FF2B5EF4-FFF2-40B4-BE49-F238E27FC236}">
                    <a16:creationId xmlns:a16="http://schemas.microsoft.com/office/drawing/2014/main" id="{7B104EB5-5B2A-3AE1-9855-AE67EF260038}"/>
                  </a:ext>
                </a:extLst>
              </p:cNvPr>
              <p:cNvSpPr>
                <a:spLocks noChangeArrowheads="1"/>
              </p:cNvSpPr>
              <p:nvPr/>
            </p:nvSpPr>
            <p:spPr bwMode="auto">
              <a:xfrm>
                <a:off x="2895812" y="1779647"/>
                <a:ext cx="22121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P4</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3" name="Rectangle 35">
                <a:extLst>
                  <a:ext uri="{FF2B5EF4-FFF2-40B4-BE49-F238E27FC236}">
                    <a16:creationId xmlns:a16="http://schemas.microsoft.com/office/drawing/2014/main" id="{52077286-8FA7-EA20-F02D-F5B46F095CAD}"/>
                  </a:ext>
                </a:extLst>
              </p:cNvPr>
              <p:cNvSpPr>
                <a:spLocks noChangeArrowheads="1"/>
              </p:cNvSpPr>
              <p:nvPr/>
            </p:nvSpPr>
            <p:spPr bwMode="auto">
              <a:xfrm>
                <a:off x="3571479" y="1788886"/>
                <a:ext cx="22121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P5</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4" name="Rectangle 35">
                <a:extLst>
                  <a:ext uri="{FF2B5EF4-FFF2-40B4-BE49-F238E27FC236}">
                    <a16:creationId xmlns:a16="http://schemas.microsoft.com/office/drawing/2014/main" id="{4C0ABB07-C469-5F93-2C9D-8E6F308DE617}"/>
                  </a:ext>
                </a:extLst>
              </p:cNvPr>
              <p:cNvSpPr>
                <a:spLocks noChangeArrowheads="1"/>
              </p:cNvSpPr>
              <p:nvPr/>
            </p:nvSpPr>
            <p:spPr bwMode="auto">
              <a:xfrm>
                <a:off x="496480" y="2705685"/>
                <a:ext cx="23403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N5</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5" name="Rectangle 35">
                <a:extLst>
                  <a:ext uri="{FF2B5EF4-FFF2-40B4-BE49-F238E27FC236}">
                    <a16:creationId xmlns:a16="http://schemas.microsoft.com/office/drawing/2014/main" id="{5EAC9298-EC47-F195-5043-088AFF076FA3}"/>
                  </a:ext>
                </a:extLst>
              </p:cNvPr>
              <p:cNvSpPr>
                <a:spLocks noChangeArrowheads="1"/>
              </p:cNvSpPr>
              <p:nvPr/>
            </p:nvSpPr>
            <p:spPr bwMode="auto">
              <a:xfrm>
                <a:off x="1378810" y="2709387"/>
                <a:ext cx="23403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N4</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6" name="Rectangle 35">
                <a:extLst>
                  <a:ext uri="{FF2B5EF4-FFF2-40B4-BE49-F238E27FC236}">
                    <a16:creationId xmlns:a16="http://schemas.microsoft.com/office/drawing/2014/main" id="{0ED8CD6A-80B5-741E-A39A-17B79DADA788}"/>
                  </a:ext>
                </a:extLst>
              </p:cNvPr>
              <p:cNvSpPr>
                <a:spLocks noChangeArrowheads="1"/>
              </p:cNvSpPr>
              <p:nvPr/>
            </p:nvSpPr>
            <p:spPr bwMode="auto">
              <a:xfrm>
                <a:off x="2197896" y="2718447"/>
                <a:ext cx="23403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N3</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7" name="Rectangle 35">
                <a:extLst>
                  <a:ext uri="{FF2B5EF4-FFF2-40B4-BE49-F238E27FC236}">
                    <a16:creationId xmlns:a16="http://schemas.microsoft.com/office/drawing/2014/main" id="{BD815303-E330-7B8D-E84E-0BDF797D4E2B}"/>
                  </a:ext>
                </a:extLst>
              </p:cNvPr>
              <p:cNvSpPr>
                <a:spLocks noChangeArrowheads="1"/>
              </p:cNvSpPr>
              <p:nvPr/>
            </p:nvSpPr>
            <p:spPr bwMode="auto">
              <a:xfrm>
                <a:off x="2917961" y="2716796"/>
                <a:ext cx="23403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N4</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sp>
            <p:nvSpPr>
              <p:cNvPr id="898" name="Rectangle 35">
                <a:extLst>
                  <a:ext uri="{FF2B5EF4-FFF2-40B4-BE49-F238E27FC236}">
                    <a16:creationId xmlns:a16="http://schemas.microsoft.com/office/drawing/2014/main" id="{6E19732B-1982-A474-CE64-4D44494BAB1B}"/>
                  </a:ext>
                </a:extLst>
              </p:cNvPr>
              <p:cNvSpPr>
                <a:spLocks noChangeArrowheads="1"/>
              </p:cNvSpPr>
              <p:nvPr/>
            </p:nvSpPr>
            <p:spPr bwMode="auto">
              <a:xfrm>
                <a:off x="3594684" y="2709361"/>
                <a:ext cx="23403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100" b="1" i="0" u="none" strike="noStrike" kern="0" cap="none" spc="0" normalizeH="0" baseline="0" noProof="0">
                    <a:ln>
                      <a:noFill/>
                    </a:ln>
                    <a:solidFill>
                      <a:srgbClr val="000000"/>
                    </a:solidFill>
                    <a:effectLst/>
                    <a:uLnTx/>
                    <a:uFillTx/>
                    <a:latin typeface="Calibri" panose="020F0502020204030204" pitchFamily="34" charset="0"/>
                  </a:rPr>
                  <a:t>M</a:t>
                </a:r>
                <a:r>
                  <a:rPr kumimoji="0" lang="en-US" altLang="en-US" sz="1100" b="1" i="0" u="none" strike="noStrike" kern="0" cap="none" spc="0" normalizeH="0" baseline="-25000" noProof="0">
                    <a:ln>
                      <a:noFill/>
                    </a:ln>
                    <a:solidFill>
                      <a:srgbClr val="000000"/>
                    </a:solidFill>
                    <a:effectLst/>
                    <a:uLnTx/>
                    <a:uFillTx/>
                    <a:latin typeface="Calibri" panose="020F0502020204030204" pitchFamily="34" charset="0"/>
                  </a:rPr>
                  <a:t>N5</a:t>
                </a:r>
                <a:endParaRPr kumimoji="0" lang="en-US" altLang="en-US" sz="1800" b="0" i="0" u="none" strike="noStrike" kern="0" cap="none" spc="0" normalizeH="0" baseline="0" noProof="0">
                  <a:ln>
                    <a:noFill/>
                  </a:ln>
                  <a:solidFill>
                    <a:srgbClr val="00407A"/>
                  </a:solidFill>
                  <a:effectLst/>
                  <a:uLnTx/>
                  <a:uFillTx/>
                  <a:latin typeface="Arial" panose="020B0604020202020204" pitchFamily="34" charset="0"/>
                </a:endParaRPr>
              </a:p>
            </p:txBody>
          </p:sp>
        </p:grpSp>
        <p:grpSp>
          <p:nvGrpSpPr>
            <p:cNvPr id="726" name="Group 725">
              <a:extLst>
                <a:ext uri="{FF2B5EF4-FFF2-40B4-BE49-F238E27FC236}">
                  <a16:creationId xmlns:a16="http://schemas.microsoft.com/office/drawing/2014/main" id="{7A528A02-661C-48DC-F3E0-BC69EA2D4205}"/>
                </a:ext>
              </a:extLst>
            </p:cNvPr>
            <p:cNvGrpSpPr/>
            <p:nvPr/>
          </p:nvGrpSpPr>
          <p:grpSpPr>
            <a:xfrm>
              <a:off x="6628507" y="2599454"/>
              <a:ext cx="415949" cy="215444"/>
              <a:chOff x="7407251" y="1603717"/>
              <a:chExt cx="415949" cy="215444"/>
            </a:xfrm>
          </p:grpSpPr>
          <p:sp>
            <p:nvSpPr>
              <p:cNvPr id="727" name="Oval 726">
                <a:extLst>
                  <a:ext uri="{FF2B5EF4-FFF2-40B4-BE49-F238E27FC236}">
                    <a16:creationId xmlns:a16="http://schemas.microsoft.com/office/drawing/2014/main" id="{7584726E-0FFC-14EE-93E7-B0A8B6D8C32C}"/>
                  </a:ext>
                </a:extLst>
              </p:cNvPr>
              <p:cNvSpPr/>
              <p:nvPr/>
            </p:nvSpPr>
            <p:spPr>
              <a:xfrm>
                <a:off x="7462017" y="1671871"/>
                <a:ext cx="155275" cy="143697"/>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28" name="Rectangle 272">
                <a:extLst>
                  <a:ext uri="{FF2B5EF4-FFF2-40B4-BE49-F238E27FC236}">
                    <a16:creationId xmlns:a16="http://schemas.microsoft.com/office/drawing/2014/main" id="{57160440-A1AC-020D-3BD8-69CCC89FB46C}"/>
                  </a:ext>
                </a:extLst>
              </p:cNvPr>
              <p:cNvSpPr>
                <a:spLocks noChangeArrowheads="1"/>
              </p:cNvSpPr>
              <p:nvPr/>
            </p:nvSpPr>
            <p:spPr bwMode="auto">
              <a:xfrm>
                <a:off x="7407251" y="1603717"/>
                <a:ext cx="4159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b</a:t>
                </a:r>
              </a:p>
            </p:txBody>
          </p:sp>
        </p:grpSp>
      </p:grpSp>
      <p:grpSp>
        <p:nvGrpSpPr>
          <p:cNvPr id="935" name="Group 934">
            <a:extLst>
              <a:ext uri="{FF2B5EF4-FFF2-40B4-BE49-F238E27FC236}">
                <a16:creationId xmlns:a16="http://schemas.microsoft.com/office/drawing/2014/main" id="{E355CEE5-EB46-4D5A-FC1C-B2F1841D3F89}"/>
              </a:ext>
            </a:extLst>
          </p:cNvPr>
          <p:cNvGrpSpPr/>
          <p:nvPr/>
        </p:nvGrpSpPr>
        <p:grpSpPr>
          <a:xfrm>
            <a:off x="6295072" y="1608997"/>
            <a:ext cx="2791160" cy="1422112"/>
            <a:chOff x="1284478" y="2993850"/>
            <a:chExt cx="2791160" cy="1422112"/>
          </a:xfrm>
        </p:grpSpPr>
        <p:sp>
          <p:nvSpPr>
            <p:cNvPr id="936" name="Rectangle 935">
              <a:extLst>
                <a:ext uri="{FF2B5EF4-FFF2-40B4-BE49-F238E27FC236}">
                  <a16:creationId xmlns:a16="http://schemas.microsoft.com/office/drawing/2014/main" id="{6D3DC8DD-EFC2-2F6A-8A8F-DFB951771BC6}"/>
                </a:ext>
              </a:extLst>
            </p:cNvPr>
            <p:cNvSpPr/>
            <p:nvPr/>
          </p:nvSpPr>
          <p:spPr>
            <a:xfrm>
              <a:off x="1295790" y="2993850"/>
              <a:ext cx="2561588" cy="1422112"/>
            </a:xfrm>
            <a:prstGeom prst="rect">
              <a:avLst/>
            </a:prstGeom>
            <a:solidFill>
              <a:srgbClr val="FBE5D6"/>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937" name="Group 936">
              <a:extLst>
                <a:ext uri="{FF2B5EF4-FFF2-40B4-BE49-F238E27FC236}">
                  <a16:creationId xmlns:a16="http://schemas.microsoft.com/office/drawing/2014/main" id="{C64F3A7B-6F9D-4626-E673-045AFDFF2C0B}"/>
                </a:ext>
              </a:extLst>
            </p:cNvPr>
            <p:cNvGrpSpPr>
              <a:grpSpLocks noChangeAspect="1"/>
            </p:cNvGrpSpPr>
            <p:nvPr/>
          </p:nvGrpSpPr>
          <p:grpSpPr>
            <a:xfrm>
              <a:off x="1284478" y="2998889"/>
              <a:ext cx="2642227" cy="1349245"/>
              <a:chOff x="4861631" y="1384302"/>
              <a:chExt cx="3252070" cy="1660652"/>
            </a:xfrm>
          </p:grpSpPr>
          <p:grpSp>
            <p:nvGrpSpPr>
              <p:cNvPr id="941" name="Group 940">
                <a:extLst>
                  <a:ext uri="{FF2B5EF4-FFF2-40B4-BE49-F238E27FC236}">
                    <a16:creationId xmlns:a16="http://schemas.microsoft.com/office/drawing/2014/main" id="{9C30793C-DBF7-507E-ED5A-9053B9A57D72}"/>
                  </a:ext>
                </a:extLst>
              </p:cNvPr>
              <p:cNvGrpSpPr/>
              <p:nvPr/>
            </p:nvGrpSpPr>
            <p:grpSpPr>
              <a:xfrm>
                <a:off x="6538266" y="2852119"/>
                <a:ext cx="192816" cy="192835"/>
                <a:chOff x="7345030" y="2693335"/>
                <a:chExt cx="250651" cy="250674"/>
              </a:xfrm>
            </p:grpSpPr>
            <p:cxnSp>
              <p:nvCxnSpPr>
                <p:cNvPr id="1011" name="Straight Connector 1010">
                  <a:extLst>
                    <a:ext uri="{FF2B5EF4-FFF2-40B4-BE49-F238E27FC236}">
                      <a16:creationId xmlns:a16="http://schemas.microsoft.com/office/drawing/2014/main" id="{B79C586C-48C2-E2B8-FBB3-65B199D55847}"/>
                    </a:ext>
                  </a:extLst>
                </p:cNvPr>
                <p:cNvCxnSpPr>
                  <a:cxnSpLocks/>
                </p:cNvCxnSpPr>
                <p:nvPr/>
              </p:nvCxnSpPr>
              <p:spPr>
                <a:xfrm flipH="1">
                  <a:off x="7345030" y="2693335"/>
                  <a:ext cx="250651" cy="0"/>
                </a:xfrm>
                <a:prstGeom prst="line">
                  <a:avLst/>
                </a:prstGeom>
                <a:noFill/>
                <a:ln w="50800" cap="flat" cmpd="sng" algn="ctr">
                  <a:solidFill>
                    <a:srgbClr val="00407A"/>
                  </a:solidFill>
                  <a:prstDash val="solid"/>
                </a:ln>
                <a:effectLst/>
              </p:spPr>
            </p:cxnSp>
            <p:cxnSp>
              <p:nvCxnSpPr>
                <p:cNvPr id="1012" name="Straight Connector 1011">
                  <a:extLst>
                    <a:ext uri="{FF2B5EF4-FFF2-40B4-BE49-F238E27FC236}">
                      <a16:creationId xmlns:a16="http://schemas.microsoft.com/office/drawing/2014/main" id="{AB4316FE-8343-8AB3-4EC4-901913F36408}"/>
                    </a:ext>
                  </a:extLst>
                </p:cNvPr>
                <p:cNvCxnSpPr>
                  <a:cxnSpLocks/>
                </p:cNvCxnSpPr>
                <p:nvPr/>
              </p:nvCxnSpPr>
              <p:spPr>
                <a:xfrm flipH="1" flipV="1">
                  <a:off x="7383326" y="2830691"/>
                  <a:ext cx="167730" cy="0"/>
                </a:xfrm>
                <a:prstGeom prst="line">
                  <a:avLst/>
                </a:prstGeom>
                <a:noFill/>
                <a:ln w="50800" cap="flat" cmpd="sng" algn="ctr">
                  <a:solidFill>
                    <a:srgbClr val="00407A"/>
                  </a:solidFill>
                  <a:prstDash val="solid"/>
                </a:ln>
                <a:effectLst/>
              </p:spPr>
            </p:cxnSp>
            <p:cxnSp>
              <p:nvCxnSpPr>
                <p:cNvPr id="1013" name="Straight Connector 1012">
                  <a:extLst>
                    <a:ext uri="{FF2B5EF4-FFF2-40B4-BE49-F238E27FC236}">
                      <a16:creationId xmlns:a16="http://schemas.microsoft.com/office/drawing/2014/main" id="{8904C6EA-6AC6-44F5-532B-0F3C85AB5A86}"/>
                    </a:ext>
                  </a:extLst>
                </p:cNvPr>
                <p:cNvCxnSpPr/>
                <p:nvPr/>
              </p:nvCxnSpPr>
              <p:spPr>
                <a:xfrm flipH="1">
                  <a:off x="7441644" y="2944009"/>
                  <a:ext cx="72335" cy="0"/>
                </a:xfrm>
                <a:prstGeom prst="line">
                  <a:avLst/>
                </a:prstGeom>
                <a:noFill/>
                <a:ln w="50800" cap="flat" cmpd="sng" algn="ctr">
                  <a:solidFill>
                    <a:srgbClr val="00407A"/>
                  </a:solidFill>
                  <a:prstDash val="solid"/>
                </a:ln>
                <a:effectLst/>
              </p:spPr>
            </p:cxnSp>
          </p:grpSp>
          <p:cxnSp>
            <p:nvCxnSpPr>
              <p:cNvPr id="942" name="Straight Connector 941">
                <a:extLst>
                  <a:ext uri="{FF2B5EF4-FFF2-40B4-BE49-F238E27FC236}">
                    <a16:creationId xmlns:a16="http://schemas.microsoft.com/office/drawing/2014/main" id="{019729BC-C315-1C51-6B5D-EC214CAC8953}"/>
                  </a:ext>
                </a:extLst>
              </p:cNvPr>
              <p:cNvCxnSpPr>
                <a:cxnSpLocks/>
              </p:cNvCxnSpPr>
              <p:nvPr/>
            </p:nvCxnSpPr>
            <p:spPr>
              <a:xfrm flipH="1" flipV="1">
                <a:off x="5582908" y="2733995"/>
                <a:ext cx="2071680" cy="3644"/>
              </a:xfrm>
              <a:prstGeom prst="line">
                <a:avLst/>
              </a:prstGeom>
              <a:noFill/>
              <a:ln w="22225" cap="rnd" cmpd="sng" algn="ctr">
                <a:solidFill>
                  <a:srgbClr val="00407A"/>
                </a:solidFill>
                <a:prstDash val="solid"/>
              </a:ln>
              <a:effectLst/>
            </p:spPr>
          </p:cxnSp>
          <p:cxnSp>
            <p:nvCxnSpPr>
              <p:cNvPr id="943" name="Straight Connector 942">
                <a:extLst>
                  <a:ext uri="{FF2B5EF4-FFF2-40B4-BE49-F238E27FC236}">
                    <a16:creationId xmlns:a16="http://schemas.microsoft.com/office/drawing/2014/main" id="{5F22881A-00C7-2C2E-7805-0990246328B1}"/>
                  </a:ext>
                </a:extLst>
              </p:cNvPr>
              <p:cNvCxnSpPr/>
              <p:nvPr/>
            </p:nvCxnSpPr>
            <p:spPr>
              <a:xfrm flipH="1">
                <a:off x="6622188" y="2662642"/>
                <a:ext cx="0" cy="184431"/>
              </a:xfrm>
              <a:prstGeom prst="line">
                <a:avLst/>
              </a:prstGeom>
              <a:noFill/>
              <a:ln w="22225" cap="rnd" cmpd="sng" algn="ctr">
                <a:solidFill>
                  <a:srgbClr val="00407A"/>
                </a:solidFill>
                <a:prstDash val="solid"/>
              </a:ln>
              <a:effectLst/>
            </p:spPr>
          </p:cxnSp>
          <p:grpSp>
            <p:nvGrpSpPr>
              <p:cNvPr id="944" name="Group 943">
                <a:extLst>
                  <a:ext uri="{FF2B5EF4-FFF2-40B4-BE49-F238E27FC236}">
                    <a16:creationId xmlns:a16="http://schemas.microsoft.com/office/drawing/2014/main" id="{B1CBB766-606B-C525-B42F-A5528BA8AC24}"/>
                  </a:ext>
                </a:extLst>
              </p:cNvPr>
              <p:cNvGrpSpPr/>
              <p:nvPr/>
            </p:nvGrpSpPr>
            <p:grpSpPr>
              <a:xfrm>
                <a:off x="5082366" y="1468174"/>
                <a:ext cx="812190" cy="1276964"/>
                <a:chOff x="2092120" y="696442"/>
                <a:chExt cx="1055815" cy="1659994"/>
              </a:xfrm>
            </p:grpSpPr>
            <p:cxnSp>
              <p:nvCxnSpPr>
                <p:cNvPr id="994" name="Straight Connector 993">
                  <a:extLst>
                    <a:ext uri="{FF2B5EF4-FFF2-40B4-BE49-F238E27FC236}">
                      <a16:creationId xmlns:a16="http://schemas.microsoft.com/office/drawing/2014/main" id="{DBC3D7F1-9038-F0F8-2DB6-44BD3706578D}"/>
                    </a:ext>
                  </a:extLst>
                </p:cNvPr>
                <p:cNvCxnSpPr>
                  <a:cxnSpLocks/>
                  <a:endCxn id="1009" idx="6"/>
                </p:cNvCxnSpPr>
                <p:nvPr/>
              </p:nvCxnSpPr>
              <p:spPr>
                <a:xfrm flipH="1">
                  <a:off x="2766908" y="1581807"/>
                  <a:ext cx="381027" cy="3650"/>
                </a:xfrm>
                <a:prstGeom prst="line">
                  <a:avLst/>
                </a:prstGeom>
                <a:noFill/>
                <a:ln w="22225" cap="rnd" cmpd="sng" algn="ctr">
                  <a:solidFill>
                    <a:srgbClr val="FA0C06"/>
                  </a:solidFill>
                  <a:prstDash val="solid"/>
                </a:ln>
                <a:effectLst/>
              </p:spPr>
            </p:cxnSp>
            <mc:AlternateContent xmlns:mc="http://schemas.openxmlformats.org/markup-compatibility/2006" xmlns:a14="http://schemas.microsoft.com/office/drawing/2010/main">
              <mc:Choice Requires="a14">
                <p:sp>
                  <p:nvSpPr>
                    <p:cNvPr id="995" name="Rectangle 994">
                      <a:extLst>
                        <a:ext uri="{FF2B5EF4-FFF2-40B4-BE49-F238E27FC236}">
                          <a16:creationId xmlns:a16="http://schemas.microsoft.com/office/drawing/2014/main" id="{40FE6F88-7FB5-E286-5FE1-44B61C7EF35E}"/>
                        </a:ext>
                      </a:extLst>
                    </p:cNvPr>
                    <p:cNvSpPr/>
                    <p:nvPr/>
                  </p:nvSpPr>
                  <p:spPr>
                    <a:xfrm>
                      <a:off x="2436652" y="875313"/>
                      <a:ext cx="705833" cy="3939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371" name="Rectangle 370">
                      <a:extLst>
                        <a:ext uri="{FF2B5EF4-FFF2-40B4-BE49-F238E27FC236}">
                          <a16:creationId xmlns:a16="http://schemas.microsoft.com/office/drawing/2014/main" id="{40FE6F88-7FB5-E286-5FE1-44B61C7EF35E}"/>
                        </a:ext>
                      </a:extLst>
                    </p:cNvPr>
                    <p:cNvSpPr>
                      <a:spLocks noRot="1" noChangeAspect="1" noMove="1" noResize="1" noEditPoints="1" noAdjustHandles="1" noChangeArrowheads="1" noChangeShapeType="1" noTextEdit="1"/>
                    </p:cNvSpPr>
                    <p:nvPr/>
                  </p:nvSpPr>
                  <p:spPr>
                    <a:xfrm>
                      <a:off x="2436652" y="875313"/>
                      <a:ext cx="705833" cy="393951"/>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6" name="Rectangle 995">
                      <a:extLst>
                        <a:ext uri="{FF2B5EF4-FFF2-40B4-BE49-F238E27FC236}">
                          <a16:creationId xmlns:a16="http://schemas.microsoft.com/office/drawing/2014/main" id="{BC9C05BD-61B4-5154-AD53-426E52A4902C}"/>
                        </a:ext>
                      </a:extLst>
                    </p:cNvPr>
                    <p:cNvSpPr/>
                    <p:nvPr/>
                  </p:nvSpPr>
                  <p:spPr>
                    <a:xfrm>
                      <a:off x="2431844" y="1898023"/>
                      <a:ext cx="716091" cy="3939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372" name="Rectangle 371">
                      <a:extLst>
                        <a:ext uri="{FF2B5EF4-FFF2-40B4-BE49-F238E27FC236}">
                          <a16:creationId xmlns:a16="http://schemas.microsoft.com/office/drawing/2014/main" id="{BC9C05BD-61B4-5154-AD53-426E52A4902C}"/>
                        </a:ext>
                      </a:extLst>
                    </p:cNvPr>
                    <p:cNvSpPr>
                      <a:spLocks noRot="1" noChangeAspect="1" noMove="1" noResize="1" noEditPoints="1" noAdjustHandles="1" noChangeArrowheads="1" noChangeShapeType="1" noTextEdit="1"/>
                    </p:cNvSpPr>
                    <p:nvPr/>
                  </p:nvSpPr>
                  <p:spPr>
                    <a:xfrm>
                      <a:off x="2431844" y="1898023"/>
                      <a:ext cx="716091" cy="393951"/>
                    </a:xfrm>
                    <a:prstGeom prst="rect">
                      <a:avLst/>
                    </a:prstGeom>
                    <a:blipFill>
                      <a:blip r:embed="rId5"/>
                      <a:stretch>
                        <a:fillRect/>
                      </a:stretch>
                    </a:blipFill>
                  </p:spPr>
                  <p:txBody>
                    <a:bodyPr/>
                    <a:lstStyle/>
                    <a:p>
                      <a:r>
                        <a:rPr lang="en-IN">
                          <a:noFill/>
                        </a:rPr>
                        <a:t> </a:t>
                      </a:r>
                    </a:p>
                  </p:txBody>
                </p:sp>
              </mc:Fallback>
            </mc:AlternateContent>
            <p:cxnSp>
              <p:nvCxnSpPr>
                <p:cNvPr id="997" name="Straight Connector 996">
                  <a:extLst>
                    <a:ext uri="{FF2B5EF4-FFF2-40B4-BE49-F238E27FC236}">
                      <a16:creationId xmlns:a16="http://schemas.microsoft.com/office/drawing/2014/main" id="{8901665B-3B61-B077-D6CD-08F83B6C8756}"/>
                    </a:ext>
                  </a:extLst>
                </p:cNvPr>
                <p:cNvCxnSpPr/>
                <p:nvPr/>
              </p:nvCxnSpPr>
              <p:spPr>
                <a:xfrm>
                  <a:off x="2748207" y="696442"/>
                  <a:ext cx="0" cy="256507"/>
                </a:xfrm>
                <a:prstGeom prst="line">
                  <a:avLst/>
                </a:prstGeom>
                <a:noFill/>
                <a:ln w="22225" cap="flat" cmpd="sng" algn="ctr">
                  <a:solidFill>
                    <a:srgbClr val="FF0000"/>
                  </a:solidFill>
                  <a:prstDash val="solid"/>
                </a:ln>
                <a:effectLst/>
              </p:spPr>
            </p:cxnSp>
            <p:cxnSp>
              <p:nvCxnSpPr>
                <p:cNvPr id="998" name="Straight Connector 997">
                  <a:extLst>
                    <a:ext uri="{FF2B5EF4-FFF2-40B4-BE49-F238E27FC236}">
                      <a16:creationId xmlns:a16="http://schemas.microsoft.com/office/drawing/2014/main" id="{7821D03B-3DC3-3F50-BB9E-8426A2E77DF8}"/>
                    </a:ext>
                  </a:extLst>
                </p:cNvPr>
                <p:cNvCxnSpPr/>
                <p:nvPr/>
              </p:nvCxnSpPr>
              <p:spPr>
                <a:xfrm flipH="1">
                  <a:off x="2482027" y="947407"/>
                  <a:ext cx="274320" cy="0"/>
                </a:xfrm>
                <a:prstGeom prst="line">
                  <a:avLst/>
                </a:prstGeom>
                <a:noFill/>
                <a:ln w="22225" cap="flat" cmpd="sng" algn="ctr">
                  <a:solidFill>
                    <a:srgbClr val="FF0000"/>
                  </a:solidFill>
                  <a:prstDash val="solid"/>
                  <a:headEnd type="none"/>
                  <a:tailEnd type="triangle"/>
                </a:ln>
                <a:effectLst/>
              </p:spPr>
            </p:cxnSp>
            <p:cxnSp>
              <p:nvCxnSpPr>
                <p:cNvPr id="999" name="Straight Connector 998">
                  <a:extLst>
                    <a:ext uri="{FF2B5EF4-FFF2-40B4-BE49-F238E27FC236}">
                      <a16:creationId xmlns:a16="http://schemas.microsoft.com/office/drawing/2014/main" id="{F676A414-B164-2C04-8CDB-3FCDAF72AAA7}"/>
                    </a:ext>
                  </a:extLst>
                </p:cNvPr>
                <p:cNvCxnSpPr/>
                <p:nvPr/>
              </p:nvCxnSpPr>
              <p:spPr>
                <a:xfrm>
                  <a:off x="2468964" y="849885"/>
                  <a:ext cx="0" cy="411678"/>
                </a:xfrm>
                <a:prstGeom prst="line">
                  <a:avLst/>
                </a:prstGeom>
                <a:noFill/>
                <a:ln w="38100" cap="flat" cmpd="sng" algn="ctr">
                  <a:solidFill>
                    <a:srgbClr val="FF0000"/>
                  </a:solidFill>
                  <a:prstDash val="solid"/>
                </a:ln>
                <a:effectLst/>
              </p:spPr>
            </p:cxnSp>
            <p:cxnSp>
              <p:nvCxnSpPr>
                <p:cNvPr id="1000" name="Straight Connector 999">
                  <a:extLst>
                    <a:ext uri="{FF2B5EF4-FFF2-40B4-BE49-F238E27FC236}">
                      <a16:creationId xmlns:a16="http://schemas.microsoft.com/office/drawing/2014/main" id="{EB91261E-F105-FC89-8398-4D8E58DEC060}"/>
                    </a:ext>
                  </a:extLst>
                </p:cNvPr>
                <p:cNvCxnSpPr/>
                <p:nvPr/>
              </p:nvCxnSpPr>
              <p:spPr>
                <a:xfrm>
                  <a:off x="2366440" y="947407"/>
                  <a:ext cx="0" cy="274320"/>
                </a:xfrm>
                <a:prstGeom prst="line">
                  <a:avLst/>
                </a:prstGeom>
                <a:noFill/>
                <a:ln w="50800" cap="flat" cmpd="sng" algn="ctr">
                  <a:solidFill>
                    <a:srgbClr val="FF0000"/>
                  </a:solidFill>
                  <a:prstDash val="solid"/>
                </a:ln>
                <a:effectLst/>
              </p:spPr>
            </p:cxnSp>
            <p:cxnSp>
              <p:nvCxnSpPr>
                <p:cNvPr id="1001" name="Straight Connector 1000">
                  <a:extLst>
                    <a:ext uri="{FF2B5EF4-FFF2-40B4-BE49-F238E27FC236}">
                      <a16:creationId xmlns:a16="http://schemas.microsoft.com/office/drawing/2014/main" id="{FB66EAB6-D1C3-25D2-63F3-709C503227DF}"/>
                    </a:ext>
                  </a:extLst>
                </p:cNvPr>
                <p:cNvCxnSpPr/>
                <p:nvPr/>
              </p:nvCxnSpPr>
              <p:spPr>
                <a:xfrm flipH="1">
                  <a:off x="2459984" y="1177393"/>
                  <a:ext cx="274320" cy="0"/>
                </a:xfrm>
                <a:prstGeom prst="line">
                  <a:avLst/>
                </a:prstGeom>
                <a:noFill/>
                <a:ln w="22225" cap="rnd" cmpd="sng" algn="ctr">
                  <a:solidFill>
                    <a:srgbClr val="FF0000"/>
                  </a:solidFill>
                  <a:prstDash val="solid"/>
                </a:ln>
                <a:effectLst/>
              </p:spPr>
            </p:cxnSp>
            <p:cxnSp>
              <p:nvCxnSpPr>
                <p:cNvPr id="1002" name="Straight Connector 1001">
                  <a:extLst>
                    <a:ext uri="{FF2B5EF4-FFF2-40B4-BE49-F238E27FC236}">
                      <a16:creationId xmlns:a16="http://schemas.microsoft.com/office/drawing/2014/main" id="{17A6C7F8-3CE2-8F24-3D24-02A88D9EF74A}"/>
                    </a:ext>
                  </a:extLst>
                </p:cNvPr>
                <p:cNvCxnSpPr/>
                <p:nvPr/>
              </p:nvCxnSpPr>
              <p:spPr>
                <a:xfrm flipH="1">
                  <a:off x="2735903" y="1177393"/>
                  <a:ext cx="0" cy="798116"/>
                </a:xfrm>
                <a:prstGeom prst="line">
                  <a:avLst/>
                </a:prstGeom>
                <a:noFill/>
                <a:ln w="22225" cap="rnd" cmpd="sng" algn="ctr">
                  <a:solidFill>
                    <a:srgbClr val="FF0000"/>
                  </a:solidFill>
                  <a:prstDash val="solid"/>
                </a:ln>
                <a:effectLst/>
              </p:spPr>
            </p:cxnSp>
            <p:cxnSp>
              <p:nvCxnSpPr>
                <p:cNvPr id="1003" name="Straight Connector 1002">
                  <a:extLst>
                    <a:ext uri="{FF2B5EF4-FFF2-40B4-BE49-F238E27FC236}">
                      <a16:creationId xmlns:a16="http://schemas.microsoft.com/office/drawing/2014/main" id="{76A6EF7D-943F-2BCA-0497-929827A7A78B}"/>
                    </a:ext>
                  </a:extLst>
                </p:cNvPr>
                <p:cNvCxnSpPr/>
                <p:nvPr/>
              </p:nvCxnSpPr>
              <p:spPr>
                <a:xfrm flipH="1">
                  <a:off x="2471787" y="1984680"/>
                  <a:ext cx="274320" cy="0"/>
                </a:xfrm>
                <a:prstGeom prst="line">
                  <a:avLst/>
                </a:prstGeom>
                <a:noFill/>
                <a:ln w="22225" cap="flat" cmpd="sng" algn="ctr">
                  <a:solidFill>
                    <a:srgbClr val="FF0000"/>
                  </a:solidFill>
                  <a:prstDash val="solid"/>
                  <a:headEnd type="none"/>
                  <a:tailEnd type="none"/>
                </a:ln>
                <a:effectLst/>
              </p:spPr>
            </p:cxnSp>
            <p:cxnSp>
              <p:nvCxnSpPr>
                <p:cNvPr id="1004" name="Straight Connector 1003">
                  <a:extLst>
                    <a:ext uri="{FF2B5EF4-FFF2-40B4-BE49-F238E27FC236}">
                      <a16:creationId xmlns:a16="http://schemas.microsoft.com/office/drawing/2014/main" id="{EEBE00E6-3E92-194A-E929-7896E5497D84}"/>
                    </a:ext>
                  </a:extLst>
                </p:cNvPr>
                <p:cNvCxnSpPr/>
                <p:nvPr/>
              </p:nvCxnSpPr>
              <p:spPr>
                <a:xfrm>
                  <a:off x="2461344" y="1892398"/>
                  <a:ext cx="0" cy="411678"/>
                </a:xfrm>
                <a:prstGeom prst="line">
                  <a:avLst/>
                </a:prstGeom>
                <a:noFill/>
                <a:ln w="38100" cap="flat" cmpd="sng" algn="ctr">
                  <a:solidFill>
                    <a:srgbClr val="FF0000"/>
                  </a:solidFill>
                  <a:prstDash val="solid"/>
                </a:ln>
                <a:effectLst/>
              </p:spPr>
            </p:cxnSp>
            <p:cxnSp>
              <p:nvCxnSpPr>
                <p:cNvPr id="1005" name="Straight Connector 1004">
                  <a:extLst>
                    <a:ext uri="{FF2B5EF4-FFF2-40B4-BE49-F238E27FC236}">
                      <a16:creationId xmlns:a16="http://schemas.microsoft.com/office/drawing/2014/main" id="{77F39350-8E84-361B-32E4-F0E6EE45CDF3}"/>
                    </a:ext>
                  </a:extLst>
                </p:cNvPr>
                <p:cNvCxnSpPr/>
                <p:nvPr/>
              </p:nvCxnSpPr>
              <p:spPr>
                <a:xfrm>
                  <a:off x="2358820" y="1989920"/>
                  <a:ext cx="0" cy="274320"/>
                </a:xfrm>
                <a:prstGeom prst="line">
                  <a:avLst/>
                </a:prstGeom>
                <a:noFill/>
                <a:ln w="50800" cap="flat" cmpd="sng" algn="ctr">
                  <a:solidFill>
                    <a:srgbClr val="FF0000"/>
                  </a:solidFill>
                  <a:prstDash val="solid"/>
                </a:ln>
                <a:effectLst/>
              </p:spPr>
            </p:cxnSp>
            <p:cxnSp>
              <p:nvCxnSpPr>
                <p:cNvPr id="1006" name="Straight Connector 1005">
                  <a:extLst>
                    <a:ext uri="{FF2B5EF4-FFF2-40B4-BE49-F238E27FC236}">
                      <a16:creationId xmlns:a16="http://schemas.microsoft.com/office/drawing/2014/main" id="{A01ED1F9-5983-6E7D-0702-1E509B55B2B8}"/>
                    </a:ext>
                  </a:extLst>
                </p:cNvPr>
                <p:cNvCxnSpPr/>
                <p:nvPr/>
              </p:nvCxnSpPr>
              <p:spPr>
                <a:xfrm flipH="1">
                  <a:off x="2481031" y="2219906"/>
                  <a:ext cx="274320" cy="0"/>
                </a:xfrm>
                <a:prstGeom prst="line">
                  <a:avLst/>
                </a:prstGeom>
                <a:noFill/>
                <a:ln w="22225" cap="rnd" cmpd="sng" algn="ctr">
                  <a:solidFill>
                    <a:srgbClr val="FF0000"/>
                  </a:solidFill>
                  <a:prstDash val="solid"/>
                  <a:headEnd type="triangle"/>
                  <a:tailEnd type="none"/>
                </a:ln>
                <a:effectLst/>
              </p:spPr>
            </p:cxnSp>
            <p:cxnSp>
              <p:nvCxnSpPr>
                <p:cNvPr id="1007" name="Straight Connector 1006">
                  <a:extLst>
                    <a:ext uri="{FF2B5EF4-FFF2-40B4-BE49-F238E27FC236}">
                      <a16:creationId xmlns:a16="http://schemas.microsoft.com/office/drawing/2014/main" id="{12D6A4B4-E3A2-427D-E3B2-BBBAE5BF8EEF}"/>
                    </a:ext>
                  </a:extLst>
                </p:cNvPr>
                <p:cNvCxnSpPr/>
                <p:nvPr/>
              </p:nvCxnSpPr>
              <p:spPr>
                <a:xfrm flipH="1">
                  <a:off x="2092120" y="1072618"/>
                  <a:ext cx="274320" cy="0"/>
                </a:xfrm>
                <a:prstGeom prst="line">
                  <a:avLst/>
                </a:prstGeom>
                <a:noFill/>
                <a:ln w="22225" cap="rnd" cmpd="sng" algn="ctr">
                  <a:solidFill>
                    <a:srgbClr val="FF0000"/>
                  </a:solidFill>
                  <a:prstDash val="solid"/>
                </a:ln>
                <a:effectLst/>
              </p:spPr>
            </p:cxnSp>
            <p:cxnSp>
              <p:nvCxnSpPr>
                <p:cNvPr id="1008" name="Straight Connector 1007">
                  <a:extLst>
                    <a:ext uri="{FF2B5EF4-FFF2-40B4-BE49-F238E27FC236}">
                      <a16:creationId xmlns:a16="http://schemas.microsoft.com/office/drawing/2014/main" id="{36AA2D0E-3731-07B9-BC85-A1AEA6CBC909}"/>
                    </a:ext>
                  </a:extLst>
                </p:cNvPr>
                <p:cNvCxnSpPr>
                  <a:cxnSpLocks/>
                </p:cNvCxnSpPr>
                <p:nvPr/>
              </p:nvCxnSpPr>
              <p:spPr>
                <a:xfrm flipH="1">
                  <a:off x="2092120" y="2141539"/>
                  <a:ext cx="254717" cy="0"/>
                </a:xfrm>
                <a:prstGeom prst="line">
                  <a:avLst/>
                </a:prstGeom>
                <a:noFill/>
                <a:ln w="22225" cap="rnd" cmpd="sng" algn="ctr">
                  <a:solidFill>
                    <a:srgbClr val="FF0000"/>
                  </a:solidFill>
                  <a:prstDash val="solid"/>
                </a:ln>
                <a:effectLst/>
              </p:spPr>
            </p:cxnSp>
            <p:sp>
              <p:nvSpPr>
                <p:cNvPr id="1009" name="Oval 1008">
                  <a:extLst>
                    <a:ext uri="{FF2B5EF4-FFF2-40B4-BE49-F238E27FC236}">
                      <a16:creationId xmlns:a16="http://schemas.microsoft.com/office/drawing/2014/main" id="{40A04380-95AB-A5E1-0072-9B7BC9091C76}"/>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010" name="Straight Connector 1009">
                  <a:extLst>
                    <a:ext uri="{FF2B5EF4-FFF2-40B4-BE49-F238E27FC236}">
                      <a16:creationId xmlns:a16="http://schemas.microsoft.com/office/drawing/2014/main" id="{3E2EBE0D-3B46-E2E3-282E-A2ADD7038F0D}"/>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grpSp>
            <p:nvGrpSpPr>
              <p:cNvPr id="945" name="Group 944">
                <a:extLst>
                  <a:ext uri="{FF2B5EF4-FFF2-40B4-BE49-F238E27FC236}">
                    <a16:creationId xmlns:a16="http://schemas.microsoft.com/office/drawing/2014/main" id="{4A620574-0627-5C1C-F425-176E188878F2}"/>
                  </a:ext>
                </a:extLst>
              </p:cNvPr>
              <p:cNvGrpSpPr/>
              <p:nvPr/>
            </p:nvGrpSpPr>
            <p:grpSpPr>
              <a:xfrm>
                <a:off x="5895628" y="1457484"/>
                <a:ext cx="1255516" cy="1276964"/>
                <a:chOff x="1798432" y="696442"/>
                <a:chExt cx="1632118" cy="1659994"/>
              </a:xfrm>
            </p:grpSpPr>
            <p:cxnSp>
              <p:nvCxnSpPr>
                <p:cNvPr id="977" name="Straight Connector 976">
                  <a:extLst>
                    <a:ext uri="{FF2B5EF4-FFF2-40B4-BE49-F238E27FC236}">
                      <a16:creationId xmlns:a16="http://schemas.microsoft.com/office/drawing/2014/main" id="{3C109E4C-CC3B-D811-62DC-6A6838D7BA3D}"/>
                    </a:ext>
                  </a:extLst>
                </p:cNvPr>
                <p:cNvCxnSpPr>
                  <a:cxnSpLocks/>
                  <a:endCxn id="992" idx="6"/>
                </p:cNvCxnSpPr>
                <p:nvPr/>
              </p:nvCxnSpPr>
              <p:spPr>
                <a:xfrm flipH="1" flipV="1">
                  <a:off x="2766908" y="1585457"/>
                  <a:ext cx="663642" cy="4053"/>
                </a:xfrm>
                <a:prstGeom prst="line">
                  <a:avLst/>
                </a:prstGeom>
                <a:noFill/>
                <a:ln w="22225" cap="rnd" cmpd="sng" algn="ctr">
                  <a:solidFill>
                    <a:srgbClr val="FA0C06"/>
                  </a:solidFill>
                  <a:prstDash val="solid"/>
                </a:ln>
                <a:effectLst/>
              </p:spPr>
            </p:cxnSp>
            <mc:AlternateContent xmlns:mc="http://schemas.openxmlformats.org/markup-compatibility/2006" xmlns:a14="http://schemas.microsoft.com/office/drawing/2010/main">
              <mc:Choice Requires="a14">
                <p:sp>
                  <p:nvSpPr>
                    <p:cNvPr id="978" name="Rectangle 977">
                      <a:extLst>
                        <a:ext uri="{FF2B5EF4-FFF2-40B4-BE49-F238E27FC236}">
                          <a16:creationId xmlns:a16="http://schemas.microsoft.com/office/drawing/2014/main" id="{08BD3804-E707-2301-7A81-D8BF4E8DE831}"/>
                        </a:ext>
                      </a:extLst>
                    </p:cNvPr>
                    <p:cNvSpPr/>
                    <p:nvPr/>
                  </p:nvSpPr>
                  <p:spPr>
                    <a:xfrm>
                      <a:off x="2429412" y="869810"/>
                      <a:ext cx="705833" cy="3939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𝟒</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354" name="Rectangle 353">
                      <a:extLst>
                        <a:ext uri="{FF2B5EF4-FFF2-40B4-BE49-F238E27FC236}">
                          <a16:creationId xmlns:a16="http://schemas.microsoft.com/office/drawing/2014/main" id="{08BD3804-E707-2301-7A81-D8BF4E8DE831}"/>
                        </a:ext>
                      </a:extLst>
                    </p:cNvPr>
                    <p:cNvSpPr>
                      <a:spLocks noRot="1" noChangeAspect="1" noMove="1" noResize="1" noEditPoints="1" noAdjustHandles="1" noChangeArrowheads="1" noChangeShapeType="1" noTextEdit="1"/>
                    </p:cNvSpPr>
                    <p:nvPr/>
                  </p:nvSpPr>
                  <p:spPr>
                    <a:xfrm>
                      <a:off x="2429412" y="869810"/>
                      <a:ext cx="705833" cy="39395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9" name="Rectangle 978">
                      <a:extLst>
                        <a:ext uri="{FF2B5EF4-FFF2-40B4-BE49-F238E27FC236}">
                          <a16:creationId xmlns:a16="http://schemas.microsoft.com/office/drawing/2014/main" id="{127434AF-C7BB-77B4-5076-9CEA1DCB5796}"/>
                        </a:ext>
                      </a:extLst>
                    </p:cNvPr>
                    <p:cNvSpPr/>
                    <p:nvPr/>
                  </p:nvSpPr>
                  <p:spPr>
                    <a:xfrm>
                      <a:off x="2435214" y="1898023"/>
                      <a:ext cx="717258" cy="40009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𝟒</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355" name="Rectangle 354">
                      <a:extLst>
                        <a:ext uri="{FF2B5EF4-FFF2-40B4-BE49-F238E27FC236}">
                          <a16:creationId xmlns:a16="http://schemas.microsoft.com/office/drawing/2014/main" id="{127434AF-C7BB-77B4-5076-9CEA1DCB5796}"/>
                        </a:ext>
                      </a:extLst>
                    </p:cNvPr>
                    <p:cNvSpPr>
                      <a:spLocks noRot="1" noChangeAspect="1" noMove="1" noResize="1" noEditPoints="1" noAdjustHandles="1" noChangeArrowheads="1" noChangeShapeType="1" noTextEdit="1"/>
                    </p:cNvSpPr>
                    <p:nvPr/>
                  </p:nvSpPr>
                  <p:spPr>
                    <a:xfrm>
                      <a:off x="2435214" y="1898023"/>
                      <a:ext cx="717258" cy="400096"/>
                    </a:xfrm>
                    <a:prstGeom prst="rect">
                      <a:avLst/>
                    </a:prstGeom>
                    <a:blipFill>
                      <a:blip r:embed="rId7"/>
                      <a:stretch>
                        <a:fillRect/>
                      </a:stretch>
                    </a:blipFill>
                  </p:spPr>
                  <p:txBody>
                    <a:bodyPr/>
                    <a:lstStyle/>
                    <a:p>
                      <a:r>
                        <a:rPr lang="en-IN">
                          <a:noFill/>
                        </a:rPr>
                        <a:t> </a:t>
                      </a:r>
                    </a:p>
                  </p:txBody>
                </p:sp>
              </mc:Fallback>
            </mc:AlternateContent>
            <p:cxnSp>
              <p:nvCxnSpPr>
                <p:cNvPr id="980" name="Straight Connector 979">
                  <a:extLst>
                    <a:ext uri="{FF2B5EF4-FFF2-40B4-BE49-F238E27FC236}">
                      <a16:creationId xmlns:a16="http://schemas.microsoft.com/office/drawing/2014/main" id="{590C53F3-CD7B-E5A4-0772-89C2EF550EC3}"/>
                    </a:ext>
                  </a:extLst>
                </p:cNvPr>
                <p:cNvCxnSpPr/>
                <p:nvPr/>
              </p:nvCxnSpPr>
              <p:spPr>
                <a:xfrm>
                  <a:off x="2748207" y="696442"/>
                  <a:ext cx="0" cy="256507"/>
                </a:xfrm>
                <a:prstGeom prst="line">
                  <a:avLst/>
                </a:prstGeom>
                <a:noFill/>
                <a:ln w="22225" cap="flat" cmpd="sng" algn="ctr">
                  <a:solidFill>
                    <a:srgbClr val="FA0C06"/>
                  </a:solidFill>
                  <a:prstDash val="solid"/>
                </a:ln>
                <a:effectLst/>
              </p:spPr>
            </p:cxnSp>
            <p:cxnSp>
              <p:nvCxnSpPr>
                <p:cNvPr id="981" name="Straight Connector 980">
                  <a:extLst>
                    <a:ext uri="{FF2B5EF4-FFF2-40B4-BE49-F238E27FC236}">
                      <a16:creationId xmlns:a16="http://schemas.microsoft.com/office/drawing/2014/main" id="{18FEBF04-31E0-2179-7D68-355D76D0CF58}"/>
                    </a:ext>
                  </a:extLst>
                </p:cNvPr>
                <p:cNvCxnSpPr/>
                <p:nvPr/>
              </p:nvCxnSpPr>
              <p:spPr>
                <a:xfrm flipH="1">
                  <a:off x="2482027" y="947407"/>
                  <a:ext cx="274320" cy="0"/>
                </a:xfrm>
                <a:prstGeom prst="line">
                  <a:avLst/>
                </a:prstGeom>
                <a:noFill/>
                <a:ln w="22225" cap="flat" cmpd="sng" algn="ctr">
                  <a:solidFill>
                    <a:srgbClr val="FA0C06"/>
                  </a:solidFill>
                  <a:prstDash val="solid"/>
                  <a:headEnd type="none"/>
                  <a:tailEnd type="triangle"/>
                </a:ln>
                <a:effectLst/>
              </p:spPr>
            </p:cxnSp>
            <p:cxnSp>
              <p:nvCxnSpPr>
                <p:cNvPr id="982" name="Straight Connector 981">
                  <a:extLst>
                    <a:ext uri="{FF2B5EF4-FFF2-40B4-BE49-F238E27FC236}">
                      <a16:creationId xmlns:a16="http://schemas.microsoft.com/office/drawing/2014/main" id="{6000C2B8-942B-96C6-057B-3EBCE84E9363}"/>
                    </a:ext>
                  </a:extLst>
                </p:cNvPr>
                <p:cNvCxnSpPr/>
                <p:nvPr/>
              </p:nvCxnSpPr>
              <p:spPr>
                <a:xfrm>
                  <a:off x="2468964" y="849885"/>
                  <a:ext cx="0" cy="411678"/>
                </a:xfrm>
                <a:prstGeom prst="line">
                  <a:avLst/>
                </a:prstGeom>
                <a:noFill/>
                <a:ln w="38100" cap="flat" cmpd="sng" algn="ctr">
                  <a:solidFill>
                    <a:srgbClr val="FA0C06"/>
                  </a:solidFill>
                  <a:prstDash val="solid"/>
                </a:ln>
                <a:effectLst/>
              </p:spPr>
            </p:cxnSp>
            <p:cxnSp>
              <p:nvCxnSpPr>
                <p:cNvPr id="983" name="Straight Connector 982">
                  <a:extLst>
                    <a:ext uri="{FF2B5EF4-FFF2-40B4-BE49-F238E27FC236}">
                      <a16:creationId xmlns:a16="http://schemas.microsoft.com/office/drawing/2014/main" id="{035DC3BC-19E0-ED48-A3E9-137F57D12981}"/>
                    </a:ext>
                  </a:extLst>
                </p:cNvPr>
                <p:cNvCxnSpPr/>
                <p:nvPr/>
              </p:nvCxnSpPr>
              <p:spPr>
                <a:xfrm>
                  <a:off x="2366440" y="947407"/>
                  <a:ext cx="0" cy="274320"/>
                </a:xfrm>
                <a:prstGeom prst="line">
                  <a:avLst/>
                </a:prstGeom>
                <a:noFill/>
                <a:ln w="50800" cap="flat" cmpd="sng" algn="ctr">
                  <a:solidFill>
                    <a:srgbClr val="FA0C06"/>
                  </a:solidFill>
                  <a:prstDash val="solid"/>
                </a:ln>
                <a:effectLst/>
              </p:spPr>
            </p:cxnSp>
            <p:cxnSp>
              <p:nvCxnSpPr>
                <p:cNvPr id="984" name="Straight Connector 983">
                  <a:extLst>
                    <a:ext uri="{FF2B5EF4-FFF2-40B4-BE49-F238E27FC236}">
                      <a16:creationId xmlns:a16="http://schemas.microsoft.com/office/drawing/2014/main" id="{8603A36D-DD02-F3B2-F809-215CE6A96060}"/>
                    </a:ext>
                  </a:extLst>
                </p:cNvPr>
                <p:cNvCxnSpPr/>
                <p:nvPr/>
              </p:nvCxnSpPr>
              <p:spPr>
                <a:xfrm flipH="1">
                  <a:off x="2459984" y="1177393"/>
                  <a:ext cx="274320" cy="0"/>
                </a:xfrm>
                <a:prstGeom prst="line">
                  <a:avLst/>
                </a:prstGeom>
                <a:noFill/>
                <a:ln w="22225" cap="rnd" cmpd="sng" algn="ctr">
                  <a:solidFill>
                    <a:srgbClr val="FA0C06"/>
                  </a:solidFill>
                  <a:prstDash val="solid"/>
                </a:ln>
                <a:effectLst/>
              </p:spPr>
            </p:cxnSp>
            <p:cxnSp>
              <p:nvCxnSpPr>
                <p:cNvPr id="985" name="Straight Connector 984">
                  <a:extLst>
                    <a:ext uri="{FF2B5EF4-FFF2-40B4-BE49-F238E27FC236}">
                      <a16:creationId xmlns:a16="http://schemas.microsoft.com/office/drawing/2014/main" id="{87D2F130-C822-548E-8F12-CB03931F4F57}"/>
                    </a:ext>
                  </a:extLst>
                </p:cNvPr>
                <p:cNvCxnSpPr/>
                <p:nvPr/>
              </p:nvCxnSpPr>
              <p:spPr>
                <a:xfrm flipH="1">
                  <a:off x="2735903" y="1177393"/>
                  <a:ext cx="0" cy="798116"/>
                </a:xfrm>
                <a:prstGeom prst="line">
                  <a:avLst/>
                </a:prstGeom>
                <a:noFill/>
                <a:ln w="22225" cap="rnd" cmpd="sng" algn="ctr">
                  <a:solidFill>
                    <a:srgbClr val="FA0C06"/>
                  </a:solidFill>
                  <a:prstDash val="solid"/>
                </a:ln>
                <a:effectLst/>
              </p:spPr>
            </p:cxnSp>
            <p:cxnSp>
              <p:nvCxnSpPr>
                <p:cNvPr id="986" name="Straight Connector 985">
                  <a:extLst>
                    <a:ext uri="{FF2B5EF4-FFF2-40B4-BE49-F238E27FC236}">
                      <a16:creationId xmlns:a16="http://schemas.microsoft.com/office/drawing/2014/main" id="{982E7CDD-B0AC-6229-D861-220EB6C7FE8B}"/>
                    </a:ext>
                  </a:extLst>
                </p:cNvPr>
                <p:cNvCxnSpPr/>
                <p:nvPr/>
              </p:nvCxnSpPr>
              <p:spPr>
                <a:xfrm flipH="1">
                  <a:off x="2471787" y="1984680"/>
                  <a:ext cx="274320" cy="0"/>
                </a:xfrm>
                <a:prstGeom prst="line">
                  <a:avLst/>
                </a:prstGeom>
                <a:noFill/>
                <a:ln w="22225" cap="flat" cmpd="sng" algn="ctr">
                  <a:solidFill>
                    <a:srgbClr val="FA0C06"/>
                  </a:solidFill>
                  <a:prstDash val="solid"/>
                  <a:headEnd type="none"/>
                  <a:tailEnd type="none"/>
                </a:ln>
                <a:effectLst/>
              </p:spPr>
            </p:cxnSp>
            <p:cxnSp>
              <p:nvCxnSpPr>
                <p:cNvPr id="987" name="Straight Connector 986">
                  <a:extLst>
                    <a:ext uri="{FF2B5EF4-FFF2-40B4-BE49-F238E27FC236}">
                      <a16:creationId xmlns:a16="http://schemas.microsoft.com/office/drawing/2014/main" id="{E9950E89-6AD1-AD61-2FEB-E054DD288B06}"/>
                    </a:ext>
                  </a:extLst>
                </p:cNvPr>
                <p:cNvCxnSpPr/>
                <p:nvPr/>
              </p:nvCxnSpPr>
              <p:spPr>
                <a:xfrm>
                  <a:off x="2461344" y="1892398"/>
                  <a:ext cx="0" cy="411678"/>
                </a:xfrm>
                <a:prstGeom prst="line">
                  <a:avLst/>
                </a:prstGeom>
                <a:noFill/>
                <a:ln w="38100" cap="flat" cmpd="sng" algn="ctr">
                  <a:solidFill>
                    <a:srgbClr val="FA0C06"/>
                  </a:solidFill>
                  <a:prstDash val="solid"/>
                </a:ln>
                <a:effectLst/>
              </p:spPr>
            </p:cxnSp>
            <p:cxnSp>
              <p:nvCxnSpPr>
                <p:cNvPr id="988" name="Straight Connector 987">
                  <a:extLst>
                    <a:ext uri="{FF2B5EF4-FFF2-40B4-BE49-F238E27FC236}">
                      <a16:creationId xmlns:a16="http://schemas.microsoft.com/office/drawing/2014/main" id="{88EDAF32-56CA-777D-42BF-7245452ECBCB}"/>
                    </a:ext>
                  </a:extLst>
                </p:cNvPr>
                <p:cNvCxnSpPr/>
                <p:nvPr/>
              </p:nvCxnSpPr>
              <p:spPr>
                <a:xfrm>
                  <a:off x="2358820" y="1989920"/>
                  <a:ext cx="0" cy="274320"/>
                </a:xfrm>
                <a:prstGeom prst="line">
                  <a:avLst/>
                </a:prstGeom>
                <a:noFill/>
                <a:ln w="50800" cap="flat" cmpd="sng" algn="ctr">
                  <a:solidFill>
                    <a:srgbClr val="FA0C06"/>
                  </a:solidFill>
                  <a:prstDash val="solid"/>
                </a:ln>
                <a:effectLst/>
              </p:spPr>
            </p:cxnSp>
            <p:cxnSp>
              <p:nvCxnSpPr>
                <p:cNvPr id="989" name="Straight Connector 988">
                  <a:extLst>
                    <a:ext uri="{FF2B5EF4-FFF2-40B4-BE49-F238E27FC236}">
                      <a16:creationId xmlns:a16="http://schemas.microsoft.com/office/drawing/2014/main" id="{ED5D2998-3250-3831-F48A-85643A387896}"/>
                    </a:ext>
                  </a:extLst>
                </p:cNvPr>
                <p:cNvCxnSpPr/>
                <p:nvPr/>
              </p:nvCxnSpPr>
              <p:spPr>
                <a:xfrm flipH="1">
                  <a:off x="2481031" y="2219906"/>
                  <a:ext cx="274320" cy="0"/>
                </a:xfrm>
                <a:prstGeom prst="line">
                  <a:avLst/>
                </a:prstGeom>
                <a:noFill/>
                <a:ln w="22225" cap="rnd" cmpd="sng" algn="ctr">
                  <a:solidFill>
                    <a:srgbClr val="FA0C06"/>
                  </a:solidFill>
                  <a:prstDash val="solid"/>
                  <a:headEnd type="triangle"/>
                  <a:tailEnd type="none"/>
                </a:ln>
                <a:effectLst/>
              </p:spPr>
            </p:cxnSp>
            <p:cxnSp>
              <p:nvCxnSpPr>
                <p:cNvPr id="990" name="Straight Connector 989">
                  <a:extLst>
                    <a:ext uri="{FF2B5EF4-FFF2-40B4-BE49-F238E27FC236}">
                      <a16:creationId xmlns:a16="http://schemas.microsoft.com/office/drawing/2014/main" id="{A584EA4D-ED70-5797-A604-2DFF85C17504}"/>
                    </a:ext>
                  </a:extLst>
                </p:cNvPr>
                <p:cNvCxnSpPr>
                  <a:cxnSpLocks/>
                </p:cNvCxnSpPr>
                <p:nvPr/>
              </p:nvCxnSpPr>
              <p:spPr>
                <a:xfrm flipH="1">
                  <a:off x="1798432" y="1072617"/>
                  <a:ext cx="549719" cy="0"/>
                </a:xfrm>
                <a:prstGeom prst="line">
                  <a:avLst/>
                </a:prstGeom>
                <a:noFill/>
                <a:ln w="22225" cap="rnd" cmpd="sng" algn="ctr">
                  <a:solidFill>
                    <a:srgbClr val="FA0C06"/>
                  </a:solidFill>
                  <a:prstDash val="solid"/>
                </a:ln>
                <a:effectLst/>
              </p:spPr>
            </p:cxnSp>
            <p:cxnSp>
              <p:nvCxnSpPr>
                <p:cNvPr id="991" name="Straight Connector 990">
                  <a:extLst>
                    <a:ext uri="{FF2B5EF4-FFF2-40B4-BE49-F238E27FC236}">
                      <a16:creationId xmlns:a16="http://schemas.microsoft.com/office/drawing/2014/main" id="{5CD40B71-25C9-54BA-A1E3-3C92448C3B0A}"/>
                    </a:ext>
                  </a:extLst>
                </p:cNvPr>
                <p:cNvCxnSpPr>
                  <a:cxnSpLocks/>
                </p:cNvCxnSpPr>
                <p:nvPr/>
              </p:nvCxnSpPr>
              <p:spPr>
                <a:xfrm flipH="1" flipV="1">
                  <a:off x="2090432" y="2118469"/>
                  <a:ext cx="256405" cy="0"/>
                </a:xfrm>
                <a:prstGeom prst="line">
                  <a:avLst/>
                </a:prstGeom>
                <a:noFill/>
                <a:ln w="22225" cap="rnd" cmpd="sng" algn="ctr">
                  <a:solidFill>
                    <a:srgbClr val="FA0C06"/>
                  </a:solidFill>
                  <a:prstDash val="solid"/>
                </a:ln>
                <a:effectLst/>
              </p:spPr>
            </p:cxnSp>
            <p:sp>
              <p:nvSpPr>
                <p:cNvPr id="992" name="Oval 991">
                  <a:extLst>
                    <a:ext uri="{FF2B5EF4-FFF2-40B4-BE49-F238E27FC236}">
                      <a16:creationId xmlns:a16="http://schemas.microsoft.com/office/drawing/2014/main" id="{F1CA96D8-E65B-FD19-51B1-0F9212994195}"/>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993" name="Straight Connector 992">
                  <a:extLst>
                    <a:ext uri="{FF2B5EF4-FFF2-40B4-BE49-F238E27FC236}">
                      <a16:creationId xmlns:a16="http://schemas.microsoft.com/office/drawing/2014/main" id="{CBDAF232-9E3E-0683-F11F-4872A0ACF91D}"/>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grpSp>
            <p:nvGrpSpPr>
              <p:cNvPr id="946" name="Group 945">
                <a:extLst>
                  <a:ext uri="{FF2B5EF4-FFF2-40B4-BE49-F238E27FC236}">
                    <a16:creationId xmlns:a16="http://schemas.microsoft.com/office/drawing/2014/main" id="{56494F39-7040-18AD-F285-102C5D45C86D}"/>
                  </a:ext>
                </a:extLst>
              </p:cNvPr>
              <p:cNvGrpSpPr/>
              <p:nvPr/>
            </p:nvGrpSpPr>
            <p:grpSpPr>
              <a:xfrm>
                <a:off x="7153526" y="1457031"/>
                <a:ext cx="811448" cy="1276964"/>
                <a:chOff x="2092120" y="696442"/>
                <a:chExt cx="1054849" cy="1659994"/>
              </a:xfrm>
            </p:grpSpPr>
            <p:cxnSp>
              <p:nvCxnSpPr>
                <p:cNvPr id="960" name="Straight Connector 959">
                  <a:extLst>
                    <a:ext uri="{FF2B5EF4-FFF2-40B4-BE49-F238E27FC236}">
                      <a16:creationId xmlns:a16="http://schemas.microsoft.com/office/drawing/2014/main" id="{F6F5CD4A-6404-88D0-FBB0-476AB6B244E1}"/>
                    </a:ext>
                  </a:extLst>
                </p:cNvPr>
                <p:cNvCxnSpPr/>
                <p:nvPr/>
              </p:nvCxnSpPr>
              <p:spPr>
                <a:xfrm flipH="1">
                  <a:off x="2763350" y="1624638"/>
                  <a:ext cx="274320" cy="0"/>
                </a:xfrm>
                <a:prstGeom prst="line">
                  <a:avLst/>
                </a:prstGeom>
                <a:noFill/>
                <a:ln w="25400" cap="rnd" cmpd="sng" algn="ctr">
                  <a:solidFill>
                    <a:srgbClr val="002060"/>
                  </a:solidFill>
                  <a:prstDash val="solid"/>
                </a:ln>
                <a:effectLst/>
              </p:spPr>
            </p:cxnSp>
            <mc:AlternateContent xmlns:mc="http://schemas.openxmlformats.org/markup-compatibility/2006" xmlns:a14="http://schemas.microsoft.com/office/drawing/2010/main">
              <mc:Choice Requires="a14">
                <p:sp>
                  <p:nvSpPr>
                    <p:cNvPr id="961" name="Rectangle 960">
                      <a:extLst>
                        <a:ext uri="{FF2B5EF4-FFF2-40B4-BE49-F238E27FC236}">
                          <a16:creationId xmlns:a16="http://schemas.microsoft.com/office/drawing/2014/main" id="{198C02F6-A038-FDC9-20FF-6CC233AE3D38}"/>
                        </a:ext>
                      </a:extLst>
                    </p:cNvPr>
                    <p:cNvSpPr/>
                    <p:nvPr/>
                  </p:nvSpPr>
                  <p:spPr>
                    <a:xfrm>
                      <a:off x="2423910" y="869810"/>
                      <a:ext cx="705832" cy="39395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𝟓</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337" name="Rectangle 336">
                      <a:extLst>
                        <a:ext uri="{FF2B5EF4-FFF2-40B4-BE49-F238E27FC236}">
                          <a16:creationId xmlns:a16="http://schemas.microsoft.com/office/drawing/2014/main" id="{198C02F6-A038-FDC9-20FF-6CC233AE3D38}"/>
                        </a:ext>
                      </a:extLst>
                    </p:cNvPr>
                    <p:cNvSpPr>
                      <a:spLocks noRot="1" noChangeAspect="1" noMove="1" noResize="1" noEditPoints="1" noAdjustHandles="1" noChangeArrowheads="1" noChangeShapeType="1" noTextEdit="1"/>
                    </p:cNvSpPr>
                    <p:nvPr/>
                  </p:nvSpPr>
                  <p:spPr>
                    <a:xfrm>
                      <a:off x="2423910" y="869810"/>
                      <a:ext cx="705832" cy="393951"/>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2" name="Rectangle 961">
                      <a:extLst>
                        <a:ext uri="{FF2B5EF4-FFF2-40B4-BE49-F238E27FC236}">
                          <a16:creationId xmlns:a16="http://schemas.microsoft.com/office/drawing/2014/main" id="{0B1A76DF-8812-BFDB-686E-B2FF4EB92FD5}"/>
                        </a:ext>
                      </a:extLst>
                    </p:cNvPr>
                    <p:cNvSpPr/>
                    <p:nvPr/>
                  </p:nvSpPr>
                  <p:spPr>
                    <a:xfrm>
                      <a:off x="2429711" y="1909029"/>
                      <a:ext cx="717258" cy="40009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𝟓</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338" name="Rectangle 337">
                      <a:extLst>
                        <a:ext uri="{FF2B5EF4-FFF2-40B4-BE49-F238E27FC236}">
                          <a16:creationId xmlns:a16="http://schemas.microsoft.com/office/drawing/2014/main" id="{0B1A76DF-8812-BFDB-686E-B2FF4EB92FD5}"/>
                        </a:ext>
                      </a:extLst>
                    </p:cNvPr>
                    <p:cNvSpPr>
                      <a:spLocks noRot="1" noChangeAspect="1" noMove="1" noResize="1" noEditPoints="1" noAdjustHandles="1" noChangeArrowheads="1" noChangeShapeType="1" noTextEdit="1"/>
                    </p:cNvSpPr>
                    <p:nvPr/>
                  </p:nvSpPr>
                  <p:spPr>
                    <a:xfrm>
                      <a:off x="2429711" y="1909029"/>
                      <a:ext cx="717258" cy="400096"/>
                    </a:xfrm>
                    <a:prstGeom prst="rect">
                      <a:avLst/>
                    </a:prstGeom>
                    <a:blipFill>
                      <a:blip r:embed="rId9"/>
                      <a:stretch>
                        <a:fillRect/>
                      </a:stretch>
                    </a:blipFill>
                  </p:spPr>
                  <p:txBody>
                    <a:bodyPr/>
                    <a:lstStyle/>
                    <a:p>
                      <a:r>
                        <a:rPr lang="en-IN">
                          <a:noFill/>
                        </a:rPr>
                        <a:t> </a:t>
                      </a:r>
                    </a:p>
                  </p:txBody>
                </p:sp>
              </mc:Fallback>
            </mc:AlternateContent>
            <p:cxnSp>
              <p:nvCxnSpPr>
                <p:cNvPr id="963" name="Straight Connector 962">
                  <a:extLst>
                    <a:ext uri="{FF2B5EF4-FFF2-40B4-BE49-F238E27FC236}">
                      <a16:creationId xmlns:a16="http://schemas.microsoft.com/office/drawing/2014/main" id="{F4272E8F-F518-5ABF-29B8-CFE7B0B79B1E}"/>
                    </a:ext>
                  </a:extLst>
                </p:cNvPr>
                <p:cNvCxnSpPr/>
                <p:nvPr/>
              </p:nvCxnSpPr>
              <p:spPr>
                <a:xfrm>
                  <a:off x="2748207" y="696442"/>
                  <a:ext cx="0" cy="256507"/>
                </a:xfrm>
                <a:prstGeom prst="line">
                  <a:avLst/>
                </a:prstGeom>
                <a:noFill/>
                <a:ln w="22225" cap="flat" cmpd="sng" algn="ctr">
                  <a:solidFill>
                    <a:srgbClr val="FA0C06"/>
                  </a:solidFill>
                  <a:prstDash val="solid"/>
                </a:ln>
                <a:effectLst/>
              </p:spPr>
            </p:cxnSp>
            <p:cxnSp>
              <p:nvCxnSpPr>
                <p:cNvPr id="964" name="Straight Connector 963">
                  <a:extLst>
                    <a:ext uri="{FF2B5EF4-FFF2-40B4-BE49-F238E27FC236}">
                      <a16:creationId xmlns:a16="http://schemas.microsoft.com/office/drawing/2014/main" id="{7AB87621-EC19-805F-72FA-F78D65659FE7}"/>
                    </a:ext>
                  </a:extLst>
                </p:cNvPr>
                <p:cNvCxnSpPr/>
                <p:nvPr/>
              </p:nvCxnSpPr>
              <p:spPr>
                <a:xfrm flipH="1">
                  <a:off x="2482027" y="947407"/>
                  <a:ext cx="274320" cy="0"/>
                </a:xfrm>
                <a:prstGeom prst="line">
                  <a:avLst/>
                </a:prstGeom>
                <a:noFill/>
                <a:ln w="22225" cap="flat" cmpd="sng" algn="ctr">
                  <a:solidFill>
                    <a:srgbClr val="FA0C06"/>
                  </a:solidFill>
                  <a:prstDash val="solid"/>
                  <a:headEnd type="none"/>
                  <a:tailEnd type="triangle"/>
                </a:ln>
                <a:effectLst/>
              </p:spPr>
            </p:cxnSp>
            <p:cxnSp>
              <p:nvCxnSpPr>
                <p:cNvPr id="965" name="Straight Connector 964">
                  <a:extLst>
                    <a:ext uri="{FF2B5EF4-FFF2-40B4-BE49-F238E27FC236}">
                      <a16:creationId xmlns:a16="http://schemas.microsoft.com/office/drawing/2014/main" id="{DF624FB1-1CAC-9534-8C4D-488E5B226052}"/>
                    </a:ext>
                  </a:extLst>
                </p:cNvPr>
                <p:cNvCxnSpPr/>
                <p:nvPr/>
              </p:nvCxnSpPr>
              <p:spPr>
                <a:xfrm>
                  <a:off x="2468964" y="849885"/>
                  <a:ext cx="0" cy="411678"/>
                </a:xfrm>
                <a:prstGeom prst="line">
                  <a:avLst/>
                </a:prstGeom>
                <a:noFill/>
                <a:ln w="38100" cap="flat" cmpd="sng" algn="ctr">
                  <a:solidFill>
                    <a:srgbClr val="FA0C06"/>
                  </a:solidFill>
                  <a:prstDash val="solid"/>
                </a:ln>
                <a:effectLst/>
              </p:spPr>
            </p:cxnSp>
            <p:cxnSp>
              <p:nvCxnSpPr>
                <p:cNvPr id="966" name="Straight Connector 965">
                  <a:extLst>
                    <a:ext uri="{FF2B5EF4-FFF2-40B4-BE49-F238E27FC236}">
                      <a16:creationId xmlns:a16="http://schemas.microsoft.com/office/drawing/2014/main" id="{756A1D6A-59AF-ED1B-65AD-CCCBBD3860C7}"/>
                    </a:ext>
                  </a:extLst>
                </p:cNvPr>
                <p:cNvCxnSpPr/>
                <p:nvPr/>
              </p:nvCxnSpPr>
              <p:spPr>
                <a:xfrm>
                  <a:off x="2366440" y="947407"/>
                  <a:ext cx="0" cy="274320"/>
                </a:xfrm>
                <a:prstGeom prst="line">
                  <a:avLst/>
                </a:prstGeom>
                <a:noFill/>
                <a:ln w="50800" cap="flat" cmpd="sng" algn="ctr">
                  <a:solidFill>
                    <a:srgbClr val="FA0C06"/>
                  </a:solidFill>
                  <a:prstDash val="solid"/>
                </a:ln>
                <a:effectLst/>
              </p:spPr>
            </p:cxnSp>
            <p:cxnSp>
              <p:nvCxnSpPr>
                <p:cNvPr id="967" name="Straight Connector 966">
                  <a:extLst>
                    <a:ext uri="{FF2B5EF4-FFF2-40B4-BE49-F238E27FC236}">
                      <a16:creationId xmlns:a16="http://schemas.microsoft.com/office/drawing/2014/main" id="{685E5FD6-1598-04CB-E010-0F7EAE12F70F}"/>
                    </a:ext>
                  </a:extLst>
                </p:cNvPr>
                <p:cNvCxnSpPr/>
                <p:nvPr/>
              </p:nvCxnSpPr>
              <p:spPr>
                <a:xfrm flipH="1">
                  <a:off x="2459984" y="1177393"/>
                  <a:ext cx="274320" cy="0"/>
                </a:xfrm>
                <a:prstGeom prst="line">
                  <a:avLst/>
                </a:prstGeom>
                <a:noFill/>
                <a:ln w="22225" cap="rnd" cmpd="sng" algn="ctr">
                  <a:solidFill>
                    <a:srgbClr val="FA0C06"/>
                  </a:solidFill>
                  <a:prstDash val="solid"/>
                </a:ln>
                <a:effectLst/>
              </p:spPr>
            </p:cxnSp>
            <p:cxnSp>
              <p:nvCxnSpPr>
                <p:cNvPr id="968" name="Straight Connector 967">
                  <a:extLst>
                    <a:ext uri="{FF2B5EF4-FFF2-40B4-BE49-F238E27FC236}">
                      <a16:creationId xmlns:a16="http://schemas.microsoft.com/office/drawing/2014/main" id="{75C9BB36-9E60-D54C-A30A-21A7F4B1ACAC}"/>
                    </a:ext>
                  </a:extLst>
                </p:cNvPr>
                <p:cNvCxnSpPr/>
                <p:nvPr/>
              </p:nvCxnSpPr>
              <p:spPr>
                <a:xfrm flipH="1">
                  <a:off x="2735903" y="1177393"/>
                  <a:ext cx="0" cy="798116"/>
                </a:xfrm>
                <a:prstGeom prst="line">
                  <a:avLst/>
                </a:prstGeom>
                <a:noFill/>
                <a:ln w="22225" cap="rnd" cmpd="sng" algn="ctr">
                  <a:solidFill>
                    <a:srgbClr val="FA0C06"/>
                  </a:solidFill>
                  <a:prstDash val="solid"/>
                </a:ln>
                <a:effectLst/>
              </p:spPr>
            </p:cxnSp>
            <p:cxnSp>
              <p:nvCxnSpPr>
                <p:cNvPr id="969" name="Straight Connector 968">
                  <a:extLst>
                    <a:ext uri="{FF2B5EF4-FFF2-40B4-BE49-F238E27FC236}">
                      <a16:creationId xmlns:a16="http://schemas.microsoft.com/office/drawing/2014/main" id="{9A298C83-D001-B5F9-0BA3-942229A89B02}"/>
                    </a:ext>
                  </a:extLst>
                </p:cNvPr>
                <p:cNvCxnSpPr/>
                <p:nvPr/>
              </p:nvCxnSpPr>
              <p:spPr>
                <a:xfrm flipH="1">
                  <a:off x="2471787" y="1984680"/>
                  <a:ext cx="274320" cy="0"/>
                </a:xfrm>
                <a:prstGeom prst="line">
                  <a:avLst/>
                </a:prstGeom>
                <a:noFill/>
                <a:ln w="22225" cap="flat" cmpd="sng" algn="ctr">
                  <a:solidFill>
                    <a:srgbClr val="FA0C06"/>
                  </a:solidFill>
                  <a:prstDash val="solid"/>
                  <a:headEnd type="none"/>
                  <a:tailEnd type="none"/>
                </a:ln>
                <a:effectLst/>
              </p:spPr>
            </p:cxnSp>
            <p:cxnSp>
              <p:nvCxnSpPr>
                <p:cNvPr id="970" name="Straight Connector 969">
                  <a:extLst>
                    <a:ext uri="{FF2B5EF4-FFF2-40B4-BE49-F238E27FC236}">
                      <a16:creationId xmlns:a16="http://schemas.microsoft.com/office/drawing/2014/main" id="{AA472928-1B33-288F-31DA-4873BD0DDAB3}"/>
                    </a:ext>
                  </a:extLst>
                </p:cNvPr>
                <p:cNvCxnSpPr/>
                <p:nvPr/>
              </p:nvCxnSpPr>
              <p:spPr>
                <a:xfrm>
                  <a:off x="2461344" y="1892398"/>
                  <a:ext cx="0" cy="411678"/>
                </a:xfrm>
                <a:prstGeom prst="line">
                  <a:avLst/>
                </a:prstGeom>
                <a:noFill/>
                <a:ln w="38100" cap="flat" cmpd="sng" algn="ctr">
                  <a:solidFill>
                    <a:srgbClr val="FA0C06"/>
                  </a:solidFill>
                  <a:prstDash val="solid"/>
                </a:ln>
                <a:effectLst/>
              </p:spPr>
            </p:cxnSp>
            <p:cxnSp>
              <p:nvCxnSpPr>
                <p:cNvPr id="971" name="Straight Connector 970">
                  <a:extLst>
                    <a:ext uri="{FF2B5EF4-FFF2-40B4-BE49-F238E27FC236}">
                      <a16:creationId xmlns:a16="http://schemas.microsoft.com/office/drawing/2014/main" id="{62719B80-E298-DCD9-A02C-B5C5441ED4E5}"/>
                    </a:ext>
                  </a:extLst>
                </p:cNvPr>
                <p:cNvCxnSpPr/>
                <p:nvPr/>
              </p:nvCxnSpPr>
              <p:spPr>
                <a:xfrm>
                  <a:off x="2358820" y="1989920"/>
                  <a:ext cx="0" cy="274320"/>
                </a:xfrm>
                <a:prstGeom prst="line">
                  <a:avLst/>
                </a:prstGeom>
                <a:noFill/>
                <a:ln w="50800" cap="flat" cmpd="sng" algn="ctr">
                  <a:solidFill>
                    <a:srgbClr val="FA0C06"/>
                  </a:solidFill>
                  <a:prstDash val="solid"/>
                </a:ln>
                <a:effectLst/>
              </p:spPr>
            </p:cxnSp>
            <p:cxnSp>
              <p:nvCxnSpPr>
                <p:cNvPr id="972" name="Straight Connector 971">
                  <a:extLst>
                    <a:ext uri="{FF2B5EF4-FFF2-40B4-BE49-F238E27FC236}">
                      <a16:creationId xmlns:a16="http://schemas.microsoft.com/office/drawing/2014/main" id="{D952F2B0-7569-3232-8818-E17ED5D63413}"/>
                    </a:ext>
                  </a:extLst>
                </p:cNvPr>
                <p:cNvCxnSpPr/>
                <p:nvPr/>
              </p:nvCxnSpPr>
              <p:spPr>
                <a:xfrm flipH="1">
                  <a:off x="2481031" y="2219906"/>
                  <a:ext cx="274320" cy="0"/>
                </a:xfrm>
                <a:prstGeom prst="line">
                  <a:avLst/>
                </a:prstGeom>
                <a:noFill/>
                <a:ln w="22225" cap="rnd" cmpd="sng" algn="ctr">
                  <a:solidFill>
                    <a:srgbClr val="FA0C06"/>
                  </a:solidFill>
                  <a:prstDash val="solid"/>
                  <a:headEnd type="triangle"/>
                  <a:tailEnd type="none"/>
                </a:ln>
                <a:effectLst/>
              </p:spPr>
            </p:cxnSp>
            <p:cxnSp>
              <p:nvCxnSpPr>
                <p:cNvPr id="973" name="Straight Connector 972">
                  <a:extLst>
                    <a:ext uri="{FF2B5EF4-FFF2-40B4-BE49-F238E27FC236}">
                      <a16:creationId xmlns:a16="http://schemas.microsoft.com/office/drawing/2014/main" id="{9858F211-FAFF-7376-06C8-E0E9D8ADAC15}"/>
                    </a:ext>
                  </a:extLst>
                </p:cNvPr>
                <p:cNvCxnSpPr/>
                <p:nvPr/>
              </p:nvCxnSpPr>
              <p:spPr>
                <a:xfrm flipH="1">
                  <a:off x="2092120" y="1072618"/>
                  <a:ext cx="274320" cy="0"/>
                </a:xfrm>
                <a:prstGeom prst="line">
                  <a:avLst/>
                </a:prstGeom>
                <a:noFill/>
                <a:ln w="22225" cap="rnd" cmpd="sng" algn="ctr">
                  <a:solidFill>
                    <a:srgbClr val="FA0C06"/>
                  </a:solidFill>
                  <a:prstDash val="solid"/>
                </a:ln>
                <a:effectLst/>
              </p:spPr>
            </p:cxnSp>
            <p:cxnSp>
              <p:nvCxnSpPr>
                <p:cNvPr id="974" name="Straight Connector 973">
                  <a:extLst>
                    <a:ext uri="{FF2B5EF4-FFF2-40B4-BE49-F238E27FC236}">
                      <a16:creationId xmlns:a16="http://schemas.microsoft.com/office/drawing/2014/main" id="{E4110DBD-9B64-A2E2-417C-4D03839A93F5}"/>
                    </a:ext>
                  </a:extLst>
                </p:cNvPr>
                <p:cNvCxnSpPr>
                  <a:cxnSpLocks/>
                </p:cNvCxnSpPr>
                <p:nvPr/>
              </p:nvCxnSpPr>
              <p:spPr>
                <a:xfrm flipH="1">
                  <a:off x="2092121" y="2141539"/>
                  <a:ext cx="254717" cy="0"/>
                </a:xfrm>
                <a:prstGeom prst="line">
                  <a:avLst/>
                </a:prstGeom>
                <a:noFill/>
                <a:ln w="22225" cap="rnd" cmpd="sng" algn="ctr">
                  <a:solidFill>
                    <a:srgbClr val="FA0C06"/>
                  </a:solidFill>
                  <a:prstDash val="solid"/>
                </a:ln>
                <a:effectLst/>
              </p:spPr>
            </p:cxnSp>
            <p:sp>
              <p:nvSpPr>
                <p:cNvPr id="975" name="Oval 974">
                  <a:extLst>
                    <a:ext uri="{FF2B5EF4-FFF2-40B4-BE49-F238E27FC236}">
                      <a16:creationId xmlns:a16="http://schemas.microsoft.com/office/drawing/2014/main" id="{EBFE71E4-CE87-A4D2-4BBF-A5AB94F1ADE6}"/>
                    </a:ext>
                  </a:extLst>
                </p:cNvPr>
                <p:cNvSpPr/>
                <p:nvPr/>
              </p:nvSpPr>
              <p:spPr>
                <a:xfrm>
                  <a:off x="2702900" y="1592725"/>
                  <a:ext cx="64008" cy="64008"/>
                </a:xfrm>
                <a:prstGeom prst="ellipse">
                  <a:avLst/>
                </a:prstGeom>
                <a:solidFill>
                  <a:srgbClr val="002060"/>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976" name="Straight Connector 975">
                  <a:extLst>
                    <a:ext uri="{FF2B5EF4-FFF2-40B4-BE49-F238E27FC236}">
                      <a16:creationId xmlns:a16="http://schemas.microsoft.com/office/drawing/2014/main" id="{FE31478E-75D5-2F05-9477-48ED1B70722C}"/>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sp>
            <p:nvSpPr>
              <p:cNvPr id="947" name="Oval 946">
                <a:extLst>
                  <a:ext uri="{FF2B5EF4-FFF2-40B4-BE49-F238E27FC236}">
                    <a16:creationId xmlns:a16="http://schemas.microsoft.com/office/drawing/2014/main" id="{C5292606-C15B-1513-D112-203238D284F2}"/>
                  </a:ext>
                </a:extLst>
              </p:cNvPr>
              <p:cNvSpPr/>
              <p:nvPr/>
            </p:nvSpPr>
            <p:spPr>
              <a:xfrm>
                <a:off x="6599199" y="2711278"/>
                <a:ext cx="49238" cy="49239"/>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948" name="Elbow Connector 450">
                <a:extLst>
                  <a:ext uri="{FF2B5EF4-FFF2-40B4-BE49-F238E27FC236}">
                    <a16:creationId xmlns:a16="http://schemas.microsoft.com/office/drawing/2014/main" id="{F19A394E-975B-6D7D-2792-CEE8D7E6DD4C}"/>
                  </a:ext>
                </a:extLst>
              </p:cNvPr>
              <p:cNvCxnSpPr>
                <a:cxnSpLocks/>
              </p:cNvCxnSpPr>
              <p:nvPr/>
            </p:nvCxnSpPr>
            <p:spPr bwMode="auto">
              <a:xfrm flipV="1">
                <a:off x="4899044" y="2167577"/>
                <a:ext cx="255027" cy="217264"/>
              </a:xfrm>
              <a:prstGeom prst="bentConnector3">
                <a:avLst/>
              </a:prstGeom>
              <a:noFill/>
              <a:ln w="25400" cap="flat" cmpd="sng" algn="ctr">
                <a:solidFill>
                  <a:srgbClr val="00407A">
                    <a:lumMod val="75000"/>
                  </a:srgbClr>
                </a:solidFill>
                <a:prstDash val="solid"/>
              </a:ln>
              <a:effectLst/>
            </p:spPr>
          </p:cxnSp>
          <p:cxnSp>
            <p:nvCxnSpPr>
              <p:cNvPr id="949" name="Elbow Connector 451">
                <a:extLst>
                  <a:ext uri="{FF2B5EF4-FFF2-40B4-BE49-F238E27FC236}">
                    <a16:creationId xmlns:a16="http://schemas.microsoft.com/office/drawing/2014/main" id="{E4B7AC99-9BB1-53F9-7B79-3B18EDEEE953}"/>
                  </a:ext>
                </a:extLst>
              </p:cNvPr>
              <p:cNvCxnSpPr/>
              <p:nvPr/>
            </p:nvCxnSpPr>
            <p:spPr bwMode="auto">
              <a:xfrm flipV="1">
                <a:off x="6634446" y="2205914"/>
                <a:ext cx="252414" cy="153988"/>
              </a:xfrm>
              <a:prstGeom prst="bentConnector3">
                <a:avLst/>
              </a:prstGeom>
              <a:noFill/>
              <a:ln w="25400" cap="flat" cmpd="sng" algn="ctr">
                <a:solidFill>
                  <a:srgbClr val="00407A">
                    <a:lumMod val="75000"/>
                  </a:srgbClr>
                </a:solidFill>
                <a:prstDash val="solid"/>
              </a:ln>
              <a:effectLst/>
            </p:spPr>
          </p:cxnSp>
          <p:cxnSp>
            <p:nvCxnSpPr>
              <p:cNvPr id="950" name="Elbow Connector 452">
                <a:extLst>
                  <a:ext uri="{FF2B5EF4-FFF2-40B4-BE49-F238E27FC236}">
                    <a16:creationId xmlns:a16="http://schemas.microsoft.com/office/drawing/2014/main" id="{B45995F4-E37C-50B1-C44A-50A893563FC3}"/>
                  </a:ext>
                </a:extLst>
              </p:cNvPr>
              <p:cNvCxnSpPr/>
              <p:nvPr/>
            </p:nvCxnSpPr>
            <p:spPr bwMode="auto">
              <a:xfrm>
                <a:off x="5607058" y="1935833"/>
                <a:ext cx="254000" cy="153987"/>
              </a:xfrm>
              <a:prstGeom prst="bentConnector3">
                <a:avLst>
                  <a:gd name="adj1" fmla="val 50000"/>
                </a:avLst>
              </a:prstGeom>
              <a:noFill/>
              <a:ln w="25400" cap="flat" cmpd="sng" algn="ctr">
                <a:solidFill>
                  <a:srgbClr val="00407A">
                    <a:lumMod val="75000"/>
                  </a:srgbClr>
                </a:solidFill>
                <a:prstDash val="solid"/>
              </a:ln>
              <a:effectLst/>
            </p:spPr>
          </p:cxnSp>
          <p:cxnSp>
            <p:nvCxnSpPr>
              <p:cNvPr id="951" name="Elbow Connector 453">
                <a:extLst>
                  <a:ext uri="{FF2B5EF4-FFF2-40B4-BE49-F238E27FC236}">
                    <a16:creationId xmlns:a16="http://schemas.microsoft.com/office/drawing/2014/main" id="{26AF65CA-E7C8-507B-F070-40362C818497}"/>
                  </a:ext>
                </a:extLst>
              </p:cNvPr>
              <p:cNvCxnSpPr/>
              <p:nvPr/>
            </p:nvCxnSpPr>
            <p:spPr bwMode="auto">
              <a:xfrm>
                <a:off x="7746675" y="2274176"/>
                <a:ext cx="254000" cy="153987"/>
              </a:xfrm>
              <a:prstGeom prst="bentConnector3">
                <a:avLst>
                  <a:gd name="adj1" fmla="val 50000"/>
                </a:avLst>
              </a:prstGeom>
              <a:noFill/>
              <a:ln w="25400" cap="flat" cmpd="sng" algn="ctr">
                <a:solidFill>
                  <a:srgbClr val="00407A">
                    <a:lumMod val="75000"/>
                  </a:srgbClr>
                </a:solidFill>
                <a:prstDash val="solid"/>
              </a:ln>
              <a:effectLst/>
            </p:spPr>
          </p:cxnSp>
          <p:sp>
            <p:nvSpPr>
              <p:cNvPr id="952" name="Rectangle 272">
                <a:extLst>
                  <a:ext uri="{FF2B5EF4-FFF2-40B4-BE49-F238E27FC236}">
                    <a16:creationId xmlns:a16="http://schemas.microsoft.com/office/drawing/2014/main" id="{85D11A19-2807-9130-F6B0-E16B7E139C55}"/>
                  </a:ext>
                </a:extLst>
              </p:cNvPr>
              <p:cNvSpPr>
                <a:spLocks noChangeArrowheads="1"/>
              </p:cNvSpPr>
              <p:nvPr/>
            </p:nvSpPr>
            <p:spPr bwMode="auto">
              <a:xfrm>
                <a:off x="5815046" y="1765954"/>
                <a:ext cx="513783" cy="3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1</a:t>
                </a:r>
              </a:p>
            </p:txBody>
          </p:sp>
          <p:sp>
            <p:nvSpPr>
              <p:cNvPr id="953" name="Rectangle 272">
                <a:extLst>
                  <a:ext uri="{FF2B5EF4-FFF2-40B4-BE49-F238E27FC236}">
                    <a16:creationId xmlns:a16="http://schemas.microsoft.com/office/drawing/2014/main" id="{DF64941C-F82E-D72A-04D8-BEC83217DF06}"/>
                  </a:ext>
                </a:extLst>
              </p:cNvPr>
              <p:cNvSpPr>
                <a:spLocks noChangeArrowheads="1"/>
              </p:cNvSpPr>
              <p:nvPr/>
            </p:nvSpPr>
            <p:spPr bwMode="auto">
              <a:xfrm>
                <a:off x="6598005" y="1821113"/>
                <a:ext cx="483237" cy="33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4</a:t>
                </a:r>
              </a:p>
            </p:txBody>
          </p:sp>
          <p:sp>
            <p:nvSpPr>
              <p:cNvPr id="954" name="Rectangle 272">
                <a:extLst>
                  <a:ext uri="{FF2B5EF4-FFF2-40B4-BE49-F238E27FC236}">
                    <a16:creationId xmlns:a16="http://schemas.microsoft.com/office/drawing/2014/main" id="{C8BDAC55-2492-A537-C0FF-F92BBFCC7A12}"/>
                  </a:ext>
                </a:extLst>
              </p:cNvPr>
              <p:cNvSpPr>
                <a:spLocks noChangeArrowheads="1"/>
              </p:cNvSpPr>
              <p:nvPr/>
            </p:nvSpPr>
            <p:spPr bwMode="auto">
              <a:xfrm>
                <a:off x="7632873" y="1865378"/>
                <a:ext cx="480828" cy="3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1</a:t>
                </a:r>
              </a:p>
            </p:txBody>
          </p:sp>
          <p:sp>
            <p:nvSpPr>
              <p:cNvPr id="955" name="Rectangle 272">
                <a:extLst>
                  <a:ext uri="{FF2B5EF4-FFF2-40B4-BE49-F238E27FC236}">
                    <a16:creationId xmlns:a16="http://schemas.microsoft.com/office/drawing/2014/main" id="{FF3F96AD-63E6-5CB9-5AF3-56D95FA266C3}"/>
                  </a:ext>
                </a:extLst>
              </p:cNvPr>
              <p:cNvSpPr>
                <a:spLocks noChangeArrowheads="1"/>
              </p:cNvSpPr>
              <p:nvPr/>
            </p:nvSpPr>
            <p:spPr bwMode="auto">
              <a:xfrm>
                <a:off x="4963350" y="2525404"/>
                <a:ext cx="447954" cy="344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5</a:t>
                </a:r>
              </a:p>
            </p:txBody>
          </p:sp>
          <p:sp>
            <p:nvSpPr>
              <p:cNvPr id="956" name="Rectangle 272">
                <a:extLst>
                  <a:ext uri="{FF2B5EF4-FFF2-40B4-BE49-F238E27FC236}">
                    <a16:creationId xmlns:a16="http://schemas.microsoft.com/office/drawing/2014/main" id="{C695112B-5EF6-CF78-B967-710E1BA52699}"/>
                  </a:ext>
                </a:extLst>
              </p:cNvPr>
              <p:cNvSpPr>
                <a:spLocks noChangeArrowheads="1"/>
              </p:cNvSpPr>
              <p:nvPr/>
            </p:nvSpPr>
            <p:spPr bwMode="auto">
              <a:xfrm>
                <a:off x="4861631" y="1384302"/>
                <a:ext cx="452769" cy="3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3</a:t>
                </a:r>
              </a:p>
            </p:txBody>
          </p:sp>
          <p:sp>
            <p:nvSpPr>
              <p:cNvPr id="957" name="Rectangle 272">
                <a:extLst>
                  <a:ext uri="{FF2B5EF4-FFF2-40B4-BE49-F238E27FC236}">
                    <a16:creationId xmlns:a16="http://schemas.microsoft.com/office/drawing/2014/main" id="{CB193617-4912-5C0B-4A73-68D55D8FB608}"/>
                  </a:ext>
                </a:extLst>
              </p:cNvPr>
              <p:cNvSpPr>
                <a:spLocks noChangeArrowheads="1"/>
              </p:cNvSpPr>
              <p:nvPr/>
            </p:nvSpPr>
            <p:spPr bwMode="auto">
              <a:xfrm>
                <a:off x="5949791" y="2231099"/>
                <a:ext cx="651493" cy="3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3</a:t>
                </a:r>
              </a:p>
            </p:txBody>
          </p:sp>
          <p:sp>
            <p:nvSpPr>
              <p:cNvPr id="958" name="Rectangle 272">
                <a:extLst>
                  <a:ext uri="{FF2B5EF4-FFF2-40B4-BE49-F238E27FC236}">
                    <a16:creationId xmlns:a16="http://schemas.microsoft.com/office/drawing/2014/main" id="{ACF192B9-2663-CDF3-5CD9-6AC7F2F54367}"/>
                  </a:ext>
                </a:extLst>
              </p:cNvPr>
              <p:cNvSpPr>
                <a:spLocks noChangeArrowheads="1"/>
              </p:cNvSpPr>
              <p:nvPr/>
            </p:nvSpPr>
            <p:spPr bwMode="auto">
              <a:xfrm>
                <a:off x="6956662" y="1439500"/>
                <a:ext cx="550532" cy="3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2</a:t>
                </a:r>
              </a:p>
            </p:txBody>
          </p:sp>
          <p:cxnSp>
            <p:nvCxnSpPr>
              <p:cNvPr id="959" name="Straight Connector 958">
                <a:extLst>
                  <a:ext uri="{FF2B5EF4-FFF2-40B4-BE49-F238E27FC236}">
                    <a16:creationId xmlns:a16="http://schemas.microsoft.com/office/drawing/2014/main" id="{5FBB4A13-D771-848F-EDD2-E3BE85D12E98}"/>
                  </a:ext>
                </a:extLst>
              </p:cNvPr>
              <p:cNvCxnSpPr/>
              <p:nvPr/>
            </p:nvCxnSpPr>
            <p:spPr>
              <a:xfrm flipV="1">
                <a:off x="5445321" y="1458077"/>
                <a:ext cx="2391584" cy="0"/>
              </a:xfrm>
              <a:prstGeom prst="line">
                <a:avLst/>
              </a:prstGeom>
              <a:noFill/>
              <a:ln w="38100" cap="flat" cmpd="sng" algn="ctr">
                <a:solidFill>
                  <a:srgbClr val="00407A"/>
                </a:solidFill>
                <a:prstDash val="solid"/>
              </a:ln>
              <a:effectLst/>
            </p:spPr>
          </p:cxnSp>
        </p:grpSp>
        <p:grpSp>
          <p:nvGrpSpPr>
            <p:cNvPr id="938" name="Group 937">
              <a:extLst>
                <a:ext uri="{FF2B5EF4-FFF2-40B4-BE49-F238E27FC236}">
                  <a16:creationId xmlns:a16="http://schemas.microsoft.com/office/drawing/2014/main" id="{0419F0A8-4CAA-4422-80D1-357EF84B7746}"/>
                </a:ext>
              </a:extLst>
            </p:cNvPr>
            <p:cNvGrpSpPr/>
            <p:nvPr/>
          </p:nvGrpSpPr>
          <p:grpSpPr>
            <a:xfrm>
              <a:off x="3659689" y="4134932"/>
              <a:ext cx="415949" cy="217146"/>
              <a:chOff x="7395717" y="1598445"/>
              <a:chExt cx="415949" cy="217146"/>
            </a:xfrm>
          </p:grpSpPr>
          <p:sp>
            <p:nvSpPr>
              <p:cNvPr id="939" name="Oval 938">
                <a:extLst>
                  <a:ext uri="{FF2B5EF4-FFF2-40B4-BE49-F238E27FC236}">
                    <a16:creationId xmlns:a16="http://schemas.microsoft.com/office/drawing/2014/main" id="{D9E1BD53-3C62-D6BC-5955-DC41CE52CBB3}"/>
                  </a:ext>
                </a:extLst>
              </p:cNvPr>
              <p:cNvSpPr/>
              <p:nvPr/>
            </p:nvSpPr>
            <p:spPr>
              <a:xfrm>
                <a:off x="7433222" y="1671894"/>
                <a:ext cx="155275" cy="143697"/>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940" name="Rectangle 272">
                <a:extLst>
                  <a:ext uri="{FF2B5EF4-FFF2-40B4-BE49-F238E27FC236}">
                    <a16:creationId xmlns:a16="http://schemas.microsoft.com/office/drawing/2014/main" id="{8D66BE72-9ACA-F075-4D20-A2E0662082B5}"/>
                  </a:ext>
                </a:extLst>
              </p:cNvPr>
              <p:cNvSpPr>
                <a:spLocks noChangeArrowheads="1"/>
              </p:cNvSpPr>
              <p:nvPr/>
            </p:nvSpPr>
            <p:spPr bwMode="auto">
              <a:xfrm>
                <a:off x="7395717" y="1598445"/>
                <a:ext cx="4159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c</a:t>
                </a:r>
              </a:p>
            </p:txBody>
          </p:sp>
        </p:grpSp>
      </p:grpSp>
      <p:grpSp>
        <p:nvGrpSpPr>
          <p:cNvPr id="1014" name="Group 1013">
            <a:extLst>
              <a:ext uri="{FF2B5EF4-FFF2-40B4-BE49-F238E27FC236}">
                <a16:creationId xmlns:a16="http://schemas.microsoft.com/office/drawing/2014/main" id="{67F12547-F104-7407-507B-8C47038C7301}"/>
              </a:ext>
            </a:extLst>
          </p:cNvPr>
          <p:cNvGrpSpPr/>
          <p:nvPr/>
        </p:nvGrpSpPr>
        <p:grpSpPr>
          <a:xfrm>
            <a:off x="9039867" y="1637062"/>
            <a:ext cx="2807381" cy="1383134"/>
            <a:chOff x="3918307" y="2994233"/>
            <a:chExt cx="2807381" cy="1383134"/>
          </a:xfrm>
        </p:grpSpPr>
        <p:sp>
          <p:nvSpPr>
            <p:cNvPr id="1015" name="Rectangle 1014">
              <a:extLst>
                <a:ext uri="{FF2B5EF4-FFF2-40B4-BE49-F238E27FC236}">
                  <a16:creationId xmlns:a16="http://schemas.microsoft.com/office/drawing/2014/main" id="{E28AAFAB-FECF-EA0C-C65B-352DF04CD069}"/>
                </a:ext>
              </a:extLst>
            </p:cNvPr>
            <p:cNvSpPr/>
            <p:nvPr/>
          </p:nvSpPr>
          <p:spPr>
            <a:xfrm>
              <a:off x="3989184" y="2994233"/>
              <a:ext cx="2613935" cy="1383134"/>
            </a:xfrm>
            <a:prstGeom prst="rect">
              <a:avLst/>
            </a:prstGeom>
            <a:solidFill>
              <a:srgbClr val="FBE5D6"/>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1016" name="Group 1015">
              <a:extLst>
                <a:ext uri="{FF2B5EF4-FFF2-40B4-BE49-F238E27FC236}">
                  <a16:creationId xmlns:a16="http://schemas.microsoft.com/office/drawing/2014/main" id="{95559EC5-FAAD-7626-D2DF-3AC5EE0155B2}"/>
                </a:ext>
              </a:extLst>
            </p:cNvPr>
            <p:cNvGrpSpPr>
              <a:grpSpLocks noChangeAspect="1"/>
            </p:cNvGrpSpPr>
            <p:nvPr/>
          </p:nvGrpSpPr>
          <p:grpSpPr>
            <a:xfrm>
              <a:off x="3918307" y="3044823"/>
              <a:ext cx="2665077" cy="1329489"/>
              <a:chOff x="4905859" y="3316827"/>
              <a:chExt cx="3194153" cy="1593422"/>
            </a:xfrm>
          </p:grpSpPr>
          <p:grpSp>
            <p:nvGrpSpPr>
              <p:cNvPr id="1020" name="Group 1019">
                <a:extLst>
                  <a:ext uri="{FF2B5EF4-FFF2-40B4-BE49-F238E27FC236}">
                    <a16:creationId xmlns:a16="http://schemas.microsoft.com/office/drawing/2014/main" id="{D8E452A7-45B7-2020-26A4-D8BD519C9408}"/>
                  </a:ext>
                </a:extLst>
              </p:cNvPr>
              <p:cNvGrpSpPr>
                <a:grpSpLocks noChangeAspect="1"/>
              </p:cNvGrpSpPr>
              <p:nvPr/>
            </p:nvGrpSpPr>
            <p:grpSpPr>
              <a:xfrm>
                <a:off x="6492861" y="4733692"/>
                <a:ext cx="221578" cy="176557"/>
                <a:chOff x="7298572" y="2662363"/>
                <a:chExt cx="288042" cy="229515"/>
              </a:xfrm>
            </p:grpSpPr>
            <p:cxnSp>
              <p:nvCxnSpPr>
                <p:cNvPr id="1092" name="Straight Connector 1091">
                  <a:extLst>
                    <a:ext uri="{FF2B5EF4-FFF2-40B4-BE49-F238E27FC236}">
                      <a16:creationId xmlns:a16="http://schemas.microsoft.com/office/drawing/2014/main" id="{CDC5AFFA-D969-2F51-A4B3-27207A35D75D}"/>
                    </a:ext>
                  </a:extLst>
                </p:cNvPr>
                <p:cNvCxnSpPr>
                  <a:cxnSpLocks/>
                </p:cNvCxnSpPr>
                <p:nvPr/>
              </p:nvCxnSpPr>
              <p:spPr>
                <a:xfrm flipH="1" flipV="1">
                  <a:off x="7298572" y="2662363"/>
                  <a:ext cx="288042" cy="0"/>
                </a:xfrm>
                <a:prstGeom prst="line">
                  <a:avLst/>
                </a:prstGeom>
                <a:noFill/>
                <a:ln w="50800" cap="flat" cmpd="sng" algn="ctr">
                  <a:solidFill>
                    <a:srgbClr val="00407A"/>
                  </a:solidFill>
                  <a:prstDash val="solid"/>
                </a:ln>
                <a:effectLst/>
              </p:spPr>
            </p:cxnSp>
            <p:cxnSp>
              <p:nvCxnSpPr>
                <p:cNvPr id="1093" name="Straight Connector 1092">
                  <a:extLst>
                    <a:ext uri="{FF2B5EF4-FFF2-40B4-BE49-F238E27FC236}">
                      <a16:creationId xmlns:a16="http://schemas.microsoft.com/office/drawing/2014/main" id="{F99C0078-0CC2-C2B6-87B4-461A28058402}"/>
                    </a:ext>
                  </a:extLst>
                </p:cNvPr>
                <p:cNvCxnSpPr/>
                <p:nvPr/>
              </p:nvCxnSpPr>
              <p:spPr>
                <a:xfrm flipH="1">
                  <a:off x="7383326" y="2764508"/>
                  <a:ext cx="133794" cy="0"/>
                </a:xfrm>
                <a:prstGeom prst="line">
                  <a:avLst/>
                </a:prstGeom>
                <a:noFill/>
                <a:ln w="50800" cap="flat" cmpd="sng" algn="ctr">
                  <a:solidFill>
                    <a:srgbClr val="00407A"/>
                  </a:solidFill>
                  <a:prstDash val="solid"/>
                </a:ln>
                <a:effectLst/>
              </p:spPr>
            </p:cxnSp>
            <p:cxnSp>
              <p:nvCxnSpPr>
                <p:cNvPr id="1094" name="Straight Connector 1093">
                  <a:extLst>
                    <a:ext uri="{FF2B5EF4-FFF2-40B4-BE49-F238E27FC236}">
                      <a16:creationId xmlns:a16="http://schemas.microsoft.com/office/drawing/2014/main" id="{A9B27E20-6A2D-CAEB-6B7D-279D9E9BE705}"/>
                    </a:ext>
                  </a:extLst>
                </p:cNvPr>
                <p:cNvCxnSpPr/>
                <p:nvPr/>
              </p:nvCxnSpPr>
              <p:spPr>
                <a:xfrm flipH="1">
                  <a:off x="7420440" y="2891878"/>
                  <a:ext cx="72336" cy="0"/>
                </a:xfrm>
                <a:prstGeom prst="line">
                  <a:avLst/>
                </a:prstGeom>
                <a:noFill/>
                <a:ln w="50800" cap="flat" cmpd="sng" algn="ctr">
                  <a:solidFill>
                    <a:srgbClr val="00407A"/>
                  </a:solidFill>
                  <a:prstDash val="solid"/>
                </a:ln>
                <a:effectLst/>
              </p:spPr>
            </p:cxnSp>
          </p:grpSp>
          <p:cxnSp>
            <p:nvCxnSpPr>
              <p:cNvPr id="1021" name="Straight Connector 1020">
                <a:extLst>
                  <a:ext uri="{FF2B5EF4-FFF2-40B4-BE49-F238E27FC236}">
                    <a16:creationId xmlns:a16="http://schemas.microsoft.com/office/drawing/2014/main" id="{411FF3B0-22AE-7969-7FDB-2FE5712170FF}"/>
                  </a:ext>
                </a:extLst>
              </p:cNvPr>
              <p:cNvCxnSpPr>
                <a:cxnSpLocks noChangeAspect="1"/>
              </p:cNvCxnSpPr>
              <p:nvPr/>
            </p:nvCxnSpPr>
            <p:spPr>
              <a:xfrm flipH="1">
                <a:off x="5573771" y="4643054"/>
                <a:ext cx="2071158" cy="0"/>
              </a:xfrm>
              <a:prstGeom prst="line">
                <a:avLst/>
              </a:prstGeom>
              <a:noFill/>
              <a:ln w="22225" cap="rnd" cmpd="sng" algn="ctr">
                <a:solidFill>
                  <a:srgbClr val="00407A"/>
                </a:solidFill>
                <a:prstDash val="solid"/>
              </a:ln>
              <a:effectLst/>
            </p:spPr>
          </p:cxnSp>
          <p:cxnSp>
            <p:nvCxnSpPr>
              <p:cNvPr id="1022" name="Straight Connector 1021">
                <a:extLst>
                  <a:ext uri="{FF2B5EF4-FFF2-40B4-BE49-F238E27FC236}">
                    <a16:creationId xmlns:a16="http://schemas.microsoft.com/office/drawing/2014/main" id="{EF3971FB-D05F-4A6B-E466-3DBC38215E7C}"/>
                  </a:ext>
                </a:extLst>
              </p:cNvPr>
              <p:cNvCxnSpPr>
                <a:cxnSpLocks noChangeAspect="1"/>
              </p:cNvCxnSpPr>
              <p:nvPr/>
            </p:nvCxnSpPr>
            <p:spPr>
              <a:xfrm flipH="1">
                <a:off x="6612530" y="4568056"/>
                <a:ext cx="0" cy="184430"/>
              </a:xfrm>
              <a:prstGeom prst="line">
                <a:avLst/>
              </a:prstGeom>
              <a:noFill/>
              <a:ln w="22225" cap="rnd" cmpd="sng" algn="ctr">
                <a:solidFill>
                  <a:srgbClr val="00407A"/>
                </a:solidFill>
                <a:prstDash val="solid"/>
              </a:ln>
              <a:effectLst/>
            </p:spPr>
          </p:cxnSp>
          <p:grpSp>
            <p:nvGrpSpPr>
              <p:cNvPr id="1023" name="Group 1022">
                <a:extLst>
                  <a:ext uri="{FF2B5EF4-FFF2-40B4-BE49-F238E27FC236}">
                    <a16:creationId xmlns:a16="http://schemas.microsoft.com/office/drawing/2014/main" id="{943931FE-FB3B-81DE-DA9A-324B98F23CA2}"/>
                  </a:ext>
                </a:extLst>
              </p:cNvPr>
              <p:cNvGrpSpPr>
                <a:grpSpLocks noChangeAspect="1"/>
              </p:cNvGrpSpPr>
              <p:nvPr/>
            </p:nvGrpSpPr>
            <p:grpSpPr>
              <a:xfrm>
                <a:off x="5072710" y="3373588"/>
                <a:ext cx="800446" cy="1276963"/>
                <a:chOff x="2092120" y="696442"/>
                <a:chExt cx="1040548" cy="1659994"/>
              </a:xfrm>
            </p:grpSpPr>
            <p:cxnSp>
              <p:nvCxnSpPr>
                <p:cNvPr id="1075" name="Straight Connector 1074">
                  <a:extLst>
                    <a:ext uri="{FF2B5EF4-FFF2-40B4-BE49-F238E27FC236}">
                      <a16:creationId xmlns:a16="http://schemas.microsoft.com/office/drawing/2014/main" id="{20081BD6-B076-1ABC-E90A-4D2C541E90F0}"/>
                    </a:ext>
                  </a:extLst>
                </p:cNvPr>
                <p:cNvCxnSpPr>
                  <a:cxnSpLocks/>
                  <a:endCxn id="1090" idx="6"/>
                </p:cNvCxnSpPr>
                <p:nvPr/>
              </p:nvCxnSpPr>
              <p:spPr>
                <a:xfrm flipH="1">
                  <a:off x="2766908" y="1581807"/>
                  <a:ext cx="365760" cy="0"/>
                </a:xfrm>
                <a:prstGeom prst="line">
                  <a:avLst/>
                </a:prstGeom>
                <a:noFill/>
                <a:ln w="22225" cap="rnd" cmpd="sng" algn="ctr">
                  <a:solidFill>
                    <a:srgbClr val="00B050"/>
                  </a:solidFill>
                  <a:prstDash val="solid"/>
                </a:ln>
                <a:effectLst/>
              </p:spPr>
            </p:cxnSp>
            <mc:AlternateContent xmlns:mc="http://schemas.openxmlformats.org/markup-compatibility/2006" xmlns:a14="http://schemas.microsoft.com/office/drawing/2010/main">
              <mc:Choice Requires="a14">
                <p:sp>
                  <p:nvSpPr>
                    <p:cNvPr id="1076" name="Rectangle 1075">
                      <a:extLst>
                        <a:ext uri="{FF2B5EF4-FFF2-40B4-BE49-F238E27FC236}">
                          <a16:creationId xmlns:a16="http://schemas.microsoft.com/office/drawing/2014/main" id="{13EBA281-D638-D58A-2DA1-B6F38E14D4C7}"/>
                        </a:ext>
                      </a:extLst>
                    </p:cNvPr>
                    <p:cNvSpPr/>
                    <p:nvPr/>
                  </p:nvSpPr>
                  <p:spPr>
                    <a:xfrm>
                      <a:off x="2436654" y="875313"/>
                      <a:ext cx="687319" cy="38361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293" name="Rectangle 292">
                      <a:extLst>
                        <a:ext uri="{FF2B5EF4-FFF2-40B4-BE49-F238E27FC236}">
                          <a16:creationId xmlns:a16="http://schemas.microsoft.com/office/drawing/2014/main" id="{13EBA281-D638-D58A-2DA1-B6F38E14D4C7}"/>
                        </a:ext>
                      </a:extLst>
                    </p:cNvPr>
                    <p:cNvSpPr>
                      <a:spLocks noRot="1" noChangeAspect="1" noMove="1" noResize="1" noEditPoints="1" noAdjustHandles="1" noChangeArrowheads="1" noChangeShapeType="1" noTextEdit="1"/>
                    </p:cNvSpPr>
                    <p:nvPr/>
                  </p:nvSpPr>
                  <p:spPr>
                    <a:xfrm>
                      <a:off x="2436654" y="875313"/>
                      <a:ext cx="687319" cy="383619"/>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77" name="Rectangle 1076">
                      <a:extLst>
                        <a:ext uri="{FF2B5EF4-FFF2-40B4-BE49-F238E27FC236}">
                          <a16:creationId xmlns:a16="http://schemas.microsoft.com/office/drawing/2014/main" id="{84D468D0-C0DA-100C-7022-F1B3ED82E05D}"/>
                        </a:ext>
                      </a:extLst>
                    </p:cNvPr>
                    <p:cNvSpPr/>
                    <p:nvPr/>
                  </p:nvSpPr>
                  <p:spPr>
                    <a:xfrm>
                      <a:off x="2431844" y="1898023"/>
                      <a:ext cx="697309" cy="38361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294" name="Rectangle 293">
                      <a:extLst>
                        <a:ext uri="{FF2B5EF4-FFF2-40B4-BE49-F238E27FC236}">
                          <a16:creationId xmlns:a16="http://schemas.microsoft.com/office/drawing/2014/main" id="{84D468D0-C0DA-100C-7022-F1B3ED82E05D}"/>
                        </a:ext>
                      </a:extLst>
                    </p:cNvPr>
                    <p:cNvSpPr>
                      <a:spLocks noRot="1" noChangeAspect="1" noMove="1" noResize="1" noEditPoints="1" noAdjustHandles="1" noChangeArrowheads="1" noChangeShapeType="1" noTextEdit="1"/>
                    </p:cNvSpPr>
                    <p:nvPr/>
                  </p:nvSpPr>
                  <p:spPr>
                    <a:xfrm>
                      <a:off x="2431844" y="1898023"/>
                      <a:ext cx="697309" cy="383619"/>
                    </a:xfrm>
                    <a:prstGeom prst="rect">
                      <a:avLst/>
                    </a:prstGeom>
                    <a:blipFill>
                      <a:blip r:embed="rId5"/>
                      <a:stretch>
                        <a:fillRect/>
                      </a:stretch>
                    </a:blipFill>
                  </p:spPr>
                  <p:txBody>
                    <a:bodyPr/>
                    <a:lstStyle/>
                    <a:p>
                      <a:r>
                        <a:rPr lang="en-IN">
                          <a:noFill/>
                        </a:rPr>
                        <a:t> </a:t>
                      </a:r>
                    </a:p>
                  </p:txBody>
                </p:sp>
              </mc:Fallback>
            </mc:AlternateContent>
            <p:cxnSp>
              <p:nvCxnSpPr>
                <p:cNvPr id="1078" name="Straight Connector 1077">
                  <a:extLst>
                    <a:ext uri="{FF2B5EF4-FFF2-40B4-BE49-F238E27FC236}">
                      <a16:creationId xmlns:a16="http://schemas.microsoft.com/office/drawing/2014/main" id="{FA58E36D-1FF4-46B4-2CC2-9BB405031367}"/>
                    </a:ext>
                  </a:extLst>
                </p:cNvPr>
                <p:cNvCxnSpPr/>
                <p:nvPr/>
              </p:nvCxnSpPr>
              <p:spPr>
                <a:xfrm>
                  <a:off x="2748207" y="696442"/>
                  <a:ext cx="0" cy="256507"/>
                </a:xfrm>
                <a:prstGeom prst="line">
                  <a:avLst/>
                </a:prstGeom>
                <a:noFill/>
                <a:ln w="22225" cap="flat" cmpd="sng" algn="ctr">
                  <a:solidFill>
                    <a:srgbClr val="00B050"/>
                  </a:solidFill>
                  <a:prstDash val="solid"/>
                </a:ln>
                <a:effectLst/>
              </p:spPr>
            </p:cxnSp>
            <p:cxnSp>
              <p:nvCxnSpPr>
                <p:cNvPr id="1079" name="Straight Connector 1078">
                  <a:extLst>
                    <a:ext uri="{FF2B5EF4-FFF2-40B4-BE49-F238E27FC236}">
                      <a16:creationId xmlns:a16="http://schemas.microsoft.com/office/drawing/2014/main" id="{382BAAA0-D0FD-6CC0-95D0-420C63714E37}"/>
                    </a:ext>
                  </a:extLst>
                </p:cNvPr>
                <p:cNvCxnSpPr/>
                <p:nvPr/>
              </p:nvCxnSpPr>
              <p:spPr>
                <a:xfrm flipH="1">
                  <a:off x="2482027" y="947407"/>
                  <a:ext cx="274320" cy="0"/>
                </a:xfrm>
                <a:prstGeom prst="line">
                  <a:avLst/>
                </a:prstGeom>
                <a:noFill/>
                <a:ln w="22225" cap="flat" cmpd="sng" algn="ctr">
                  <a:solidFill>
                    <a:srgbClr val="00B050"/>
                  </a:solidFill>
                  <a:prstDash val="solid"/>
                  <a:headEnd type="none"/>
                  <a:tailEnd type="triangle"/>
                </a:ln>
                <a:effectLst/>
              </p:spPr>
            </p:cxnSp>
            <p:cxnSp>
              <p:nvCxnSpPr>
                <p:cNvPr id="1080" name="Straight Connector 1079">
                  <a:extLst>
                    <a:ext uri="{FF2B5EF4-FFF2-40B4-BE49-F238E27FC236}">
                      <a16:creationId xmlns:a16="http://schemas.microsoft.com/office/drawing/2014/main" id="{BAF4DB26-D287-B7F8-E8D1-A24E58DA1DD9}"/>
                    </a:ext>
                  </a:extLst>
                </p:cNvPr>
                <p:cNvCxnSpPr/>
                <p:nvPr/>
              </p:nvCxnSpPr>
              <p:spPr>
                <a:xfrm>
                  <a:off x="2468964" y="849885"/>
                  <a:ext cx="0" cy="411678"/>
                </a:xfrm>
                <a:prstGeom prst="line">
                  <a:avLst/>
                </a:prstGeom>
                <a:noFill/>
                <a:ln w="38100" cap="flat" cmpd="sng" algn="ctr">
                  <a:solidFill>
                    <a:srgbClr val="00B050"/>
                  </a:solidFill>
                  <a:prstDash val="solid"/>
                </a:ln>
                <a:effectLst/>
              </p:spPr>
            </p:cxnSp>
            <p:cxnSp>
              <p:nvCxnSpPr>
                <p:cNvPr id="1081" name="Straight Connector 1080">
                  <a:extLst>
                    <a:ext uri="{FF2B5EF4-FFF2-40B4-BE49-F238E27FC236}">
                      <a16:creationId xmlns:a16="http://schemas.microsoft.com/office/drawing/2014/main" id="{023BBC2C-507D-8AF6-578A-8BFAAAD34C6C}"/>
                    </a:ext>
                  </a:extLst>
                </p:cNvPr>
                <p:cNvCxnSpPr/>
                <p:nvPr/>
              </p:nvCxnSpPr>
              <p:spPr>
                <a:xfrm>
                  <a:off x="2366440" y="947407"/>
                  <a:ext cx="0" cy="274320"/>
                </a:xfrm>
                <a:prstGeom prst="line">
                  <a:avLst/>
                </a:prstGeom>
                <a:noFill/>
                <a:ln w="50800" cap="flat" cmpd="sng" algn="ctr">
                  <a:solidFill>
                    <a:srgbClr val="00B050"/>
                  </a:solidFill>
                  <a:prstDash val="solid"/>
                </a:ln>
                <a:effectLst/>
              </p:spPr>
            </p:cxnSp>
            <p:cxnSp>
              <p:nvCxnSpPr>
                <p:cNvPr id="1082" name="Straight Connector 1081">
                  <a:extLst>
                    <a:ext uri="{FF2B5EF4-FFF2-40B4-BE49-F238E27FC236}">
                      <a16:creationId xmlns:a16="http://schemas.microsoft.com/office/drawing/2014/main" id="{49CF0FD0-62E1-45CB-B1FE-AA939AE6C925}"/>
                    </a:ext>
                  </a:extLst>
                </p:cNvPr>
                <p:cNvCxnSpPr/>
                <p:nvPr/>
              </p:nvCxnSpPr>
              <p:spPr>
                <a:xfrm flipH="1">
                  <a:off x="2459984" y="1177393"/>
                  <a:ext cx="274320" cy="0"/>
                </a:xfrm>
                <a:prstGeom prst="line">
                  <a:avLst/>
                </a:prstGeom>
                <a:noFill/>
                <a:ln w="22225" cap="rnd" cmpd="sng" algn="ctr">
                  <a:solidFill>
                    <a:srgbClr val="00B050"/>
                  </a:solidFill>
                  <a:prstDash val="solid"/>
                </a:ln>
                <a:effectLst/>
              </p:spPr>
            </p:cxnSp>
            <p:cxnSp>
              <p:nvCxnSpPr>
                <p:cNvPr id="1083" name="Straight Connector 1082">
                  <a:extLst>
                    <a:ext uri="{FF2B5EF4-FFF2-40B4-BE49-F238E27FC236}">
                      <a16:creationId xmlns:a16="http://schemas.microsoft.com/office/drawing/2014/main" id="{591FF1C4-D622-9A43-F696-39288A2DB4C2}"/>
                    </a:ext>
                  </a:extLst>
                </p:cNvPr>
                <p:cNvCxnSpPr/>
                <p:nvPr/>
              </p:nvCxnSpPr>
              <p:spPr>
                <a:xfrm flipH="1">
                  <a:off x="2735903" y="1177393"/>
                  <a:ext cx="0" cy="798116"/>
                </a:xfrm>
                <a:prstGeom prst="line">
                  <a:avLst/>
                </a:prstGeom>
                <a:noFill/>
                <a:ln w="22225" cap="rnd" cmpd="sng" algn="ctr">
                  <a:solidFill>
                    <a:srgbClr val="00B050"/>
                  </a:solidFill>
                  <a:prstDash val="solid"/>
                </a:ln>
                <a:effectLst/>
              </p:spPr>
            </p:cxnSp>
            <p:cxnSp>
              <p:nvCxnSpPr>
                <p:cNvPr id="1084" name="Straight Connector 1083">
                  <a:extLst>
                    <a:ext uri="{FF2B5EF4-FFF2-40B4-BE49-F238E27FC236}">
                      <a16:creationId xmlns:a16="http://schemas.microsoft.com/office/drawing/2014/main" id="{FCE51678-996B-D71A-4C3F-63D1D424E2A1}"/>
                    </a:ext>
                  </a:extLst>
                </p:cNvPr>
                <p:cNvCxnSpPr/>
                <p:nvPr/>
              </p:nvCxnSpPr>
              <p:spPr>
                <a:xfrm flipH="1">
                  <a:off x="2471787" y="1984680"/>
                  <a:ext cx="274320" cy="0"/>
                </a:xfrm>
                <a:prstGeom prst="line">
                  <a:avLst/>
                </a:prstGeom>
                <a:noFill/>
                <a:ln w="22225" cap="flat" cmpd="sng" algn="ctr">
                  <a:solidFill>
                    <a:srgbClr val="00B050"/>
                  </a:solidFill>
                  <a:prstDash val="solid"/>
                  <a:headEnd type="none"/>
                  <a:tailEnd type="none"/>
                </a:ln>
                <a:effectLst/>
              </p:spPr>
            </p:cxnSp>
            <p:cxnSp>
              <p:nvCxnSpPr>
                <p:cNvPr id="1085" name="Straight Connector 1084">
                  <a:extLst>
                    <a:ext uri="{FF2B5EF4-FFF2-40B4-BE49-F238E27FC236}">
                      <a16:creationId xmlns:a16="http://schemas.microsoft.com/office/drawing/2014/main" id="{368F76E9-37E5-836A-58CB-4E25D0678368}"/>
                    </a:ext>
                  </a:extLst>
                </p:cNvPr>
                <p:cNvCxnSpPr/>
                <p:nvPr/>
              </p:nvCxnSpPr>
              <p:spPr>
                <a:xfrm>
                  <a:off x="2461344" y="1892398"/>
                  <a:ext cx="0" cy="411678"/>
                </a:xfrm>
                <a:prstGeom prst="line">
                  <a:avLst/>
                </a:prstGeom>
                <a:noFill/>
                <a:ln w="38100" cap="flat" cmpd="sng" algn="ctr">
                  <a:solidFill>
                    <a:srgbClr val="00B050"/>
                  </a:solidFill>
                  <a:prstDash val="solid"/>
                </a:ln>
                <a:effectLst/>
              </p:spPr>
            </p:cxnSp>
            <p:cxnSp>
              <p:nvCxnSpPr>
                <p:cNvPr id="1086" name="Straight Connector 1085">
                  <a:extLst>
                    <a:ext uri="{FF2B5EF4-FFF2-40B4-BE49-F238E27FC236}">
                      <a16:creationId xmlns:a16="http://schemas.microsoft.com/office/drawing/2014/main" id="{0F4168B8-8476-69DB-6025-17550250D8C1}"/>
                    </a:ext>
                  </a:extLst>
                </p:cNvPr>
                <p:cNvCxnSpPr/>
                <p:nvPr/>
              </p:nvCxnSpPr>
              <p:spPr>
                <a:xfrm>
                  <a:off x="2358820" y="1989920"/>
                  <a:ext cx="0" cy="274320"/>
                </a:xfrm>
                <a:prstGeom prst="line">
                  <a:avLst/>
                </a:prstGeom>
                <a:noFill/>
                <a:ln w="50800" cap="flat" cmpd="sng" algn="ctr">
                  <a:solidFill>
                    <a:srgbClr val="00B050"/>
                  </a:solidFill>
                  <a:prstDash val="solid"/>
                </a:ln>
                <a:effectLst/>
              </p:spPr>
            </p:cxnSp>
            <p:cxnSp>
              <p:nvCxnSpPr>
                <p:cNvPr id="1087" name="Straight Connector 1086">
                  <a:extLst>
                    <a:ext uri="{FF2B5EF4-FFF2-40B4-BE49-F238E27FC236}">
                      <a16:creationId xmlns:a16="http://schemas.microsoft.com/office/drawing/2014/main" id="{5694AF72-69D6-294B-8E57-D0501277ACB9}"/>
                    </a:ext>
                  </a:extLst>
                </p:cNvPr>
                <p:cNvCxnSpPr/>
                <p:nvPr/>
              </p:nvCxnSpPr>
              <p:spPr>
                <a:xfrm flipH="1">
                  <a:off x="2481031" y="2219906"/>
                  <a:ext cx="274320" cy="0"/>
                </a:xfrm>
                <a:prstGeom prst="line">
                  <a:avLst/>
                </a:prstGeom>
                <a:noFill/>
                <a:ln w="22225" cap="rnd" cmpd="sng" algn="ctr">
                  <a:solidFill>
                    <a:srgbClr val="00B050"/>
                  </a:solidFill>
                  <a:prstDash val="solid"/>
                  <a:headEnd type="triangle"/>
                  <a:tailEnd type="none"/>
                </a:ln>
                <a:effectLst/>
              </p:spPr>
            </p:cxnSp>
            <p:cxnSp>
              <p:nvCxnSpPr>
                <p:cNvPr id="1088" name="Straight Connector 1087">
                  <a:extLst>
                    <a:ext uri="{FF2B5EF4-FFF2-40B4-BE49-F238E27FC236}">
                      <a16:creationId xmlns:a16="http://schemas.microsoft.com/office/drawing/2014/main" id="{1332824D-23EF-A6E0-FB02-C676767A7D58}"/>
                    </a:ext>
                  </a:extLst>
                </p:cNvPr>
                <p:cNvCxnSpPr/>
                <p:nvPr/>
              </p:nvCxnSpPr>
              <p:spPr>
                <a:xfrm flipH="1">
                  <a:off x="2092120" y="1072618"/>
                  <a:ext cx="274320" cy="0"/>
                </a:xfrm>
                <a:prstGeom prst="line">
                  <a:avLst/>
                </a:prstGeom>
                <a:noFill/>
                <a:ln w="22225" cap="rnd" cmpd="sng" algn="ctr">
                  <a:solidFill>
                    <a:srgbClr val="00B050"/>
                  </a:solidFill>
                  <a:prstDash val="solid"/>
                </a:ln>
                <a:effectLst/>
              </p:spPr>
            </p:cxnSp>
            <p:cxnSp>
              <p:nvCxnSpPr>
                <p:cNvPr id="1089" name="Straight Connector 1088">
                  <a:extLst>
                    <a:ext uri="{FF2B5EF4-FFF2-40B4-BE49-F238E27FC236}">
                      <a16:creationId xmlns:a16="http://schemas.microsoft.com/office/drawing/2014/main" id="{7F6AD317-9A0F-F752-00E5-3E1AF70265BB}"/>
                    </a:ext>
                  </a:extLst>
                </p:cNvPr>
                <p:cNvCxnSpPr>
                  <a:cxnSpLocks/>
                </p:cNvCxnSpPr>
                <p:nvPr/>
              </p:nvCxnSpPr>
              <p:spPr>
                <a:xfrm flipH="1">
                  <a:off x="2104669" y="2141539"/>
                  <a:ext cx="242168" cy="0"/>
                </a:xfrm>
                <a:prstGeom prst="line">
                  <a:avLst/>
                </a:prstGeom>
                <a:noFill/>
                <a:ln w="22225" cap="rnd" cmpd="sng" algn="ctr">
                  <a:solidFill>
                    <a:srgbClr val="00B050"/>
                  </a:solidFill>
                  <a:prstDash val="solid"/>
                </a:ln>
                <a:effectLst/>
              </p:spPr>
            </p:cxnSp>
            <p:sp>
              <p:nvSpPr>
                <p:cNvPr id="1090" name="Oval 1089">
                  <a:extLst>
                    <a:ext uri="{FF2B5EF4-FFF2-40B4-BE49-F238E27FC236}">
                      <a16:creationId xmlns:a16="http://schemas.microsoft.com/office/drawing/2014/main" id="{4E7684DD-EE3D-E764-097C-964C35CB4538}"/>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091" name="Straight Connector 1090">
                  <a:extLst>
                    <a:ext uri="{FF2B5EF4-FFF2-40B4-BE49-F238E27FC236}">
                      <a16:creationId xmlns:a16="http://schemas.microsoft.com/office/drawing/2014/main" id="{B7158429-B1EC-C0E1-5919-B59A9A0B5B32}"/>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grpSp>
            <p:nvGrpSpPr>
              <p:cNvPr id="1024" name="Group 1023">
                <a:extLst>
                  <a:ext uri="{FF2B5EF4-FFF2-40B4-BE49-F238E27FC236}">
                    <a16:creationId xmlns:a16="http://schemas.microsoft.com/office/drawing/2014/main" id="{471C114A-912D-C5F6-CB2F-28BAD4E86C1C}"/>
                  </a:ext>
                </a:extLst>
              </p:cNvPr>
              <p:cNvGrpSpPr>
                <a:grpSpLocks noChangeAspect="1"/>
              </p:cNvGrpSpPr>
              <p:nvPr/>
            </p:nvGrpSpPr>
            <p:grpSpPr>
              <a:xfrm>
                <a:off x="5885784" y="3362899"/>
                <a:ext cx="1026548" cy="1276963"/>
                <a:chOff x="1798197" y="696442"/>
                <a:chExt cx="1334471" cy="1659994"/>
              </a:xfrm>
            </p:grpSpPr>
            <p:cxnSp>
              <p:nvCxnSpPr>
                <p:cNvPr id="1057" name="Straight Connector 1056">
                  <a:extLst>
                    <a:ext uri="{FF2B5EF4-FFF2-40B4-BE49-F238E27FC236}">
                      <a16:creationId xmlns:a16="http://schemas.microsoft.com/office/drawing/2014/main" id="{0F3FB621-F628-26EB-59DB-036847C755A6}"/>
                    </a:ext>
                  </a:extLst>
                </p:cNvPr>
                <p:cNvCxnSpPr>
                  <a:endCxn id="1072" idx="6"/>
                </p:cNvCxnSpPr>
                <p:nvPr/>
              </p:nvCxnSpPr>
              <p:spPr>
                <a:xfrm flipH="1">
                  <a:off x="2766908" y="1581807"/>
                  <a:ext cx="365760" cy="0"/>
                </a:xfrm>
                <a:prstGeom prst="line">
                  <a:avLst/>
                </a:prstGeom>
                <a:noFill/>
                <a:ln w="22225" cap="rnd" cmpd="sng" algn="ctr">
                  <a:solidFill>
                    <a:srgbClr val="00B050"/>
                  </a:solidFill>
                  <a:prstDash val="solid"/>
                </a:ln>
                <a:effectLst/>
              </p:spPr>
            </p:cxnSp>
            <mc:AlternateContent xmlns:mc="http://schemas.openxmlformats.org/markup-compatibility/2006" xmlns:a14="http://schemas.microsoft.com/office/drawing/2010/main">
              <mc:Choice Requires="a14">
                <p:sp>
                  <p:nvSpPr>
                    <p:cNvPr id="1058" name="Rectangle 1057">
                      <a:extLst>
                        <a:ext uri="{FF2B5EF4-FFF2-40B4-BE49-F238E27FC236}">
                          <a16:creationId xmlns:a16="http://schemas.microsoft.com/office/drawing/2014/main" id="{06219439-A473-3252-B15E-E6E67B202ECE}"/>
                        </a:ext>
                      </a:extLst>
                    </p:cNvPr>
                    <p:cNvSpPr/>
                    <p:nvPr/>
                  </p:nvSpPr>
                  <p:spPr>
                    <a:xfrm>
                      <a:off x="2429412" y="869810"/>
                      <a:ext cx="687319" cy="38361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𝟐</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275" name="Rectangle 274">
                      <a:extLst>
                        <a:ext uri="{FF2B5EF4-FFF2-40B4-BE49-F238E27FC236}">
                          <a16:creationId xmlns:a16="http://schemas.microsoft.com/office/drawing/2014/main" id="{06219439-A473-3252-B15E-E6E67B202ECE}"/>
                        </a:ext>
                      </a:extLst>
                    </p:cNvPr>
                    <p:cNvSpPr>
                      <a:spLocks noRot="1" noChangeAspect="1" noMove="1" noResize="1" noEditPoints="1" noAdjustHandles="1" noChangeArrowheads="1" noChangeShapeType="1" noTextEdit="1"/>
                    </p:cNvSpPr>
                    <p:nvPr/>
                  </p:nvSpPr>
                  <p:spPr>
                    <a:xfrm>
                      <a:off x="2429412" y="869810"/>
                      <a:ext cx="687319" cy="383619"/>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9" name="Rectangle 1058">
                      <a:extLst>
                        <a:ext uri="{FF2B5EF4-FFF2-40B4-BE49-F238E27FC236}">
                          <a16:creationId xmlns:a16="http://schemas.microsoft.com/office/drawing/2014/main" id="{E808F212-8FDB-F40B-6C45-5D42ADD6F275}"/>
                        </a:ext>
                      </a:extLst>
                    </p:cNvPr>
                    <p:cNvSpPr/>
                    <p:nvPr/>
                  </p:nvSpPr>
                  <p:spPr>
                    <a:xfrm>
                      <a:off x="2435214" y="1898023"/>
                      <a:ext cx="697309" cy="38361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𝟐</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276" name="Rectangle 275">
                      <a:extLst>
                        <a:ext uri="{FF2B5EF4-FFF2-40B4-BE49-F238E27FC236}">
                          <a16:creationId xmlns:a16="http://schemas.microsoft.com/office/drawing/2014/main" id="{E808F212-8FDB-F40B-6C45-5D42ADD6F275}"/>
                        </a:ext>
                      </a:extLst>
                    </p:cNvPr>
                    <p:cNvSpPr>
                      <a:spLocks noRot="1" noChangeAspect="1" noMove="1" noResize="1" noEditPoints="1" noAdjustHandles="1" noChangeArrowheads="1" noChangeShapeType="1" noTextEdit="1"/>
                    </p:cNvSpPr>
                    <p:nvPr/>
                  </p:nvSpPr>
                  <p:spPr>
                    <a:xfrm>
                      <a:off x="2435214" y="1898023"/>
                      <a:ext cx="697309" cy="383619"/>
                    </a:xfrm>
                    <a:prstGeom prst="rect">
                      <a:avLst/>
                    </a:prstGeom>
                    <a:blipFill>
                      <a:blip r:embed="rId12"/>
                      <a:stretch>
                        <a:fillRect/>
                      </a:stretch>
                    </a:blipFill>
                  </p:spPr>
                  <p:txBody>
                    <a:bodyPr/>
                    <a:lstStyle/>
                    <a:p>
                      <a:r>
                        <a:rPr lang="en-IN">
                          <a:noFill/>
                        </a:rPr>
                        <a:t> </a:t>
                      </a:r>
                    </a:p>
                  </p:txBody>
                </p:sp>
              </mc:Fallback>
            </mc:AlternateContent>
            <p:cxnSp>
              <p:nvCxnSpPr>
                <p:cNvPr id="1060" name="Straight Connector 1059">
                  <a:extLst>
                    <a:ext uri="{FF2B5EF4-FFF2-40B4-BE49-F238E27FC236}">
                      <a16:creationId xmlns:a16="http://schemas.microsoft.com/office/drawing/2014/main" id="{F883B481-82E8-462D-01BB-AAC26FF84D32}"/>
                    </a:ext>
                  </a:extLst>
                </p:cNvPr>
                <p:cNvCxnSpPr/>
                <p:nvPr/>
              </p:nvCxnSpPr>
              <p:spPr>
                <a:xfrm>
                  <a:off x="2748207" y="696442"/>
                  <a:ext cx="0" cy="256507"/>
                </a:xfrm>
                <a:prstGeom prst="line">
                  <a:avLst/>
                </a:prstGeom>
                <a:noFill/>
                <a:ln w="22225" cap="flat" cmpd="sng" algn="ctr">
                  <a:solidFill>
                    <a:srgbClr val="00B050"/>
                  </a:solidFill>
                  <a:prstDash val="solid"/>
                </a:ln>
                <a:effectLst/>
              </p:spPr>
            </p:cxnSp>
            <p:cxnSp>
              <p:nvCxnSpPr>
                <p:cNvPr id="1061" name="Straight Connector 1060">
                  <a:extLst>
                    <a:ext uri="{FF2B5EF4-FFF2-40B4-BE49-F238E27FC236}">
                      <a16:creationId xmlns:a16="http://schemas.microsoft.com/office/drawing/2014/main" id="{0BEDE060-DE48-EFCB-2448-E4A26C568C69}"/>
                    </a:ext>
                  </a:extLst>
                </p:cNvPr>
                <p:cNvCxnSpPr/>
                <p:nvPr/>
              </p:nvCxnSpPr>
              <p:spPr>
                <a:xfrm flipH="1">
                  <a:off x="2482027" y="947407"/>
                  <a:ext cx="274320" cy="0"/>
                </a:xfrm>
                <a:prstGeom prst="line">
                  <a:avLst/>
                </a:prstGeom>
                <a:noFill/>
                <a:ln w="22225" cap="flat" cmpd="sng" algn="ctr">
                  <a:solidFill>
                    <a:srgbClr val="00B050"/>
                  </a:solidFill>
                  <a:prstDash val="solid"/>
                  <a:headEnd type="none"/>
                  <a:tailEnd type="triangle"/>
                </a:ln>
                <a:effectLst/>
              </p:spPr>
            </p:cxnSp>
            <p:cxnSp>
              <p:nvCxnSpPr>
                <p:cNvPr id="1062" name="Straight Connector 1061">
                  <a:extLst>
                    <a:ext uri="{FF2B5EF4-FFF2-40B4-BE49-F238E27FC236}">
                      <a16:creationId xmlns:a16="http://schemas.microsoft.com/office/drawing/2014/main" id="{BAECF0A0-7628-81B6-9150-B8C780CB8968}"/>
                    </a:ext>
                  </a:extLst>
                </p:cNvPr>
                <p:cNvCxnSpPr/>
                <p:nvPr/>
              </p:nvCxnSpPr>
              <p:spPr>
                <a:xfrm>
                  <a:off x="2468964" y="849885"/>
                  <a:ext cx="0" cy="411678"/>
                </a:xfrm>
                <a:prstGeom prst="line">
                  <a:avLst/>
                </a:prstGeom>
                <a:noFill/>
                <a:ln w="38100" cap="flat" cmpd="sng" algn="ctr">
                  <a:solidFill>
                    <a:srgbClr val="00B050"/>
                  </a:solidFill>
                  <a:prstDash val="solid"/>
                </a:ln>
                <a:effectLst/>
              </p:spPr>
            </p:cxnSp>
            <p:cxnSp>
              <p:nvCxnSpPr>
                <p:cNvPr id="1063" name="Straight Connector 1062">
                  <a:extLst>
                    <a:ext uri="{FF2B5EF4-FFF2-40B4-BE49-F238E27FC236}">
                      <a16:creationId xmlns:a16="http://schemas.microsoft.com/office/drawing/2014/main" id="{2A13D3D9-C80C-870B-E509-80F57FB64643}"/>
                    </a:ext>
                  </a:extLst>
                </p:cNvPr>
                <p:cNvCxnSpPr/>
                <p:nvPr/>
              </p:nvCxnSpPr>
              <p:spPr>
                <a:xfrm>
                  <a:off x="2366440" y="947407"/>
                  <a:ext cx="0" cy="274320"/>
                </a:xfrm>
                <a:prstGeom prst="line">
                  <a:avLst/>
                </a:prstGeom>
                <a:noFill/>
                <a:ln w="50800" cap="flat" cmpd="sng" algn="ctr">
                  <a:solidFill>
                    <a:srgbClr val="00B050"/>
                  </a:solidFill>
                  <a:prstDash val="solid"/>
                </a:ln>
                <a:effectLst/>
              </p:spPr>
            </p:cxnSp>
            <p:cxnSp>
              <p:nvCxnSpPr>
                <p:cNvPr id="1064" name="Straight Connector 1063">
                  <a:extLst>
                    <a:ext uri="{FF2B5EF4-FFF2-40B4-BE49-F238E27FC236}">
                      <a16:creationId xmlns:a16="http://schemas.microsoft.com/office/drawing/2014/main" id="{D21EF050-908F-C086-9540-95C5FA1282F5}"/>
                    </a:ext>
                  </a:extLst>
                </p:cNvPr>
                <p:cNvCxnSpPr/>
                <p:nvPr/>
              </p:nvCxnSpPr>
              <p:spPr>
                <a:xfrm flipH="1">
                  <a:off x="2459984" y="1177393"/>
                  <a:ext cx="274320" cy="0"/>
                </a:xfrm>
                <a:prstGeom prst="line">
                  <a:avLst/>
                </a:prstGeom>
                <a:noFill/>
                <a:ln w="22225" cap="rnd" cmpd="sng" algn="ctr">
                  <a:solidFill>
                    <a:srgbClr val="00B050"/>
                  </a:solidFill>
                  <a:prstDash val="solid"/>
                </a:ln>
                <a:effectLst/>
              </p:spPr>
            </p:cxnSp>
            <p:cxnSp>
              <p:nvCxnSpPr>
                <p:cNvPr id="1065" name="Straight Connector 1064">
                  <a:extLst>
                    <a:ext uri="{FF2B5EF4-FFF2-40B4-BE49-F238E27FC236}">
                      <a16:creationId xmlns:a16="http://schemas.microsoft.com/office/drawing/2014/main" id="{3F38E176-1819-F03C-AE1F-5946C0EEE106}"/>
                    </a:ext>
                  </a:extLst>
                </p:cNvPr>
                <p:cNvCxnSpPr/>
                <p:nvPr/>
              </p:nvCxnSpPr>
              <p:spPr>
                <a:xfrm flipH="1">
                  <a:off x="2735903" y="1177393"/>
                  <a:ext cx="0" cy="798116"/>
                </a:xfrm>
                <a:prstGeom prst="line">
                  <a:avLst/>
                </a:prstGeom>
                <a:noFill/>
                <a:ln w="22225" cap="rnd" cmpd="sng" algn="ctr">
                  <a:solidFill>
                    <a:srgbClr val="00B050"/>
                  </a:solidFill>
                  <a:prstDash val="solid"/>
                </a:ln>
                <a:effectLst/>
              </p:spPr>
            </p:cxnSp>
            <p:cxnSp>
              <p:nvCxnSpPr>
                <p:cNvPr id="1066" name="Straight Connector 1065">
                  <a:extLst>
                    <a:ext uri="{FF2B5EF4-FFF2-40B4-BE49-F238E27FC236}">
                      <a16:creationId xmlns:a16="http://schemas.microsoft.com/office/drawing/2014/main" id="{9D42FC4D-0951-79D5-EA16-D9CF1FC53320}"/>
                    </a:ext>
                  </a:extLst>
                </p:cNvPr>
                <p:cNvCxnSpPr/>
                <p:nvPr/>
              </p:nvCxnSpPr>
              <p:spPr>
                <a:xfrm flipH="1">
                  <a:off x="2471787" y="1984680"/>
                  <a:ext cx="274320" cy="0"/>
                </a:xfrm>
                <a:prstGeom prst="line">
                  <a:avLst/>
                </a:prstGeom>
                <a:noFill/>
                <a:ln w="22225" cap="flat" cmpd="sng" algn="ctr">
                  <a:solidFill>
                    <a:srgbClr val="00B050"/>
                  </a:solidFill>
                  <a:prstDash val="solid"/>
                  <a:headEnd type="none"/>
                  <a:tailEnd type="none"/>
                </a:ln>
                <a:effectLst/>
              </p:spPr>
            </p:cxnSp>
            <p:cxnSp>
              <p:nvCxnSpPr>
                <p:cNvPr id="1067" name="Straight Connector 1066">
                  <a:extLst>
                    <a:ext uri="{FF2B5EF4-FFF2-40B4-BE49-F238E27FC236}">
                      <a16:creationId xmlns:a16="http://schemas.microsoft.com/office/drawing/2014/main" id="{976E28C5-C31B-3704-9B4B-19D7A2135D83}"/>
                    </a:ext>
                  </a:extLst>
                </p:cNvPr>
                <p:cNvCxnSpPr/>
                <p:nvPr/>
              </p:nvCxnSpPr>
              <p:spPr>
                <a:xfrm>
                  <a:off x="2461344" y="1892398"/>
                  <a:ext cx="0" cy="411678"/>
                </a:xfrm>
                <a:prstGeom prst="line">
                  <a:avLst/>
                </a:prstGeom>
                <a:noFill/>
                <a:ln w="38100" cap="flat" cmpd="sng" algn="ctr">
                  <a:solidFill>
                    <a:srgbClr val="00B050"/>
                  </a:solidFill>
                  <a:prstDash val="solid"/>
                </a:ln>
                <a:effectLst/>
              </p:spPr>
            </p:cxnSp>
            <p:cxnSp>
              <p:nvCxnSpPr>
                <p:cNvPr id="1068" name="Straight Connector 1067">
                  <a:extLst>
                    <a:ext uri="{FF2B5EF4-FFF2-40B4-BE49-F238E27FC236}">
                      <a16:creationId xmlns:a16="http://schemas.microsoft.com/office/drawing/2014/main" id="{CAD7D241-EB51-E1E2-8BD6-8222DFF1C178}"/>
                    </a:ext>
                  </a:extLst>
                </p:cNvPr>
                <p:cNvCxnSpPr/>
                <p:nvPr/>
              </p:nvCxnSpPr>
              <p:spPr>
                <a:xfrm>
                  <a:off x="2358820" y="1989920"/>
                  <a:ext cx="0" cy="274320"/>
                </a:xfrm>
                <a:prstGeom prst="line">
                  <a:avLst/>
                </a:prstGeom>
                <a:noFill/>
                <a:ln w="50800" cap="flat" cmpd="sng" algn="ctr">
                  <a:solidFill>
                    <a:srgbClr val="00B050"/>
                  </a:solidFill>
                  <a:prstDash val="solid"/>
                </a:ln>
                <a:effectLst/>
              </p:spPr>
            </p:cxnSp>
            <p:cxnSp>
              <p:nvCxnSpPr>
                <p:cNvPr id="1069" name="Straight Connector 1068">
                  <a:extLst>
                    <a:ext uri="{FF2B5EF4-FFF2-40B4-BE49-F238E27FC236}">
                      <a16:creationId xmlns:a16="http://schemas.microsoft.com/office/drawing/2014/main" id="{BEE8D131-3B5C-1D6E-8D6C-15BEF5BD3482}"/>
                    </a:ext>
                  </a:extLst>
                </p:cNvPr>
                <p:cNvCxnSpPr/>
                <p:nvPr/>
              </p:nvCxnSpPr>
              <p:spPr>
                <a:xfrm flipH="1">
                  <a:off x="2481031" y="2219906"/>
                  <a:ext cx="274320" cy="0"/>
                </a:xfrm>
                <a:prstGeom prst="line">
                  <a:avLst/>
                </a:prstGeom>
                <a:noFill/>
                <a:ln w="22225" cap="rnd" cmpd="sng" algn="ctr">
                  <a:solidFill>
                    <a:srgbClr val="00B050"/>
                  </a:solidFill>
                  <a:prstDash val="solid"/>
                  <a:headEnd type="triangle"/>
                  <a:tailEnd type="none"/>
                </a:ln>
                <a:effectLst/>
              </p:spPr>
            </p:cxnSp>
            <p:cxnSp>
              <p:nvCxnSpPr>
                <p:cNvPr id="1070" name="Straight Connector 1069">
                  <a:extLst>
                    <a:ext uri="{FF2B5EF4-FFF2-40B4-BE49-F238E27FC236}">
                      <a16:creationId xmlns:a16="http://schemas.microsoft.com/office/drawing/2014/main" id="{631FA8A2-247D-C101-16D6-CAA16F0CF31D}"/>
                    </a:ext>
                  </a:extLst>
                </p:cNvPr>
                <p:cNvCxnSpPr/>
                <p:nvPr/>
              </p:nvCxnSpPr>
              <p:spPr>
                <a:xfrm flipH="1">
                  <a:off x="2092120" y="1072618"/>
                  <a:ext cx="274320" cy="0"/>
                </a:xfrm>
                <a:prstGeom prst="line">
                  <a:avLst/>
                </a:prstGeom>
                <a:noFill/>
                <a:ln w="22225" cap="rnd" cmpd="sng" algn="ctr">
                  <a:solidFill>
                    <a:srgbClr val="00B050"/>
                  </a:solidFill>
                  <a:prstDash val="solid"/>
                </a:ln>
                <a:effectLst/>
              </p:spPr>
            </p:cxnSp>
            <p:cxnSp>
              <p:nvCxnSpPr>
                <p:cNvPr id="1071" name="Straight Connector 1070">
                  <a:extLst>
                    <a:ext uri="{FF2B5EF4-FFF2-40B4-BE49-F238E27FC236}">
                      <a16:creationId xmlns:a16="http://schemas.microsoft.com/office/drawing/2014/main" id="{C67B8D6F-AF43-F118-3F93-9DAECA8779AB}"/>
                    </a:ext>
                  </a:extLst>
                </p:cNvPr>
                <p:cNvCxnSpPr/>
                <p:nvPr/>
              </p:nvCxnSpPr>
              <p:spPr>
                <a:xfrm flipH="1" flipV="1">
                  <a:off x="1798197" y="2141539"/>
                  <a:ext cx="548640" cy="0"/>
                </a:xfrm>
                <a:prstGeom prst="line">
                  <a:avLst/>
                </a:prstGeom>
                <a:noFill/>
                <a:ln w="22225" cap="rnd" cmpd="sng" algn="ctr">
                  <a:solidFill>
                    <a:srgbClr val="00B050"/>
                  </a:solidFill>
                  <a:prstDash val="solid"/>
                </a:ln>
                <a:effectLst/>
              </p:spPr>
            </p:cxnSp>
            <p:sp>
              <p:nvSpPr>
                <p:cNvPr id="1072" name="Oval 1071">
                  <a:extLst>
                    <a:ext uri="{FF2B5EF4-FFF2-40B4-BE49-F238E27FC236}">
                      <a16:creationId xmlns:a16="http://schemas.microsoft.com/office/drawing/2014/main" id="{FD8AD093-9F39-E95C-8399-DE9656295856}"/>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073" name="Straight Connector 1072">
                  <a:extLst>
                    <a:ext uri="{FF2B5EF4-FFF2-40B4-BE49-F238E27FC236}">
                      <a16:creationId xmlns:a16="http://schemas.microsoft.com/office/drawing/2014/main" id="{23211915-7606-0020-2704-0324B61B0B61}"/>
                    </a:ext>
                  </a:extLst>
                </p:cNvPr>
                <p:cNvCxnSpPr>
                  <a:cxnSpLocks/>
                </p:cNvCxnSpPr>
                <p:nvPr/>
              </p:nvCxnSpPr>
              <p:spPr>
                <a:xfrm>
                  <a:off x="1798197" y="1592136"/>
                  <a:ext cx="0" cy="541287"/>
                </a:xfrm>
                <a:prstGeom prst="line">
                  <a:avLst/>
                </a:prstGeom>
                <a:noFill/>
                <a:ln w="22225" cap="rnd" cmpd="sng" algn="ctr">
                  <a:solidFill>
                    <a:srgbClr val="00B050"/>
                  </a:solidFill>
                  <a:prstDash val="solid"/>
                </a:ln>
                <a:effectLst/>
              </p:spPr>
            </p:cxnSp>
            <p:cxnSp>
              <p:nvCxnSpPr>
                <p:cNvPr id="1074" name="Straight Connector 1073">
                  <a:extLst>
                    <a:ext uri="{FF2B5EF4-FFF2-40B4-BE49-F238E27FC236}">
                      <a16:creationId xmlns:a16="http://schemas.microsoft.com/office/drawing/2014/main" id="{3F38E72B-FFC1-1BF1-06AD-B1467655723D}"/>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grpSp>
            <p:nvGrpSpPr>
              <p:cNvPr id="1025" name="Group 1024">
                <a:extLst>
                  <a:ext uri="{FF2B5EF4-FFF2-40B4-BE49-F238E27FC236}">
                    <a16:creationId xmlns:a16="http://schemas.microsoft.com/office/drawing/2014/main" id="{4A2DFC56-44C0-D40C-0A98-4617700BFB30}"/>
                  </a:ext>
                </a:extLst>
              </p:cNvPr>
              <p:cNvGrpSpPr>
                <a:grpSpLocks noChangeAspect="1"/>
              </p:cNvGrpSpPr>
              <p:nvPr/>
            </p:nvGrpSpPr>
            <p:grpSpPr>
              <a:xfrm>
                <a:off x="6917767" y="3362446"/>
                <a:ext cx="1022203" cy="1276963"/>
                <a:chOff x="1798197" y="696442"/>
                <a:chExt cx="1328823" cy="1659994"/>
              </a:xfrm>
            </p:grpSpPr>
            <p:cxnSp>
              <p:nvCxnSpPr>
                <p:cNvPr id="1039" name="Straight Connector 1038">
                  <a:extLst>
                    <a:ext uri="{FF2B5EF4-FFF2-40B4-BE49-F238E27FC236}">
                      <a16:creationId xmlns:a16="http://schemas.microsoft.com/office/drawing/2014/main" id="{840FDDE3-9415-3993-249E-264560B2A264}"/>
                    </a:ext>
                  </a:extLst>
                </p:cNvPr>
                <p:cNvCxnSpPr/>
                <p:nvPr/>
              </p:nvCxnSpPr>
              <p:spPr>
                <a:xfrm flipH="1">
                  <a:off x="2763350" y="1624638"/>
                  <a:ext cx="274320" cy="0"/>
                </a:xfrm>
                <a:prstGeom prst="line">
                  <a:avLst/>
                </a:prstGeom>
                <a:noFill/>
                <a:ln w="25400" cap="rnd" cmpd="sng" algn="ctr">
                  <a:solidFill>
                    <a:srgbClr val="002060"/>
                  </a:solidFill>
                  <a:prstDash val="solid"/>
                </a:ln>
                <a:effectLst/>
              </p:spPr>
            </p:cxnSp>
            <mc:AlternateContent xmlns:mc="http://schemas.openxmlformats.org/markup-compatibility/2006" xmlns:a14="http://schemas.microsoft.com/office/drawing/2010/main">
              <mc:Choice Requires="a14">
                <p:sp>
                  <p:nvSpPr>
                    <p:cNvPr id="1040" name="Rectangle 1039">
                      <a:extLst>
                        <a:ext uri="{FF2B5EF4-FFF2-40B4-BE49-F238E27FC236}">
                          <a16:creationId xmlns:a16="http://schemas.microsoft.com/office/drawing/2014/main" id="{2CB44BCB-80B8-8111-CDF1-8C8C8097A6E1}"/>
                        </a:ext>
                      </a:extLst>
                    </p:cNvPr>
                    <p:cNvSpPr/>
                    <p:nvPr/>
                  </p:nvSpPr>
                  <p:spPr>
                    <a:xfrm>
                      <a:off x="2423909" y="869810"/>
                      <a:ext cx="687319" cy="38361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𝟑</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257" name="Rectangle 256">
                      <a:extLst>
                        <a:ext uri="{FF2B5EF4-FFF2-40B4-BE49-F238E27FC236}">
                          <a16:creationId xmlns:a16="http://schemas.microsoft.com/office/drawing/2014/main" id="{2CB44BCB-80B8-8111-CDF1-8C8C8097A6E1}"/>
                        </a:ext>
                      </a:extLst>
                    </p:cNvPr>
                    <p:cNvSpPr>
                      <a:spLocks noRot="1" noChangeAspect="1" noMove="1" noResize="1" noEditPoints="1" noAdjustHandles="1" noChangeArrowheads="1" noChangeShapeType="1" noTextEdit="1"/>
                    </p:cNvSpPr>
                    <p:nvPr/>
                  </p:nvSpPr>
                  <p:spPr>
                    <a:xfrm>
                      <a:off x="2423909" y="869810"/>
                      <a:ext cx="687319" cy="383619"/>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41" name="Rectangle 1040">
                      <a:extLst>
                        <a:ext uri="{FF2B5EF4-FFF2-40B4-BE49-F238E27FC236}">
                          <a16:creationId xmlns:a16="http://schemas.microsoft.com/office/drawing/2014/main" id="{7BB65D34-5740-E5EE-FFC4-6AA59CCE56E6}"/>
                        </a:ext>
                      </a:extLst>
                    </p:cNvPr>
                    <p:cNvSpPr/>
                    <p:nvPr/>
                  </p:nvSpPr>
                  <p:spPr>
                    <a:xfrm>
                      <a:off x="2429711" y="1909029"/>
                      <a:ext cx="697309" cy="38361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IN" sz="1000" b="1" i="1" u="none" strike="noStrike" kern="0" cap="none" spc="0" normalizeH="0" baseline="-25000" noProof="0" smtClean="0">
                                <a:ln>
                                  <a:noFill/>
                                </a:ln>
                                <a:solidFill>
                                  <a:srgbClr val="00407A"/>
                                </a:solidFill>
                                <a:effectLst/>
                                <a:uLnTx/>
                                <a:uFillTx/>
                                <a:latin typeface="Cambria Math" panose="02040503050406030204" pitchFamily="18" charset="0"/>
                              </a:rPr>
                              <m:t>𝟑</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258" name="Rectangle 257">
                      <a:extLst>
                        <a:ext uri="{FF2B5EF4-FFF2-40B4-BE49-F238E27FC236}">
                          <a16:creationId xmlns:a16="http://schemas.microsoft.com/office/drawing/2014/main" id="{7BB65D34-5740-E5EE-FFC4-6AA59CCE56E6}"/>
                        </a:ext>
                      </a:extLst>
                    </p:cNvPr>
                    <p:cNvSpPr>
                      <a:spLocks noRot="1" noChangeAspect="1" noMove="1" noResize="1" noEditPoints="1" noAdjustHandles="1" noChangeArrowheads="1" noChangeShapeType="1" noTextEdit="1"/>
                    </p:cNvSpPr>
                    <p:nvPr/>
                  </p:nvSpPr>
                  <p:spPr>
                    <a:xfrm>
                      <a:off x="2429711" y="1909029"/>
                      <a:ext cx="697309" cy="383619"/>
                    </a:xfrm>
                    <a:prstGeom prst="rect">
                      <a:avLst/>
                    </a:prstGeom>
                    <a:blipFill>
                      <a:blip r:embed="rId14"/>
                      <a:stretch>
                        <a:fillRect/>
                      </a:stretch>
                    </a:blipFill>
                  </p:spPr>
                  <p:txBody>
                    <a:bodyPr/>
                    <a:lstStyle/>
                    <a:p>
                      <a:r>
                        <a:rPr lang="en-IN">
                          <a:noFill/>
                        </a:rPr>
                        <a:t> </a:t>
                      </a:r>
                    </a:p>
                  </p:txBody>
                </p:sp>
              </mc:Fallback>
            </mc:AlternateContent>
            <p:cxnSp>
              <p:nvCxnSpPr>
                <p:cNvPr id="1042" name="Straight Connector 1041">
                  <a:extLst>
                    <a:ext uri="{FF2B5EF4-FFF2-40B4-BE49-F238E27FC236}">
                      <a16:creationId xmlns:a16="http://schemas.microsoft.com/office/drawing/2014/main" id="{BED7281D-FC56-9B17-77D4-A3DBC69C47A9}"/>
                    </a:ext>
                  </a:extLst>
                </p:cNvPr>
                <p:cNvCxnSpPr/>
                <p:nvPr/>
              </p:nvCxnSpPr>
              <p:spPr>
                <a:xfrm>
                  <a:off x="2748207" y="696442"/>
                  <a:ext cx="0" cy="256507"/>
                </a:xfrm>
                <a:prstGeom prst="line">
                  <a:avLst/>
                </a:prstGeom>
                <a:noFill/>
                <a:ln w="22225" cap="flat" cmpd="sng" algn="ctr">
                  <a:solidFill>
                    <a:srgbClr val="00B050"/>
                  </a:solidFill>
                  <a:prstDash val="solid"/>
                </a:ln>
                <a:effectLst/>
              </p:spPr>
            </p:cxnSp>
            <p:cxnSp>
              <p:nvCxnSpPr>
                <p:cNvPr id="1043" name="Straight Connector 1042">
                  <a:extLst>
                    <a:ext uri="{FF2B5EF4-FFF2-40B4-BE49-F238E27FC236}">
                      <a16:creationId xmlns:a16="http://schemas.microsoft.com/office/drawing/2014/main" id="{84DA2149-D312-BDF0-8010-64C791E26D2D}"/>
                    </a:ext>
                  </a:extLst>
                </p:cNvPr>
                <p:cNvCxnSpPr/>
                <p:nvPr/>
              </p:nvCxnSpPr>
              <p:spPr>
                <a:xfrm flipH="1">
                  <a:off x="2482027" y="947407"/>
                  <a:ext cx="274320" cy="0"/>
                </a:xfrm>
                <a:prstGeom prst="line">
                  <a:avLst/>
                </a:prstGeom>
                <a:noFill/>
                <a:ln w="22225" cap="flat" cmpd="sng" algn="ctr">
                  <a:solidFill>
                    <a:srgbClr val="00B050"/>
                  </a:solidFill>
                  <a:prstDash val="solid"/>
                  <a:headEnd type="none"/>
                  <a:tailEnd type="triangle"/>
                </a:ln>
                <a:effectLst/>
              </p:spPr>
            </p:cxnSp>
            <p:cxnSp>
              <p:nvCxnSpPr>
                <p:cNvPr id="1044" name="Straight Connector 1043">
                  <a:extLst>
                    <a:ext uri="{FF2B5EF4-FFF2-40B4-BE49-F238E27FC236}">
                      <a16:creationId xmlns:a16="http://schemas.microsoft.com/office/drawing/2014/main" id="{CD69814B-EB1B-CD11-DDD3-0426B36852F1}"/>
                    </a:ext>
                  </a:extLst>
                </p:cNvPr>
                <p:cNvCxnSpPr/>
                <p:nvPr/>
              </p:nvCxnSpPr>
              <p:spPr>
                <a:xfrm>
                  <a:off x="2468964" y="849885"/>
                  <a:ext cx="0" cy="411678"/>
                </a:xfrm>
                <a:prstGeom prst="line">
                  <a:avLst/>
                </a:prstGeom>
                <a:noFill/>
                <a:ln w="38100" cap="flat" cmpd="sng" algn="ctr">
                  <a:solidFill>
                    <a:srgbClr val="00B050"/>
                  </a:solidFill>
                  <a:prstDash val="solid"/>
                </a:ln>
                <a:effectLst/>
              </p:spPr>
            </p:cxnSp>
            <p:cxnSp>
              <p:nvCxnSpPr>
                <p:cNvPr id="1045" name="Straight Connector 1044">
                  <a:extLst>
                    <a:ext uri="{FF2B5EF4-FFF2-40B4-BE49-F238E27FC236}">
                      <a16:creationId xmlns:a16="http://schemas.microsoft.com/office/drawing/2014/main" id="{4ECDDE09-6F1A-514A-0224-F0A92354A691}"/>
                    </a:ext>
                  </a:extLst>
                </p:cNvPr>
                <p:cNvCxnSpPr/>
                <p:nvPr/>
              </p:nvCxnSpPr>
              <p:spPr>
                <a:xfrm>
                  <a:off x="2366440" y="947407"/>
                  <a:ext cx="0" cy="274320"/>
                </a:xfrm>
                <a:prstGeom prst="line">
                  <a:avLst/>
                </a:prstGeom>
                <a:noFill/>
                <a:ln w="50800" cap="flat" cmpd="sng" algn="ctr">
                  <a:solidFill>
                    <a:srgbClr val="00B050"/>
                  </a:solidFill>
                  <a:prstDash val="solid"/>
                </a:ln>
                <a:effectLst/>
              </p:spPr>
            </p:cxnSp>
            <p:cxnSp>
              <p:nvCxnSpPr>
                <p:cNvPr id="1046" name="Straight Connector 1045">
                  <a:extLst>
                    <a:ext uri="{FF2B5EF4-FFF2-40B4-BE49-F238E27FC236}">
                      <a16:creationId xmlns:a16="http://schemas.microsoft.com/office/drawing/2014/main" id="{12402B69-0EE5-1978-6E79-F54F59E61E0D}"/>
                    </a:ext>
                  </a:extLst>
                </p:cNvPr>
                <p:cNvCxnSpPr/>
                <p:nvPr/>
              </p:nvCxnSpPr>
              <p:spPr>
                <a:xfrm flipH="1">
                  <a:off x="2459984" y="1177393"/>
                  <a:ext cx="274320" cy="0"/>
                </a:xfrm>
                <a:prstGeom prst="line">
                  <a:avLst/>
                </a:prstGeom>
                <a:noFill/>
                <a:ln w="22225" cap="rnd" cmpd="sng" algn="ctr">
                  <a:solidFill>
                    <a:srgbClr val="00B050"/>
                  </a:solidFill>
                  <a:prstDash val="solid"/>
                </a:ln>
                <a:effectLst/>
              </p:spPr>
            </p:cxnSp>
            <p:cxnSp>
              <p:nvCxnSpPr>
                <p:cNvPr id="1047" name="Straight Connector 1046">
                  <a:extLst>
                    <a:ext uri="{FF2B5EF4-FFF2-40B4-BE49-F238E27FC236}">
                      <a16:creationId xmlns:a16="http://schemas.microsoft.com/office/drawing/2014/main" id="{4B41A335-CBD1-0D9F-27FA-108CA1A02A29}"/>
                    </a:ext>
                  </a:extLst>
                </p:cNvPr>
                <p:cNvCxnSpPr/>
                <p:nvPr/>
              </p:nvCxnSpPr>
              <p:spPr>
                <a:xfrm flipH="1">
                  <a:off x="2735903" y="1177393"/>
                  <a:ext cx="0" cy="798116"/>
                </a:xfrm>
                <a:prstGeom prst="line">
                  <a:avLst/>
                </a:prstGeom>
                <a:noFill/>
                <a:ln w="22225" cap="rnd" cmpd="sng" algn="ctr">
                  <a:solidFill>
                    <a:srgbClr val="00B050"/>
                  </a:solidFill>
                  <a:prstDash val="solid"/>
                </a:ln>
                <a:effectLst/>
              </p:spPr>
            </p:cxnSp>
            <p:cxnSp>
              <p:nvCxnSpPr>
                <p:cNvPr id="1048" name="Straight Connector 1047">
                  <a:extLst>
                    <a:ext uri="{FF2B5EF4-FFF2-40B4-BE49-F238E27FC236}">
                      <a16:creationId xmlns:a16="http://schemas.microsoft.com/office/drawing/2014/main" id="{EEE4C2F4-C606-16C4-5FDA-C86EFD847523}"/>
                    </a:ext>
                  </a:extLst>
                </p:cNvPr>
                <p:cNvCxnSpPr/>
                <p:nvPr/>
              </p:nvCxnSpPr>
              <p:spPr>
                <a:xfrm flipH="1">
                  <a:off x="2471787" y="1984680"/>
                  <a:ext cx="274320" cy="0"/>
                </a:xfrm>
                <a:prstGeom prst="line">
                  <a:avLst/>
                </a:prstGeom>
                <a:noFill/>
                <a:ln w="22225" cap="flat" cmpd="sng" algn="ctr">
                  <a:solidFill>
                    <a:srgbClr val="00B050"/>
                  </a:solidFill>
                  <a:prstDash val="solid"/>
                  <a:headEnd type="none"/>
                  <a:tailEnd type="none"/>
                </a:ln>
                <a:effectLst/>
              </p:spPr>
            </p:cxnSp>
            <p:cxnSp>
              <p:nvCxnSpPr>
                <p:cNvPr id="1049" name="Straight Connector 1048">
                  <a:extLst>
                    <a:ext uri="{FF2B5EF4-FFF2-40B4-BE49-F238E27FC236}">
                      <a16:creationId xmlns:a16="http://schemas.microsoft.com/office/drawing/2014/main" id="{FB9AE53A-2EC7-ACD0-DCA1-CACB688627C5}"/>
                    </a:ext>
                  </a:extLst>
                </p:cNvPr>
                <p:cNvCxnSpPr/>
                <p:nvPr/>
              </p:nvCxnSpPr>
              <p:spPr>
                <a:xfrm>
                  <a:off x="2461344" y="1892398"/>
                  <a:ext cx="0" cy="411678"/>
                </a:xfrm>
                <a:prstGeom prst="line">
                  <a:avLst/>
                </a:prstGeom>
                <a:noFill/>
                <a:ln w="38100" cap="flat" cmpd="sng" algn="ctr">
                  <a:solidFill>
                    <a:srgbClr val="00B050"/>
                  </a:solidFill>
                  <a:prstDash val="solid"/>
                </a:ln>
                <a:effectLst/>
              </p:spPr>
            </p:cxnSp>
            <p:cxnSp>
              <p:nvCxnSpPr>
                <p:cNvPr id="1050" name="Straight Connector 1049">
                  <a:extLst>
                    <a:ext uri="{FF2B5EF4-FFF2-40B4-BE49-F238E27FC236}">
                      <a16:creationId xmlns:a16="http://schemas.microsoft.com/office/drawing/2014/main" id="{1E9A871E-10B0-D583-AB87-94DE90ED95E3}"/>
                    </a:ext>
                  </a:extLst>
                </p:cNvPr>
                <p:cNvCxnSpPr/>
                <p:nvPr/>
              </p:nvCxnSpPr>
              <p:spPr>
                <a:xfrm>
                  <a:off x="2358820" y="1989920"/>
                  <a:ext cx="0" cy="274320"/>
                </a:xfrm>
                <a:prstGeom prst="line">
                  <a:avLst/>
                </a:prstGeom>
                <a:noFill/>
                <a:ln w="50800" cap="flat" cmpd="sng" algn="ctr">
                  <a:solidFill>
                    <a:srgbClr val="00B050"/>
                  </a:solidFill>
                  <a:prstDash val="solid"/>
                </a:ln>
                <a:effectLst/>
              </p:spPr>
            </p:cxnSp>
            <p:cxnSp>
              <p:nvCxnSpPr>
                <p:cNvPr id="1051" name="Straight Connector 1050">
                  <a:extLst>
                    <a:ext uri="{FF2B5EF4-FFF2-40B4-BE49-F238E27FC236}">
                      <a16:creationId xmlns:a16="http://schemas.microsoft.com/office/drawing/2014/main" id="{2D70396D-217E-08D8-83EC-8F70F5C051C9}"/>
                    </a:ext>
                  </a:extLst>
                </p:cNvPr>
                <p:cNvCxnSpPr/>
                <p:nvPr/>
              </p:nvCxnSpPr>
              <p:spPr>
                <a:xfrm flipH="1">
                  <a:off x="2481031" y="2219906"/>
                  <a:ext cx="274320" cy="0"/>
                </a:xfrm>
                <a:prstGeom prst="line">
                  <a:avLst/>
                </a:prstGeom>
                <a:noFill/>
                <a:ln w="22225" cap="rnd" cmpd="sng" algn="ctr">
                  <a:solidFill>
                    <a:srgbClr val="00B050"/>
                  </a:solidFill>
                  <a:prstDash val="solid"/>
                  <a:headEnd type="triangle"/>
                  <a:tailEnd type="none"/>
                </a:ln>
                <a:effectLst/>
              </p:spPr>
            </p:cxnSp>
            <p:cxnSp>
              <p:nvCxnSpPr>
                <p:cNvPr id="1052" name="Straight Connector 1051">
                  <a:extLst>
                    <a:ext uri="{FF2B5EF4-FFF2-40B4-BE49-F238E27FC236}">
                      <a16:creationId xmlns:a16="http://schemas.microsoft.com/office/drawing/2014/main" id="{7292C509-E76E-5232-9ADC-DE27913722C2}"/>
                    </a:ext>
                  </a:extLst>
                </p:cNvPr>
                <p:cNvCxnSpPr/>
                <p:nvPr/>
              </p:nvCxnSpPr>
              <p:spPr>
                <a:xfrm flipH="1">
                  <a:off x="2092120" y="1072618"/>
                  <a:ext cx="274320" cy="0"/>
                </a:xfrm>
                <a:prstGeom prst="line">
                  <a:avLst/>
                </a:prstGeom>
                <a:noFill/>
                <a:ln w="22225" cap="rnd" cmpd="sng" algn="ctr">
                  <a:solidFill>
                    <a:srgbClr val="00B050"/>
                  </a:solidFill>
                  <a:prstDash val="solid"/>
                </a:ln>
                <a:effectLst/>
              </p:spPr>
            </p:cxnSp>
            <p:cxnSp>
              <p:nvCxnSpPr>
                <p:cNvPr id="1053" name="Straight Connector 1052">
                  <a:extLst>
                    <a:ext uri="{FF2B5EF4-FFF2-40B4-BE49-F238E27FC236}">
                      <a16:creationId xmlns:a16="http://schemas.microsoft.com/office/drawing/2014/main" id="{B74BC19B-476A-D291-09C0-E02BEC0A9362}"/>
                    </a:ext>
                  </a:extLst>
                </p:cNvPr>
                <p:cNvCxnSpPr/>
                <p:nvPr/>
              </p:nvCxnSpPr>
              <p:spPr>
                <a:xfrm flipH="1" flipV="1">
                  <a:off x="1798197" y="2141539"/>
                  <a:ext cx="548640" cy="0"/>
                </a:xfrm>
                <a:prstGeom prst="line">
                  <a:avLst/>
                </a:prstGeom>
                <a:noFill/>
                <a:ln w="22225" cap="rnd" cmpd="sng" algn="ctr">
                  <a:solidFill>
                    <a:srgbClr val="00B050"/>
                  </a:solidFill>
                  <a:prstDash val="solid"/>
                </a:ln>
                <a:effectLst/>
              </p:spPr>
            </p:cxnSp>
            <p:sp>
              <p:nvSpPr>
                <p:cNvPr id="1054" name="Oval 1053">
                  <a:extLst>
                    <a:ext uri="{FF2B5EF4-FFF2-40B4-BE49-F238E27FC236}">
                      <a16:creationId xmlns:a16="http://schemas.microsoft.com/office/drawing/2014/main" id="{6AE7D66C-7538-6B00-166C-4B904D5C4A60}"/>
                    </a:ext>
                  </a:extLst>
                </p:cNvPr>
                <p:cNvSpPr/>
                <p:nvPr/>
              </p:nvSpPr>
              <p:spPr>
                <a:xfrm>
                  <a:off x="2702900" y="1592725"/>
                  <a:ext cx="64008" cy="64008"/>
                </a:xfrm>
                <a:prstGeom prst="ellipse">
                  <a:avLst/>
                </a:prstGeom>
                <a:solidFill>
                  <a:srgbClr val="002060"/>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055" name="Straight Connector 1054">
                  <a:extLst>
                    <a:ext uri="{FF2B5EF4-FFF2-40B4-BE49-F238E27FC236}">
                      <a16:creationId xmlns:a16="http://schemas.microsoft.com/office/drawing/2014/main" id="{AFC4D893-E89A-D192-29AB-AC79D859FE1F}"/>
                    </a:ext>
                  </a:extLst>
                </p:cNvPr>
                <p:cNvCxnSpPr>
                  <a:cxnSpLocks/>
                </p:cNvCxnSpPr>
                <p:nvPr/>
              </p:nvCxnSpPr>
              <p:spPr>
                <a:xfrm>
                  <a:off x="1800497" y="1582395"/>
                  <a:ext cx="0" cy="557576"/>
                </a:xfrm>
                <a:prstGeom prst="line">
                  <a:avLst/>
                </a:prstGeom>
                <a:noFill/>
                <a:ln w="22225" cap="rnd" cmpd="sng" algn="ctr">
                  <a:solidFill>
                    <a:srgbClr val="00B050"/>
                  </a:solidFill>
                  <a:prstDash val="solid"/>
                </a:ln>
                <a:effectLst/>
              </p:spPr>
            </p:cxnSp>
            <p:cxnSp>
              <p:nvCxnSpPr>
                <p:cNvPr id="1056" name="Straight Connector 1055">
                  <a:extLst>
                    <a:ext uri="{FF2B5EF4-FFF2-40B4-BE49-F238E27FC236}">
                      <a16:creationId xmlns:a16="http://schemas.microsoft.com/office/drawing/2014/main" id="{65DF163D-96B1-0784-A1F9-B143C10F8E56}"/>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sp>
            <p:nvSpPr>
              <p:cNvPr id="1026" name="Oval 1025">
                <a:extLst>
                  <a:ext uri="{FF2B5EF4-FFF2-40B4-BE49-F238E27FC236}">
                    <a16:creationId xmlns:a16="http://schemas.microsoft.com/office/drawing/2014/main" id="{7DFCA546-C66D-7BEE-38D1-FEE7A8D9654D}"/>
                  </a:ext>
                </a:extLst>
              </p:cNvPr>
              <p:cNvSpPr>
                <a:spLocks noChangeAspect="1"/>
              </p:cNvSpPr>
              <p:nvPr/>
            </p:nvSpPr>
            <p:spPr>
              <a:xfrm>
                <a:off x="6589541" y="4616692"/>
                <a:ext cx="49238" cy="49239"/>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027" name="Elbow Connector 454">
                <a:extLst>
                  <a:ext uri="{FF2B5EF4-FFF2-40B4-BE49-F238E27FC236}">
                    <a16:creationId xmlns:a16="http://schemas.microsoft.com/office/drawing/2014/main" id="{18E3A7C1-5C8B-B76A-1F77-5F863117DC46}"/>
                  </a:ext>
                </a:extLst>
              </p:cNvPr>
              <p:cNvCxnSpPr>
                <a:cxnSpLocks noChangeAspect="1"/>
              </p:cNvCxnSpPr>
              <p:nvPr/>
            </p:nvCxnSpPr>
            <p:spPr bwMode="auto">
              <a:xfrm>
                <a:off x="5051648" y="3771634"/>
                <a:ext cx="254000" cy="153987"/>
              </a:xfrm>
              <a:prstGeom prst="bentConnector3">
                <a:avLst>
                  <a:gd name="adj1" fmla="val 50000"/>
                </a:avLst>
              </a:prstGeom>
              <a:noFill/>
              <a:ln w="25400" cap="flat" cmpd="sng" algn="ctr">
                <a:solidFill>
                  <a:srgbClr val="00407A">
                    <a:lumMod val="75000"/>
                  </a:srgbClr>
                </a:solidFill>
                <a:prstDash val="solid"/>
              </a:ln>
              <a:effectLst/>
            </p:spPr>
          </p:cxnSp>
          <p:cxnSp>
            <p:nvCxnSpPr>
              <p:cNvPr id="1028" name="Elbow Connector 455">
                <a:extLst>
                  <a:ext uri="{FF2B5EF4-FFF2-40B4-BE49-F238E27FC236}">
                    <a16:creationId xmlns:a16="http://schemas.microsoft.com/office/drawing/2014/main" id="{BF3D7540-5786-E310-A891-3818B99BB00B}"/>
                  </a:ext>
                </a:extLst>
              </p:cNvPr>
              <p:cNvCxnSpPr>
                <a:cxnSpLocks noChangeAspect="1"/>
              </p:cNvCxnSpPr>
              <p:nvPr/>
            </p:nvCxnSpPr>
            <p:spPr bwMode="auto">
              <a:xfrm flipV="1">
                <a:off x="6090345" y="4272219"/>
                <a:ext cx="252413" cy="153988"/>
              </a:xfrm>
              <a:prstGeom prst="bentConnector3">
                <a:avLst/>
              </a:prstGeom>
              <a:noFill/>
              <a:ln w="25400" cap="flat" cmpd="sng" algn="ctr">
                <a:solidFill>
                  <a:srgbClr val="00407A">
                    <a:lumMod val="75000"/>
                  </a:srgbClr>
                </a:solidFill>
                <a:prstDash val="solid"/>
              </a:ln>
              <a:effectLst/>
            </p:spPr>
          </p:cxnSp>
          <p:cxnSp>
            <p:nvCxnSpPr>
              <p:cNvPr id="1029" name="Elbow Connector 456">
                <a:extLst>
                  <a:ext uri="{FF2B5EF4-FFF2-40B4-BE49-F238E27FC236}">
                    <a16:creationId xmlns:a16="http://schemas.microsoft.com/office/drawing/2014/main" id="{947888B1-E8E6-7C80-E120-CEF219BCF443}"/>
                  </a:ext>
                </a:extLst>
              </p:cNvPr>
              <p:cNvCxnSpPr>
                <a:cxnSpLocks noChangeAspect="1"/>
              </p:cNvCxnSpPr>
              <p:nvPr/>
            </p:nvCxnSpPr>
            <p:spPr bwMode="auto">
              <a:xfrm>
                <a:off x="7145099" y="3729459"/>
                <a:ext cx="254000" cy="153987"/>
              </a:xfrm>
              <a:prstGeom prst="bentConnector3">
                <a:avLst>
                  <a:gd name="adj1" fmla="val 50000"/>
                </a:avLst>
              </a:prstGeom>
              <a:noFill/>
              <a:ln w="25400" cap="flat" cmpd="sng" algn="ctr">
                <a:solidFill>
                  <a:srgbClr val="00407A">
                    <a:lumMod val="75000"/>
                  </a:srgbClr>
                </a:solidFill>
                <a:prstDash val="solid"/>
              </a:ln>
              <a:effectLst/>
            </p:spPr>
          </p:cxnSp>
          <p:cxnSp>
            <p:nvCxnSpPr>
              <p:cNvPr id="1030" name="Elbow Connector 457">
                <a:extLst>
                  <a:ext uri="{FF2B5EF4-FFF2-40B4-BE49-F238E27FC236}">
                    <a16:creationId xmlns:a16="http://schemas.microsoft.com/office/drawing/2014/main" id="{C568CAE1-6C73-10F8-5D8C-463D91AB0100}"/>
                  </a:ext>
                </a:extLst>
              </p:cNvPr>
              <p:cNvCxnSpPr>
                <a:cxnSpLocks noChangeAspect="1"/>
              </p:cNvCxnSpPr>
              <p:nvPr/>
            </p:nvCxnSpPr>
            <p:spPr bwMode="auto">
              <a:xfrm flipV="1">
                <a:off x="7717965" y="4162211"/>
                <a:ext cx="252413" cy="153988"/>
              </a:xfrm>
              <a:prstGeom prst="bentConnector3">
                <a:avLst/>
              </a:prstGeom>
              <a:noFill/>
              <a:ln w="25400" cap="flat" cmpd="sng" algn="ctr">
                <a:solidFill>
                  <a:srgbClr val="00407A">
                    <a:lumMod val="75000"/>
                  </a:srgbClr>
                </a:solidFill>
                <a:prstDash val="solid"/>
              </a:ln>
              <a:effectLst/>
            </p:spPr>
          </p:cxnSp>
          <p:sp>
            <p:nvSpPr>
              <p:cNvPr id="1031" name="Rectangle 272">
                <a:extLst>
                  <a:ext uri="{FF2B5EF4-FFF2-40B4-BE49-F238E27FC236}">
                    <a16:creationId xmlns:a16="http://schemas.microsoft.com/office/drawing/2014/main" id="{7A323D70-83E2-88BA-F483-05C9D0633D9A}"/>
                  </a:ext>
                </a:extLst>
              </p:cNvPr>
              <p:cNvSpPr>
                <a:spLocks noChangeAspect="1" noChangeArrowheads="1"/>
              </p:cNvSpPr>
              <p:nvPr/>
            </p:nvSpPr>
            <p:spPr bwMode="auto">
              <a:xfrm>
                <a:off x="5565772" y="3741733"/>
                <a:ext cx="452112" cy="33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1</a:t>
                </a:r>
              </a:p>
            </p:txBody>
          </p:sp>
          <p:sp>
            <p:nvSpPr>
              <p:cNvPr id="1032" name="Rectangle 272">
                <a:extLst>
                  <a:ext uri="{FF2B5EF4-FFF2-40B4-BE49-F238E27FC236}">
                    <a16:creationId xmlns:a16="http://schemas.microsoft.com/office/drawing/2014/main" id="{5081A9EE-840A-09D3-048D-033CFD8EE8D5}"/>
                  </a:ext>
                </a:extLst>
              </p:cNvPr>
              <p:cNvSpPr>
                <a:spLocks noChangeAspect="1" noChangeArrowheads="1"/>
              </p:cNvSpPr>
              <p:nvPr/>
            </p:nvSpPr>
            <p:spPr bwMode="auto">
              <a:xfrm>
                <a:off x="6581730" y="3741834"/>
                <a:ext cx="470003" cy="33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2</a:t>
                </a:r>
              </a:p>
            </p:txBody>
          </p:sp>
          <p:sp>
            <p:nvSpPr>
              <p:cNvPr id="1033" name="Rectangle 272">
                <a:extLst>
                  <a:ext uri="{FF2B5EF4-FFF2-40B4-BE49-F238E27FC236}">
                    <a16:creationId xmlns:a16="http://schemas.microsoft.com/office/drawing/2014/main" id="{2BE7EB5F-2835-3499-DB47-3514B94C588D}"/>
                  </a:ext>
                </a:extLst>
              </p:cNvPr>
              <p:cNvSpPr>
                <a:spLocks noChangeAspect="1" noChangeArrowheads="1"/>
              </p:cNvSpPr>
              <p:nvPr/>
            </p:nvSpPr>
            <p:spPr bwMode="auto">
              <a:xfrm>
                <a:off x="7590329" y="3763033"/>
                <a:ext cx="509683" cy="33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3</a:t>
                </a:r>
              </a:p>
            </p:txBody>
          </p:sp>
          <p:sp>
            <p:nvSpPr>
              <p:cNvPr id="1034" name="Rectangle 272">
                <a:extLst>
                  <a:ext uri="{FF2B5EF4-FFF2-40B4-BE49-F238E27FC236}">
                    <a16:creationId xmlns:a16="http://schemas.microsoft.com/office/drawing/2014/main" id="{06A84EFA-32D1-783F-AE0A-ED9230DBA4B6}"/>
                  </a:ext>
                </a:extLst>
              </p:cNvPr>
              <p:cNvSpPr>
                <a:spLocks noChangeAspect="1" noChangeArrowheads="1"/>
              </p:cNvSpPr>
              <p:nvPr/>
            </p:nvSpPr>
            <p:spPr bwMode="auto">
              <a:xfrm>
                <a:off x="4912079" y="4159556"/>
                <a:ext cx="436653" cy="33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5</a:t>
                </a:r>
              </a:p>
            </p:txBody>
          </p:sp>
          <p:sp>
            <p:nvSpPr>
              <p:cNvPr id="1035" name="Rectangle 272">
                <a:extLst>
                  <a:ext uri="{FF2B5EF4-FFF2-40B4-BE49-F238E27FC236}">
                    <a16:creationId xmlns:a16="http://schemas.microsoft.com/office/drawing/2014/main" id="{93E327C2-2713-3322-FC45-82C5F946FF1F}"/>
                  </a:ext>
                </a:extLst>
              </p:cNvPr>
              <p:cNvSpPr>
                <a:spLocks noChangeAspect="1" noChangeArrowheads="1"/>
              </p:cNvSpPr>
              <p:nvPr/>
            </p:nvSpPr>
            <p:spPr bwMode="auto">
              <a:xfrm>
                <a:off x="4905859" y="3316827"/>
                <a:ext cx="464222" cy="33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3</a:t>
                </a:r>
              </a:p>
            </p:txBody>
          </p:sp>
          <p:sp>
            <p:nvSpPr>
              <p:cNvPr id="1036" name="Rectangle 272">
                <a:extLst>
                  <a:ext uri="{FF2B5EF4-FFF2-40B4-BE49-F238E27FC236}">
                    <a16:creationId xmlns:a16="http://schemas.microsoft.com/office/drawing/2014/main" id="{8CAB39BF-6337-C370-BC36-95C6A1B8EDDF}"/>
                  </a:ext>
                </a:extLst>
              </p:cNvPr>
              <p:cNvSpPr>
                <a:spLocks noChangeAspect="1" noChangeArrowheads="1"/>
              </p:cNvSpPr>
              <p:nvPr/>
            </p:nvSpPr>
            <p:spPr bwMode="auto">
              <a:xfrm>
                <a:off x="5977260" y="3728457"/>
                <a:ext cx="462737" cy="331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4</a:t>
                </a:r>
              </a:p>
            </p:txBody>
          </p:sp>
          <p:sp>
            <p:nvSpPr>
              <p:cNvPr id="1037" name="Rectangle 272">
                <a:extLst>
                  <a:ext uri="{FF2B5EF4-FFF2-40B4-BE49-F238E27FC236}">
                    <a16:creationId xmlns:a16="http://schemas.microsoft.com/office/drawing/2014/main" id="{CB849ADC-F669-FBDA-BB01-C55CFB53A748}"/>
                  </a:ext>
                </a:extLst>
              </p:cNvPr>
              <p:cNvSpPr>
                <a:spLocks noChangeAspect="1" noChangeArrowheads="1"/>
              </p:cNvSpPr>
              <p:nvPr/>
            </p:nvSpPr>
            <p:spPr bwMode="auto">
              <a:xfrm>
                <a:off x="6941468" y="3355307"/>
                <a:ext cx="482241" cy="331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5</a:t>
                </a:r>
              </a:p>
            </p:txBody>
          </p:sp>
          <p:cxnSp>
            <p:nvCxnSpPr>
              <p:cNvPr id="1038" name="Straight Connector 1037">
                <a:extLst>
                  <a:ext uri="{FF2B5EF4-FFF2-40B4-BE49-F238E27FC236}">
                    <a16:creationId xmlns:a16="http://schemas.microsoft.com/office/drawing/2014/main" id="{5FAE09F3-EB97-0DDA-49CA-46BE7905FA27}"/>
                  </a:ext>
                </a:extLst>
              </p:cNvPr>
              <p:cNvCxnSpPr>
                <a:cxnSpLocks noChangeAspect="1"/>
              </p:cNvCxnSpPr>
              <p:nvPr/>
            </p:nvCxnSpPr>
            <p:spPr>
              <a:xfrm flipV="1">
                <a:off x="5435663" y="3363492"/>
                <a:ext cx="2391582" cy="0"/>
              </a:xfrm>
              <a:prstGeom prst="line">
                <a:avLst/>
              </a:prstGeom>
              <a:noFill/>
              <a:ln w="38100" cap="flat" cmpd="sng" algn="ctr">
                <a:solidFill>
                  <a:srgbClr val="00407A"/>
                </a:solidFill>
                <a:prstDash val="solid"/>
              </a:ln>
              <a:effectLst/>
            </p:spPr>
          </p:cxnSp>
        </p:grpSp>
        <p:grpSp>
          <p:nvGrpSpPr>
            <p:cNvPr id="1017" name="Group 1016">
              <a:extLst>
                <a:ext uri="{FF2B5EF4-FFF2-40B4-BE49-F238E27FC236}">
                  <a16:creationId xmlns:a16="http://schemas.microsoft.com/office/drawing/2014/main" id="{A08D5535-5FAD-FAEB-DB36-025769F183F3}"/>
                </a:ext>
              </a:extLst>
            </p:cNvPr>
            <p:cNvGrpSpPr/>
            <p:nvPr/>
          </p:nvGrpSpPr>
          <p:grpSpPr>
            <a:xfrm>
              <a:off x="6309739" y="4094779"/>
              <a:ext cx="415949" cy="215444"/>
              <a:chOff x="7407251" y="1603717"/>
              <a:chExt cx="415949" cy="215444"/>
            </a:xfrm>
          </p:grpSpPr>
          <p:sp>
            <p:nvSpPr>
              <p:cNvPr id="1018" name="Oval 1017">
                <a:extLst>
                  <a:ext uri="{FF2B5EF4-FFF2-40B4-BE49-F238E27FC236}">
                    <a16:creationId xmlns:a16="http://schemas.microsoft.com/office/drawing/2014/main" id="{82453725-519B-7B89-5084-6256ECBC1571}"/>
                  </a:ext>
                </a:extLst>
              </p:cNvPr>
              <p:cNvSpPr/>
              <p:nvPr/>
            </p:nvSpPr>
            <p:spPr>
              <a:xfrm>
                <a:off x="7445241" y="1671871"/>
                <a:ext cx="155275" cy="143697"/>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019" name="Rectangle 272">
                <a:extLst>
                  <a:ext uri="{FF2B5EF4-FFF2-40B4-BE49-F238E27FC236}">
                    <a16:creationId xmlns:a16="http://schemas.microsoft.com/office/drawing/2014/main" id="{59CBDB0C-484A-E987-B818-D9ED24C6C9AE}"/>
                  </a:ext>
                </a:extLst>
              </p:cNvPr>
              <p:cNvSpPr>
                <a:spLocks noChangeArrowheads="1"/>
              </p:cNvSpPr>
              <p:nvPr/>
            </p:nvSpPr>
            <p:spPr bwMode="auto">
              <a:xfrm>
                <a:off x="7407251" y="1603717"/>
                <a:ext cx="4159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d</a:t>
                </a:r>
              </a:p>
            </p:txBody>
          </p:sp>
        </p:grpSp>
      </p:grpSp>
      <p:grpSp>
        <p:nvGrpSpPr>
          <p:cNvPr id="1095" name="Group 1094">
            <a:extLst>
              <a:ext uri="{FF2B5EF4-FFF2-40B4-BE49-F238E27FC236}">
                <a16:creationId xmlns:a16="http://schemas.microsoft.com/office/drawing/2014/main" id="{43392785-33F5-AE60-3FCA-74CE91B118F9}"/>
              </a:ext>
            </a:extLst>
          </p:cNvPr>
          <p:cNvGrpSpPr/>
          <p:nvPr/>
        </p:nvGrpSpPr>
        <p:grpSpPr>
          <a:xfrm>
            <a:off x="8044812" y="3493489"/>
            <a:ext cx="3516463" cy="1613298"/>
            <a:chOff x="4034213" y="4452885"/>
            <a:chExt cx="3516463" cy="1613298"/>
          </a:xfrm>
        </p:grpSpPr>
        <p:sp>
          <p:nvSpPr>
            <p:cNvPr id="1096" name="Rectangle 1095">
              <a:extLst>
                <a:ext uri="{FF2B5EF4-FFF2-40B4-BE49-F238E27FC236}">
                  <a16:creationId xmlns:a16="http://schemas.microsoft.com/office/drawing/2014/main" id="{B43EA26B-420E-6877-03E9-D051B78F05AA}"/>
                </a:ext>
              </a:extLst>
            </p:cNvPr>
            <p:cNvSpPr/>
            <p:nvPr/>
          </p:nvSpPr>
          <p:spPr>
            <a:xfrm>
              <a:off x="4034213" y="4452885"/>
              <a:ext cx="3312501" cy="1613298"/>
            </a:xfrm>
            <a:prstGeom prst="rect">
              <a:avLst/>
            </a:prstGeom>
            <a:solidFill>
              <a:srgbClr val="FF4D00">
                <a:lumMod val="20000"/>
                <a:lumOff val="80000"/>
              </a:srgbClr>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1097" name="Group 1096">
              <a:extLst>
                <a:ext uri="{FF2B5EF4-FFF2-40B4-BE49-F238E27FC236}">
                  <a16:creationId xmlns:a16="http://schemas.microsoft.com/office/drawing/2014/main" id="{52BE2771-A0DF-B2F6-EE03-DAFD6E8DE529}"/>
                </a:ext>
              </a:extLst>
            </p:cNvPr>
            <p:cNvGrpSpPr>
              <a:grpSpLocks noChangeAspect="1"/>
            </p:cNvGrpSpPr>
            <p:nvPr/>
          </p:nvGrpSpPr>
          <p:grpSpPr>
            <a:xfrm>
              <a:off x="4175058" y="4534641"/>
              <a:ext cx="3098942" cy="1484071"/>
              <a:chOff x="6425772" y="681959"/>
              <a:chExt cx="4227337" cy="2024451"/>
            </a:xfrm>
          </p:grpSpPr>
          <p:cxnSp>
            <p:nvCxnSpPr>
              <p:cNvPr id="1104" name="Straight Connector 1103">
                <a:extLst>
                  <a:ext uri="{FF2B5EF4-FFF2-40B4-BE49-F238E27FC236}">
                    <a16:creationId xmlns:a16="http://schemas.microsoft.com/office/drawing/2014/main" id="{2E81F774-A81C-A4E2-0206-08093F5E9AA8}"/>
                  </a:ext>
                </a:extLst>
              </p:cNvPr>
              <p:cNvCxnSpPr/>
              <p:nvPr/>
            </p:nvCxnSpPr>
            <p:spPr>
              <a:xfrm flipV="1">
                <a:off x="7486963" y="683318"/>
                <a:ext cx="3108960" cy="0"/>
              </a:xfrm>
              <a:prstGeom prst="line">
                <a:avLst/>
              </a:prstGeom>
              <a:noFill/>
              <a:ln w="38100" cap="flat" cmpd="sng" algn="ctr">
                <a:solidFill>
                  <a:srgbClr val="00407A"/>
                </a:solidFill>
                <a:prstDash val="solid"/>
              </a:ln>
              <a:effectLst/>
            </p:spPr>
          </p:cxnSp>
          <p:grpSp>
            <p:nvGrpSpPr>
              <p:cNvPr id="1105" name="Group 1104">
                <a:extLst>
                  <a:ext uri="{FF2B5EF4-FFF2-40B4-BE49-F238E27FC236}">
                    <a16:creationId xmlns:a16="http://schemas.microsoft.com/office/drawing/2014/main" id="{BF62C7B7-D2DD-77F0-8ACE-8FA923F9FBC9}"/>
                  </a:ext>
                </a:extLst>
              </p:cNvPr>
              <p:cNvGrpSpPr/>
              <p:nvPr/>
            </p:nvGrpSpPr>
            <p:grpSpPr>
              <a:xfrm>
                <a:off x="8878953" y="2488947"/>
                <a:ext cx="260459" cy="217463"/>
                <a:chOff x="7316243" y="2686802"/>
                <a:chExt cx="260459" cy="217463"/>
              </a:xfrm>
            </p:grpSpPr>
            <p:cxnSp>
              <p:nvCxnSpPr>
                <p:cNvPr id="1183" name="Straight Connector 1182">
                  <a:extLst>
                    <a:ext uri="{FF2B5EF4-FFF2-40B4-BE49-F238E27FC236}">
                      <a16:creationId xmlns:a16="http://schemas.microsoft.com/office/drawing/2014/main" id="{125F670D-EA91-D0DE-5D0A-5D7AF4D31181}"/>
                    </a:ext>
                  </a:extLst>
                </p:cNvPr>
                <p:cNvCxnSpPr>
                  <a:cxnSpLocks/>
                </p:cNvCxnSpPr>
                <p:nvPr/>
              </p:nvCxnSpPr>
              <p:spPr>
                <a:xfrm flipH="1" flipV="1">
                  <a:off x="7316243" y="2686802"/>
                  <a:ext cx="260459" cy="0"/>
                </a:xfrm>
                <a:prstGeom prst="line">
                  <a:avLst/>
                </a:prstGeom>
                <a:noFill/>
                <a:ln w="50800" cap="flat" cmpd="sng" algn="ctr">
                  <a:solidFill>
                    <a:srgbClr val="00407A"/>
                  </a:solidFill>
                  <a:prstDash val="solid"/>
                </a:ln>
                <a:effectLst/>
              </p:spPr>
            </p:cxnSp>
            <p:cxnSp>
              <p:nvCxnSpPr>
                <p:cNvPr id="1184" name="Straight Connector 1183">
                  <a:extLst>
                    <a:ext uri="{FF2B5EF4-FFF2-40B4-BE49-F238E27FC236}">
                      <a16:creationId xmlns:a16="http://schemas.microsoft.com/office/drawing/2014/main" id="{2A1071DC-3F1C-0AA4-991A-2F40D787103E}"/>
                    </a:ext>
                  </a:extLst>
                </p:cNvPr>
                <p:cNvCxnSpPr>
                  <a:cxnSpLocks/>
                </p:cNvCxnSpPr>
                <p:nvPr/>
              </p:nvCxnSpPr>
              <p:spPr>
                <a:xfrm flipH="1">
                  <a:off x="7356636" y="2790378"/>
                  <a:ext cx="201155" cy="0"/>
                </a:xfrm>
                <a:prstGeom prst="line">
                  <a:avLst/>
                </a:prstGeom>
                <a:noFill/>
                <a:ln w="50800" cap="flat" cmpd="sng" algn="ctr">
                  <a:solidFill>
                    <a:srgbClr val="00407A"/>
                  </a:solidFill>
                  <a:prstDash val="solid"/>
                </a:ln>
                <a:effectLst/>
              </p:spPr>
            </p:cxnSp>
            <p:cxnSp>
              <p:nvCxnSpPr>
                <p:cNvPr id="1185" name="Straight Connector 1184">
                  <a:extLst>
                    <a:ext uri="{FF2B5EF4-FFF2-40B4-BE49-F238E27FC236}">
                      <a16:creationId xmlns:a16="http://schemas.microsoft.com/office/drawing/2014/main" id="{2A3052E6-C6B2-3F3F-1969-CA2DE4740CBB}"/>
                    </a:ext>
                  </a:extLst>
                </p:cNvPr>
                <p:cNvCxnSpPr/>
                <p:nvPr/>
              </p:nvCxnSpPr>
              <p:spPr>
                <a:xfrm flipH="1">
                  <a:off x="7420440" y="2904265"/>
                  <a:ext cx="72335" cy="0"/>
                </a:xfrm>
                <a:prstGeom prst="line">
                  <a:avLst/>
                </a:prstGeom>
                <a:noFill/>
                <a:ln w="50800" cap="flat" cmpd="sng" algn="ctr">
                  <a:solidFill>
                    <a:srgbClr val="00407A"/>
                  </a:solidFill>
                  <a:prstDash val="solid"/>
                </a:ln>
                <a:effectLst/>
              </p:spPr>
            </p:cxnSp>
          </p:grpSp>
          <p:cxnSp>
            <p:nvCxnSpPr>
              <p:cNvPr id="1106" name="Straight Connector 1105">
                <a:extLst>
                  <a:ext uri="{FF2B5EF4-FFF2-40B4-BE49-F238E27FC236}">
                    <a16:creationId xmlns:a16="http://schemas.microsoft.com/office/drawing/2014/main" id="{FC5559A0-00D9-F13A-D2E0-F198F8F04C8F}"/>
                  </a:ext>
                </a:extLst>
              </p:cNvPr>
              <p:cNvCxnSpPr/>
              <p:nvPr/>
            </p:nvCxnSpPr>
            <p:spPr>
              <a:xfrm flipH="1">
                <a:off x="9016842" y="2249197"/>
                <a:ext cx="0" cy="239751"/>
              </a:xfrm>
              <a:prstGeom prst="line">
                <a:avLst/>
              </a:prstGeom>
              <a:noFill/>
              <a:ln w="22225" cap="rnd" cmpd="sng" algn="ctr">
                <a:solidFill>
                  <a:srgbClr val="00407A"/>
                </a:solidFill>
                <a:prstDash val="solid"/>
              </a:ln>
              <a:effectLst/>
            </p:spPr>
          </p:cxnSp>
          <p:cxnSp>
            <p:nvCxnSpPr>
              <p:cNvPr id="1107" name="Straight Connector 1106">
                <a:extLst>
                  <a:ext uri="{FF2B5EF4-FFF2-40B4-BE49-F238E27FC236}">
                    <a16:creationId xmlns:a16="http://schemas.microsoft.com/office/drawing/2014/main" id="{FB50C602-6B2F-3440-E4CB-5D9A82DD087A}"/>
                  </a:ext>
                </a:extLst>
              </p:cNvPr>
              <p:cNvCxnSpPr/>
              <p:nvPr/>
            </p:nvCxnSpPr>
            <p:spPr>
              <a:xfrm flipH="1">
                <a:off x="6468811" y="1609527"/>
                <a:ext cx="274320" cy="0"/>
              </a:xfrm>
              <a:prstGeom prst="line">
                <a:avLst/>
              </a:prstGeom>
              <a:noFill/>
              <a:ln w="25400" cap="rnd" cmpd="sng" algn="ctr">
                <a:solidFill>
                  <a:srgbClr val="002060"/>
                </a:solidFill>
                <a:prstDash val="solid"/>
              </a:ln>
              <a:effectLst/>
            </p:spPr>
          </p:cxnSp>
          <p:grpSp>
            <p:nvGrpSpPr>
              <p:cNvPr id="1108" name="Group 1107">
                <a:extLst>
                  <a:ext uri="{FF2B5EF4-FFF2-40B4-BE49-F238E27FC236}">
                    <a16:creationId xmlns:a16="http://schemas.microsoft.com/office/drawing/2014/main" id="{BE6E8508-AB31-964B-ABF2-3560E7F26139}"/>
                  </a:ext>
                </a:extLst>
              </p:cNvPr>
              <p:cNvGrpSpPr/>
              <p:nvPr/>
            </p:nvGrpSpPr>
            <p:grpSpPr>
              <a:xfrm>
                <a:off x="6721216" y="696442"/>
                <a:ext cx="1334471" cy="1659994"/>
                <a:chOff x="1798197" y="696442"/>
                <a:chExt cx="1334471" cy="1659994"/>
              </a:xfrm>
            </p:grpSpPr>
            <p:cxnSp>
              <p:nvCxnSpPr>
                <p:cNvPr id="1162" name="Straight Connector 1161">
                  <a:extLst>
                    <a:ext uri="{FF2B5EF4-FFF2-40B4-BE49-F238E27FC236}">
                      <a16:creationId xmlns:a16="http://schemas.microsoft.com/office/drawing/2014/main" id="{C40BC4D3-F33C-F88A-023F-41C6EF5F9342}"/>
                    </a:ext>
                  </a:extLst>
                </p:cNvPr>
                <p:cNvCxnSpPr/>
                <p:nvPr/>
              </p:nvCxnSpPr>
              <p:spPr>
                <a:xfrm>
                  <a:off x="1798197" y="1072618"/>
                  <a:ext cx="0" cy="1065530"/>
                </a:xfrm>
                <a:prstGeom prst="line">
                  <a:avLst/>
                </a:prstGeom>
                <a:noFill/>
                <a:ln w="22225" cap="rnd" cmpd="sng" algn="ctr">
                  <a:solidFill>
                    <a:srgbClr val="00407A"/>
                  </a:solidFill>
                  <a:prstDash val="solid"/>
                </a:ln>
                <a:effectLst/>
              </p:spPr>
            </p:cxnSp>
            <p:cxnSp>
              <p:nvCxnSpPr>
                <p:cNvPr id="1163" name="Straight Connector 1162">
                  <a:extLst>
                    <a:ext uri="{FF2B5EF4-FFF2-40B4-BE49-F238E27FC236}">
                      <a16:creationId xmlns:a16="http://schemas.microsoft.com/office/drawing/2014/main" id="{8349BD38-262E-EC39-107C-EA29ED527614}"/>
                    </a:ext>
                  </a:extLst>
                </p:cNvPr>
                <p:cNvCxnSpPr>
                  <a:endCxn id="1179" idx="6"/>
                </p:cNvCxnSpPr>
                <p:nvPr/>
              </p:nvCxnSpPr>
              <p:spPr>
                <a:xfrm flipH="1">
                  <a:off x="2766908" y="1581807"/>
                  <a:ext cx="365760" cy="0"/>
                </a:xfrm>
                <a:prstGeom prst="line">
                  <a:avLst/>
                </a:prstGeom>
                <a:noFill/>
                <a:ln w="22225" cap="rnd" cmpd="sng" algn="ctr">
                  <a:solidFill>
                    <a:srgbClr val="00407A"/>
                  </a:solidFill>
                  <a:prstDash val="solid"/>
                </a:ln>
                <a:effectLst/>
              </p:spPr>
            </p:cxnSp>
            <mc:AlternateContent xmlns:mc="http://schemas.openxmlformats.org/markup-compatibility/2006" xmlns:a14="http://schemas.microsoft.com/office/drawing/2010/main">
              <mc:Choice Requires="a14">
                <p:sp>
                  <p:nvSpPr>
                    <p:cNvPr id="1164" name="Rectangle 1163">
                      <a:extLst>
                        <a:ext uri="{FF2B5EF4-FFF2-40B4-BE49-F238E27FC236}">
                          <a16:creationId xmlns:a16="http://schemas.microsoft.com/office/drawing/2014/main" id="{8B27EFC4-3F41-A9D4-69CE-8BC318073159}"/>
                        </a:ext>
                      </a:extLst>
                    </p:cNvPr>
                    <p:cNvSpPr/>
                    <p:nvPr/>
                  </p:nvSpPr>
                  <p:spPr>
                    <a:xfrm>
                      <a:off x="2412904" y="891823"/>
                      <a:ext cx="601777"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117" name="Rectangle 116">
                      <a:extLst>
                        <a:ext uri="{FF2B5EF4-FFF2-40B4-BE49-F238E27FC236}">
                          <a16:creationId xmlns:a16="http://schemas.microsoft.com/office/drawing/2014/main" id="{8B27EFC4-3F41-A9D4-69CE-8BC318073159}"/>
                        </a:ext>
                      </a:extLst>
                    </p:cNvPr>
                    <p:cNvSpPr>
                      <a:spLocks noRot="1" noChangeAspect="1" noMove="1" noResize="1" noEditPoints="1" noAdjustHandles="1" noChangeArrowheads="1" noChangeShapeType="1" noTextEdit="1"/>
                    </p:cNvSpPr>
                    <p:nvPr/>
                  </p:nvSpPr>
                  <p:spPr>
                    <a:xfrm>
                      <a:off x="2412904" y="891823"/>
                      <a:ext cx="601777" cy="335876"/>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65" name="Rectangle 1164">
                      <a:extLst>
                        <a:ext uri="{FF2B5EF4-FFF2-40B4-BE49-F238E27FC236}">
                          <a16:creationId xmlns:a16="http://schemas.microsoft.com/office/drawing/2014/main" id="{A4DECDED-C25C-C803-36F3-D941B6618A15}"/>
                        </a:ext>
                      </a:extLst>
                    </p:cNvPr>
                    <p:cNvSpPr/>
                    <p:nvPr/>
                  </p:nvSpPr>
                  <p:spPr>
                    <a:xfrm>
                      <a:off x="2424208" y="1931041"/>
                      <a:ext cx="610524"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𝟏</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118" name="Rectangle 117">
                      <a:extLst>
                        <a:ext uri="{FF2B5EF4-FFF2-40B4-BE49-F238E27FC236}">
                          <a16:creationId xmlns:a16="http://schemas.microsoft.com/office/drawing/2014/main" id="{A4DECDED-C25C-C803-36F3-D941B6618A15}"/>
                        </a:ext>
                      </a:extLst>
                    </p:cNvPr>
                    <p:cNvSpPr>
                      <a:spLocks noRot="1" noChangeAspect="1" noMove="1" noResize="1" noEditPoints="1" noAdjustHandles="1" noChangeArrowheads="1" noChangeShapeType="1" noTextEdit="1"/>
                    </p:cNvSpPr>
                    <p:nvPr/>
                  </p:nvSpPr>
                  <p:spPr>
                    <a:xfrm>
                      <a:off x="2424208" y="1931041"/>
                      <a:ext cx="610524" cy="335876"/>
                    </a:xfrm>
                    <a:prstGeom prst="rect">
                      <a:avLst/>
                    </a:prstGeom>
                    <a:blipFill>
                      <a:blip r:embed="rId16"/>
                      <a:stretch>
                        <a:fillRect/>
                      </a:stretch>
                    </a:blipFill>
                  </p:spPr>
                  <p:txBody>
                    <a:bodyPr/>
                    <a:lstStyle/>
                    <a:p>
                      <a:r>
                        <a:rPr lang="en-IN">
                          <a:noFill/>
                        </a:rPr>
                        <a:t> </a:t>
                      </a:r>
                    </a:p>
                  </p:txBody>
                </p:sp>
              </mc:Fallback>
            </mc:AlternateContent>
            <p:cxnSp>
              <p:nvCxnSpPr>
                <p:cNvPr id="1166" name="Straight Connector 1165">
                  <a:extLst>
                    <a:ext uri="{FF2B5EF4-FFF2-40B4-BE49-F238E27FC236}">
                      <a16:creationId xmlns:a16="http://schemas.microsoft.com/office/drawing/2014/main" id="{0CCE6FA4-C018-4FD4-1679-93D300D5E20A}"/>
                    </a:ext>
                  </a:extLst>
                </p:cNvPr>
                <p:cNvCxnSpPr/>
                <p:nvPr/>
              </p:nvCxnSpPr>
              <p:spPr>
                <a:xfrm flipH="1">
                  <a:off x="1798197" y="1072618"/>
                  <a:ext cx="274320" cy="0"/>
                </a:xfrm>
                <a:prstGeom prst="line">
                  <a:avLst/>
                </a:prstGeom>
                <a:noFill/>
                <a:ln w="22225" cap="rnd" cmpd="sng" algn="ctr">
                  <a:solidFill>
                    <a:srgbClr val="00407A"/>
                  </a:solidFill>
                  <a:prstDash val="solid"/>
                </a:ln>
                <a:effectLst/>
              </p:spPr>
            </p:cxnSp>
            <p:cxnSp>
              <p:nvCxnSpPr>
                <p:cNvPr id="1167" name="Straight Connector 1166">
                  <a:extLst>
                    <a:ext uri="{FF2B5EF4-FFF2-40B4-BE49-F238E27FC236}">
                      <a16:creationId xmlns:a16="http://schemas.microsoft.com/office/drawing/2014/main" id="{FE1BB140-11E7-37C7-BACC-6BD732120DBA}"/>
                    </a:ext>
                  </a:extLst>
                </p:cNvPr>
                <p:cNvCxnSpPr/>
                <p:nvPr/>
              </p:nvCxnSpPr>
              <p:spPr>
                <a:xfrm>
                  <a:off x="2748207" y="696442"/>
                  <a:ext cx="0" cy="256507"/>
                </a:xfrm>
                <a:prstGeom prst="line">
                  <a:avLst/>
                </a:prstGeom>
                <a:noFill/>
                <a:ln w="22225" cap="flat" cmpd="sng" algn="ctr">
                  <a:solidFill>
                    <a:srgbClr val="00407A"/>
                  </a:solidFill>
                  <a:prstDash val="solid"/>
                </a:ln>
                <a:effectLst/>
              </p:spPr>
            </p:cxnSp>
            <p:cxnSp>
              <p:nvCxnSpPr>
                <p:cNvPr id="1168" name="Straight Connector 1167">
                  <a:extLst>
                    <a:ext uri="{FF2B5EF4-FFF2-40B4-BE49-F238E27FC236}">
                      <a16:creationId xmlns:a16="http://schemas.microsoft.com/office/drawing/2014/main" id="{35E0AB3B-A95C-AF81-D769-E2563953A74B}"/>
                    </a:ext>
                  </a:extLst>
                </p:cNvPr>
                <p:cNvCxnSpPr/>
                <p:nvPr/>
              </p:nvCxnSpPr>
              <p:spPr>
                <a:xfrm flipH="1">
                  <a:off x="2482027" y="947407"/>
                  <a:ext cx="274320" cy="0"/>
                </a:xfrm>
                <a:prstGeom prst="line">
                  <a:avLst/>
                </a:prstGeom>
                <a:noFill/>
                <a:ln w="22225" cap="flat" cmpd="sng" algn="ctr">
                  <a:solidFill>
                    <a:srgbClr val="00407A"/>
                  </a:solidFill>
                  <a:prstDash val="solid"/>
                  <a:headEnd type="none"/>
                  <a:tailEnd type="triangle"/>
                </a:ln>
                <a:effectLst/>
              </p:spPr>
            </p:cxnSp>
            <p:cxnSp>
              <p:nvCxnSpPr>
                <p:cNvPr id="1169" name="Straight Connector 1168">
                  <a:extLst>
                    <a:ext uri="{FF2B5EF4-FFF2-40B4-BE49-F238E27FC236}">
                      <a16:creationId xmlns:a16="http://schemas.microsoft.com/office/drawing/2014/main" id="{3D928A54-0643-D83E-A867-793047946F2E}"/>
                    </a:ext>
                  </a:extLst>
                </p:cNvPr>
                <p:cNvCxnSpPr/>
                <p:nvPr/>
              </p:nvCxnSpPr>
              <p:spPr>
                <a:xfrm>
                  <a:off x="2468964" y="849885"/>
                  <a:ext cx="0" cy="411678"/>
                </a:xfrm>
                <a:prstGeom prst="line">
                  <a:avLst/>
                </a:prstGeom>
                <a:noFill/>
                <a:ln w="38100" cap="flat" cmpd="sng" algn="ctr">
                  <a:solidFill>
                    <a:srgbClr val="00407A"/>
                  </a:solidFill>
                  <a:prstDash val="solid"/>
                </a:ln>
                <a:effectLst/>
              </p:spPr>
            </p:cxnSp>
            <p:cxnSp>
              <p:nvCxnSpPr>
                <p:cNvPr id="1170" name="Straight Connector 1169">
                  <a:extLst>
                    <a:ext uri="{FF2B5EF4-FFF2-40B4-BE49-F238E27FC236}">
                      <a16:creationId xmlns:a16="http://schemas.microsoft.com/office/drawing/2014/main" id="{A46253FE-876E-9504-3D89-F6358A5F07ED}"/>
                    </a:ext>
                  </a:extLst>
                </p:cNvPr>
                <p:cNvCxnSpPr/>
                <p:nvPr/>
              </p:nvCxnSpPr>
              <p:spPr>
                <a:xfrm>
                  <a:off x="2366440" y="947407"/>
                  <a:ext cx="0" cy="274320"/>
                </a:xfrm>
                <a:prstGeom prst="line">
                  <a:avLst/>
                </a:prstGeom>
                <a:noFill/>
                <a:ln w="50800" cap="flat" cmpd="sng" algn="ctr">
                  <a:solidFill>
                    <a:srgbClr val="00407A"/>
                  </a:solidFill>
                  <a:prstDash val="solid"/>
                </a:ln>
                <a:effectLst/>
              </p:spPr>
            </p:cxnSp>
            <p:cxnSp>
              <p:nvCxnSpPr>
                <p:cNvPr id="1171" name="Straight Connector 1170">
                  <a:extLst>
                    <a:ext uri="{FF2B5EF4-FFF2-40B4-BE49-F238E27FC236}">
                      <a16:creationId xmlns:a16="http://schemas.microsoft.com/office/drawing/2014/main" id="{44186234-DAA1-2163-5596-54BBC4BAB7AB}"/>
                    </a:ext>
                  </a:extLst>
                </p:cNvPr>
                <p:cNvCxnSpPr/>
                <p:nvPr/>
              </p:nvCxnSpPr>
              <p:spPr>
                <a:xfrm flipH="1">
                  <a:off x="2459984" y="1177393"/>
                  <a:ext cx="274320" cy="0"/>
                </a:xfrm>
                <a:prstGeom prst="line">
                  <a:avLst/>
                </a:prstGeom>
                <a:noFill/>
                <a:ln w="22225" cap="rnd" cmpd="sng" algn="ctr">
                  <a:solidFill>
                    <a:srgbClr val="00407A"/>
                  </a:solidFill>
                  <a:prstDash val="solid"/>
                </a:ln>
                <a:effectLst/>
              </p:spPr>
            </p:cxnSp>
            <p:cxnSp>
              <p:nvCxnSpPr>
                <p:cNvPr id="1172" name="Straight Connector 1171">
                  <a:extLst>
                    <a:ext uri="{FF2B5EF4-FFF2-40B4-BE49-F238E27FC236}">
                      <a16:creationId xmlns:a16="http://schemas.microsoft.com/office/drawing/2014/main" id="{0A8462B7-B965-6F56-60DA-36D94066C3A0}"/>
                    </a:ext>
                  </a:extLst>
                </p:cNvPr>
                <p:cNvCxnSpPr/>
                <p:nvPr/>
              </p:nvCxnSpPr>
              <p:spPr>
                <a:xfrm flipH="1">
                  <a:off x="2735903" y="1177393"/>
                  <a:ext cx="0" cy="798116"/>
                </a:xfrm>
                <a:prstGeom prst="line">
                  <a:avLst/>
                </a:prstGeom>
                <a:noFill/>
                <a:ln w="22225" cap="rnd" cmpd="sng" algn="ctr">
                  <a:solidFill>
                    <a:srgbClr val="00407A"/>
                  </a:solidFill>
                  <a:prstDash val="solid"/>
                </a:ln>
                <a:effectLst/>
              </p:spPr>
            </p:cxnSp>
            <p:cxnSp>
              <p:nvCxnSpPr>
                <p:cNvPr id="1173" name="Straight Connector 1172">
                  <a:extLst>
                    <a:ext uri="{FF2B5EF4-FFF2-40B4-BE49-F238E27FC236}">
                      <a16:creationId xmlns:a16="http://schemas.microsoft.com/office/drawing/2014/main" id="{564DA267-302E-15FB-F1E5-059B0907FE92}"/>
                    </a:ext>
                  </a:extLst>
                </p:cNvPr>
                <p:cNvCxnSpPr/>
                <p:nvPr/>
              </p:nvCxnSpPr>
              <p:spPr>
                <a:xfrm flipH="1">
                  <a:off x="2471787" y="1984680"/>
                  <a:ext cx="274320" cy="0"/>
                </a:xfrm>
                <a:prstGeom prst="line">
                  <a:avLst/>
                </a:prstGeom>
                <a:noFill/>
                <a:ln w="22225" cap="flat" cmpd="sng" algn="ctr">
                  <a:solidFill>
                    <a:srgbClr val="00407A"/>
                  </a:solidFill>
                  <a:prstDash val="solid"/>
                  <a:headEnd type="none"/>
                  <a:tailEnd type="none"/>
                </a:ln>
                <a:effectLst/>
              </p:spPr>
            </p:cxnSp>
            <p:cxnSp>
              <p:nvCxnSpPr>
                <p:cNvPr id="1174" name="Straight Connector 1173">
                  <a:extLst>
                    <a:ext uri="{FF2B5EF4-FFF2-40B4-BE49-F238E27FC236}">
                      <a16:creationId xmlns:a16="http://schemas.microsoft.com/office/drawing/2014/main" id="{04B65F7E-2135-8277-E2BC-8247725518DD}"/>
                    </a:ext>
                  </a:extLst>
                </p:cNvPr>
                <p:cNvCxnSpPr/>
                <p:nvPr/>
              </p:nvCxnSpPr>
              <p:spPr>
                <a:xfrm>
                  <a:off x="2461344" y="1892398"/>
                  <a:ext cx="0" cy="411678"/>
                </a:xfrm>
                <a:prstGeom prst="line">
                  <a:avLst/>
                </a:prstGeom>
                <a:noFill/>
                <a:ln w="38100" cap="flat" cmpd="sng" algn="ctr">
                  <a:solidFill>
                    <a:srgbClr val="00407A"/>
                  </a:solidFill>
                  <a:prstDash val="solid"/>
                </a:ln>
                <a:effectLst/>
              </p:spPr>
            </p:cxnSp>
            <p:cxnSp>
              <p:nvCxnSpPr>
                <p:cNvPr id="1175" name="Straight Connector 1174">
                  <a:extLst>
                    <a:ext uri="{FF2B5EF4-FFF2-40B4-BE49-F238E27FC236}">
                      <a16:creationId xmlns:a16="http://schemas.microsoft.com/office/drawing/2014/main" id="{6DDD2B5B-7000-4FB0-C371-D3785223E4CA}"/>
                    </a:ext>
                  </a:extLst>
                </p:cNvPr>
                <p:cNvCxnSpPr/>
                <p:nvPr/>
              </p:nvCxnSpPr>
              <p:spPr>
                <a:xfrm>
                  <a:off x="2358820" y="1989920"/>
                  <a:ext cx="0" cy="274320"/>
                </a:xfrm>
                <a:prstGeom prst="line">
                  <a:avLst/>
                </a:prstGeom>
                <a:noFill/>
                <a:ln w="50800" cap="flat" cmpd="sng" algn="ctr">
                  <a:solidFill>
                    <a:srgbClr val="00407A"/>
                  </a:solidFill>
                  <a:prstDash val="solid"/>
                </a:ln>
                <a:effectLst/>
              </p:spPr>
            </p:cxnSp>
            <p:cxnSp>
              <p:nvCxnSpPr>
                <p:cNvPr id="1176" name="Straight Connector 1175">
                  <a:extLst>
                    <a:ext uri="{FF2B5EF4-FFF2-40B4-BE49-F238E27FC236}">
                      <a16:creationId xmlns:a16="http://schemas.microsoft.com/office/drawing/2014/main" id="{63948D2A-101A-9A83-0B8E-5E8A19CA63CE}"/>
                    </a:ext>
                  </a:extLst>
                </p:cNvPr>
                <p:cNvCxnSpPr/>
                <p:nvPr/>
              </p:nvCxnSpPr>
              <p:spPr>
                <a:xfrm flipH="1">
                  <a:off x="2481031" y="2219906"/>
                  <a:ext cx="274320" cy="0"/>
                </a:xfrm>
                <a:prstGeom prst="line">
                  <a:avLst/>
                </a:prstGeom>
                <a:noFill/>
                <a:ln w="22225" cap="rnd" cmpd="sng" algn="ctr">
                  <a:solidFill>
                    <a:srgbClr val="00407A"/>
                  </a:solidFill>
                  <a:prstDash val="solid"/>
                  <a:headEnd type="triangle"/>
                  <a:tailEnd type="none"/>
                </a:ln>
                <a:effectLst/>
              </p:spPr>
            </p:cxnSp>
            <p:cxnSp>
              <p:nvCxnSpPr>
                <p:cNvPr id="1177" name="Straight Connector 1176">
                  <a:extLst>
                    <a:ext uri="{FF2B5EF4-FFF2-40B4-BE49-F238E27FC236}">
                      <a16:creationId xmlns:a16="http://schemas.microsoft.com/office/drawing/2014/main" id="{143375A3-C4F9-8F3F-95F6-A57D512474D9}"/>
                    </a:ext>
                  </a:extLst>
                </p:cNvPr>
                <p:cNvCxnSpPr/>
                <p:nvPr/>
              </p:nvCxnSpPr>
              <p:spPr>
                <a:xfrm flipH="1">
                  <a:off x="2092120" y="1072618"/>
                  <a:ext cx="274320" cy="0"/>
                </a:xfrm>
                <a:prstGeom prst="line">
                  <a:avLst/>
                </a:prstGeom>
                <a:noFill/>
                <a:ln w="22225" cap="rnd" cmpd="sng" algn="ctr">
                  <a:solidFill>
                    <a:srgbClr val="00407A"/>
                  </a:solidFill>
                  <a:prstDash val="solid"/>
                </a:ln>
                <a:effectLst/>
              </p:spPr>
            </p:cxnSp>
            <p:cxnSp>
              <p:nvCxnSpPr>
                <p:cNvPr id="1178" name="Straight Connector 1177">
                  <a:extLst>
                    <a:ext uri="{FF2B5EF4-FFF2-40B4-BE49-F238E27FC236}">
                      <a16:creationId xmlns:a16="http://schemas.microsoft.com/office/drawing/2014/main" id="{0364E872-401E-274F-E879-1DB04E374904}"/>
                    </a:ext>
                  </a:extLst>
                </p:cNvPr>
                <p:cNvCxnSpPr/>
                <p:nvPr/>
              </p:nvCxnSpPr>
              <p:spPr>
                <a:xfrm flipH="1" flipV="1">
                  <a:off x="1798197" y="2141539"/>
                  <a:ext cx="548640" cy="0"/>
                </a:xfrm>
                <a:prstGeom prst="line">
                  <a:avLst/>
                </a:prstGeom>
                <a:noFill/>
                <a:ln w="22225" cap="rnd" cmpd="sng" algn="ctr">
                  <a:solidFill>
                    <a:srgbClr val="00407A"/>
                  </a:solidFill>
                  <a:prstDash val="solid"/>
                </a:ln>
                <a:effectLst/>
              </p:spPr>
            </p:cxnSp>
            <p:sp>
              <p:nvSpPr>
                <p:cNvPr id="1179" name="Oval 1178">
                  <a:extLst>
                    <a:ext uri="{FF2B5EF4-FFF2-40B4-BE49-F238E27FC236}">
                      <a16:creationId xmlns:a16="http://schemas.microsoft.com/office/drawing/2014/main" id="{27531A07-02B1-290A-FD3D-B8FFD02FC477}"/>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180" name="Rectangle 1179">
                  <a:extLst>
                    <a:ext uri="{FF2B5EF4-FFF2-40B4-BE49-F238E27FC236}">
                      <a16:creationId xmlns:a16="http://schemas.microsoft.com/office/drawing/2014/main" id="{CB919FD7-DB7F-9D49-7487-9A2C5D4323FE}"/>
                    </a:ext>
                  </a:extLst>
                </p:cNvPr>
                <p:cNvSpPr/>
                <p:nvPr/>
              </p:nvSpPr>
              <p:spPr bwMode="auto">
                <a:xfrm>
                  <a:off x="1941606" y="905705"/>
                  <a:ext cx="261179" cy="300037"/>
                </a:xfrm>
                <a:prstGeom prst="rect">
                  <a:avLst/>
                </a:prstGeom>
                <a:solidFill>
                  <a:srgbClr val="FFFFFF"/>
                </a:solidFill>
                <a:ln w="31750" cap="flat" cmpd="sng" algn="ctr">
                  <a:solidFill>
                    <a:srgbClr val="FF4D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181" name="TextBox 1180">
                  <a:extLst>
                    <a:ext uri="{FF2B5EF4-FFF2-40B4-BE49-F238E27FC236}">
                      <a16:creationId xmlns:a16="http://schemas.microsoft.com/office/drawing/2014/main" id="{B87CBEAC-6616-F5C4-B0B1-6D5F6BB51E67}"/>
                    </a:ext>
                  </a:extLst>
                </p:cNvPr>
                <p:cNvSpPr txBox="1"/>
                <p:nvPr/>
              </p:nvSpPr>
              <p:spPr>
                <a:xfrm>
                  <a:off x="1899268" y="823245"/>
                  <a:ext cx="432222" cy="41984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l-GR"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τ</a:t>
                  </a:r>
                  <a:endParaRPr kumimoji="0" lang="en-US"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cxnSp>
              <p:nvCxnSpPr>
                <p:cNvPr id="1182" name="Straight Connector 1181">
                  <a:extLst>
                    <a:ext uri="{FF2B5EF4-FFF2-40B4-BE49-F238E27FC236}">
                      <a16:creationId xmlns:a16="http://schemas.microsoft.com/office/drawing/2014/main" id="{BD70DA37-9F90-125E-D940-431377D31BFD}"/>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grpSp>
            <p:nvGrpSpPr>
              <p:cNvPr id="1109" name="Group 1108">
                <a:extLst>
                  <a:ext uri="{FF2B5EF4-FFF2-40B4-BE49-F238E27FC236}">
                    <a16:creationId xmlns:a16="http://schemas.microsoft.com/office/drawing/2014/main" id="{7AEBFEEA-6DA4-C35F-F3C5-47022363E511}"/>
                  </a:ext>
                </a:extLst>
              </p:cNvPr>
              <p:cNvGrpSpPr/>
              <p:nvPr/>
            </p:nvGrpSpPr>
            <p:grpSpPr>
              <a:xfrm>
                <a:off x="8072102" y="682547"/>
                <a:ext cx="1334471" cy="1659994"/>
                <a:chOff x="1798197" y="696442"/>
                <a:chExt cx="1334471" cy="1659994"/>
              </a:xfrm>
            </p:grpSpPr>
            <p:cxnSp>
              <p:nvCxnSpPr>
                <p:cNvPr id="1141" name="Straight Connector 1140">
                  <a:extLst>
                    <a:ext uri="{FF2B5EF4-FFF2-40B4-BE49-F238E27FC236}">
                      <a16:creationId xmlns:a16="http://schemas.microsoft.com/office/drawing/2014/main" id="{6903276E-A8E0-7750-28B3-81C899E6B2C3}"/>
                    </a:ext>
                  </a:extLst>
                </p:cNvPr>
                <p:cNvCxnSpPr>
                  <a:endCxn id="1161" idx="6"/>
                </p:cNvCxnSpPr>
                <p:nvPr/>
              </p:nvCxnSpPr>
              <p:spPr>
                <a:xfrm flipH="1">
                  <a:off x="2766908" y="1581807"/>
                  <a:ext cx="365760" cy="0"/>
                </a:xfrm>
                <a:prstGeom prst="line">
                  <a:avLst/>
                </a:prstGeom>
                <a:noFill/>
                <a:ln w="22225" cap="rnd" cmpd="sng" algn="ctr">
                  <a:solidFill>
                    <a:srgbClr val="00407A"/>
                  </a:solidFill>
                  <a:prstDash val="solid"/>
                </a:ln>
                <a:effectLst/>
              </p:spPr>
            </p:cxnSp>
            <mc:AlternateContent xmlns:mc="http://schemas.openxmlformats.org/markup-compatibility/2006" xmlns:a14="http://schemas.microsoft.com/office/drawing/2010/main">
              <mc:Choice Requires="a14">
                <p:sp>
                  <p:nvSpPr>
                    <p:cNvPr id="1142" name="Rectangle 1141">
                      <a:extLst>
                        <a:ext uri="{FF2B5EF4-FFF2-40B4-BE49-F238E27FC236}">
                          <a16:creationId xmlns:a16="http://schemas.microsoft.com/office/drawing/2014/main" id="{D5A7CB0F-3B01-B2D8-CEB7-3DD556CD44D3}"/>
                        </a:ext>
                      </a:extLst>
                    </p:cNvPr>
                    <p:cNvSpPr/>
                    <p:nvPr/>
                  </p:nvSpPr>
                  <p:spPr>
                    <a:xfrm>
                      <a:off x="2412904" y="891823"/>
                      <a:ext cx="601777"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𝟐</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95" name="Rectangle 94">
                      <a:extLst>
                        <a:ext uri="{FF2B5EF4-FFF2-40B4-BE49-F238E27FC236}">
                          <a16:creationId xmlns:a16="http://schemas.microsoft.com/office/drawing/2014/main" id="{D5A7CB0F-3B01-B2D8-CEB7-3DD556CD44D3}"/>
                        </a:ext>
                      </a:extLst>
                    </p:cNvPr>
                    <p:cNvSpPr>
                      <a:spLocks noRot="1" noChangeAspect="1" noMove="1" noResize="1" noEditPoints="1" noAdjustHandles="1" noChangeArrowheads="1" noChangeShapeType="1" noTextEdit="1"/>
                    </p:cNvSpPr>
                    <p:nvPr/>
                  </p:nvSpPr>
                  <p:spPr>
                    <a:xfrm>
                      <a:off x="2412904" y="891823"/>
                      <a:ext cx="601777" cy="335876"/>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43" name="Rectangle 1142">
                      <a:extLst>
                        <a:ext uri="{FF2B5EF4-FFF2-40B4-BE49-F238E27FC236}">
                          <a16:creationId xmlns:a16="http://schemas.microsoft.com/office/drawing/2014/main" id="{C7FC6864-7E8A-AA48-FAE3-58D4DDD0AEF3}"/>
                        </a:ext>
                      </a:extLst>
                    </p:cNvPr>
                    <p:cNvSpPr/>
                    <p:nvPr/>
                  </p:nvSpPr>
                  <p:spPr>
                    <a:xfrm>
                      <a:off x="2424208" y="1931041"/>
                      <a:ext cx="610524"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𝟐</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96" name="Rectangle 95">
                      <a:extLst>
                        <a:ext uri="{FF2B5EF4-FFF2-40B4-BE49-F238E27FC236}">
                          <a16:creationId xmlns:a16="http://schemas.microsoft.com/office/drawing/2014/main" id="{C7FC6864-7E8A-AA48-FAE3-58D4DDD0AEF3}"/>
                        </a:ext>
                      </a:extLst>
                    </p:cNvPr>
                    <p:cNvSpPr>
                      <a:spLocks noRot="1" noChangeAspect="1" noMove="1" noResize="1" noEditPoints="1" noAdjustHandles="1" noChangeArrowheads="1" noChangeShapeType="1" noTextEdit="1"/>
                    </p:cNvSpPr>
                    <p:nvPr/>
                  </p:nvSpPr>
                  <p:spPr>
                    <a:xfrm>
                      <a:off x="2424208" y="1931041"/>
                      <a:ext cx="610524" cy="335876"/>
                    </a:xfrm>
                    <a:prstGeom prst="rect">
                      <a:avLst/>
                    </a:prstGeom>
                    <a:blipFill>
                      <a:blip r:embed="rId18"/>
                      <a:stretch>
                        <a:fillRect/>
                      </a:stretch>
                    </a:blipFill>
                  </p:spPr>
                  <p:txBody>
                    <a:bodyPr/>
                    <a:lstStyle/>
                    <a:p>
                      <a:r>
                        <a:rPr lang="en-IN">
                          <a:noFill/>
                        </a:rPr>
                        <a:t> </a:t>
                      </a:r>
                    </a:p>
                  </p:txBody>
                </p:sp>
              </mc:Fallback>
            </mc:AlternateContent>
            <p:cxnSp>
              <p:nvCxnSpPr>
                <p:cNvPr id="1144" name="Straight Connector 1143">
                  <a:extLst>
                    <a:ext uri="{FF2B5EF4-FFF2-40B4-BE49-F238E27FC236}">
                      <a16:creationId xmlns:a16="http://schemas.microsoft.com/office/drawing/2014/main" id="{66DAD638-77F2-7409-079E-4D10AE551926}"/>
                    </a:ext>
                  </a:extLst>
                </p:cNvPr>
                <p:cNvCxnSpPr/>
                <p:nvPr/>
              </p:nvCxnSpPr>
              <p:spPr>
                <a:xfrm flipH="1">
                  <a:off x="1798197" y="1072618"/>
                  <a:ext cx="274320" cy="0"/>
                </a:xfrm>
                <a:prstGeom prst="line">
                  <a:avLst/>
                </a:prstGeom>
                <a:noFill/>
                <a:ln w="22225" cap="rnd" cmpd="sng" algn="ctr">
                  <a:solidFill>
                    <a:srgbClr val="00407A"/>
                  </a:solidFill>
                  <a:prstDash val="solid"/>
                </a:ln>
                <a:effectLst/>
              </p:spPr>
            </p:cxnSp>
            <p:cxnSp>
              <p:nvCxnSpPr>
                <p:cNvPr id="1145" name="Straight Connector 1144">
                  <a:extLst>
                    <a:ext uri="{FF2B5EF4-FFF2-40B4-BE49-F238E27FC236}">
                      <a16:creationId xmlns:a16="http://schemas.microsoft.com/office/drawing/2014/main" id="{6A124BDF-951D-7CAD-460D-9AC8A0898797}"/>
                    </a:ext>
                  </a:extLst>
                </p:cNvPr>
                <p:cNvCxnSpPr/>
                <p:nvPr/>
              </p:nvCxnSpPr>
              <p:spPr>
                <a:xfrm>
                  <a:off x="2748207" y="696442"/>
                  <a:ext cx="0" cy="256507"/>
                </a:xfrm>
                <a:prstGeom prst="line">
                  <a:avLst/>
                </a:prstGeom>
                <a:noFill/>
                <a:ln w="22225" cap="flat" cmpd="sng" algn="ctr">
                  <a:solidFill>
                    <a:srgbClr val="00407A"/>
                  </a:solidFill>
                  <a:prstDash val="solid"/>
                </a:ln>
                <a:effectLst/>
              </p:spPr>
            </p:cxnSp>
            <p:cxnSp>
              <p:nvCxnSpPr>
                <p:cNvPr id="1146" name="Straight Connector 1145">
                  <a:extLst>
                    <a:ext uri="{FF2B5EF4-FFF2-40B4-BE49-F238E27FC236}">
                      <a16:creationId xmlns:a16="http://schemas.microsoft.com/office/drawing/2014/main" id="{EF4FD1FA-BA4E-0B78-963D-9CFDF2E10DB3}"/>
                    </a:ext>
                  </a:extLst>
                </p:cNvPr>
                <p:cNvCxnSpPr/>
                <p:nvPr/>
              </p:nvCxnSpPr>
              <p:spPr>
                <a:xfrm flipH="1">
                  <a:off x="2482027" y="947407"/>
                  <a:ext cx="274320" cy="0"/>
                </a:xfrm>
                <a:prstGeom prst="line">
                  <a:avLst/>
                </a:prstGeom>
                <a:noFill/>
                <a:ln w="22225" cap="flat" cmpd="sng" algn="ctr">
                  <a:solidFill>
                    <a:srgbClr val="00407A"/>
                  </a:solidFill>
                  <a:prstDash val="solid"/>
                  <a:headEnd type="none"/>
                  <a:tailEnd type="triangle"/>
                </a:ln>
                <a:effectLst/>
              </p:spPr>
            </p:cxnSp>
            <p:cxnSp>
              <p:nvCxnSpPr>
                <p:cNvPr id="1147" name="Straight Connector 1146">
                  <a:extLst>
                    <a:ext uri="{FF2B5EF4-FFF2-40B4-BE49-F238E27FC236}">
                      <a16:creationId xmlns:a16="http://schemas.microsoft.com/office/drawing/2014/main" id="{7223A356-E439-31BF-61AF-05C3500EAAE5}"/>
                    </a:ext>
                  </a:extLst>
                </p:cNvPr>
                <p:cNvCxnSpPr/>
                <p:nvPr/>
              </p:nvCxnSpPr>
              <p:spPr>
                <a:xfrm>
                  <a:off x="2468964" y="849885"/>
                  <a:ext cx="0" cy="411678"/>
                </a:xfrm>
                <a:prstGeom prst="line">
                  <a:avLst/>
                </a:prstGeom>
                <a:noFill/>
                <a:ln w="38100" cap="flat" cmpd="sng" algn="ctr">
                  <a:solidFill>
                    <a:srgbClr val="00407A"/>
                  </a:solidFill>
                  <a:prstDash val="solid"/>
                </a:ln>
                <a:effectLst/>
              </p:spPr>
            </p:cxnSp>
            <p:cxnSp>
              <p:nvCxnSpPr>
                <p:cNvPr id="1148" name="Straight Connector 1147">
                  <a:extLst>
                    <a:ext uri="{FF2B5EF4-FFF2-40B4-BE49-F238E27FC236}">
                      <a16:creationId xmlns:a16="http://schemas.microsoft.com/office/drawing/2014/main" id="{A9875A84-68B8-8528-635B-D86EA9DBDAD9}"/>
                    </a:ext>
                  </a:extLst>
                </p:cNvPr>
                <p:cNvCxnSpPr/>
                <p:nvPr/>
              </p:nvCxnSpPr>
              <p:spPr>
                <a:xfrm>
                  <a:off x="2366440" y="947407"/>
                  <a:ext cx="0" cy="274320"/>
                </a:xfrm>
                <a:prstGeom prst="line">
                  <a:avLst/>
                </a:prstGeom>
                <a:noFill/>
                <a:ln w="50800" cap="flat" cmpd="sng" algn="ctr">
                  <a:solidFill>
                    <a:srgbClr val="00407A"/>
                  </a:solidFill>
                  <a:prstDash val="solid"/>
                </a:ln>
                <a:effectLst/>
              </p:spPr>
            </p:cxnSp>
            <p:cxnSp>
              <p:nvCxnSpPr>
                <p:cNvPr id="1149" name="Straight Connector 1148">
                  <a:extLst>
                    <a:ext uri="{FF2B5EF4-FFF2-40B4-BE49-F238E27FC236}">
                      <a16:creationId xmlns:a16="http://schemas.microsoft.com/office/drawing/2014/main" id="{4E028B5A-1323-7620-9AE6-E5EA38D5E764}"/>
                    </a:ext>
                  </a:extLst>
                </p:cNvPr>
                <p:cNvCxnSpPr/>
                <p:nvPr/>
              </p:nvCxnSpPr>
              <p:spPr>
                <a:xfrm flipH="1">
                  <a:off x="2459984" y="1177393"/>
                  <a:ext cx="274320" cy="0"/>
                </a:xfrm>
                <a:prstGeom prst="line">
                  <a:avLst/>
                </a:prstGeom>
                <a:noFill/>
                <a:ln w="22225" cap="rnd" cmpd="sng" algn="ctr">
                  <a:solidFill>
                    <a:srgbClr val="00407A"/>
                  </a:solidFill>
                  <a:prstDash val="solid"/>
                </a:ln>
                <a:effectLst/>
              </p:spPr>
            </p:cxnSp>
            <p:cxnSp>
              <p:nvCxnSpPr>
                <p:cNvPr id="1150" name="Straight Connector 1149">
                  <a:extLst>
                    <a:ext uri="{FF2B5EF4-FFF2-40B4-BE49-F238E27FC236}">
                      <a16:creationId xmlns:a16="http://schemas.microsoft.com/office/drawing/2014/main" id="{0DEE847D-13CA-E514-AD75-9158C4031B50}"/>
                    </a:ext>
                  </a:extLst>
                </p:cNvPr>
                <p:cNvCxnSpPr/>
                <p:nvPr/>
              </p:nvCxnSpPr>
              <p:spPr>
                <a:xfrm flipH="1">
                  <a:off x="2735903" y="1177393"/>
                  <a:ext cx="0" cy="798116"/>
                </a:xfrm>
                <a:prstGeom prst="line">
                  <a:avLst/>
                </a:prstGeom>
                <a:noFill/>
                <a:ln w="22225" cap="rnd" cmpd="sng" algn="ctr">
                  <a:solidFill>
                    <a:srgbClr val="00407A"/>
                  </a:solidFill>
                  <a:prstDash val="solid"/>
                </a:ln>
                <a:effectLst/>
              </p:spPr>
            </p:cxnSp>
            <p:cxnSp>
              <p:nvCxnSpPr>
                <p:cNvPr id="1151" name="Straight Connector 1150">
                  <a:extLst>
                    <a:ext uri="{FF2B5EF4-FFF2-40B4-BE49-F238E27FC236}">
                      <a16:creationId xmlns:a16="http://schemas.microsoft.com/office/drawing/2014/main" id="{9C49A2EA-AF44-B087-E2C5-BEACE3D7100A}"/>
                    </a:ext>
                  </a:extLst>
                </p:cNvPr>
                <p:cNvCxnSpPr/>
                <p:nvPr/>
              </p:nvCxnSpPr>
              <p:spPr>
                <a:xfrm flipH="1">
                  <a:off x="2471787" y="1984680"/>
                  <a:ext cx="274320" cy="0"/>
                </a:xfrm>
                <a:prstGeom prst="line">
                  <a:avLst/>
                </a:prstGeom>
                <a:noFill/>
                <a:ln w="22225" cap="flat" cmpd="sng" algn="ctr">
                  <a:solidFill>
                    <a:srgbClr val="00407A"/>
                  </a:solidFill>
                  <a:prstDash val="solid"/>
                  <a:headEnd type="none"/>
                  <a:tailEnd type="none"/>
                </a:ln>
                <a:effectLst/>
              </p:spPr>
            </p:cxnSp>
            <p:cxnSp>
              <p:nvCxnSpPr>
                <p:cNvPr id="1152" name="Straight Connector 1151">
                  <a:extLst>
                    <a:ext uri="{FF2B5EF4-FFF2-40B4-BE49-F238E27FC236}">
                      <a16:creationId xmlns:a16="http://schemas.microsoft.com/office/drawing/2014/main" id="{43054A20-6232-9E4D-BF25-AE720F9AEC79}"/>
                    </a:ext>
                  </a:extLst>
                </p:cNvPr>
                <p:cNvCxnSpPr/>
                <p:nvPr/>
              </p:nvCxnSpPr>
              <p:spPr>
                <a:xfrm>
                  <a:off x="2461344" y="1892398"/>
                  <a:ext cx="0" cy="411678"/>
                </a:xfrm>
                <a:prstGeom prst="line">
                  <a:avLst/>
                </a:prstGeom>
                <a:noFill/>
                <a:ln w="38100" cap="flat" cmpd="sng" algn="ctr">
                  <a:solidFill>
                    <a:srgbClr val="00407A"/>
                  </a:solidFill>
                  <a:prstDash val="solid"/>
                </a:ln>
                <a:effectLst/>
              </p:spPr>
            </p:cxnSp>
            <p:cxnSp>
              <p:nvCxnSpPr>
                <p:cNvPr id="1153" name="Straight Connector 1152">
                  <a:extLst>
                    <a:ext uri="{FF2B5EF4-FFF2-40B4-BE49-F238E27FC236}">
                      <a16:creationId xmlns:a16="http://schemas.microsoft.com/office/drawing/2014/main" id="{90AEB0C8-CA33-E267-6523-37494D2A1111}"/>
                    </a:ext>
                  </a:extLst>
                </p:cNvPr>
                <p:cNvCxnSpPr/>
                <p:nvPr/>
              </p:nvCxnSpPr>
              <p:spPr>
                <a:xfrm>
                  <a:off x="2358820" y="1989920"/>
                  <a:ext cx="0" cy="274320"/>
                </a:xfrm>
                <a:prstGeom prst="line">
                  <a:avLst/>
                </a:prstGeom>
                <a:noFill/>
                <a:ln w="50800" cap="flat" cmpd="sng" algn="ctr">
                  <a:solidFill>
                    <a:srgbClr val="00407A"/>
                  </a:solidFill>
                  <a:prstDash val="solid"/>
                </a:ln>
                <a:effectLst/>
              </p:spPr>
            </p:cxnSp>
            <p:cxnSp>
              <p:nvCxnSpPr>
                <p:cNvPr id="1154" name="Straight Connector 1153">
                  <a:extLst>
                    <a:ext uri="{FF2B5EF4-FFF2-40B4-BE49-F238E27FC236}">
                      <a16:creationId xmlns:a16="http://schemas.microsoft.com/office/drawing/2014/main" id="{98BB9539-2F7E-6B43-1E98-AEE65B38CCD0}"/>
                    </a:ext>
                  </a:extLst>
                </p:cNvPr>
                <p:cNvCxnSpPr/>
                <p:nvPr/>
              </p:nvCxnSpPr>
              <p:spPr>
                <a:xfrm flipH="1">
                  <a:off x="2481031" y="2219906"/>
                  <a:ext cx="274320" cy="0"/>
                </a:xfrm>
                <a:prstGeom prst="line">
                  <a:avLst/>
                </a:prstGeom>
                <a:noFill/>
                <a:ln w="22225" cap="rnd" cmpd="sng" algn="ctr">
                  <a:solidFill>
                    <a:srgbClr val="00407A"/>
                  </a:solidFill>
                  <a:prstDash val="solid"/>
                  <a:headEnd type="triangle"/>
                  <a:tailEnd type="none"/>
                </a:ln>
                <a:effectLst/>
              </p:spPr>
            </p:cxnSp>
            <p:cxnSp>
              <p:nvCxnSpPr>
                <p:cNvPr id="1155" name="Straight Connector 1154">
                  <a:extLst>
                    <a:ext uri="{FF2B5EF4-FFF2-40B4-BE49-F238E27FC236}">
                      <a16:creationId xmlns:a16="http://schemas.microsoft.com/office/drawing/2014/main" id="{5DF0714E-9C5E-96A9-07C4-40DD4FB534A2}"/>
                    </a:ext>
                  </a:extLst>
                </p:cNvPr>
                <p:cNvCxnSpPr/>
                <p:nvPr/>
              </p:nvCxnSpPr>
              <p:spPr>
                <a:xfrm flipH="1">
                  <a:off x="2092120" y="1072618"/>
                  <a:ext cx="274320" cy="0"/>
                </a:xfrm>
                <a:prstGeom prst="line">
                  <a:avLst/>
                </a:prstGeom>
                <a:noFill/>
                <a:ln w="22225" cap="rnd" cmpd="sng" algn="ctr">
                  <a:solidFill>
                    <a:srgbClr val="00407A"/>
                  </a:solidFill>
                  <a:prstDash val="solid"/>
                </a:ln>
                <a:effectLst/>
              </p:spPr>
            </p:cxnSp>
            <p:cxnSp>
              <p:nvCxnSpPr>
                <p:cNvPr id="1156" name="Straight Connector 1155">
                  <a:extLst>
                    <a:ext uri="{FF2B5EF4-FFF2-40B4-BE49-F238E27FC236}">
                      <a16:creationId xmlns:a16="http://schemas.microsoft.com/office/drawing/2014/main" id="{FA94260B-894C-DB25-9C08-79E5A41AB996}"/>
                    </a:ext>
                  </a:extLst>
                </p:cNvPr>
                <p:cNvCxnSpPr/>
                <p:nvPr/>
              </p:nvCxnSpPr>
              <p:spPr>
                <a:xfrm flipH="1" flipV="1">
                  <a:off x="1798197" y="2141539"/>
                  <a:ext cx="548640" cy="0"/>
                </a:xfrm>
                <a:prstGeom prst="line">
                  <a:avLst/>
                </a:prstGeom>
                <a:noFill/>
                <a:ln w="22225" cap="rnd" cmpd="sng" algn="ctr">
                  <a:solidFill>
                    <a:srgbClr val="00407A"/>
                  </a:solidFill>
                  <a:prstDash val="solid"/>
                </a:ln>
                <a:effectLst/>
              </p:spPr>
            </p:cxnSp>
            <p:sp>
              <p:nvSpPr>
                <p:cNvPr id="1157" name="Rectangle 1156">
                  <a:extLst>
                    <a:ext uri="{FF2B5EF4-FFF2-40B4-BE49-F238E27FC236}">
                      <a16:creationId xmlns:a16="http://schemas.microsoft.com/office/drawing/2014/main" id="{245F3ED8-3315-C4EC-D1B7-59B83A73BF8D}"/>
                    </a:ext>
                  </a:extLst>
                </p:cNvPr>
                <p:cNvSpPr/>
                <p:nvPr/>
              </p:nvSpPr>
              <p:spPr bwMode="auto">
                <a:xfrm>
                  <a:off x="1941606" y="905705"/>
                  <a:ext cx="261179" cy="300037"/>
                </a:xfrm>
                <a:prstGeom prst="rect">
                  <a:avLst/>
                </a:prstGeom>
                <a:solidFill>
                  <a:srgbClr val="FFFFFF"/>
                </a:solidFill>
                <a:ln w="31750" cap="flat" cmpd="sng" algn="ctr">
                  <a:solidFill>
                    <a:srgbClr val="FF4D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cxnSp>
              <p:nvCxnSpPr>
                <p:cNvPr id="1158" name="Straight Connector 1157">
                  <a:extLst>
                    <a:ext uri="{FF2B5EF4-FFF2-40B4-BE49-F238E27FC236}">
                      <a16:creationId xmlns:a16="http://schemas.microsoft.com/office/drawing/2014/main" id="{55CD3738-FF0E-7E5E-55F3-53E3FE24DBEB}"/>
                    </a:ext>
                  </a:extLst>
                </p:cNvPr>
                <p:cNvCxnSpPr/>
                <p:nvPr/>
              </p:nvCxnSpPr>
              <p:spPr>
                <a:xfrm>
                  <a:off x="1798197" y="1072618"/>
                  <a:ext cx="0" cy="1065530"/>
                </a:xfrm>
                <a:prstGeom prst="line">
                  <a:avLst/>
                </a:prstGeom>
                <a:noFill/>
                <a:ln w="22225" cap="rnd" cmpd="sng" algn="ctr">
                  <a:solidFill>
                    <a:srgbClr val="00407A"/>
                  </a:solidFill>
                  <a:prstDash val="solid"/>
                </a:ln>
                <a:effectLst/>
              </p:spPr>
            </p:cxnSp>
            <p:sp>
              <p:nvSpPr>
                <p:cNvPr id="1159" name="TextBox 1158">
                  <a:extLst>
                    <a:ext uri="{FF2B5EF4-FFF2-40B4-BE49-F238E27FC236}">
                      <a16:creationId xmlns:a16="http://schemas.microsoft.com/office/drawing/2014/main" id="{2B5150D7-BBA2-7352-C8E1-35EA386538E9}"/>
                    </a:ext>
                  </a:extLst>
                </p:cNvPr>
                <p:cNvSpPr txBox="1"/>
                <p:nvPr/>
              </p:nvSpPr>
              <p:spPr>
                <a:xfrm>
                  <a:off x="1889315" y="829667"/>
                  <a:ext cx="432222" cy="41984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l-GR"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τ</a:t>
                  </a:r>
                  <a:endParaRPr kumimoji="0" lang="en-US"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cxnSp>
              <p:nvCxnSpPr>
                <p:cNvPr id="1160" name="Straight Connector 1159">
                  <a:extLst>
                    <a:ext uri="{FF2B5EF4-FFF2-40B4-BE49-F238E27FC236}">
                      <a16:creationId xmlns:a16="http://schemas.microsoft.com/office/drawing/2014/main" id="{9663EF3A-3613-051F-1CC7-1CE2D97FF9FF}"/>
                    </a:ext>
                  </a:extLst>
                </p:cNvPr>
                <p:cNvCxnSpPr/>
                <p:nvPr/>
              </p:nvCxnSpPr>
              <p:spPr>
                <a:xfrm>
                  <a:off x="2743479" y="2219276"/>
                  <a:ext cx="0" cy="137160"/>
                </a:xfrm>
                <a:prstGeom prst="line">
                  <a:avLst/>
                </a:prstGeom>
                <a:noFill/>
                <a:ln w="22225" cap="flat" cmpd="sng" algn="ctr">
                  <a:solidFill>
                    <a:srgbClr val="00407A"/>
                  </a:solidFill>
                  <a:prstDash val="solid"/>
                </a:ln>
                <a:effectLst/>
              </p:spPr>
            </p:cxnSp>
            <p:sp>
              <p:nvSpPr>
                <p:cNvPr id="1161" name="Oval 1160">
                  <a:extLst>
                    <a:ext uri="{FF2B5EF4-FFF2-40B4-BE49-F238E27FC236}">
                      <a16:creationId xmlns:a16="http://schemas.microsoft.com/office/drawing/2014/main" id="{2C0BD778-7969-A3CA-D71F-1D92E0D5EE40}"/>
                    </a:ext>
                  </a:extLst>
                </p:cNvPr>
                <p:cNvSpPr/>
                <p:nvPr/>
              </p:nvSpPr>
              <p:spPr>
                <a:xfrm>
                  <a:off x="2702900" y="1553452"/>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grpSp>
          <p:grpSp>
            <p:nvGrpSpPr>
              <p:cNvPr id="1110" name="Group 1109">
                <a:extLst>
                  <a:ext uri="{FF2B5EF4-FFF2-40B4-BE49-F238E27FC236}">
                    <a16:creationId xmlns:a16="http://schemas.microsoft.com/office/drawing/2014/main" id="{A97BDF0F-A3C5-27BC-DB39-D1392CBA2C72}"/>
                  </a:ext>
                </a:extLst>
              </p:cNvPr>
              <p:cNvGrpSpPr/>
              <p:nvPr/>
            </p:nvGrpSpPr>
            <p:grpSpPr>
              <a:xfrm>
                <a:off x="9413636" y="681959"/>
                <a:ext cx="1239473" cy="1659994"/>
                <a:chOff x="1798197" y="696442"/>
                <a:chExt cx="1239473" cy="1659994"/>
              </a:xfrm>
            </p:grpSpPr>
            <p:cxnSp>
              <p:nvCxnSpPr>
                <p:cNvPr id="1120" name="Straight Connector 1119">
                  <a:extLst>
                    <a:ext uri="{FF2B5EF4-FFF2-40B4-BE49-F238E27FC236}">
                      <a16:creationId xmlns:a16="http://schemas.microsoft.com/office/drawing/2014/main" id="{D393EFB3-D62F-15AC-4E04-2991909CEEC5}"/>
                    </a:ext>
                  </a:extLst>
                </p:cNvPr>
                <p:cNvCxnSpPr/>
                <p:nvPr/>
              </p:nvCxnSpPr>
              <p:spPr>
                <a:xfrm flipH="1">
                  <a:off x="2763350" y="1624638"/>
                  <a:ext cx="274320" cy="0"/>
                </a:xfrm>
                <a:prstGeom prst="line">
                  <a:avLst/>
                </a:prstGeom>
                <a:noFill/>
                <a:ln w="25400" cap="rnd" cmpd="sng" algn="ctr">
                  <a:solidFill>
                    <a:srgbClr val="002060"/>
                  </a:solidFill>
                  <a:prstDash val="solid"/>
                </a:ln>
                <a:effectLst/>
              </p:spPr>
            </p:cxnSp>
            <mc:AlternateContent xmlns:mc="http://schemas.openxmlformats.org/markup-compatibility/2006" xmlns:a14="http://schemas.microsoft.com/office/drawing/2010/main">
              <mc:Choice Requires="a14">
                <p:sp>
                  <p:nvSpPr>
                    <p:cNvPr id="1121" name="Rectangle 1120">
                      <a:extLst>
                        <a:ext uri="{FF2B5EF4-FFF2-40B4-BE49-F238E27FC236}">
                          <a16:creationId xmlns:a16="http://schemas.microsoft.com/office/drawing/2014/main" id="{B24E5BCA-6877-D9BD-5843-A362D6662C44}"/>
                        </a:ext>
                      </a:extLst>
                    </p:cNvPr>
                    <p:cNvSpPr/>
                    <p:nvPr/>
                  </p:nvSpPr>
                  <p:spPr>
                    <a:xfrm>
                      <a:off x="2412903" y="891823"/>
                      <a:ext cx="601777"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𝑷</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𝟑</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74" name="Rectangle 73">
                      <a:extLst>
                        <a:ext uri="{FF2B5EF4-FFF2-40B4-BE49-F238E27FC236}">
                          <a16:creationId xmlns:a16="http://schemas.microsoft.com/office/drawing/2014/main" id="{B24E5BCA-6877-D9BD-5843-A362D6662C44}"/>
                        </a:ext>
                      </a:extLst>
                    </p:cNvPr>
                    <p:cNvSpPr>
                      <a:spLocks noRot="1" noChangeAspect="1" noMove="1" noResize="1" noEditPoints="1" noAdjustHandles="1" noChangeArrowheads="1" noChangeShapeType="1" noTextEdit="1"/>
                    </p:cNvSpPr>
                    <p:nvPr/>
                  </p:nvSpPr>
                  <p:spPr>
                    <a:xfrm>
                      <a:off x="2412903" y="891823"/>
                      <a:ext cx="601777" cy="335876"/>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22" name="Rectangle 1121">
                      <a:extLst>
                        <a:ext uri="{FF2B5EF4-FFF2-40B4-BE49-F238E27FC236}">
                          <a16:creationId xmlns:a16="http://schemas.microsoft.com/office/drawing/2014/main" id="{6EE92C10-6620-7716-A30B-E5DD3F50D7BF}"/>
                        </a:ext>
                      </a:extLst>
                    </p:cNvPr>
                    <p:cNvSpPr/>
                    <p:nvPr/>
                  </p:nvSpPr>
                  <p:spPr>
                    <a:xfrm>
                      <a:off x="2424208" y="1931041"/>
                      <a:ext cx="610524" cy="335876"/>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000" b="1" i="1" u="none" strike="noStrike" kern="0" cap="none" spc="0" normalizeH="0" baseline="0" noProof="0" smtClean="0">
                                <a:ln>
                                  <a:noFill/>
                                </a:ln>
                                <a:solidFill>
                                  <a:srgbClr val="00407A"/>
                                </a:solidFill>
                                <a:effectLst/>
                                <a:uLnTx/>
                                <a:uFillTx/>
                                <a:latin typeface="Cambria Math" panose="02040503050406030204" pitchFamily="18" charset="0"/>
                              </a:rPr>
                              <m:t>𝑴</m:t>
                            </m:r>
                            <m:r>
                              <a:rPr kumimoji="0" lang="en-US" sz="1000" b="1" i="1" u="none" strike="noStrike" kern="0" cap="none" spc="0" normalizeH="0" baseline="-25000" noProof="0" smtClean="0">
                                <a:ln>
                                  <a:noFill/>
                                </a:ln>
                                <a:solidFill>
                                  <a:srgbClr val="00407A"/>
                                </a:solidFill>
                                <a:effectLst/>
                                <a:uLnTx/>
                                <a:uFillTx/>
                                <a:latin typeface="Cambria Math" panose="02040503050406030204" pitchFamily="18" charset="0"/>
                              </a:rPr>
                              <m:t>𝑵</m:t>
                            </m:r>
                            <m:r>
                              <a:rPr kumimoji="0" lang="en-GB" sz="1000" b="1" i="1" u="none" strike="noStrike" kern="0" cap="none" spc="0" normalizeH="0" baseline="-25000" noProof="0" smtClean="0">
                                <a:ln>
                                  <a:noFill/>
                                </a:ln>
                                <a:solidFill>
                                  <a:srgbClr val="00407A"/>
                                </a:solidFill>
                                <a:effectLst/>
                                <a:uLnTx/>
                                <a:uFillTx/>
                                <a:latin typeface="Cambria Math" panose="02040503050406030204" pitchFamily="18" charset="0"/>
                              </a:rPr>
                              <m:t>𝟑</m:t>
                            </m:r>
                          </m:oMath>
                        </m:oMathPara>
                      </a14:m>
                      <a:endParaRPr kumimoji="0" lang="en-US" sz="1000" b="0" i="0" u="none" strike="noStrike" kern="0" cap="none" spc="0" normalizeH="0" baseline="0" noProof="0" smtClean="0">
                        <a:ln>
                          <a:noFill/>
                        </a:ln>
                        <a:solidFill>
                          <a:srgbClr val="00407A"/>
                        </a:solidFill>
                        <a:effectLst/>
                        <a:uLnTx/>
                        <a:uFillTx/>
                      </a:endParaRPr>
                    </a:p>
                  </p:txBody>
                </p:sp>
              </mc:Choice>
              <mc:Fallback xmlns="">
                <p:sp>
                  <p:nvSpPr>
                    <p:cNvPr id="75" name="Rectangle 74">
                      <a:extLst>
                        <a:ext uri="{FF2B5EF4-FFF2-40B4-BE49-F238E27FC236}">
                          <a16:creationId xmlns:a16="http://schemas.microsoft.com/office/drawing/2014/main" id="{6EE92C10-6620-7716-A30B-E5DD3F50D7BF}"/>
                        </a:ext>
                      </a:extLst>
                    </p:cNvPr>
                    <p:cNvSpPr>
                      <a:spLocks noRot="1" noChangeAspect="1" noMove="1" noResize="1" noEditPoints="1" noAdjustHandles="1" noChangeArrowheads="1" noChangeShapeType="1" noTextEdit="1"/>
                    </p:cNvSpPr>
                    <p:nvPr/>
                  </p:nvSpPr>
                  <p:spPr>
                    <a:xfrm>
                      <a:off x="2424208" y="1931041"/>
                      <a:ext cx="610524" cy="335876"/>
                    </a:xfrm>
                    <a:prstGeom prst="rect">
                      <a:avLst/>
                    </a:prstGeom>
                    <a:blipFill>
                      <a:blip r:embed="rId20"/>
                      <a:stretch>
                        <a:fillRect/>
                      </a:stretch>
                    </a:blipFill>
                  </p:spPr>
                  <p:txBody>
                    <a:bodyPr/>
                    <a:lstStyle/>
                    <a:p>
                      <a:r>
                        <a:rPr lang="en-IN">
                          <a:noFill/>
                        </a:rPr>
                        <a:t> </a:t>
                      </a:r>
                    </a:p>
                  </p:txBody>
                </p:sp>
              </mc:Fallback>
            </mc:AlternateContent>
            <p:cxnSp>
              <p:nvCxnSpPr>
                <p:cNvPr id="1123" name="Straight Connector 1122">
                  <a:extLst>
                    <a:ext uri="{FF2B5EF4-FFF2-40B4-BE49-F238E27FC236}">
                      <a16:creationId xmlns:a16="http://schemas.microsoft.com/office/drawing/2014/main" id="{D079273E-7FBF-25F4-6FE3-E93B40B07841}"/>
                    </a:ext>
                  </a:extLst>
                </p:cNvPr>
                <p:cNvCxnSpPr/>
                <p:nvPr/>
              </p:nvCxnSpPr>
              <p:spPr>
                <a:xfrm flipH="1">
                  <a:off x="1798197" y="1072618"/>
                  <a:ext cx="274320" cy="0"/>
                </a:xfrm>
                <a:prstGeom prst="line">
                  <a:avLst/>
                </a:prstGeom>
                <a:noFill/>
                <a:ln w="22225" cap="rnd" cmpd="sng" algn="ctr">
                  <a:solidFill>
                    <a:srgbClr val="00407A"/>
                  </a:solidFill>
                  <a:prstDash val="solid"/>
                </a:ln>
                <a:effectLst/>
              </p:spPr>
            </p:cxnSp>
            <p:cxnSp>
              <p:nvCxnSpPr>
                <p:cNvPr id="1124" name="Straight Connector 1123">
                  <a:extLst>
                    <a:ext uri="{FF2B5EF4-FFF2-40B4-BE49-F238E27FC236}">
                      <a16:creationId xmlns:a16="http://schemas.microsoft.com/office/drawing/2014/main" id="{3AF82357-68D1-6726-1987-AFD7066610AD}"/>
                    </a:ext>
                  </a:extLst>
                </p:cNvPr>
                <p:cNvCxnSpPr/>
                <p:nvPr/>
              </p:nvCxnSpPr>
              <p:spPr>
                <a:xfrm>
                  <a:off x="2748207" y="696442"/>
                  <a:ext cx="0" cy="256507"/>
                </a:xfrm>
                <a:prstGeom prst="line">
                  <a:avLst/>
                </a:prstGeom>
                <a:noFill/>
                <a:ln w="22225" cap="flat" cmpd="sng" algn="ctr">
                  <a:solidFill>
                    <a:srgbClr val="00407A"/>
                  </a:solidFill>
                  <a:prstDash val="solid"/>
                </a:ln>
                <a:effectLst/>
              </p:spPr>
            </p:cxnSp>
            <p:cxnSp>
              <p:nvCxnSpPr>
                <p:cNvPr id="1125" name="Straight Connector 1124">
                  <a:extLst>
                    <a:ext uri="{FF2B5EF4-FFF2-40B4-BE49-F238E27FC236}">
                      <a16:creationId xmlns:a16="http://schemas.microsoft.com/office/drawing/2014/main" id="{91E55224-BDAA-3CA9-1456-BED6BD9369F5}"/>
                    </a:ext>
                  </a:extLst>
                </p:cNvPr>
                <p:cNvCxnSpPr/>
                <p:nvPr/>
              </p:nvCxnSpPr>
              <p:spPr>
                <a:xfrm flipH="1">
                  <a:off x="2482027" y="947407"/>
                  <a:ext cx="274320" cy="0"/>
                </a:xfrm>
                <a:prstGeom prst="line">
                  <a:avLst/>
                </a:prstGeom>
                <a:noFill/>
                <a:ln w="22225" cap="flat" cmpd="sng" algn="ctr">
                  <a:solidFill>
                    <a:srgbClr val="00407A"/>
                  </a:solidFill>
                  <a:prstDash val="solid"/>
                  <a:headEnd type="none"/>
                  <a:tailEnd type="triangle"/>
                </a:ln>
                <a:effectLst/>
              </p:spPr>
            </p:cxnSp>
            <p:cxnSp>
              <p:nvCxnSpPr>
                <p:cNvPr id="1126" name="Straight Connector 1125">
                  <a:extLst>
                    <a:ext uri="{FF2B5EF4-FFF2-40B4-BE49-F238E27FC236}">
                      <a16:creationId xmlns:a16="http://schemas.microsoft.com/office/drawing/2014/main" id="{0B61E9B5-DB69-5801-6DC8-1E71DCE2AC8B}"/>
                    </a:ext>
                  </a:extLst>
                </p:cNvPr>
                <p:cNvCxnSpPr/>
                <p:nvPr/>
              </p:nvCxnSpPr>
              <p:spPr>
                <a:xfrm>
                  <a:off x="2468964" y="849885"/>
                  <a:ext cx="0" cy="411678"/>
                </a:xfrm>
                <a:prstGeom prst="line">
                  <a:avLst/>
                </a:prstGeom>
                <a:noFill/>
                <a:ln w="38100" cap="flat" cmpd="sng" algn="ctr">
                  <a:solidFill>
                    <a:srgbClr val="00407A"/>
                  </a:solidFill>
                  <a:prstDash val="solid"/>
                </a:ln>
                <a:effectLst/>
              </p:spPr>
            </p:cxnSp>
            <p:cxnSp>
              <p:nvCxnSpPr>
                <p:cNvPr id="1127" name="Straight Connector 1126">
                  <a:extLst>
                    <a:ext uri="{FF2B5EF4-FFF2-40B4-BE49-F238E27FC236}">
                      <a16:creationId xmlns:a16="http://schemas.microsoft.com/office/drawing/2014/main" id="{05573FCB-9ADE-A306-0458-2E80F3C85035}"/>
                    </a:ext>
                  </a:extLst>
                </p:cNvPr>
                <p:cNvCxnSpPr/>
                <p:nvPr/>
              </p:nvCxnSpPr>
              <p:spPr>
                <a:xfrm>
                  <a:off x="2366440" y="947407"/>
                  <a:ext cx="0" cy="274320"/>
                </a:xfrm>
                <a:prstGeom prst="line">
                  <a:avLst/>
                </a:prstGeom>
                <a:noFill/>
                <a:ln w="50800" cap="flat" cmpd="sng" algn="ctr">
                  <a:solidFill>
                    <a:srgbClr val="00407A"/>
                  </a:solidFill>
                  <a:prstDash val="solid"/>
                </a:ln>
                <a:effectLst/>
              </p:spPr>
            </p:cxnSp>
            <p:cxnSp>
              <p:nvCxnSpPr>
                <p:cNvPr id="1128" name="Straight Connector 1127">
                  <a:extLst>
                    <a:ext uri="{FF2B5EF4-FFF2-40B4-BE49-F238E27FC236}">
                      <a16:creationId xmlns:a16="http://schemas.microsoft.com/office/drawing/2014/main" id="{B17589FA-6AD6-DEF3-C432-0FD1CBE9A354}"/>
                    </a:ext>
                  </a:extLst>
                </p:cNvPr>
                <p:cNvCxnSpPr/>
                <p:nvPr/>
              </p:nvCxnSpPr>
              <p:spPr>
                <a:xfrm flipH="1">
                  <a:off x="2459984" y="1177393"/>
                  <a:ext cx="274320" cy="0"/>
                </a:xfrm>
                <a:prstGeom prst="line">
                  <a:avLst/>
                </a:prstGeom>
                <a:noFill/>
                <a:ln w="22225" cap="rnd" cmpd="sng" algn="ctr">
                  <a:solidFill>
                    <a:srgbClr val="00407A"/>
                  </a:solidFill>
                  <a:prstDash val="solid"/>
                </a:ln>
                <a:effectLst/>
              </p:spPr>
            </p:cxnSp>
            <p:cxnSp>
              <p:nvCxnSpPr>
                <p:cNvPr id="1129" name="Straight Connector 1128">
                  <a:extLst>
                    <a:ext uri="{FF2B5EF4-FFF2-40B4-BE49-F238E27FC236}">
                      <a16:creationId xmlns:a16="http://schemas.microsoft.com/office/drawing/2014/main" id="{9E5293DF-2630-CAC7-979E-E6A6CD1F9C98}"/>
                    </a:ext>
                  </a:extLst>
                </p:cNvPr>
                <p:cNvCxnSpPr/>
                <p:nvPr/>
              </p:nvCxnSpPr>
              <p:spPr>
                <a:xfrm flipH="1">
                  <a:off x="2735903" y="1177393"/>
                  <a:ext cx="0" cy="798116"/>
                </a:xfrm>
                <a:prstGeom prst="line">
                  <a:avLst/>
                </a:prstGeom>
                <a:noFill/>
                <a:ln w="22225" cap="rnd" cmpd="sng" algn="ctr">
                  <a:solidFill>
                    <a:srgbClr val="00407A"/>
                  </a:solidFill>
                  <a:prstDash val="solid"/>
                </a:ln>
                <a:effectLst/>
              </p:spPr>
            </p:cxnSp>
            <p:cxnSp>
              <p:nvCxnSpPr>
                <p:cNvPr id="1130" name="Straight Connector 1129">
                  <a:extLst>
                    <a:ext uri="{FF2B5EF4-FFF2-40B4-BE49-F238E27FC236}">
                      <a16:creationId xmlns:a16="http://schemas.microsoft.com/office/drawing/2014/main" id="{0998EACD-B5D8-BA11-5D43-74896B2D8EAE}"/>
                    </a:ext>
                  </a:extLst>
                </p:cNvPr>
                <p:cNvCxnSpPr/>
                <p:nvPr/>
              </p:nvCxnSpPr>
              <p:spPr>
                <a:xfrm flipH="1">
                  <a:off x="2471787" y="1984680"/>
                  <a:ext cx="274320" cy="0"/>
                </a:xfrm>
                <a:prstGeom prst="line">
                  <a:avLst/>
                </a:prstGeom>
                <a:noFill/>
                <a:ln w="22225" cap="flat" cmpd="sng" algn="ctr">
                  <a:solidFill>
                    <a:srgbClr val="00407A"/>
                  </a:solidFill>
                  <a:prstDash val="solid"/>
                  <a:headEnd type="none"/>
                  <a:tailEnd type="none"/>
                </a:ln>
                <a:effectLst/>
              </p:spPr>
            </p:cxnSp>
            <p:cxnSp>
              <p:nvCxnSpPr>
                <p:cNvPr id="1131" name="Straight Connector 1130">
                  <a:extLst>
                    <a:ext uri="{FF2B5EF4-FFF2-40B4-BE49-F238E27FC236}">
                      <a16:creationId xmlns:a16="http://schemas.microsoft.com/office/drawing/2014/main" id="{F033BD60-031A-1FD6-88FA-0E2CDE0A8AB3}"/>
                    </a:ext>
                  </a:extLst>
                </p:cNvPr>
                <p:cNvCxnSpPr/>
                <p:nvPr/>
              </p:nvCxnSpPr>
              <p:spPr>
                <a:xfrm>
                  <a:off x="2461344" y="1892398"/>
                  <a:ext cx="0" cy="411678"/>
                </a:xfrm>
                <a:prstGeom prst="line">
                  <a:avLst/>
                </a:prstGeom>
                <a:noFill/>
                <a:ln w="38100" cap="flat" cmpd="sng" algn="ctr">
                  <a:solidFill>
                    <a:srgbClr val="00407A"/>
                  </a:solidFill>
                  <a:prstDash val="solid"/>
                </a:ln>
                <a:effectLst/>
              </p:spPr>
            </p:cxnSp>
            <p:cxnSp>
              <p:nvCxnSpPr>
                <p:cNvPr id="1132" name="Straight Connector 1131">
                  <a:extLst>
                    <a:ext uri="{FF2B5EF4-FFF2-40B4-BE49-F238E27FC236}">
                      <a16:creationId xmlns:a16="http://schemas.microsoft.com/office/drawing/2014/main" id="{A27AE066-B08B-FA24-FB34-FB9CBE3937D5}"/>
                    </a:ext>
                  </a:extLst>
                </p:cNvPr>
                <p:cNvCxnSpPr/>
                <p:nvPr/>
              </p:nvCxnSpPr>
              <p:spPr>
                <a:xfrm>
                  <a:off x="2358820" y="1989920"/>
                  <a:ext cx="0" cy="274320"/>
                </a:xfrm>
                <a:prstGeom prst="line">
                  <a:avLst/>
                </a:prstGeom>
                <a:noFill/>
                <a:ln w="50800" cap="flat" cmpd="sng" algn="ctr">
                  <a:solidFill>
                    <a:srgbClr val="00407A"/>
                  </a:solidFill>
                  <a:prstDash val="solid"/>
                </a:ln>
                <a:effectLst/>
              </p:spPr>
            </p:cxnSp>
            <p:cxnSp>
              <p:nvCxnSpPr>
                <p:cNvPr id="1133" name="Straight Connector 1132">
                  <a:extLst>
                    <a:ext uri="{FF2B5EF4-FFF2-40B4-BE49-F238E27FC236}">
                      <a16:creationId xmlns:a16="http://schemas.microsoft.com/office/drawing/2014/main" id="{DD78CE77-A5BE-04A9-81FA-228195400CAC}"/>
                    </a:ext>
                  </a:extLst>
                </p:cNvPr>
                <p:cNvCxnSpPr/>
                <p:nvPr/>
              </p:nvCxnSpPr>
              <p:spPr>
                <a:xfrm flipH="1">
                  <a:off x="2481031" y="2219906"/>
                  <a:ext cx="274320" cy="0"/>
                </a:xfrm>
                <a:prstGeom prst="line">
                  <a:avLst/>
                </a:prstGeom>
                <a:noFill/>
                <a:ln w="22225" cap="rnd" cmpd="sng" algn="ctr">
                  <a:solidFill>
                    <a:srgbClr val="00407A"/>
                  </a:solidFill>
                  <a:prstDash val="solid"/>
                  <a:headEnd type="triangle"/>
                  <a:tailEnd type="none"/>
                </a:ln>
                <a:effectLst/>
              </p:spPr>
            </p:cxnSp>
            <p:cxnSp>
              <p:nvCxnSpPr>
                <p:cNvPr id="1134" name="Straight Connector 1133">
                  <a:extLst>
                    <a:ext uri="{FF2B5EF4-FFF2-40B4-BE49-F238E27FC236}">
                      <a16:creationId xmlns:a16="http://schemas.microsoft.com/office/drawing/2014/main" id="{CB8A5C1D-BB0A-B820-60EB-BF3CE448C1DA}"/>
                    </a:ext>
                  </a:extLst>
                </p:cNvPr>
                <p:cNvCxnSpPr/>
                <p:nvPr/>
              </p:nvCxnSpPr>
              <p:spPr>
                <a:xfrm flipH="1">
                  <a:off x="2092120" y="1072618"/>
                  <a:ext cx="274320" cy="0"/>
                </a:xfrm>
                <a:prstGeom prst="line">
                  <a:avLst/>
                </a:prstGeom>
                <a:noFill/>
                <a:ln w="22225" cap="rnd" cmpd="sng" algn="ctr">
                  <a:solidFill>
                    <a:srgbClr val="00407A"/>
                  </a:solidFill>
                  <a:prstDash val="solid"/>
                </a:ln>
                <a:effectLst/>
              </p:spPr>
            </p:cxnSp>
            <p:cxnSp>
              <p:nvCxnSpPr>
                <p:cNvPr id="1135" name="Straight Connector 1134">
                  <a:extLst>
                    <a:ext uri="{FF2B5EF4-FFF2-40B4-BE49-F238E27FC236}">
                      <a16:creationId xmlns:a16="http://schemas.microsoft.com/office/drawing/2014/main" id="{B402C1CF-F253-D840-BE4B-561EE14FBB7B}"/>
                    </a:ext>
                  </a:extLst>
                </p:cNvPr>
                <p:cNvCxnSpPr/>
                <p:nvPr/>
              </p:nvCxnSpPr>
              <p:spPr>
                <a:xfrm flipH="1" flipV="1">
                  <a:off x="1798197" y="2141539"/>
                  <a:ext cx="548640" cy="0"/>
                </a:xfrm>
                <a:prstGeom prst="line">
                  <a:avLst/>
                </a:prstGeom>
                <a:noFill/>
                <a:ln w="22225" cap="rnd" cmpd="sng" algn="ctr">
                  <a:solidFill>
                    <a:srgbClr val="00407A"/>
                  </a:solidFill>
                  <a:prstDash val="solid"/>
                </a:ln>
                <a:effectLst/>
              </p:spPr>
            </p:cxnSp>
            <p:sp>
              <p:nvSpPr>
                <p:cNvPr id="1136" name="Oval 1135">
                  <a:extLst>
                    <a:ext uri="{FF2B5EF4-FFF2-40B4-BE49-F238E27FC236}">
                      <a16:creationId xmlns:a16="http://schemas.microsoft.com/office/drawing/2014/main" id="{F627868E-999C-2DFB-5F99-952C5AB3EEC9}"/>
                    </a:ext>
                  </a:extLst>
                </p:cNvPr>
                <p:cNvSpPr/>
                <p:nvPr/>
              </p:nvSpPr>
              <p:spPr>
                <a:xfrm>
                  <a:off x="2702900" y="1592725"/>
                  <a:ext cx="64008" cy="64008"/>
                </a:xfrm>
                <a:prstGeom prst="ellipse">
                  <a:avLst/>
                </a:prstGeom>
                <a:solidFill>
                  <a:srgbClr val="002060"/>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137" name="Rectangle 1136">
                  <a:extLst>
                    <a:ext uri="{FF2B5EF4-FFF2-40B4-BE49-F238E27FC236}">
                      <a16:creationId xmlns:a16="http://schemas.microsoft.com/office/drawing/2014/main" id="{65A20C6A-FCA8-DC18-7CDA-B085E993A7DA}"/>
                    </a:ext>
                  </a:extLst>
                </p:cNvPr>
                <p:cNvSpPr/>
                <p:nvPr/>
              </p:nvSpPr>
              <p:spPr bwMode="auto">
                <a:xfrm>
                  <a:off x="1941606" y="905705"/>
                  <a:ext cx="261179" cy="300037"/>
                </a:xfrm>
                <a:prstGeom prst="rect">
                  <a:avLst/>
                </a:prstGeom>
                <a:solidFill>
                  <a:srgbClr val="FFFFFF"/>
                </a:solidFill>
                <a:ln w="31750" cap="flat" cmpd="sng" algn="ctr">
                  <a:solidFill>
                    <a:srgbClr val="FF4D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cxnSp>
              <p:nvCxnSpPr>
                <p:cNvPr id="1138" name="Straight Connector 1137">
                  <a:extLst>
                    <a:ext uri="{FF2B5EF4-FFF2-40B4-BE49-F238E27FC236}">
                      <a16:creationId xmlns:a16="http://schemas.microsoft.com/office/drawing/2014/main" id="{D2ADBCEB-95E7-8D32-9B53-3BC9B86E2E6A}"/>
                    </a:ext>
                  </a:extLst>
                </p:cNvPr>
                <p:cNvCxnSpPr/>
                <p:nvPr/>
              </p:nvCxnSpPr>
              <p:spPr>
                <a:xfrm>
                  <a:off x="1798197" y="1072618"/>
                  <a:ext cx="0" cy="1065530"/>
                </a:xfrm>
                <a:prstGeom prst="line">
                  <a:avLst/>
                </a:prstGeom>
                <a:noFill/>
                <a:ln w="22225" cap="rnd" cmpd="sng" algn="ctr">
                  <a:solidFill>
                    <a:srgbClr val="00407A"/>
                  </a:solidFill>
                  <a:prstDash val="solid"/>
                </a:ln>
                <a:effectLst/>
              </p:spPr>
            </p:cxnSp>
            <p:sp>
              <p:nvSpPr>
                <p:cNvPr id="1139" name="TextBox 1138">
                  <a:extLst>
                    <a:ext uri="{FF2B5EF4-FFF2-40B4-BE49-F238E27FC236}">
                      <a16:creationId xmlns:a16="http://schemas.microsoft.com/office/drawing/2014/main" id="{FE950115-DA7D-CA95-9D1E-7F5535889D18}"/>
                    </a:ext>
                  </a:extLst>
                </p:cNvPr>
                <p:cNvSpPr txBox="1"/>
                <p:nvPr/>
              </p:nvSpPr>
              <p:spPr>
                <a:xfrm>
                  <a:off x="1882954" y="825128"/>
                  <a:ext cx="432224" cy="41984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l-GR"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τ</a:t>
                  </a:r>
                  <a:endParaRPr kumimoji="0" lang="en-US" sz="14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cxnSp>
              <p:nvCxnSpPr>
                <p:cNvPr id="1140" name="Straight Connector 1139">
                  <a:extLst>
                    <a:ext uri="{FF2B5EF4-FFF2-40B4-BE49-F238E27FC236}">
                      <a16:creationId xmlns:a16="http://schemas.microsoft.com/office/drawing/2014/main" id="{A43EC703-6351-5407-EE2E-88C1F5C3D8EF}"/>
                    </a:ext>
                  </a:extLst>
                </p:cNvPr>
                <p:cNvCxnSpPr/>
                <p:nvPr/>
              </p:nvCxnSpPr>
              <p:spPr>
                <a:xfrm>
                  <a:off x="2743479" y="2219276"/>
                  <a:ext cx="0" cy="137160"/>
                </a:xfrm>
                <a:prstGeom prst="line">
                  <a:avLst/>
                </a:prstGeom>
                <a:noFill/>
                <a:ln w="22225" cap="flat" cmpd="sng" algn="ctr">
                  <a:solidFill>
                    <a:srgbClr val="00407A"/>
                  </a:solidFill>
                  <a:prstDash val="solid"/>
                </a:ln>
                <a:effectLst/>
              </p:spPr>
            </p:cxnSp>
          </p:grpSp>
          <p:sp>
            <p:nvSpPr>
              <p:cNvPr id="1111" name="Oval 1110">
                <a:extLst>
                  <a:ext uri="{FF2B5EF4-FFF2-40B4-BE49-F238E27FC236}">
                    <a16:creationId xmlns:a16="http://schemas.microsoft.com/office/drawing/2014/main" id="{F1C61326-4C77-FA83-1DE8-B3B35539247D}"/>
                  </a:ext>
                </a:extLst>
              </p:cNvPr>
              <p:cNvSpPr/>
              <p:nvPr/>
            </p:nvSpPr>
            <p:spPr>
              <a:xfrm>
                <a:off x="8986958" y="2312421"/>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112" name="Straight Connector 1111">
                <a:extLst>
                  <a:ext uri="{FF2B5EF4-FFF2-40B4-BE49-F238E27FC236}">
                    <a16:creationId xmlns:a16="http://schemas.microsoft.com/office/drawing/2014/main" id="{A89973AD-1C3D-5F22-BC67-17BEBDD68C00}"/>
                  </a:ext>
                </a:extLst>
              </p:cNvPr>
              <p:cNvCxnSpPr/>
              <p:nvPr/>
            </p:nvCxnSpPr>
            <p:spPr>
              <a:xfrm flipH="1">
                <a:off x="6457776" y="1329715"/>
                <a:ext cx="4193323" cy="0"/>
              </a:xfrm>
              <a:prstGeom prst="line">
                <a:avLst/>
              </a:prstGeom>
              <a:noFill/>
              <a:ln w="25400" cap="rnd" cmpd="sng" algn="ctr">
                <a:solidFill>
                  <a:srgbClr val="002060"/>
                </a:solidFill>
                <a:prstDash val="solid"/>
              </a:ln>
              <a:effectLst/>
            </p:spPr>
          </p:cxnSp>
          <p:sp>
            <p:nvSpPr>
              <p:cNvPr id="1113" name="Oval 1112">
                <a:extLst>
                  <a:ext uri="{FF2B5EF4-FFF2-40B4-BE49-F238E27FC236}">
                    <a16:creationId xmlns:a16="http://schemas.microsoft.com/office/drawing/2014/main" id="{D3C5C3E4-E8E9-BBA8-5D04-D121ABCA7783}"/>
                  </a:ext>
                </a:extLst>
              </p:cNvPr>
              <p:cNvSpPr/>
              <p:nvPr/>
            </p:nvSpPr>
            <p:spPr>
              <a:xfrm>
                <a:off x="6696534" y="1577523"/>
                <a:ext cx="64008" cy="64008"/>
              </a:xfrm>
              <a:prstGeom prst="ellipse">
                <a:avLst/>
              </a:prstGeom>
              <a:solidFill>
                <a:srgbClr val="002060"/>
              </a:solidFill>
              <a:ln w="19050"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114" name="Straight Connector 1113">
                <a:extLst>
                  <a:ext uri="{FF2B5EF4-FFF2-40B4-BE49-F238E27FC236}">
                    <a16:creationId xmlns:a16="http://schemas.microsoft.com/office/drawing/2014/main" id="{4480AF69-4A16-25DB-5459-3266516FE1FA}"/>
                  </a:ext>
                </a:extLst>
              </p:cNvPr>
              <p:cNvCxnSpPr/>
              <p:nvPr/>
            </p:nvCxnSpPr>
            <p:spPr>
              <a:xfrm>
                <a:off x="6457842" y="1329715"/>
                <a:ext cx="0" cy="274320"/>
              </a:xfrm>
              <a:prstGeom prst="line">
                <a:avLst/>
              </a:prstGeom>
              <a:noFill/>
              <a:ln w="25400" cap="rnd" cmpd="sng" algn="ctr">
                <a:solidFill>
                  <a:srgbClr val="002060"/>
                </a:solidFill>
                <a:prstDash val="solid"/>
              </a:ln>
              <a:effectLst/>
            </p:spPr>
          </p:cxnSp>
          <p:cxnSp>
            <p:nvCxnSpPr>
              <p:cNvPr id="1115" name="Straight Connector 1114">
                <a:extLst>
                  <a:ext uri="{FF2B5EF4-FFF2-40B4-BE49-F238E27FC236}">
                    <a16:creationId xmlns:a16="http://schemas.microsoft.com/office/drawing/2014/main" id="{AD60967C-15AE-222D-CADF-CC03631512EB}"/>
                  </a:ext>
                </a:extLst>
              </p:cNvPr>
              <p:cNvCxnSpPr/>
              <p:nvPr/>
            </p:nvCxnSpPr>
            <p:spPr>
              <a:xfrm flipH="1">
                <a:off x="10651165" y="1339191"/>
                <a:ext cx="0" cy="274320"/>
              </a:xfrm>
              <a:prstGeom prst="line">
                <a:avLst/>
              </a:prstGeom>
              <a:noFill/>
              <a:ln w="25400" cap="rnd" cmpd="sng" algn="ctr">
                <a:solidFill>
                  <a:srgbClr val="002060"/>
                </a:solidFill>
                <a:prstDash val="solid"/>
              </a:ln>
              <a:effectLst/>
            </p:spPr>
          </p:cxnSp>
          <p:sp>
            <p:nvSpPr>
              <p:cNvPr id="1116" name="Oval 1115">
                <a:extLst>
                  <a:ext uri="{FF2B5EF4-FFF2-40B4-BE49-F238E27FC236}">
                    <a16:creationId xmlns:a16="http://schemas.microsoft.com/office/drawing/2014/main" id="{4108DDCF-9C7B-95E7-4707-532552CA5559}"/>
                  </a:ext>
                </a:extLst>
              </p:cNvPr>
              <p:cNvSpPr/>
              <p:nvPr/>
            </p:nvSpPr>
            <p:spPr>
              <a:xfrm>
                <a:off x="8034680" y="1545519"/>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117" name="Oval 1116">
                <a:extLst>
                  <a:ext uri="{FF2B5EF4-FFF2-40B4-BE49-F238E27FC236}">
                    <a16:creationId xmlns:a16="http://schemas.microsoft.com/office/drawing/2014/main" id="{D22053F4-A979-92D5-6951-703433FE7B33}"/>
                  </a:ext>
                </a:extLst>
              </p:cNvPr>
              <p:cNvSpPr/>
              <p:nvPr/>
            </p:nvSpPr>
            <p:spPr>
              <a:xfrm>
                <a:off x="9383934" y="1525831"/>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118" name="Oval 1117">
                <a:extLst>
                  <a:ext uri="{FF2B5EF4-FFF2-40B4-BE49-F238E27FC236}">
                    <a16:creationId xmlns:a16="http://schemas.microsoft.com/office/drawing/2014/main" id="{71C703A6-2F4F-7425-FC35-FB6CC2481487}"/>
                  </a:ext>
                </a:extLst>
              </p:cNvPr>
              <p:cNvSpPr/>
              <p:nvPr/>
            </p:nvSpPr>
            <p:spPr>
              <a:xfrm>
                <a:off x="6425772" y="1584459"/>
                <a:ext cx="64008" cy="64008"/>
              </a:xfrm>
              <a:prstGeom prst="ellips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119" name="Straight Connector 1118">
                <a:extLst>
                  <a:ext uri="{FF2B5EF4-FFF2-40B4-BE49-F238E27FC236}">
                    <a16:creationId xmlns:a16="http://schemas.microsoft.com/office/drawing/2014/main" id="{E9B79D01-6614-64CA-7767-59D8B235005B}"/>
                  </a:ext>
                </a:extLst>
              </p:cNvPr>
              <p:cNvCxnSpPr>
                <a:cxnSpLocks/>
              </p:cNvCxnSpPr>
              <p:nvPr/>
            </p:nvCxnSpPr>
            <p:spPr>
              <a:xfrm flipH="1">
                <a:off x="7486964" y="2341953"/>
                <a:ext cx="3020356" cy="0"/>
              </a:xfrm>
              <a:prstGeom prst="line">
                <a:avLst/>
              </a:prstGeom>
              <a:noFill/>
              <a:ln w="38100" cap="sq" cmpd="sng" algn="ctr">
                <a:solidFill>
                  <a:srgbClr val="00407A"/>
                </a:solidFill>
                <a:prstDash val="solid"/>
              </a:ln>
              <a:effectLst/>
            </p:spPr>
          </p:cxnSp>
        </p:grpSp>
        <p:grpSp>
          <p:nvGrpSpPr>
            <p:cNvPr id="1098" name="Group 1097">
              <a:extLst>
                <a:ext uri="{FF2B5EF4-FFF2-40B4-BE49-F238E27FC236}">
                  <a16:creationId xmlns:a16="http://schemas.microsoft.com/office/drawing/2014/main" id="{CB68667E-5926-891A-D9D9-F994843F1B74}"/>
                </a:ext>
              </a:extLst>
            </p:cNvPr>
            <p:cNvGrpSpPr/>
            <p:nvPr/>
          </p:nvGrpSpPr>
          <p:grpSpPr>
            <a:xfrm>
              <a:off x="7134727" y="5740036"/>
              <a:ext cx="415949" cy="215444"/>
              <a:chOff x="7407251" y="1603717"/>
              <a:chExt cx="415949" cy="215444"/>
            </a:xfrm>
          </p:grpSpPr>
          <p:sp>
            <p:nvSpPr>
              <p:cNvPr id="1102" name="Oval 1101">
                <a:extLst>
                  <a:ext uri="{FF2B5EF4-FFF2-40B4-BE49-F238E27FC236}">
                    <a16:creationId xmlns:a16="http://schemas.microsoft.com/office/drawing/2014/main" id="{137523E0-4E88-F105-97CE-243042F0D005}"/>
                  </a:ext>
                </a:extLst>
              </p:cNvPr>
              <p:cNvSpPr/>
              <p:nvPr/>
            </p:nvSpPr>
            <p:spPr>
              <a:xfrm>
                <a:off x="7439649" y="1671871"/>
                <a:ext cx="155275" cy="143697"/>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103" name="Rectangle 272">
                <a:extLst>
                  <a:ext uri="{FF2B5EF4-FFF2-40B4-BE49-F238E27FC236}">
                    <a16:creationId xmlns:a16="http://schemas.microsoft.com/office/drawing/2014/main" id="{97E3FE37-5E36-6C4E-5DC0-DC9267BFEBF6}"/>
                  </a:ext>
                </a:extLst>
              </p:cNvPr>
              <p:cNvSpPr>
                <a:spLocks noChangeArrowheads="1"/>
              </p:cNvSpPr>
              <p:nvPr/>
            </p:nvSpPr>
            <p:spPr bwMode="auto">
              <a:xfrm>
                <a:off x="7407251" y="1603717"/>
                <a:ext cx="41594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e</a:t>
                </a:r>
              </a:p>
            </p:txBody>
          </p:sp>
        </p:grpSp>
        <p:sp>
          <p:nvSpPr>
            <p:cNvPr id="1099" name="Rectangle 272">
              <a:extLst>
                <a:ext uri="{FF2B5EF4-FFF2-40B4-BE49-F238E27FC236}">
                  <a16:creationId xmlns:a16="http://schemas.microsoft.com/office/drawing/2014/main" id="{C8D29736-EACC-0675-E63E-3B8546A8A40E}"/>
                </a:ext>
              </a:extLst>
            </p:cNvPr>
            <p:cNvSpPr>
              <a:spLocks noChangeArrowheads="1"/>
            </p:cNvSpPr>
            <p:nvPr/>
          </p:nvSpPr>
          <p:spPr bwMode="auto">
            <a:xfrm>
              <a:off x="5039279" y="5186209"/>
              <a:ext cx="4174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1</a:t>
              </a:r>
            </a:p>
          </p:txBody>
        </p:sp>
        <p:sp>
          <p:nvSpPr>
            <p:cNvPr id="1100" name="Rectangle 272">
              <a:extLst>
                <a:ext uri="{FF2B5EF4-FFF2-40B4-BE49-F238E27FC236}">
                  <a16:creationId xmlns:a16="http://schemas.microsoft.com/office/drawing/2014/main" id="{27313A72-859B-1A06-5340-CB84F98888CE}"/>
                </a:ext>
              </a:extLst>
            </p:cNvPr>
            <p:cNvSpPr>
              <a:spLocks noChangeArrowheads="1"/>
            </p:cNvSpPr>
            <p:nvPr/>
          </p:nvSpPr>
          <p:spPr bwMode="auto">
            <a:xfrm>
              <a:off x="6336855" y="5080736"/>
              <a:ext cx="4174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2</a:t>
              </a:r>
            </a:p>
          </p:txBody>
        </p:sp>
        <p:sp>
          <p:nvSpPr>
            <p:cNvPr id="1101" name="Rectangle 272">
              <a:extLst>
                <a:ext uri="{FF2B5EF4-FFF2-40B4-BE49-F238E27FC236}">
                  <a16:creationId xmlns:a16="http://schemas.microsoft.com/office/drawing/2014/main" id="{9F74010A-A0FC-04D1-4F13-C0FB78C9A573}"/>
                </a:ext>
              </a:extLst>
            </p:cNvPr>
            <p:cNvSpPr>
              <a:spLocks noChangeArrowheads="1"/>
            </p:cNvSpPr>
            <p:nvPr/>
          </p:nvSpPr>
          <p:spPr bwMode="auto">
            <a:xfrm>
              <a:off x="7043861" y="5214615"/>
              <a:ext cx="41743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00407A"/>
                  </a:solidFill>
                  <a:effectLst/>
                  <a:uLnTx/>
                  <a:uFillTx/>
                  <a:latin typeface="Calibri" panose="020F0502020204030204" pitchFamily="34" charset="0"/>
                  <a:cs typeface="Calibri" panose="020F0502020204030204" pitchFamily="34" charset="0"/>
                </a:rPr>
                <a:t>O</a:t>
              </a:r>
              <a:r>
                <a:rPr kumimoji="0" lang="en-US" sz="1200" b="1" i="0" u="none" strike="noStrike" kern="0" cap="none" spc="0" normalizeH="0" baseline="-25000" noProof="0">
                  <a:ln>
                    <a:noFill/>
                  </a:ln>
                  <a:solidFill>
                    <a:srgbClr val="00407A"/>
                  </a:solidFill>
                  <a:effectLst/>
                  <a:uLnTx/>
                  <a:uFillTx/>
                  <a:latin typeface="Calibri" panose="020F0502020204030204" pitchFamily="34" charset="0"/>
                  <a:cs typeface="Calibri" panose="020F0502020204030204" pitchFamily="34" charset="0"/>
                </a:rPr>
                <a:t>3</a:t>
              </a:r>
            </a:p>
          </p:txBody>
        </p:sp>
      </p:grpSp>
      <p:sp>
        <p:nvSpPr>
          <p:cNvPr id="1186" name="Arrow: U-Turn 12">
            <a:extLst>
              <a:ext uri="{FF2B5EF4-FFF2-40B4-BE49-F238E27FC236}">
                <a16:creationId xmlns:a16="http://schemas.microsoft.com/office/drawing/2014/main" id="{2DBA8861-7F2D-FCCD-51DB-55BB952CE65A}"/>
              </a:ext>
            </a:extLst>
          </p:cNvPr>
          <p:cNvSpPr/>
          <p:nvPr/>
        </p:nvSpPr>
        <p:spPr>
          <a:xfrm flipH="1">
            <a:off x="1584102" y="899542"/>
            <a:ext cx="600091" cy="281530"/>
          </a:xfrm>
          <a:prstGeom prst="uturnArrow">
            <a:avLst/>
          </a:prstGeom>
          <a:solidFill>
            <a:srgbClr val="FFFFFF"/>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nvGrpSpPr>
          <p:cNvPr id="1187" name="Group 1186">
            <a:extLst>
              <a:ext uri="{FF2B5EF4-FFF2-40B4-BE49-F238E27FC236}">
                <a16:creationId xmlns:a16="http://schemas.microsoft.com/office/drawing/2014/main" id="{2156C880-190B-3FD5-DA09-F77D30678698}"/>
              </a:ext>
            </a:extLst>
          </p:cNvPr>
          <p:cNvGrpSpPr/>
          <p:nvPr/>
        </p:nvGrpSpPr>
        <p:grpSpPr>
          <a:xfrm>
            <a:off x="1702602" y="3658547"/>
            <a:ext cx="1746967" cy="1124680"/>
            <a:chOff x="3110949" y="2945992"/>
            <a:chExt cx="2604436" cy="1321208"/>
          </a:xfrm>
        </p:grpSpPr>
        <p:sp>
          <p:nvSpPr>
            <p:cNvPr id="1188" name="Rectangle 1187">
              <a:extLst>
                <a:ext uri="{FF2B5EF4-FFF2-40B4-BE49-F238E27FC236}">
                  <a16:creationId xmlns:a16="http://schemas.microsoft.com/office/drawing/2014/main" id="{75570C92-D93C-7C7B-ECE3-CD591C53AA16}"/>
                </a:ext>
              </a:extLst>
            </p:cNvPr>
            <p:cNvSpPr/>
            <p:nvPr/>
          </p:nvSpPr>
          <p:spPr>
            <a:xfrm>
              <a:off x="3110949" y="2977056"/>
              <a:ext cx="2597426" cy="1290144"/>
            </a:xfrm>
            <a:prstGeom prst="rect">
              <a:avLst/>
            </a:prstGeom>
            <a:solidFill>
              <a:srgbClr val="4472C4">
                <a:lumMod val="20000"/>
                <a:lumOff val="80000"/>
              </a:srgbClr>
            </a:solidFill>
            <a:ln w="25400" cap="flat" cmpd="sng" algn="ctr">
              <a:solidFill>
                <a:srgbClr val="00B050"/>
              </a:solidFill>
              <a:prstDash val="sysDot"/>
              <a:miter lim="800000"/>
            </a:ln>
            <a:effectLst/>
          </p:spPr>
          <p:txBody>
            <a:bodyPr rtlCol="0" anchor="ctr"/>
            <a:lstStyle/>
            <a:p>
              <a:pPr algn="ctr">
                <a:defRPr/>
              </a:pPr>
              <a:endParaRPr lang="en-IN" kern="0">
                <a:solidFill>
                  <a:prstClr val="white"/>
                </a:solidFill>
                <a:latin typeface="Calibri"/>
              </a:endParaRPr>
            </a:p>
          </p:txBody>
        </p:sp>
        <p:grpSp>
          <p:nvGrpSpPr>
            <p:cNvPr id="1189" name="Group 1188">
              <a:extLst>
                <a:ext uri="{FF2B5EF4-FFF2-40B4-BE49-F238E27FC236}">
                  <a16:creationId xmlns:a16="http://schemas.microsoft.com/office/drawing/2014/main" id="{64DADABA-51B8-02FF-17F1-39F49FFD52A2}"/>
                </a:ext>
              </a:extLst>
            </p:cNvPr>
            <p:cNvGrpSpPr/>
            <p:nvPr/>
          </p:nvGrpSpPr>
          <p:grpSpPr>
            <a:xfrm>
              <a:off x="3234370" y="3250096"/>
              <a:ext cx="2420995" cy="884581"/>
              <a:chOff x="3234370" y="3178041"/>
              <a:chExt cx="1977389" cy="686312"/>
            </a:xfrm>
          </p:grpSpPr>
          <p:sp>
            <p:nvSpPr>
              <p:cNvPr id="1195" name="Freeform 11">
                <a:extLst>
                  <a:ext uri="{FF2B5EF4-FFF2-40B4-BE49-F238E27FC236}">
                    <a16:creationId xmlns:a16="http://schemas.microsoft.com/office/drawing/2014/main" id="{0F45C434-7B08-5733-CB56-DAB3E382DB4B}"/>
                  </a:ext>
                </a:extLst>
              </p:cNvPr>
              <p:cNvSpPr/>
              <p:nvPr/>
            </p:nvSpPr>
            <p:spPr>
              <a:xfrm>
                <a:off x="3234370" y="3178042"/>
                <a:ext cx="955076" cy="686311"/>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57000"/>
                  <a:gd name="connsiteY0" fmla="*/ 1149843 h 1149843"/>
                  <a:gd name="connsiteX1" fmla="*/ 144493 w 1057000"/>
                  <a:gd name="connsiteY1" fmla="*/ 489790 h 1149843"/>
                  <a:gd name="connsiteX2" fmla="*/ 247569 w 1057000"/>
                  <a:gd name="connsiteY2" fmla="*/ 155964 h 1149843"/>
                  <a:gd name="connsiteX3" fmla="*/ 347582 w 1057000"/>
                  <a:gd name="connsiteY3" fmla="*/ 81919 h 1149843"/>
                  <a:gd name="connsiteX4" fmla="*/ 434202 w 1057000"/>
                  <a:gd name="connsiteY4" fmla="*/ 105674 h 1149843"/>
                  <a:gd name="connsiteX5" fmla="*/ 480890 w 1057000"/>
                  <a:gd name="connsiteY5" fmla="*/ 191282 h 1149843"/>
                  <a:gd name="connsiteX6" fmla="*/ 531737 w 1057000"/>
                  <a:gd name="connsiteY6" fmla="*/ 362994 h 1149843"/>
                  <a:gd name="connsiteX7" fmla="*/ 706863 w 1057000"/>
                  <a:gd name="connsiteY7" fmla="*/ 986472 h 1149843"/>
                  <a:gd name="connsiteX8" fmla="*/ 790090 w 1057000"/>
                  <a:gd name="connsiteY8" fmla="*/ 1129533 h 1149843"/>
                  <a:gd name="connsiteX9" fmla="*/ 879717 w 1057000"/>
                  <a:gd name="connsiteY9" fmla="*/ 964464 h 1149843"/>
                  <a:gd name="connsiteX10" fmla="*/ 1047232 w 1057000"/>
                  <a:gd name="connsiteY10" fmla="*/ 71810 h 1149843"/>
                  <a:gd name="connsiteX11" fmla="*/ 1036754 w 1057000"/>
                  <a:gd name="connsiteY11" fmla="*/ 52921 h 1149843"/>
                  <a:gd name="connsiteX0" fmla="*/ 0 w 1259433"/>
                  <a:gd name="connsiteY0" fmla="*/ 1142099 h 1142099"/>
                  <a:gd name="connsiteX1" fmla="*/ 144493 w 1259433"/>
                  <a:gd name="connsiteY1" fmla="*/ 482046 h 1142099"/>
                  <a:gd name="connsiteX2" fmla="*/ 247569 w 1259433"/>
                  <a:gd name="connsiteY2" fmla="*/ 148220 h 1142099"/>
                  <a:gd name="connsiteX3" fmla="*/ 347582 w 1259433"/>
                  <a:gd name="connsiteY3" fmla="*/ 74175 h 1142099"/>
                  <a:gd name="connsiteX4" fmla="*/ 434202 w 1259433"/>
                  <a:gd name="connsiteY4" fmla="*/ 97930 h 1142099"/>
                  <a:gd name="connsiteX5" fmla="*/ 480890 w 1259433"/>
                  <a:gd name="connsiteY5" fmla="*/ 183538 h 1142099"/>
                  <a:gd name="connsiteX6" fmla="*/ 531737 w 1259433"/>
                  <a:gd name="connsiteY6" fmla="*/ 355250 h 1142099"/>
                  <a:gd name="connsiteX7" fmla="*/ 706863 w 1259433"/>
                  <a:gd name="connsiteY7" fmla="*/ 978728 h 1142099"/>
                  <a:gd name="connsiteX8" fmla="*/ 790090 w 1259433"/>
                  <a:gd name="connsiteY8" fmla="*/ 1121789 h 1142099"/>
                  <a:gd name="connsiteX9" fmla="*/ 879717 w 1259433"/>
                  <a:gd name="connsiteY9" fmla="*/ 956720 h 1142099"/>
                  <a:gd name="connsiteX10" fmla="*/ 1047232 w 1259433"/>
                  <a:gd name="connsiteY10" fmla="*/ 64066 h 1142099"/>
                  <a:gd name="connsiteX11" fmla="*/ 1259415 w 1259433"/>
                  <a:gd name="connsiteY11" fmla="*/ 74690 h 1142099"/>
                  <a:gd name="connsiteX0" fmla="*/ 0 w 1259433"/>
                  <a:gd name="connsiteY0" fmla="*/ 1100639 h 1100639"/>
                  <a:gd name="connsiteX1" fmla="*/ 144493 w 1259433"/>
                  <a:gd name="connsiteY1" fmla="*/ 440586 h 1100639"/>
                  <a:gd name="connsiteX2" fmla="*/ 247569 w 1259433"/>
                  <a:gd name="connsiteY2" fmla="*/ 106760 h 1100639"/>
                  <a:gd name="connsiteX3" fmla="*/ 347582 w 1259433"/>
                  <a:gd name="connsiteY3" fmla="*/ 32715 h 1100639"/>
                  <a:gd name="connsiteX4" fmla="*/ 434202 w 1259433"/>
                  <a:gd name="connsiteY4" fmla="*/ 56470 h 1100639"/>
                  <a:gd name="connsiteX5" fmla="*/ 480890 w 1259433"/>
                  <a:gd name="connsiteY5" fmla="*/ 142078 h 1100639"/>
                  <a:gd name="connsiteX6" fmla="*/ 531737 w 1259433"/>
                  <a:gd name="connsiteY6" fmla="*/ 313790 h 1100639"/>
                  <a:gd name="connsiteX7" fmla="*/ 706863 w 1259433"/>
                  <a:gd name="connsiteY7" fmla="*/ 937268 h 1100639"/>
                  <a:gd name="connsiteX8" fmla="*/ 790090 w 1259433"/>
                  <a:gd name="connsiteY8" fmla="*/ 1080329 h 1100639"/>
                  <a:gd name="connsiteX9" fmla="*/ 879717 w 1259433"/>
                  <a:gd name="connsiteY9" fmla="*/ 915260 h 1100639"/>
                  <a:gd name="connsiteX10" fmla="*/ 1044612 w 1259433"/>
                  <a:gd name="connsiteY10" fmla="*/ 81634 h 1100639"/>
                  <a:gd name="connsiteX11" fmla="*/ 1259415 w 1259433"/>
                  <a:gd name="connsiteY11" fmla="*/ 33230 h 1100639"/>
                  <a:gd name="connsiteX0" fmla="*/ 0 w 1269911"/>
                  <a:gd name="connsiteY0" fmla="*/ 1089122 h 1089122"/>
                  <a:gd name="connsiteX1" fmla="*/ 144493 w 1269911"/>
                  <a:gd name="connsiteY1" fmla="*/ 429069 h 1089122"/>
                  <a:gd name="connsiteX2" fmla="*/ 247569 w 1269911"/>
                  <a:gd name="connsiteY2" fmla="*/ 95243 h 1089122"/>
                  <a:gd name="connsiteX3" fmla="*/ 347582 w 1269911"/>
                  <a:gd name="connsiteY3" fmla="*/ 21198 h 1089122"/>
                  <a:gd name="connsiteX4" fmla="*/ 434202 w 1269911"/>
                  <a:gd name="connsiteY4" fmla="*/ 44953 h 1089122"/>
                  <a:gd name="connsiteX5" fmla="*/ 480890 w 1269911"/>
                  <a:gd name="connsiteY5" fmla="*/ 130561 h 1089122"/>
                  <a:gd name="connsiteX6" fmla="*/ 531737 w 1269911"/>
                  <a:gd name="connsiteY6" fmla="*/ 302273 h 1089122"/>
                  <a:gd name="connsiteX7" fmla="*/ 706863 w 1269911"/>
                  <a:gd name="connsiteY7" fmla="*/ 925751 h 1089122"/>
                  <a:gd name="connsiteX8" fmla="*/ 790090 w 1269911"/>
                  <a:gd name="connsiteY8" fmla="*/ 1068812 h 1089122"/>
                  <a:gd name="connsiteX9" fmla="*/ 879717 w 1269911"/>
                  <a:gd name="connsiteY9" fmla="*/ 903743 h 1089122"/>
                  <a:gd name="connsiteX10" fmla="*/ 1044612 w 1269911"/>
                  <a:gd name="connsiteY10" fmla="*/ 70117 h 1089122"/>
                  <a:gd name="connsiteX11" fmla="*/ 1269894 w 1269911"/>
                  <a:gd name="connsiteY11" fmla="*/ 57130 h 1089122"/>
                  <a:gd name="connsiteX0" fmla="*/ 0 w 1269911"/>
                  <a:gd name="connsiteY0" fmla="*/ 1102925 h 1102925"/>
                  <a:gd name="connsiteX1" fmla="*/ 144493 w 1269911"/>
                  <a:gd name="connsiteY1" fmla="*/ 442872 h 1102925"/>
                  <a:gd name="connsiteX2" fmla="*/ 247569 w 1269911"/>
                  <a:gd name="connsiteY2" fmla="*/ 109046 h 1102925"/>
                  <a:gd name="connsiteX3" fmla="*/ 347582 w 1269911"/>
                  <a:gd name="connsiteY3" fmla="*/ 35001 h 1102925"/>
                  <a:gd name="connsiteX4" fmla="*/ 434202 w 1269911"/>
                  <a:gd name="connsiteY4" fmla="*/ 58756 h 1102925"/>
                  <a:gd name="connsiteX5" fmla="*/ 480890 w 1269911"/>
                  <a:gd name="connsiteY5" fmla="*/ 144364 h 1102925"/>
                  <a:gd name="connsiteX6" fmla="*/ 531737 w 1269911"/>
                  <a:gd name="connsiteY6" fmla="*/ 316076 h 1102925"/>
                  <a:gd name="connsiteX7" fmla="*/ 706863 w 1269911"/>
                  <a:gd name="connsiteY7" fmla="*/ 939554 h 1102925"/>
                  <a:gd name="connsiteX8" fmla="*/ 790090 w 1269911"/>
                  <a:gd name="connsiteY8" fmla="*/ 1082615 h 1102925"/>
                  <a:gd name="connsiteX9" fmla="*/ 879717 w 1269911"/>
                  <a:gd name="connsiteY9" fmla="*/ 917546 h 1102925"/>
                  <a:gd name="connsiteX10" fmla="*/ 1044612 w 1269911"/>
                  <a:gd name="connsiteY10" fmla="*/ 83920 h 1102925"/>
                  <a:gd name="connsiteX11" fmla="*/ 1269894 w 1269911"/>
                  <a:gd name="connsiteY11" fmla="*/ 29611 h 1102925"/>
                  <a:gd name="connsiteX0" fmla="*/ 0 w 1269911"/>
                  <a:gd name="connsiteY0" fmla="*/ 1074539 h 1074539"/>
                  <a:gd name="connsiteX1" fmla="*/ 144493 w 1269911"/>
                  <a:gd name="connsiteY1" fmla="*/ 414486 h 1074539"/>
                  <a:gd name="connsiteX2" fmla="*/ 247569 w 1269911"/>
                  <a:gd name="connsiteY2" fmla="*/ 80660 h 1074539"/>
                  <a:gd name="connsiteX3" fmla="*/ 347582 w 1269911"/>
                  <a:gd name="connsiteY3" fmla="*/ 6615 h 1074539"/>
                  <a:gd name="connsiteX4" fmla="*/ 434202 w 1269911"/>
                  <a:gd name="connsiteY4" fmla="*/ 30370 h 1074539"/>
                  <a:gd name="connsiteX5" fmla="*/ 480890 w 1269911"/>
                  <a:gd name="connsiteY5" fmla="*/ 115978 h 1074539"/>
                  <a:gd name="connsiteX6" fmla="*/ 531737 w 1269911"/>
                  <a:gd name="connsiteY6" fmla="*/ 287690 h 1074539"/>
                  <a:gd name="connsiteX7" fmla="*/ 706863 w 1269911"/>
                  <a:gd name="connsiteY7" fmla="*/ 911168 h 1074539"/>
                  <a:gd name="connsiteX8" fmla="*/ 790090 w 1269911"/>
                  <a:gd name="connsiteY8" fmla="*/ 1054229 h 1074539"/>
                  <a:gd name="connsiteX9" fmla="*/ 879717 w 1269911"/>
                  <a:gd name="connsiteY9" fmla="*/ 889160 h 1074539"/>
                  <a:gd name="connsiteX10" fmla="*/ 1044612 w 1269911"/>
                  <a:gd name="connsiteY10" fmla="*/ 120467 h 1074539"/>
                  <a:gd name="connsiteX11" fmla="*/ 1269894 w 1269911"/>
                  <a:gd name="connsiteY11" fmla="*/ 1225 h 1074539"/>
                  <a:gd name="connsiteX0" fmla="*/ 0 w 1269911"/>
                  <a:gd name="connsiteY0" fmla="*/ 1073314 h 1073314"/>
                  <a:gd name="connsiteX1" fmla="*/ 144493 w 1269911"/>
                  <a:gd name="connsiteY1" fmla="*/ 413261 h 1073314"/>
                  <a:gd name="connsiteX2" fmla="*/ 247569 w 1269911"/>
                  <a:gd name="connsiteY2" fmla="*/ 79435 h 1073314"/>
                  <a:gd name="connsiteX3" fmla="*/ 347582 w 1269911"/>
                  <a:gd name="connsiteY3" fmla="*/ 5390 h 1073314"/>
                  <a:gd name="connsiteX4" fmla="*/ 434202 w 1269911"/>
                  <a:gd name="connsiteY4" fmla="*/ 29145 h 1073314"/>
                  <a:gd name="connsiteX5" fmla="*/ 480890 w 1269911"/>
                  <a:gd name="connsiteY5" fmla="*/ 114753 h 1073314"/>
                  <a:gd name="connsiteX6" fmla="*/ 531737 w 1269911"/>
                  <a:gd name="connsiteY6" fmla="*/ 286465 h 1073314"/>
                  <a:gd name="connsiteX7" fmla="*/ 706863 w 1269911"/>
                  <a:gd name="connsiteY7" fmla="*/ 909943 h 1073314"/>
                  <a:gd name="connsiteX8" fmla="*/ 790090 w 1269911"/>
                  <a:gd name="connsiteY8" fmla="*/ 1053004 h 1073314"/>
                  <a:gd name="connsiteX9" fmla="*/ 879717 w 1269911"/>
                  <a:gd name="connsiteY9" fmla="*/ 887935 h 1073314"/>
                  <a:gd name="connsiteX10" fmla="*/ 1047231 w 1269911"/>
                  <a:gd name="connsiteY10" fmla="*/ 160563 h 1073314"/>
                  <a:gd name="connsiteX11" fmla="*/ 1269894 w 1269911"/>
                  <a:gd name="connsiteY11" fmla="*/ 0 h 1073314"/>
                  <a:gd name="connsiteX0" fmla="*/ 0 w 1269912"/>
                  <a:gd name="connsiteY0" fmla="*/ 1077650 h 1077650"/>
                  <a:gd name="connsiteX1" fmla="*/ 144493 w 1269912"/>
                  <a:gd name="connsiteY1" fmla="*/ 417597 h 1077650"/>
                  <a:gd name="connsiteX2" fmla="*/ 247569 w 1269912"/>
                  <a:gd name="connsiteY2" fmla="*/ 83771 h 1077650"/>
                  <a:gd name="connsiteX3" fmla="*/ 347582 w 1269912"/>
                  <a:gd name="connsiteY3" fmla="*/ 9726 h 1077650"/>
                  <a:gd name="connsiteX4" fmla="*/ 434202 w 1269912"/>
                  <a:gd name="connsiteY4" fmla="*/ 33481 h 1077650"/>
                  <a:gd name="connsiteX5" fmla="*/ 480890 w 1269912"/>
                  <a:gd name="connsiteY5" fmla="*/ 119089 h 1077650"/>
                  <a:gd name="connsiteX6" fmla="*/ 531737 w 1269912"/>
                  <a:gd name="connsiteY6" fmla="*/ 290801 h 1077650"/>
                  <a:gd name="connsiteX7" fmla="*/ 706863 w 1269912"/>
                  <a:gd name="connsiteY7" fmla="*/ 914279 h 1077650"/>
                  <a:gd name="connsiteX8" fmla="*/ 790090 w 1269912"/>
                  <a:gd name="connsiteY8" fmla="*/ 1057340 h 1077650"/>
                  <a:gd name="connsiteX9" fmla="*/ 879717 w 1269912"/>
                  <a:gd name="connsiteY9" fmla="*/ 892271 h 1077650"/>
                  <a:gd name="connsiteX10" fmla="*/ 1049852 w 1269912"/>
                  <a:gd name="connsiteY10" fmla="*/ 111773 h 1077650"/>
                  <a:gd name="connsiteX11" fmla="*/ 1269894 w 1269912"/>
                  <a:gd name="connsiteY11" fmla="*/ 4336 h 1077650"/>
                  <a:gd name="connsiteX0" fmla="*/ 0 w 1269894"/>
                  <a:gd name="connsiteY0" fmla="*/ 1091108 h 1091108"/>
                  <a:gd name="connsiteX1" fmla="*/ 144493 w 1269894"/>
                  <a:gd name="connsiteY1" fmla="*/ 431055 h 1091108"/>
                  <a:gd name="connsiteX2" fmla="*/ 247569 w 1269894"/>
                  <a:gd name="connsiteY2" fmla="*/ 97229 h 1091108"/>
                  <a:gd name="connsiteX3" fmla="*/ 347582 w 1269894"/>
                  <a:gd name="connsiteY3" fmla="*/ 23184 h 1091108"/>
                  <a:gd name="connsiteX4" fmla="*/ 434202 w 1269894"/>
                  <a:gd name="connsiteY4" fmla="*/ 46939 h 1091108"/>
                  <a:gd name="connsiteX5" fmla="*/ 480890 w 1269894"/>
                  <a:gd name="connsiteY5" fmla="*/ 132547 h 1091108"/>
                  <a:gd name="connsiteX6" fmla="*/ 531737 w 1269894"/>
                  <a:gd name="connsiteY6" fmla="*/ 304259 h 1091108"/>
                  <a:gd name="connsiteX7" fmla="*/ 706863 w 1269894"/>
                  <a:gd name="connsiteY7" fmla="*/ 927737 h 1091108"/>
                  <a:gd name="connsiteX8" fmla="*/ 790090 w 1269894"/>
                  <a:gd name="connsiteY8" fmla="*/ 1070798 h 1091108"/>
                  <a:gd name="connsiteX9" fmla="*/ 879717 w 1269894"/>
                  <a:gd name="connsiteY9" fmla="*/ 905729 h 1091108"/>
                  <a:gd name="connsiteX10" fmla="*/ 1049852 w 1269894"/>
                  <a:gd name="connsiteY10" fmla="*/ 125231 h 1091108"/>
                  <a:gd name="connsiteX11" fmla="*/ 1175589 w 1269894"/>
                  <a:gd name="connsiteY11" fmla="*/ 5991 h 1091108"/>
                  <a:gd name="connsiteX12" fmla="*/ 1269894 w 1269894"/>
                  <a:gd name="connsiteY12" fmla="*/ 17794 h 1091108"/>
                  <a:gd name="connsiteX0" fmla="*/ 0 w 1298709"/>
                  <a:gd name="connsiteY0" fmla="*/ 1092122 h 1092122"/>
                  <a:gd name="connsiteX1" fmla="*/ 144493 w 1298709"/>
                  <a:gd name="connsiteY1" fmla="*/ 432069 h 1092122"/>
                  <a:gd name="connsiteX2" fmla="*/ 247569 w 1298709"/>
                  <a:gd name="connsiteY2" fmla="*/ 98243 h 1092122"/>
                  <a:gd name="connsiteX3" fmla="*/ 347582 w 1298709"/>
                  <a:gd name="connsiteY3" fmla="*/ 24198 h 1092122"/>
                  <a:gd name="connsiteX4" fmla="*/ 434202 w 1298709"/>
                  <a:gd name="connsiteY4" fmla="*/ 47953 h 1092122"/>
                  <a:gd name="connsiteX5" fmla="*/ 480890 w 1298709"/>
                  <a:gd name="connsiteY5" fmla="*/ 133561 h 1092122"/>
                  <a:gd name="connsiteX6" fmla="*/ 531737 w 1298709"/>
                  <a:gd name="connsiteY6" fmla="*/ 305273 h 1092122"/>
                  <a:gd name="connsiteX7" fmla="*/ 706863 w 1298709"/>
                  <a:gd name="connsiteY7" fmla="*/ 928751 h 1092122"/>
                  <a:gd name="connsiteX8" fmla="*/ 790090 w 1298709"/>
                  <a:gd name="connsiteY8" fmla="*/ 1071812 h 1092122"/>
                  <a:gd name="connsiteX9" fmla="*/ 879717 w 1298709"/>
                  <a:gd name="connsiteY9" fmla="*/ 906743 h 1092122"/>
                  <a:gd name="connsiteX10" fmla="*/ 1049852 w 1298709"/>
                  <a:gd name="connsiteY10" fmla="*/ 126245 h 1092122"/>
                  <a:gd name="connsiteX11" fmla="*/ 1175589 w 1298709"/>
                  <a:gd name="connsiteY11" fmla="*/ 7005 h 1092122"/>
                  <a:gd name="connsiteX12" fmla="*/ 1298709 w 1298709"/>
                  <a:gd name="connsiteY12" fmla="*/ 12905 h 1092122"/>
                  <a:gd name="connsiteX0" fmla="*/ 0 w 1298709"/>
                  <a:gd name="connsiteY0" fmla="*/ 1094172 h 1094172"/>
                  <a:gd name="connsiteX1" fmla="*/ 144493 w 1298709"/>
                  <a:gd name="connsiteY1" fmla="*/ 434119 h 1094172"/>
                  <a:gd name="connsiteX2" fmla="*/ 247569 w 1298709"/>
                  <a:gd name="connsiteY2" fmla="*/ 100293 h 1094172"/>
                  <a:gd name="connsiteX3" fmla="*/ 347582 w 1298709"/>
                  <a:gd name="connsiteY3" fmla="*/ 26248 h 1094172"/>
                  <a:gd name="connsiteX4" fmla="*/ 434202 w 1298709"/>
                  <a:gd name="connsiteY4" fmla="*/ 50003 h 1094172"/>
                  <a:gd name="connsiteX5" fmla="*/ 480890 w 1298709"/>
                  <a:gd name="connsiteY5" fmla="*/ 135611 h 1094172"/>
                  <a:gd name="connsiteX6" fmla="*/ 531737 w 1298709"/>
                  <a:gd name="connsiteY6" fmla="*/ 307323 h 1094172"/>
                  <a:gd name="connsiteX7" fmla="*/ 706863 w 1298709"/>
                  <a:gd name="connsiteY7" fmla="*/ 930801 h 1094172"/>
                  <a:gd name="connsiteX8" fmla="*/ 790090 w 1298709"/>
                  <a:gd name="connsiteY8" fmla="*/ 1073862 h 1094172"/>
                  <a:gd name="connsiteX9" fmla="*/ 879717 w 1298709"/>
                  <a:gd name="connsiteY9" fmla="*/ 908793 h 1094172"/>
                  <a:gd name="connsiteX10" fmla="*/ 1049852 w 1298709"/>
                  <a:gd name="connsiteY10" fmla="*/ 128295 h 1094172"/>
                  <a:gd name="connsiteX11" fmla="*/ 1175589 w 1298709"/>
                  <a:gd name="connsiteY11" fmla="*/ 9055 h 1094172"/>
                  <a:gd name="connsiteX12" fmla="*/ 1262034 w 1298709"/>
                  <a:gd name="connsiteY12" fmla="*/ 9058 h 1094172"/>
                  <a:gd name="connsiteX13" fmla="*/ 1298709 w 1298709"/>
                  <a:gd name="connsiteY13" fmla="*/ 14955 h 1094172"/>
                  <a:gd name="connsiteX0" fmla="*/ 0 w 1523990"/>
                  <a:gd name="connsiteY0" fmla="*/ 1094172 h 1094172"/>
                  <a:gd name="connsiteX1" fmla="*/ 144493 w 1523990"/>
                  <a:gd name="connsiteY1" fmla="*/ 434119 h 1094172"/>
                  <a:gd name="connsiteX2" fmla="*/ 247569 w 1523990"/>
                  <a:gd name="connsiteY2" fmla="*/ 100293 h 1094172"/>
                  <a:gd name="connsiteX3" fmla="*/ 347582 w 1523990"/>
                  <a:gd name="connsiteY3" fmla="*/ 26248 h 1094172"/>
                  <a:gd name="connsiteX4" fmla="*/ 434202 w 1523990"/>
                  <a:gd name="connsiteY4" fmla="*/ 50003 h 1094172"/>
                  <a:gd name="connsiteX5" fmla="*/ 480890 w 1523990"/>
                  <a:gd name="connsiteY5" fmla="*/ 135611 h 1094172"/>
                  <a:gd name="connsiteX6" fmla="*/ 531737 w 1523990"/>
                  <a:gd name="connsiteY6" fmla="*/ 307323 h 1094172"/>
                  <a:gd name="connsiteX7" fmla="*/ 706863 w 1523990"/>
                  <a:gd name="connsiteY7" fmla="*/ 930801 h 1094172"/>
                  <a:gd name="connsiteX8" fmla="*/ 790090 w 1523990"/>
                  <a:gd name="connsiteY8" fmla="*/ 1073862 h 1094172"/>
                  <a:gd name="connsiteX9" fmla="*/ 879717 w 1523990"/>
                  <a:gd name="connsiteY9" fmla="*/ 908793 h 1094172"/>
                  <a:gd name="connsiteX10" fmla="*/ 1049852 w 1523990"/>
                  <a:gd name="connsiteY10" fmla="*/ 128295 h 1094172"/>
                  <a:gd name="connsiteX11" fmla="*/ 1175589 w 1523990"/>
                  <a:gd name="connsiteY11" fmla="*/ 9055 h 1094172"/>
                  <a:gd name="connsiteX12" fmla="*/ 1262034 w 1523990"/>
                  <a:gd name="connsiteY12" fmla="*/ 9058 h 1094172"/>
                  <a:gd name="connsiteX13" fmla="*/ 1523990 w 1523990"/>
                  <a:gd name="connsiteY13" fmla="*/ 1077489 h 1094172"/>
                  <a:gd name="connsiteX0" fmla="*/ 0 w 1523990"/>
                  <a:gd name="connsiteY0" fmla="*/ 1091797 h 1091797"/>
                  <a:gd name="connsiteX1" fmla="*/ 144493 w 1523990"/>
                  <a:gd name="connsiteY1" fmla="*/ 431744 h 1091797"/>
                  <a:gd name="connsiteX2" fmla="*/ 247569 w 1523990"/>
                  <a:gd name="connsiteY2" fmla="*/ 97918 h 1091797"/>
                  <a:gd name="connsiteX3" fmla="*/ 347582 w 1523990"/>
                  <a:gd name="connsiteY3" fmla="*/ 23873 h 1091797"/>
                  <a:gd name="connsiteX4" fmla="*/ 434202 w 1523990"/>
                  <a:gd name="connsiteY4" fmla="*/ 47628 h 1091797"/>
                  <a:gd name="connsiteX5" fmla="*/ 480890 w 1523990"/>
                  <a:gd name="connsiteY5" fmla="*/ 133236 h 1091797"/>
                  <a:gd name="connsiteX6" fmla="*/ 531737 w 1523990"/>
                  <a:gd name="connsiteY6" fmla="*/ 304948 h 1091797"/>
                  <a:gd name="connsiteX7" fmla="*/ 706863 w 1523990"/>
                  <a:gd name="connsiteY7" fmla="*/ 928426 h 1091797"/>
                  <a:gd name="connsiteX8" fmla="*/ 790090 w 1523990"/>
                  <a:gd name="connsiteY8" fmla="*/ 1071487 h 1091797"/>
                  <a:gd name="connsiteX9" fmla="*/ 879717 w 1523990"/>
                  <a:gd name="connsiteY9" fmla="*/ 906418 h 1091797"/>
                  <a:gd name="connsiteX10" fmla="*/ 1049852 w 1523990"/>
                  <a:gd name="connsiteY10" fmla="*/ 125920 h 1091797"/>
                  <a:gd name="connsiteX11" fmla="*/ 1175589 w 1523990"/>
                  <a:gd name="connsiteY11" fmla="*/ 6680 h 1091797"/>
                  <a:gd name="connsiteX12" fmla="*/ 1296088 w 1523990"/>
                  <a:gd name="connsiteY12" fmla="*/ 18488 h 1091797"/>
                  <a:gd name="connsiteX13" fmla="*/ 1523990 w 1523990"/>
                  <a:gd name="connsiteY13" fmla="*/ 1075114 h 1091797"/>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49852 w 1523990"/>
                  <a:gd name="connsiteY10" fmla="*/ 125144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2949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19 h 1091019"/>
                  <a:gd name="connsiteX1" fmla="*/ 144493 w 1523990"/>
                  <a:gd name="connsiteY1" fmla="*/ 430966 h 1091019"/>
                  <a:gd name="connsiteX2" fmla="*/ 247569 w 1523990"/>
                  <a:gd name="connsiteY2" fmla="*/ 97140 h 1091019"/>
                  <a:gd name="connsiteX3" fmla="*/ 347582 w 1523990"/>
                  <a:gd name="connsiteY3" fmla="*/ 23095 h 1091019"/>
                  <a:gd name="connsiteX4" fmla="*/ 434202 w 1523990"/>
                  <a:gd name="connsiteY4" fmla="*/ 46850 h 1091019"/>
                  <a:gd name="connsiteX5" fmla="*/ 480890 w 1523990"/>
                  <a:gd name="connsiteY5" fmla="*/ 132458 h 1091019"/>
                  <a:gd name="connsiteX6" fmla="*/ 531737 w 1523990"/>
                  <a:gd name="connsiteY6" fmla="*/ 304170 h 1091019"/>
                  <a:gd name="connsiteX7" fmla="*/ 706863 w 1523990"/>
                  <a:gd name="connsiteY7" fmla="*/ 927648 h 1091019"/>
                  <a:gd name="connsiteX8" fmla="*/ 790090 w 1523990"/>
                  <a:gd name="connsiteY8" fmla="*/ 1070709 h 1091019"/>
                  <a:gd name="connsiteX9" fmla="*/ 879717 w 1523990"/>
                  <a:gd name="connsiteY9" fmla="*/ 905640 h 1091019"/>
                  <a:gd name="connsiteX10" fmla="*/ 1060330 w 1523990"/>
                  <a:gd name="connsiteY10" fmla="*/ 131044 h 1091019"/>
                  <a:gd name="connsiteX11" fmla="*/ 1193926 w 1523990"/>
                  <a:gd name="connsiteY11" fmla="*/ 5903 h 1091019"/>
                  <a:gd name="connsiteX12" fmla="*/ 1282990 w 1523990"/>
                  <a:gd name="connsiteY12" fmla="*/ 23612 h 1091019"/>
                  <a:gd name="connsiteX13" fmla="*/ 1523990 w 1523990"/>
                  <a:gd name="connsiteY13" fmla="*/ 1074336 h 1091019"/>
                  <a:gd name="connsiteX0" fmla="*/ 0 w 1523990"/>
                  <a:gd name="connsiteY0" fmla="*/ 1107194 h 1107194"/>
                  <a:gd name="connsiteX1" fmla="*/ 144493 w 1523990"/>
                  <a:gd name="connsiteY1" fmla="*/ 447141 h 1107194"/>
                  <a:gd name="connsiteX2" fmla="*/ 247569 w 1523990"/>
                  <a:gd name="connsiteY2" fmla="*/ 113315 h 1107194"/>
                  <a:gd name="connsiteX3" fmla="*/ 347582 w 1523990"/>
                  <a:gd name="connsiteY3" fmla="*/ 39270 h 1107194"/>
                  <a:gd name="connsiteX4" fmla="*/ 434202 w 1523990"/>
                  <a:gd name="connsiteY4" fmla="*/ 63025 h 1107194"/>
                  <a:gd name="connsiteX5" fmla="*/ 480890 w 1523990"/>
                  <a:gd name="connsiteY5" fmla="*/ 148633 h 1107194"/>
                  <a:gd name="connsiteX6" fmla="*/ 531737 w 1523990"/>
                  <a:gd name="connsiteY6" fmla="*/ 320345 h 1107194"/>
                  <a:gd name="connsiteX7" fmla="*/ 706863 w 1523990"/>
                  <a:gd name="connsiteY7" fmla="*/ 943823 h 1107194"/>
                  <a:gd name="connsiteX8" fmla="*/ 790090 w 1523990"/>
                  <a:gd name="connsiteY8" fmla="*/ 1086884 h 1107194"/>
                  <a:gd name="connsiteX9" fmla="*/ 879717 w 1523990"/>
                  <a:gd name="connsiteY9" fmla="*/ 921815 h 1107194"/>
                  <a:gd name="connsiteX10" fmla="*/ 1060330 w 1523990"/>
                  <a:gd name="connsiteY10" fmla="*/ 147219 h 1107194"/>
                  <a:gd name="connsiteX11" fmla="*/ 1188687 w 1523990"/>
                  <a:gd name="connsiteY11" fmla="*/ 4368 h 1107194"/>
                  <a:gd name="connsiteX12" fmla="*/ 1282990 w 1523990"/>
                  <a:gd name="connsiteY12" fmla="*/ 39787 h 1107194"/>
                  <a:gd name="connsiteX13" fmla="*/ 1523990 w 1523990"/>
                  <a:gd name="connsiteY13" fmla="*/ 1090511 h 1107194"/>
                  <a:gd name="connsiteX0" fmla="*/ 0 w 1523990"/>
                  <a:gd name="connsiteY0" fmla="*/ 1151292 h 1151292"/>
                  <a:gd name="connsiteX1" fmla="*/ 144493 w 1523990"/>
                  <a:gd name="connsiteY1" fmla="*/ 491239 h 1151292"/>
                  <a:gd name="connsiteX2" fmla="*/ 247569 w 1523990"/>
                  <a:gd name="connsiteY2" fmla="*/ 157413 h 1151292"/>
                  <a:gd name="connsiteX3" fmla="*/ 347582 w 1523990"/>
                  <a:gd name="connsiteY3" fmla="*/ 83368 h 1151292"/>
                  <a:gd name="connsiteX4" fmla="*/ 434202 w 1523990"/>
                  <a:gd name="connsiteY4" fmla="*/ 107123 h 1151292"/>
                  <a:gd name="connsiteX5" fmla="*/ 480890 w 1523990"/>
                  <a:gd name="connsiteY5" fmla="*/ 192731 h 1151292"/>
                  <a:gd name="connsiteX6" fmla="*/ 531737 w 1523990"/>
                  <a:gd name="connsiteY6" fmla="*/ 364443 h 1151292"/>
                  <a:gd name="connsiteX7" fmla="*/ 706863 w 1523990"/>
                  <a:gd name="connsiteY7" fmla="*/ 987921 h 1151292"/>
                  <a:gd name="connsiteX8" fmla="*/ 790090 w 1523990"/>
                  <a:gd name="connsiteY8" fmla="*/ 1130982 h 1151292"/>
                  <a:gd name="connsiteX9" fmla="*/ 879717 w 1523990"/>
                  <a:gd name="connsiteY9" fmla="*/ 965913 h 1151292"/>
                  <a:gd name="connsiteX10" fmla="*/ 1060330 w 1523990"/>
                  <a:gd name="connsiteY10" fmla="*/ 191317 h 1151292"/>
                  <a:gd name="connsiteX11" fmla="*/ 1188687 w 1523990"/>
                  <a:gd name="connsiteY11" fmla="*/ 48466 h 1151292"/>
                  <a:gd name="connsiteX12" fmla="*/ 1204403 w 1523990"/>
                  <a:gd name="connsiteY12" fmla="*/ 66178 h 1151292"/>
                  <a:gd name="connsiteX13" fmla="*/ 1282990 w 1523990"/>
                  <a:gd name="connsiteY13" fmla="*/ 83885 h 1151292"/>
                  <a:gd name="connsiteX14" fmla="*/ 1523990 w 1523990"/>
                  <a:gd name="connsiteY14" fmla="*/ 1134609 h 1151292"/>
                  <a:gd name="connsiteX0" fmla="*/ 0 w 1523990"/>
                  <a:gd name="connsiteY0" fmla="*/ 1163238 h 1163238"/>
                  <a:gd name="connsiteX1" fmla="*/ 144493 w 1523990"/>
                  <a:gd name="connsiteY1" fmla="*/ 503185 h 1163238"/>
                  <a:gd name="connsiteX2" fmla="*/ 247569 w 1523990"/>
                  <a:gd name="connsiteY2" fmla="*/ 169359 h 1163238"/>
                  <a:gd name="connsiteX3" fmla="*/ 347582 w 1523990"/>
                  <a:gd name="connsiteY3" fmla="*/ 95314 h 1163238"/>
                  <a:gd name="connsiteX4" fmla="*/ 434202 w 1523990"/>
                  <a:gd name="connsiteY4" fmla="*/ 119069 h 1163238"/>
                  <a:gd name="connsiteX5" fmla="*/ 480890 w 1523990"/>
                  <a:gd name="connsiteY5" fmla="*/ 204677 h 1163238"/>
                  <a:gd name="connsiteX6" fmla="*/ 531737 w 1523990"/>
                  <a:gd name="connsiteY6" fmla="*/ 376389 h 1163238"/>
                  <a:gd name="connsiteX7" fmla="*/ 706863 w 1523990"/>
                  <a:gd name="connsiteY7" fmla="*/ 999867 h 1163238"/>
                  <a:gd name="connsiteX8" fmla="*/ 790090 w 1523990"/>
                  <a:gd name="connsiteY8" fmla="*/ 1142928 h 1163238"/>
                  <a:gd name="connsiteX9" fmla="*/ 879717 w 1523990"/>
                  <a:gd name="connsiteY9" fmla="*/ 977859 h 1163238"/>
                  <a:gd name="connsiteX10" fmla="*/ 1060330 w 1523990"/>
                  <a:gd name="connsiteY10" fmla="*/ 203263 h 1163238"/>
                  <a:gd name="connsiteX11" fmla="*/ 1188687 w 1523990"/>
                  <a:gd name="connsiteY11" fmla="*/ 60412 h 1163238"/>
                  <a:gd name="connsiteX12" fmla="*/ 1282990 w 1523990"/>
                  <a:gd name="connsiteY12" fmla="*/ 95831 h 1163238"/>
                  <a:gd name="connsiteX13" fmla="*/ 1523990 w 1523990"/>
                  <a:gd name="connsiteY13" fmla="*/ 1146555 h 1163238"/>
                  <a:gd name="connsiteX0" fmla="*/ 0 w 1523990"/>
                  <a:gd name="connsiteY0" fmla="*/ 1102826 h 1102826"/>
                  <a:gd name="connsiteX1" fmla="*/ 144493 w 1523990"/>
                  <a:gd name="connsiteY1" fmla="*/ 442773 h 1102826"/>
                  <a:gd name="connsiteX2" fmla="*/ 247569 w 1523990"/>
                  <a:gd name="connsiteY2" fmla="*/ 108947 h 1102826"/>
                  <a:gd name="connsiteX3" fmla="*/ 347582 w 1523990"/>
                  <a:gd name="connsiteY3" fmla="*/ 34902 h 1102826"/>
                  <a:gd name="connsiteX4" fmla="*/ 434202 w 1523990"/>
                  <a:gd name="connsiteY4" fmla="*/ 58657 h 1102826"/>
                  <a:gd name="connsiteX5" fmla="*/ 480890 w 1523990"/>
                  <a:gd name="connsiteY5" fmla="*/ 144265 h 1102826"/>
                  <a:gd name="connsiteX6" fmla="*/ 531737 w 1523990"/>
                  <a:gd name="connsiteY6" fmla="*/ 315977 h 1102826"/>
                  <a:gd name="connsiteX7" fmla="*/ 706863 w 1523990"/>
                  <a:gd name="connsiteY7" fmla="*/ 939455 h 1102826"/>
                  <a:gd name="connsiteX8" fmla="*/ 790090 w 1523990"/>
                  <a:gd name="connsiteY8" fmla="*/ 1082516 h 1102826"/>
                  <a:gd name="connsiteX9" fmla="*/ 879717 w 1523990"/>
                  <a:gd name="connsiteY9" fmla="*/ 917447 h 1102826"/>
                  <a:gd name="connsiteX10" fmla="*/ 1060330 w 1523990"/>
                  <a:gd name="connsiteY10" fmla="*/ 142851 h 1102826"/>
                  <a:gd name="connsiteX11" fmla="*/ 1188687 w 1523990"/>
                  <a:gd name="connsiteY11" fmla="*/ 0 h 1102826"/>
                  <a:gd name="connsiteX12" fmla="*/ 1282990 w 1523990"/>
                  <a:gd name="connsiteY12" fmla="*/ 35419 h 1102826"/>
                  <a:gd name="connsiteX13" fmla="*/ 1523990 w 1523990"/>
                  <a:gd name="connsiteY13" fmla="*/ 1086143 h 1102826"/>
                  <a:gd name="connsiteX0" fmla="*/ 0 w 1523990"/>
                  <a:gd name="connsiteY0" fmla="*/ 1085116 h 1085116"/>
                  <a:gd name="connsiteX1" fmla="*/ 144493 w 1523990"/>
                  <a:gd name="connsiteY1" fmla="*/ 425063 h 1085116"/>
                  <a:gd name="connsiteX2" fmla="*/ 247569 w 1523990"/>
                  <a:gd name="connsiteY2" fmla="*/ 91237 h 1085116"/>
                  <a:gd name="connsiteX3" fmla="*/ 347582 w 1523990"/>
                  <a:gd name="connsiteY3" fmla="*/ 17192 h 1085116"/>
                  <a:gd name="connsiteX4" fmla="*/ 434202 w 1523990"/>
                  <a:gd name="connsiteY4" fmla="*/ 40947 h 1085116"/>
                  <a:gd name="connsiteX5" fmla="*/ 480890 w 1523990"/>
                  <a:gd name="connsiteY5" fmla="*/ 126555 h 1085116"/>
                  <a:gd name="connsiteX6" fmla="*/ 531737 w 1523990"/>
                  <a:gd name="connsiteY6" fmla="*/ 298267 h 1085116"/>
                  <a:gd name="connsiteX7" fmla="*/ 706863 w 1523990"/>
                  <a:gd name="connsiteY7" fmla="*/ 921745 h 1085116"/>
                  <a:gd name="connsiteX8" fmla="*/ 790090 w 1523990"/>
                  <a:gd name="connsiteY8" fmla="*/ 1064806 h 1085116"/>
                  <a:gd name="connsiteX9" fmla="*/ 879717 w 1523990"/>
                  <a:gd name="connsiteY9" fmla="*/ 899737 h 1085116"/>
                  <a:gd name="connsiteX10" fmla="*/ 1060330 w 1523990"/>
                  <a:gd name="connsiteY10" fmla="*/ 125141 h 1085116"/>
                  <a:gd name="connsiteX11" fmla="*/ 1191307 w 1523990"/>
                  <a:gd name="connsiteY11" fmla="*/ 0 h 1085116"/>
                  <a:gd name="connsiteX12" fmla="*/ 1282990 w 1523990"/>
                  <a:gd name="connsiteY12" fmla="*/ 17709 h 1085116"/>
                  <a:gd name="connsiteX13" fmla="*/ 1523990 w 1523990"/>
                  <a:gd name="connsiteY13" fmla="*/ 1068433 h 1085116"/>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290849"/>
                  <a:gd name="connsiteY0" fmla="*/ 1079211 h 1079211"/>
                  <a:gd name="connsiteX1" fmla="*/ 144493 w 1290849"/>
                  <a:gd name="connsiteY1" fmla="*/ 419158 h 1079211"/>
                  <a:gd name="connsiteX2" fmla="*/ 247569 w 1290849"/>
                  <a:gd name="connsiteY2" fmla="*/ 85332 h 1079211"/>
                  <a:gd name="connsiteX3" fmla="*/ 347582 w 1290849"/>
                  <a:gd name="connsiteY3" fmla="*/ 11287 h 1079211"/>
                  <a:gd name="connsiteX4" fmla="*/ 434202 w 1290849"/>
                  <a:gd name="connsiteY4" fmla="*/ 35042 h 1079211"/>
                  <a:gd name="connsiteX5" fmla="*/ 480890 w 1290849"/>
                  <a:gd name="connsiteY5" fmla="*/ 120650 h 1079211"/>
                  <a:gd name="connsiteX6" fmla="*/ 531737 w 1290849"/>
                  <a:gd name="connsiteY6" fmla="*/ 292362 h 1079211"/>
                  <a:gd name="connsiteX7" fmla="*/ 706863 w 1290849"/>
                  <a:gd name="connsiteY7" fmla="*/ 915840 h 1079211"/>
                  <a:gd name="connsiteX8" fmla="*/ 790090 w 1290849"/>
                  <a:gd name="connsiteY8" fmla="*/ 1058901 h 1079211"/>
                  <a:gd name="connsiteX9" fmla="*/ 879717 w 1290849"/>
                  <a:gd name="connsiteY9" fmla="*/ 893832 h 1079211"/>
                  <a:gd name="connsiteX10" fmla="*/ 1060330 w 1290849"/>
                  <a:gd name="connsiteY10" fmla="*/ 119236 h 1079211"/>
                  <a:gd name="connsiteX11" fmla="*/ 1191307 w 1290849"/>
                  <a:gd name="connsiteY11" fmla="*/ 0 h 1079211"/>
                  <a:gd name="connsiteX12" fmla="*/ 1290849 w 1290849"/>
                  <a:gd name="connsiteY12" fmla="*/ 41319 h 1079211"/>
                  <a:gd name="connsiteX0" fmla="*/ 0 w 1191307"/>
                  <a:gd name="connsiteY0" fmla="*/ 1079211 h 1079211"/>
                  <a:gd name="connsiteX1" fmla="*/ 144493 w 1191307"/>
                  <a:gd name="connsiteY1" fmla="*/ 419158 h 1079211"/>
                  <a:gd name="connsiteX2" fmla="*/ 247569 w 1191307"/>
                  <a:gd name="connsiteY2" fmla="*/ 85332 h 1079211"/>
                  <a:gd name="connsiteX3" fmla="*/ 347582 w 1191307"/>
                  <a:gd name="connsiteY3" fmla="*/ 11287 h 1079211"/>
                  <a:gd name="connsiteX4" fmla="*/ 434202 w 1191307"/>
                  <a:gd name="connsiteY4" fmla="*/ 35042 h 1079211"/>
                  <a:gd name="connsiteX5" fmla="*/ 480890 w 1191307"/>
                  <a:gd name="connsiteY5" fmla="*/ 120650 h 1079211"/>
                  <a:gd name="connsiteX6" fmla="*/ 531737 w 1191307"/>
                  <a:gd name="connsiteY6" fmla="*/ 292362 h 1079211"/>
                  <a:gd name="connsiteX7" fmla="*/ 706863 w 1191307"/>
                  <a:gd name="connsiteY7" fmla="*/ 915840 h 1079211"/>
                  <a:gd name="connsiteX8" fmla="*/ 790090 w 1191307"/>
                  <a:gd name="connsiteY8" fmla="*/ 1058901 h 1079211"/>
                  <a:gd name="connsiteX9" fmla="*/ 879717 w 1191307"/>
                  <a:gd name="connsiteY9" fmla="*/ 893832 h 1079211"/>
                  <a:gd name="connsiteX10" fmla="*/ 1060330 w 1191307"/>
                  <a:gd name="connsiteY10" fmla="*/ 119236 h 1079211"/>
                  <a:gd name="connsiteX11" fmla="*/ 1191307 w 1191307"/>
                  <a:gd name="connsiteY11" fmla="*/ 0 h 1079211"/>
                  <a:gd name="connsiteX0" fmla="*/ 0 w 1060330"/>
                  <a:gd name="connsiteY0" fmla="*/ 1070424 h 1070424"/>
                  <a:gd name="connsiteX1" fmla="*/ 144493 w 1060330"/>
                  <a:gd name="connsiteY1" fmla="*/ 410371 h 1070424"/>
                  <a:gd name="connsiteX2" fmla="*/ 247569 w 1060330"/>
                  <a:gd name="connsiteY2" fmla="*/ 76545 h 1070424"/>
                  <a:gd name="connsiteX3" fmla="*/ 347582 w 1060330"/>
                  <a:gd name="connsiteY3" fmla="*/ 2500 h 1070424"/>
                  <a:gd name="connsiteX4" fmla="*/ 434202 w 1060330"/>
                  <a:gd name="connsiteY4" fmla="*/ 26255 h 1070424"/>
                  <a:gd name="connsiteX5" fmla="*/ 480890 w 1060330"/>
                  <a:gd name="connsiteY5" fmla="*/ 111863 h 1070424"/>
                  <a:gd name="connsiteX6" fmla="*/ 531737 w 1060330"/>
                  <a:gd name="connsiteY6" fmla="*/ 283575 h 1070424"/>
                  <a:gd name="connsiteX7" fmla="*/ 706863 w 1060330"/>
                  <a:gd name="connsiteY7" fmla="*/ 907053 h 1070424"/>
                  <a:gd name="connsiteX8" fmla="*/ 790090 w 1060330"/>
                  <a:gd name="connsiteY8" fmla="*/ 1050114 h 1070424"/>
                  <a:gd name="connsiteX9" fmla="*/ 879717 w 1060330"/>
                  <a:gd name="connsiteY9" fmla="*/ 885045 h 1070424"/>
                  <a:gd name="connsiteX10" fmla="*/ 1060330 w 1060330"/>
                  <a:gd name="connsiteY10" fmla="*/ 110449 h 1070424"/>
                  <a:gd name="connsiteX0" fmla="*/ 0 w 879717"/>
                  <a:gd name="connsiteY0" fmla="*/ 1070424 h 1070424"/>
                  <a:gd name="connsiteX1" fmla="*/ 144493 w 879717"/>
                  <a:gd name="connsiteY1" fmla="*/ 410371 h 1070424"/>
                  <a:gd name="connsiteX2" fmla="*/ 247569 w 879717"/>
                  <a:gd name="connsiteY2" fmla="*/ 76545 h 1070424"/>
                  <a:gd name="connsiteX3" fmla="*/ 347582 w 879717"/>
                  <a:gd name="connsiteY3" fmla="*/ 2500 h 1070424"/>
                  <a:gd name="connsiteX4" fmla="*/ 434202 w 879717"/>
                  <a:gd name="connsiteY4" fmla="*/ 26255 h 1070424"/>
                  <a:gd name="connsiteX5" fmla="*/ 480890 w 879717"/>
                  <a:gd name="connsiteY5" fmla="*/ 111863 h 1070424"/>
                  <a:gd name="connsiteX6" fmla="*/ 531737 w 879717"/>
                  <a:gd name="connsiteY6" fmla="*/ 283575 h 1070424"/>
                  <a:gd name="connsiteX7" fmla="*/ 706863 w 879717"/>
                  <a:gd name="connsiteY7" fmla="*/ 907053 h 1070424"/>
                  <a:gd name="connsiteX8" fmla="*/ 790090 w 879717"/>
                  <a:gd name="connsiteY8" fmla="*/ 1050114 h 1070424"/>
                  <a:gd name="connsiteX9" fmla="*/ 879717 w 879717"/>
                  <a:gd name="connsiteY9" fmla="*/ 885045 h 1070424"/>
                  <a:gd name="connsiteX0" fmla="*/ 0 w 790090"/>
                  <a:gd name="connsiteY0" fmla="*/ 1070424 h 1070424"/>
                  <a:gd name="connsiteX1" fmla="*/ 144493 w 790090"/>
                  <a:gd name="connsiteY1" fmla="*/ 410371 h 1070424"/>
                  <a:gd name="connsiteX2" fmla="*/ 247569 w 790090"/>
                  <a:gd name="connsiteY2" fmla="*/ 76545 h 1070424"/>
                  <a:gd name="connsiteX3" fmla="*/ 347582 w 790090"/>
                  <a:gd name="connsiteY3" fmla="*/ 2500 h 1070424"/>
                  <a:gd name="connsiteX4" fmla="*/ 434202 w 790090"/>
                  <a:gd name="connsiteY4" fmla="*/ 26255 h 1070424"/>
                  <a:gd name="connsiteX5" fmla="*/ 480890 w 790090"/>
                  <a:gd name="connsiteY5" fmla="*/ 111863 h 1070424"/>
                  <a:gd name="connsiteX6" fmla="*/ 531737 w 790090"/>
                  <a:gd name="connsiteY6" fmla="*/ 283575 h 1070424"/>
                  <a:gd name="connsiteX7" fmla="*/ 706863 w 790090"/>
                  <a:gd name="connsiteY7" fmla="*/ 907053 h 1070424"/>
                  <a:gd name="connsiteX8" fmla="*/ 790090 w 790090"/>
                  <a:gd name="connsiteY8" fmla="*/ 1050114 h 1070424"/>
                  <a:gd name="connsiteX0" fmla="*/ 0 w 813775"/>
                  <a:gd name="connsiteY0" fmla="*/ 1070424 h 1070424"/>
                  <a:gd name="connsiteX1" fmla="*/ 144493 w 813775"/>
                  <a:gd name="connsiteY1" fmla="*/ 410371 h 1070424"/>
                  <a:gd name="connsiteX2" fmla="*/ 247569 w 813775"/>
                  <a:gd name="connsiteY2" fmla="*/ 76545 h 1070424"/>
                  <a:gd name="connsiteX3" fmla="*/ 347582 w 813775"/>
                  <a:gd name="connsiteY3" fmla="*/ 2500 h 1070424"/>
                  <a:gd name="connsiteX4" fmla="*/ 434202 w 813775"/>
                  <a:gd name="connsiteY4" fmla="*/ 26255 h 1070424"/>
                  <a:gd name="connsiteX5" fmla="*/ 480890 w 813775"/>
                  <a:gd name="connsiteY5" fmla="*/ 111863 h 1070424"/>
                  <a:gd name="connsiteX6" fmla="*/ 531737 w 813775"/>
                  <a:gd name="connsiteY6" fmla="*/ 283575 h 1070424"/>
                  <a:gd name="connsiteX7" fmla="*/ 706863 w 813775"/>
                  <a:gd name="connsiteY7" fmla="*/ 907053 h 1070424"/>
                  <a:gd name="connsiteX8" fmla="*/ 790090 w 813775"/>
                  <a:gd name="connsiteY8" fmla="*/ 1050114 h 1070424"/>
                  <a:gd name="connsiteX9" fmla="*/ 813775 w 813775"/>
                  <a:gd name="connsiteY9" fmla="*/ 1039011 h 107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775" h="1070424">
                    <a:moveTo>
                      <a:pt x="0" y="1070424"/>
                    </a:moveTo>
                    <a:cubicBezTo>
                      <a:pt x="31853" y="916813"/>
                      <a:pt x="103232" y="576018"/>
                      <a:pt x="144493" y="410371"/>
                    </a:cubicBezTo>
                    <a:cubicBezTo>
                      <a:pt x="185755" y="244725"/>
                      <a:pt x="213721" y="144523"/>
                      <a:pt x="247569" y="76545"/>
                    </a:cubicBezTo>
                    <a:cubicBezTo>
                      <a:pt x="281417" y="8567"/>
                      <a:pt x="316477" y="10882"/>
                      <a:pt x="347582" y="2500"/>
                    </a:cubicBezTo>
                    <a:cubicBezTo>
                      <a:pt x="378687" y="-5882"/>
                      <a:pt x="411984" y="8028"/>
                      <a:pt x="434202" y="26255"/>
                    </a:cubicBezTo>
                    <a:cubicBezTo>
                      <a:pt x="456420" y="44482"/>
                      <a:pt x="464634" y="68976"/>
                      <a:pt x="480890" y="111863"/>
                    </a:cubicBezTo>
                    <a:cubicBezTo>
                      <a:pt x="497146" y="154750"/>
                      <a:pt x="522535" y="253408"/>
                      <a:pt x="531737" y="283575"/>
                    </a:cubicBezTo>
                    <a:cubicBezTo>
                      <a:pt x="540939" y="313742"/>
                      <a:pt x="669772" y="802963"/>
                      <a:pt x="706863" y="907053"/>
                    </a:cubicBezTo>
                    <a:cubicBezTo>
                      <a:pt x="743954" y="1011143"/>
                      <a:pt x="770711" y="1053150"/>
                      <a:pt x="790090" y="1050114"/>
                    </a:cubicBezTo>
                    <a:cubicBezTo>
                      <a:pt x="807909" y="1072107"/>
                      <a:pt x="808841" y="1041324"/>
                      <a:pt x="813775" y="1039011"/>
                    </a:cubicBezTo>
                  </a:path>
                </a:pathLst>
              </a:custGeom>
              <a:noFill/>
              <a:ln w="31750" cap="rnd" cmpd="sng" algn="ctr">
                <a:solidFill>
                  <a:srgbClr val="00B050"/>
                </a:solidFill>
                <a:prstDash val="sysDash"/>
                <a:round/>
              </a:ln>
              <a:effectLst/>
            </p:spPr>
            <p:txBody>
              <a:bodyPr rtlCol="0" anchor="ctr"/>
              <a:lstStyle/>
              <a:p>
                <a:pPr algn="ctr">
                  <a:defRPr/>
                </a:pPr>
                <a:endParaRPr lang="en-US" kern="0">
                  <a:solidFill>
                    <a:prstClr val="white"/>
                  </a:solidFill>
                  <a:latin typeface="Calibri"/>
                </a:endParaRPr>
              </a:p>
            </p:txBody>
          </p:sp>
          <p:sp>
            <p:nvSpPr>
              <p:cNvPr id="1196" name="Freeform 11">
                <a:extLst>
                  <a:ext uri="{FF2B5EF4-FFF2-40B4-BE49-F238E27FC236}">
                    <a16:creationId xmlns:a16="http://schemas.microsoft.com/office/drawing/2014/main" id="{69D932CB-FA73-0F37-FD03-1D5E2D210FD3}"/>
                  </a:ext>
                </a:extLst>
              </p:cNvPr>
              <p:cNvSpPr/>
              <p:nvPr/>
            </p:nvSpPr>
            <p:spPr>
              <a:xfrm>
                <a:off x="3442753" y="3178042"/>
                <a:ext cx="955076" cy="686311"/>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57000"/>
                  <a:gd name="connsiteY0" fmla="*/ 1149843 h 1149843"/>
                  <a:gd name="connsiteX1" fmla="*/ 144493 w 1057000"/>
                  <a:gd name="connsiteY1" fmla="*/ 489790 h 1149843"/>
                  <a:gd name="connsiteX2" fmla="*/ 247569 w 1057000"/>
                  <a:gd name="connsiteY2" fmla="*/ 155964 h 1149843"/>
                  <a:gd name="connsiteX3" fmla="*/ 347582 w 1057000"/>
                  <a:gd name="connsiteY3" fmla="*/ 81919 h 1149843"/>
                  <a:gd name="connsiteX4" fmla="*/ 434202 w 1057000"/>
                  <a:gd name="connsiteY4" fmla="*/ 105674 h 1149843"/>
                  <a:gd name="connsiteX5" fmla="*/ 480890 w 1057000"/>
                  <a:gd name="connsiteY5" fmla="*/ 191282 h 1149843"/>
                  <a:gd name="connsiteX6" fmla="*/ 531737 w 1057000"/>
                  <a:gd name="connsiteY6" fmla="*/ 362994 h 1149843"/>
                  <a:gd name="connsiteX7" fmla="*/ 706863 w 1057000"/>
                  <a:gd name="connsiteY7" fmla="*/ 986472 h 1149843"/>
                  <a:gd name="connsiteX8" fmla="*/ 790090 w 1057000"/>
                  <a:gd name="connsiteY8" fmla="*/ 1129533 h 1149843"/>
                  <a:gd name="connsiteX9" fmla="*/ 879717 w 1057000"/>
                  <a:gd name="connsiteY9" fmla="*/ 964464 h 1149843"/>
                  <a:gd name="connsiteX10" fmla="*/ 1047232 w 1057000"/>
                  <a:gd name="connsiteY10" fmla="*/ 71810 h 1149843"/>
                  <a:gd name="connsiteX11" fmla="*/ 1036754 w 1057000"/>
                  <a:gd name="connsiteY11" fmla="*/ 52921 h 1149843"/>
                  <a:gd name="connsiteX0" fmla="*/ 0 w 1259433"/>
                  <a:gd name="connsiteY0" fmla="*/ 1142099 h 1142099"/>
                  <a:gd name="connsiteX1" fmla="*/ 144493 w 1259433"/>
                  <a:gd name="connsiteY1" fmla="*/ 482046 h 1142099"/>
                  <a:gd name="connsiteX2" fmla="*/ 247569 w 1259433"/>
                  <a:gd name="connsiteY2" fmla="*/ 148220 h 1142099"/>
                  <a:gd name="connsiteX3" fmla="*/ 347582 w 1259433"/>
                  <a:gd name="connsiteY3" fmla="*/ 74175 h 1142099"/>
                  <a:gd name="connsiteX4" fmla="*/ 434202 w 1259433"/>
                  <a:gd name="connsiteY4" fmla="*/ 97930 h 1142099"/>
                  <a:gd name="connsiteX5" fmla="*/ 480890 w 1259433"/>
                  <a:gd name="connsiteY5" fmla="*/ 183538 h 1142099"/>
                  <a:gd name="connsiteX6" fmla="*/ 531737 w 1259433"/>
                  <a:gd name="connsiteY6" fmla="*/ 355250 h 1142099"/>
                  <a:gd name="connsiteX7" fmla="*/ 706863 w 1259433"/>
                  <a:gd name="connsiteY7" fmla="*/ 978728 h 1142099"/>
                  <a:gd name="connsiteX8" fmla="*/ 790090 w 1259433"/>
                  <a:gd name="connsiteY8" fmla="*/ 1121789 h 1142099"/>
                  <a:gd name="connsiteX9" fmla="*/ 879717 w 1259433"/>
                  <a:gd name="connsiteY9" fmla="*/ 956720 h 1142099"/>
                  <a:gd name="connsiteX10" fmla="*/ 1047232 w 1259433"/>
                  <a:gd name="connsiteY10" fmla="*/ 64066 h 1142099"/>
                  <a:gd name="connsiteX11" fmla="*/ 1259415 w 1259433"/>
                  <a:gd name="connsiteY11" fmla="*/ 74690 h 1142099"/>
                  <a:gd name="connsiteX0" fmla="*/ 0 w 1259433"/>
                  <a:gd name="connsiteY0" fmla="*/ 1100639 h 1100639"/>
                  <a:gd name="connsiteX1" fmla="*/ 144493 w 1259433"/>
                  <a:gd name="connsiteY1" fmla="*/ 440586 h 1100639"/>
                  <a:gd name="connsiteX2" fmla="*/ 247569 w 1259433"/>
                  <a:gd name="connsiteY2" fmla="*/ 106760 h 1100639"/>
                  <a:gd name="connsiteX3" fmla="*/ 347582 w 1259433"/>
                  <a:gd name="connsiteY3" fmla="*/ 32715 h 1100639"/>
                  <a:gd name="connsiteX4" fmla="*/ 434202 w 1259433"/>
                  <a:gd name="connsiteY4" fmla="*/ 56470 h 1100639"/>
                  <a:gd name="connsiteX5" fmla="*/ 480890 w 1259433"/>
                  <a:gd name="connsiteY5" fmla="*/ 142078 h 1100639"/>
                  <a:gd name="connsiteX6" fmla="*/ 531737 w 1259433"/>
                  <a:gd name="connsiteY6" fmla="*/ 313790 h 1100639"/>
                  <a:gd name="connsiteX7" fmla="*/ 706863 w 1259433"/>
                  <a:gd name="connsiteY7" fmla="*/ 937268 h 1100639"/>
                  <a:gd name="connsiteX8" fmla="*/ 790090 w 1259433"/>
                  <a:gd name="connsiteY8" fmla="*/ 1080329 h 1100639"/>
                  <a:gd name="connsiteX9" fmla="*/ 879717 w 1259433"/>
                  <a:gd name="connsiteY9" fmla="*/ 915260 h 1100639"/>
                  <a:gd name="connsiteX10" fmla="*/ 1044612 w 1259433"/>
                  <a:gd name="connsiteY10" fmla="*/ 81634 h 1100639"/>
                  <a:gd name="connsiteX11" fmla="*/ 1259415 w 1259433"/>
                  <a:gd name="connsiteY11" fmla="*/ 33230 h 1100639"/>
                  <a:gd name="connsiteX0" fmla="*/ 0 w 1269911"/>
                  <a:gd name="connsiteY0" fmla="*/ 1089122 h 1089122"/>
                  <a:gd name="connsiteX1" fmla="*/ 144493 w 1269911"/>
                  <a:gd name="connsiteY1" fmla="*/ 429069 h 1089122"/>
                  <a:gd name="connsiteX2" fmla="*/ 247569 w 1269911"/>
                  <a:gd name="connsiteY2" fmla="*/ 95243 h 1089122"/>
                  <a:gd name="connsiteX3" fmla="*/ 347582 w 1269911"/>
                  <a:gd name="connsiteY3" fmla="*/ 21198 h 1089122"/>
                  <a:gd name="connsiteX4" fmla="*/ 434202 w 1269911"/>
                  <a:gd name="connsiteY4" fmla="*/ 44953 h 1089122"/>
                  <a:gd name="connsiteX5" fmla="*/ 480890 w 1269911"/>
                  <a:gd name="connsiteY5" fmla="*/ 130561 h 1089122"/>
                  <a:gd name="connsiteX6" fmla="*/ 531737 w 1269911"/>
                  <a:gd name="connsiteY6" fmla="*/ 302273 h 1089122"/>
                  <a:gd name="connsiteX7" fmla="*/ 706863 w 1269911"/>
                  <a:gd name="connsiteY7" fmla="*/ 925751 h 1089122"/>
                  <a:gd name="connsiteX8" fmla="*/ 790090 w 1269911"/>
                  <a:gd name="connsiteY8" fmla="*/ 1068812 h 1089122"/>
                  <a:gd name="connsiteX9" fmla="*/ 879717 w 1269911"/>
                  <a:gd name="connsiteY9" fmla="*/ 903743 h 1089122"/>
                  <a:gd name="connsiteX10" fmla="*/ 1044612 w 1269911"/>
                  <a:gd name="connsiteY10" fmla="*/ 70117 h 1089122"/>
                  <a:gd name="connsiteX11" fmla="*/ 1269894 w 1269911"/>
                  <a:gd name="connsiteY11" fmla="*/ 57130 h 1089122"/>
                  <a:gd name="connsiteX0" fmla="*/ 0 w 1269911"/>
                  <a:gd name="connsiteY0" fmla="*/ 1102925 h 1102925"/>
                  <a:gd name="connsiteX1" fmla="*/ 144493 w 1269911"/>
                  <a:gd name="connsiteY1" fmla="*/ 442872 h 1102925"/>
                  <a:gd name="connsiteX2" fmla="*/ 247569 w 1269911"/>
                  <a:gd name="connsiteY2" fmla="*/ 109046 h 1102925"/>
                  <a:gd name="connsiteX3" fmla="*/ 347582 w 1269911"/>
                  <a:gd name="connsiteY3" fmla="*/ 35001 h 1102925"/>
                  <a:gd name="connsiteX4" fmla="*/ 434202 w 1269911"/>
                  <a:gd name="connsiteY4" fmla="*/ 58756 h 1102925"/>
                  <a:gd name="connsiteX5" fmla="*/ 480890 w 1269911"/>
                  <a:gd name="connsiteY5" fmla="*/ 144364 h 1102925"/>
                  <a:gd name="connsiteX6" fmla="*/ 531737 w 1269911"/>
                  <a:gd name="connsiteY6" fmla="*/ 316076 h 1102925"/>
                  <a:gd name="connsiteX7" fmla="*/ 706863 w 1269911"/>
                  <a:gd name="connsiteY7" fmla="*/ 939554 h 1102925"/>
                  <a:gd name="connsiteX8" fmla="*/ 790090 w 1269911"/>
                  <a:gd name="connsiteY8" fmla="*/ 1082615 h 1102925"/>
                  <a:gd name="connsiteX9" fmla="*/ 879717 w 1269911"/>
                  <a:gd name="connsiteY9" fmla="*/ 917546 h 1102925"/>
                  <a:gd name="connsiteX10" fmla="*/ 1044612 w 1269911"/>
                  <a:gd name="connsiteY10" fmla="*/ 83920 h 1102925"/>
                  <a:gd name="connsiteX11" fmla="*/ 1269894 w 1269911"/>
                  <a:gd name="connsiteY11" fmla="*/ 29611 h 1102925"/>
                  <a:gd name="connsiteX0" fmla="*/ 0 w 1269911"/>
                  <a:gd name="connsiteY0" fmla="*/ 1074539 h 1074539"/>
                  <a:gd name="connsiteX1" fmla="*/ 144493 w 1269911"/>
                  <a:gd name="connsiteY1" fmla="*/ 414486 h 1074539"/>
                  <a:gd name="connsiteX2" fmla="*/ 247569 w 1269911"/>
                  <a:gd name="connsiteY2" fmla="*/ 80660 h 1074539"/>
                  <a:gd name="connsiteX3" fmla="*/ 347582 w 1269911"/>
                  <a:gd name="connsiteY3" fmla="*/ 6615 h 1074539"/>
                  <a:gd name="connsiteX4" fmla="*/ 434202 w 1269911"/>
                  <a:gd name="connsiteY4" fmla="*/ 30370 h 1074539"/>
                  <a:gd name="connsiteX5" fmla="*/ 480890 w 1269911"/>
                  <a:gd name="connsiteY5" fmla="*/ 115978 h 1074539"/>
                  <a:gd name="connsiteX6" fmla="*/ 531737 w 1269911"/>
                  <a:gd name="connsiteY6" fmla="*/ 287690 h 1074539"/>
                  <a:gd name="connsiteX7" fmla="*/ 706863 w 1269911"/>
                  <a:gd name="connsiteY7" fmla="*/ 911168 h 1074539"/>
                  <a:gd name="connsiteX8" fmla="*/ 790090 w 1269911"/>
                  <a:gd name="connsiteY8" fmla="*/ 1054229 h 1074539"/>
                  <a:gd name="connsiteX9" fmla="*/ 879717 w 1269911"/>
                  <a:gd name="connsiteY9" fmla="*/ 889160 h 1074539"/>
                  <a:gd name="connsiteX10" fmla="*/ 1044612 w 1269911"/>
                  <a:gd name="connsiteY10" fmla="*/ 120467 h 1074539"/>
                  <a:gd name="connsiteX11" fmla="*/ 1269894 w 1269911"/>
                  <a:gd name="connsiteY11" fmla="*/ 1225 h 1074539"/>
                  <a:gd name="connsiteX0" fmla="*/ 0 w 1269911"/>
                  <a:gd name="connsiteY0" fmla="*/ 1073314 h 1073314"/>
                  <a:gd name="connsiteX1" fmla="*/ 144493 w 1269911"/>
                  <a:gd name="connsiteY1" fmla="*/ 413261 h 1073314"/>
                  <a:gd name="connsiteX2" fmla="*/ 247569 w 1269911"/>
                  <a:gd name="connsiteY2" fmla="*/ 79435 h 1073314"/>
                  <a:gd name="connsiteX3" fmla="*/ 347582 w 1269911"/>
                  <a:gd name="connsiteY3" fmla="*/ 5390 h 1073314"/>
                  <a:gd name="connsiteX4" fmla="*/ 434202 w 1269911"/>
                  <a:gd name="connsiteY4" fmla="*/ 29145 h 1073314"/>
                  <a:gd name="connsiteX5" fmla="*/ 480890 w 1269911"/>
                  <a:gd name="connsiteY5" fmla="*/ 114753 h 1073314"/>
                  <a:gd name="connsiteX6" fmla="*/ 531737 w 1269911"/>
                  <a:gd name="connsiteY6" fmla="*/ 286465 h 1073314"/>
                  <a:gd name="connsiteX7" fmla="*/ 706863 w 1269911"/>
                  <a:gd name="connsiteY7" fmla="*/ 909943 h 1073314"/>
                  <a:gd name="connsiteX8" fmla="*/ 790090 w 1269911"/>
                  <a:gd name="connsiteY8" fmla="*/ 1053004 h 1073314"/>
                  <a:gd name="connsiteX9" fmla="*/ 879717 w 1269911"/>
                  <a:gd name="connsiteY9" fmla="*/ 887935 h 1073314"/>
                  <a:gd name="connsiteX10" fmla="*/ 1047231 w 1269911"/>
                  <a:gd name="connsiteY10" fmla="*/ 160563 h 1073314"/>
                  <a:gd name="connsiteX11" fmla="*/ 1269894 w 1269911"/>
                  <a:gd name="connsiteY11" fmla="*/ 0 h 1073314"/>
                  <a:gd name="connsiteX0" fmla="*/ 0 w 1269912"/>
                  <a:gd name="connsiteY0" fmla="*/ 1077650 h 1077650"/>
                  <a:gd name="connsiteX1" fmla="*/ 144493 w 1269912"/>
                  <a:gd name="connsiteY1" fmla="*/ 417597 h 1077650"/>
                  <a:gd name="connsiteX2" fmla="*/ 247569 w 1269912"/>
                  <a:gd name="connsiteY2" fmla="*/ 83771 h 1077650"/>
                  <a:gd name="connsiteX3" fmla="*/ 347582 w 1269912"/>
                  <a:gd name="connsiteY3" fmla="*/ 9726 h 1077650"/>
                  <a:gd name="connsiteX4" fmla="*/ 434202 w 1269912"/>
                  <a:gd name="connsiteY4" fmla="*/ 33481 h 1077650"/>
                  <a:gd name="connsiteX5" fmla="*/ 480890 w 1269912"/>
                  <a:gd name="connsiteY5" fmla="*/ 119089 h 1077650"/>
                  <a:gd name="connsiteX6" fmla="*/ 531737 w 1269912"/>
                  <a:gd name="connsiteY6" fmla="*/ 290801 h 1077650"/>
                  <a:gd name="connsiteX7" fmla="*/ 706863 w 1269912"/>
                  <a:gd name="connsiteY7" fmla="*/ 914279 h 1077650"/>
                  <a:gd name="connsiteX8" fmla="*/ 790090 w 1269912"/>
                  <a:gd name="connsiteY8" fmla="*/ 1057340 h 1077650"/>
                  <a:gd name="connsiteX9" fmla="*/ 879717 w 1269912"/>
                  <a:gd name="connsiteY9" fmla="*/ 892271 h 1077650"/>
                  <a:gd name="connsiteX10" fmla="*/ 1049852 w 1269912"/>
                  <a:gd name="connsiteY10" fmla="*/ 111773 h 1077650"/>
                  <a:gd name="connsiteX11" fmla="*/ 1269894 w 1269912"/>
                  <a:gd name="connsiteY11" fmla="*/ 4336 h 1077650"/>
                  <a:gd name="connsiteX0" fmla="*/ 0 w 1269894"/>
                  <a:gd name="connsiteY0" fmla="*/ 1091108 h 1091108"/>
                  <a:gd name="connsiteX1" fmla="*/ 144493 w 1269894"/>
                  <a:gd name="connsiteY1" fmla="*/ 431055 h 1091108"/>
                  <a:gd name="connsiteX2" fmla="*/ 247569 w 1269894"/>
                  <a:gd name="connsiteY2" fmla="*/ 97229 h 1091108"/>
                  <a:gd name="connsiteX3" fmla="*/ 347582 w 1269894"/>
                  <a:gd name="connsiteY3" fmla="*/ 23184 h 1091108"/>
                  <a:gd name="connsiteX4" fmla="*/ 434202 w 1269894"/>
                  <a:gd name="connsiteY4" fmla="*/ 46939 h 1091108"/>
                  <a:gd name="connsiteX5" fmla="*/ 480890 w 1269894"/>
                  <a:gd name="connsiteY5" fmla="*/ 132547 h 1091108"/>
                  <a:gd name="connsiteX6" fmla="*/ 531737 w 1269894"/>
                  <a:gd name="connsiteY6" fmla="*/ 304259 h 1091108"/>
                  <a:gd name="connsiteX7" fmla="*/ 706863 w 1269894"/>
                  <a:gd name="connsiteY7" fmla="*/ 927737 h 1091108"/>
                  <a:gd name="connsiteX8" fmla="*/ 790090 w 1269894"/>
                  <a:gd name="connsiteY8" fmla="*/ 1070798 h 1091108"/>
                  <a:gd name="connsiteX9" fmla="*/ 879717 w 1269894"/>
                  <a:gd name="connsiteY9" fmla="*/ 905729 h 1091108"/>
                  <a:gd name="connsiteX10" fmla="*/ 1049852 w 1269894"/>
                  <a:gd name="connsiteY10" fmla="*/ 125231 h 1091108"/>
                  <a:gd name="connsiteX11" fmla="*/ 1175589 w 1269894"/>
                  <a:gd name="connsiteY11" fmla="*/ 5991 h 1091108"/>
                  <a:gd name="connsiteX12" fmla="*/ 1269894 w 1269894"/>
                  <a:gd name="connsiteY12" fmla="*/ 17794 h 1091108"/>
                  <a:gd name="connsiteX0" fmla="*/ 0 w 1298709"/>
                  <a:gd name="connsiteY0" fmla="*/ 1092122 h 1092122"/>
                  <a:gd name="connsiteX1" fmla="*/ 144493 w 1298709"/>
                  <a:gd name="connsiteY1" fmla="*/ 432069 h 1092122"/>
                  <a:gd name="connsiteX2" fmla="*/ 247569 w 1298709"/>
                  <a:gd name="connsiteY2" fmla="*/ 98243 h 1092122"/>
                  <a:gd name="connsiteX3" fmla="*/ 347582 w 1298709"/>
                  <a:gd name="connsiteY3" fmla="*/ 24198 h 1092122"/>
                  <a:gd name="connsiteX4" fmla="*/ 434202 w 1298709"/>
                  <a:gd name="connsiteY4" fmla="*/ 47953 h 1092122"/>
                  <a:gd name="connsiteX5" fmla="*/ 480890 w 1298709"/>
                  <a:gd name="connsiteY5" fmla="*/ 133561 h 1092122"/>
                  <a:gd name="connsiteX6" fmla="*/ 531737 w 1298709"/>
                  <a:gd name="connsiteY6" fmla="*/ 305273 h 1092122"/>
                  <a:gd name="connsiteX7" fmla="*/ 706863 w 1298709"/>
                  <a:gd name="connsiteY7" fmla="*/ 928751 h 1092122"/>
                  <a:gd name="connsiteX8" fmla="*/ 790090 w 1298709"/>
                  <a:gd name="connsiteY8" fmla="*/ 1071812 h 1092122"/>
                  <a:gd name="connsiteX9" fmla="*/ 879717 w 1298709"/>
                  <a:gd name="connsiteY9" fmla="*/ 906743 h 1092122"/>
                  <a:gd name="connsiteX10" fmla="*/ 1049852 w 1298709"/>
                  <a:gd name="connsiteY10" fmla="*/ 126245 h 1092122"/>
                  <a:gd name="connsiteX11" fmla="*/ 1175589 w 1298709"/>
                  <a:gd name="connsiteY11" fmla="*/ 7005 h 1092122"/>
                  <a:gd name="connsiteX12" fmla="*/ 1298709 w 1298709"/>
                  <a:gd name="connsiteY12" fmla="*/ 12905 h 1092122"/>
                  <a:gd name="connsiteX0" fmla="*/ 0 w 1298709"/>
                  <a:gd name="connsiteY0" fmla="*/ 1094172 h 1094172"/>
                  <a:gd name="connsiteX1" fmla="*/ 144493 w 1298709"/>
                  <a:gd name="connsiteY1" fmla="*/ 434119 h 1094172"/>
                  <a:gd name="connsiteX2" fmla="*/ 247569 w 1298709"/>
                  <a:gd name="connsiteY2" fmla="*/ 100293 h 1094172"/>
                  <a:gd name="connsiteX3" fmla="*/ 347582 w 1298709"/>
                  <a:gd name="connsiteY3" fmla="*/ 26248 h 1094172"/>
                  <a:gd name="connsiteX4" fmla="*/ 434202 w 1298709"/>
                  <a:gd name="connsiteY4" fmla="*/ 50003 h 1094172"/>
                  <a:gd name="connsiteX5" fmla="*/ 480890 w 1298709"/>
                  <a:gd name="connsiteY5" fmla="*/ 135611 h 1094172"/>
                  <a:gd name="connsiteX6" fmla="*/ 531737 w 1298709"/>
                  <a:gd name="connsiteY6" fmla="*/ 307323 h 1094172"/>
                  <a:gd name="connsiteX7" fmla="*/ 706863 w 1298709"/>
                  <a:gd name="connsiteY7" fmla="*/ 930801 h 1094172"/>
                  <a:gd name="connsiteX8" fmla="*/ 790090 w 1298709"/>
                  <a:gd name="connsiteY8" fmla="*/ 1073862 h 1094172"/>
                  <a:gd name="connsiteX9" fmla="*/ 879717 w 1298709"/>
                  <a:gd name="connsiteY9" fmla="*/ 908793 h 1094172"/>
                  <a:gd name="connsiteX10" fmla="*/ 1049852 w 1298709"/>
                  <a:gd name="connsiteY10" fmla="*/ 128295 h 1094172"/>
                  <a:gd name="connsiteX11" fmla="*/ 1175589 w 1298709"/>
                  <a:gd name="connsiteY11" fmla="*/ 9055 h 1094172"/>
                  <a:gd name="connsiteX12" fmla="*/ 1262034 w 1298709"/>
                  <a:gd name="connsiteY12" fmla="*/ 9058 h 1094172"/>
                  <a:gd name="connsiteX13" fmla="*/ 1298709 w 1298709"/>
                  <a:gd name="connsiteY13" fmla="*/ 14955 h 1094172"/>
                  <a:gd name="connsiteX0" fmla="*/ 0 w 1523990"/>
                  <a:gd name="connsiteY0" fmla="*/ 1094172 h 1094172"/>
                  <a:gd name="connsiteX1" fmla="*/ 144493 w 1523990"/>
                  <a:gd name="connsiteY1" fmla="*/ 434119 h 1094172"/>
                  <a:gd name="connsiteX2" fmla="*/ 247569 w 1523990"/>
                  <a:gd name="connsiteY2" fmla="*/ 100293 h 1094172"/>
                  <a:gd name="connsiteX3" fmla="*/ 347582 w 1523990"/>
                  <a:gd name="connsiteY3" fmla="*/ 26248 h 1094172"/>
                  <a:gd name="connsiteX4" fmla="*/ 434202 w 1523990"/>
                  <a:gd name="connsiteY4" fmla="*/ 50003 h 1094172"/>
                  <a:gd name="connsiteX5" fmla="*/ 480890 w 1523990"/>
                  <a:gd name="connsiteY5" fmla="*/ 135611 h 1094172"/>
                  <a:gd name="connsiteX6" fmla="*/ 531737 w 1523990"/>
                  <a:gd name="connsiteY6" fmla="*/ 307323 h 1094172"/>
                  <a:gd name="connsiteX7" fmla="*/ 706863 w 1523990"/>
                  <a:gd name="connsiteY7" fmla="*/ 930801 h 1094172"/>
                  <a:gd name="connsiteX8" fmla="*/ 790090 w 1523990"/>
                  <a:gd name="connsiteY8" fmla="*/ 1073862 h 1094172"/>
                  <a:gd name="connsiteX9" fmla="*/ 879717 w 1523990"/>
                  <a:gd name="connsiteY9" fmla="*/ 908793 h 1094172"/>
                  <a:gd name="connsiteX10" fmla="*/ 1049852 w 1523990"/>
                  <a:gd name="connsiteY10" fmla="*/ 128295 h 1094172"/>
                  <a:gd name="connsiteX11" fmla="*/ 1175589 w 1523990"/>
                  <a:gd name="connsiteY11" fmla="*/ 9055 h 1094172"/>
                  <a:gd name="connsiteX12" fmla="*/ 1262034 w 1523990"/>
                  <a:gd name="connsiteY12" fmla="*/ 9058 h 1094172"/>
                  <a:gd name="connsiteX13" fmla="*/ 1523990 w 1523990"/>
                  <a:gd name="connsiteY13" fmla="*/ 1077489 h 1094172"/>
                  <a:gd name="connsiteX0" fmla="*/ 0 w 1523990"/>
                  <a:gd name="connsiteY0" fmla="*/ 1091797 h 1091797"/>
                  <a:gd name="connsiteX1" fmla="*/ 144493 w 1523990"/>
                  <a:gd name="connsiteY1" fmla="*/ 431744 h 1091797"/>
                  <a:gd name="connsiteX2" fmla="*/ 247569 w 1523990"/>
                  <a:gd name="connsiteY2" fmla="*/ 97918 h 1091797"/>
                  <a:gd name="connsiteX3" fmla="*/ 347582 w 1523990"/>
                  <a:gd name="connsiteY3" fmla="*/ 23873 h 1091797"/>
                  <a:gd name="connsiteX4" fmla="*/ 434202 w 1523990"/>
                  <a:gd name="connsiteY4" fmla="*/ 47628 h 1091797"/>
                  <a:gd name="connsiteX5" fmla="*/ 480890 w 1523990"/>
                  <a:gd name="connsiteY5" fmla="*/ 133236 h 1091797"/>
                  <a:gd name="connsiteX6" fmla="*/ 531737 w 1523990"/>
                  <a:gd name="connsiteY6" fmla="*/ 304948 h 1091797"/>
                  <a:gd name="connsiteX7" fmla="*/ 706863 w 1523990"/>
                  <a:gd name="connsiteY7" fmla="*/ 928426 h 1091797"/>
                  <a:gd name="connsiteX8" fmla="*/ 790090 w 1523990"/>
                  <a:gd name="connsiteY8" fmla="*/ 1071487 h 1091797"/>
                  <a:gd name="connsiteX9" fmla="*/ 879717 w 1523990"/>
                  <a:gd name="connsiteY9" fmla="*/ 906418 h 1091797"/>
                  <a:gd name="connsiteX10" fmla="*/ 1049852 w 1523990"/>
                  <a:gd name="connsiteY10" fmla="*/ 125920 h 1091797"/>
                  <a:gd name="connsiteX11" fmla="*/ 1175589 w 1523990"/>
                  <a:gd name="connsiteY11" fmla="*/ 6680 h 1091797"/>
                  <a:gd name="connsiteX12" fmla="*/ 1296088 w 1523990"/>
                  <a:gd name="connsiteY12" fmla="*/ 18488 h 1091797"/>
                  <a:gd name="connsiteX13" fmla="*/ 1523990 w 1523990"/>
                  <a:gd name="connsiteY13" fmla="*/ 1075114 h 1091797"/>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49852 w 1523990"/>
                  <a:gd name="connsiteY10" fmla="*/ 125144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2949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19 h 1091019"/>
                  <a:gd name="connsiteX1" fmla="*/ 144493 w 1523990"/>
                  <a:gd name="connsiteY1" fmla="*/ 430966 h 1091019"/>
                  <a:gd name="connsiteX2" fmla="*/ 247569 w 1523990"/>
                  <a:gd name="connsiteY2" fmla="*/ 97140 h 1091019"/>
                  <a:gd name="connsiteX3" fmla="*/ 347582 w 1523990"/>
                  <a:gd name="connsiteY3" fmla="*/ 23095 h 1091019"/>
                  <a:gd name="connsiteX4" fmla="*/ 434202 w 1523990"/>
                  <a:gd name="connsiteY4" fmla="*/ 46850 h 1091019"/>
                  <a:gd name="connsiteX5" fmla="*/ 480890 w 1523990"/>
                  <a:gd name="connsiteY5" fmla="*/ 132458 h 1091019"/>
                  <a:gd name="connsiteX6" fmla="*/ 531737 w 1523990"/>
                  <a:gd name="connsiteY6" fmla="*/ 304170 h 1091019"/>
                  <a:gd name="connsiteX7" fmla="*/ 706863 w 1523990"/>
                  <a:gd name="connsiteY7" fmla="*/ 927648 h 1091019"/>
                  <a:gd name="connsiteX8" fmla="*/ 790090 w 1523990"/>
                  <a:gd name="connsiteY8" fmla="*/ 1070709 h 1091019"/>
                  <a:gd name="connsiteX9" fmla="*/ 879717 w 1523990"/>
                  <a:gd name="connsiteY9" fmla="*/ 905640 h 1091019"/>
                  <a:gd name="connsiteX10" fmla="*/ 1060330 w 1523990"/>
                  <a:gd name="connsiteY10" fmla="*/ 131044 h 1091019"/>
                  <a:gd name="connsiteX11" fmla="*/ 1193926 w 1523990"/>
                  <a:gd name="connsiteY11" fmla="*/ 5903 h 1091019"/>
                  <a:gd name="connsiteX12" fmla="*/ 1282990 w 1523990"/>
                  <a:gd name="connsiteY12" fmla="*/ 23612 h 1091019"/>
                  <a:gd name="connsiteX13" fmla="*/ 1523990 w 1523990"/>
                  <a:gd name="connsiteY13" fmla="*/ 1074336 h 1091019"/>
                  <a:gd name="connsiteX0" fmla="*/ 0 w 1523990"/>
                  <a:gd name="connsiteY0" fmla="*/ 1107194 h 1107194"/>
                  <a:gd name="connsiteX1" fmla="*/ 144493 w 1523990"/>
                  <a:gd name="connsiteY1" fmla="*/ 447141 h 1107194"/>
                  <a:gd name="connsiteX2" fmla="*/ 247569 w 1523990"/>
                  <a:gd name="connsiteY2" fmla="*/ 113315 h 1107194"/>
                  <a:gd name="connsiteX3" fmla="*/ 347582 w 1523990"/>
                  <a:gd name="connsiteY3" fmla="*/ 39270 h 1107194"/>
                  <a:gd name="connsiteX4" fmla="*/ 434202 w 1523990"/>
                  <a:gd name="connsiteY4" fmla="*/ 63025 h 1107194"/>
                  <a:gd name="connsiteX5" fmla="*/ 480890 w 1523990"/>
                  <a:gd name="connsiteY5" fmla="*/ 148633 h 1107194"/>
                  <a:gd name="connsiteX6" fmla="*/ 531737 w 1523990"/>
                  <a:gd name="connsiteY6" fmla="*/ 320345 h 1107194"/>
                  <a:gd name="connsiteX7" fmla="*/ 706863 w 1523990"/>
                  <a:gd name="connsiteY7" fmla="*/ 943823 h 1107194"/>
                  <a:gd name="connsiteX8" fmla="*/ 790090 w 1523990"/>
                  <a:gd name="connsiteY8" fmla="*/ 1086884 h 1107194"/>
                  <a:gd name="connsiteX9" fmla="*/ 879717 w 1523990"/>
                  <a:gd name="connsiteY9" fmla="*/ 921815 h 1107194"/>
                  <a:gd name="connsiteX10" fmla="*/ 1060330 w 1523990"/>
                  <a:gd name="connsiteY10" fmla="*/ 147219 h 1107194"/>
                  <a:gd name="connsiteX11" fmla="*/ 1188687 w 1523990"/>
                  <a:gd name="connsiteY11" fmla="*/ 4368 h 1107194"/>
                  <a:gd name="connsiteX12" fmla="*/ 1282990 w 1523990"/>
                  <a:gd name="connsiteY12" fmla="*/ 39787 h 1107194"/>
                  <a:gd name="connsiteX13" fmla="*/ 1523990 w 1523990"/>
                  <a:gd name="connsiteY13" fmla="*/ 1090511 h 1107194"/>
                  <a:gd name="connsiteX0" fmla="*/ 0 w 1523990"/>
                  <a:gd name="connsiteY0" fmla="*/ 1151292 h 1151292"/>
                  <a:gd name="connsiteX1" fmla="*/ 144493 w 1523990"/>
                  <a:gd name="connsiteY1" fmla="*/ 491239 h 1151292"/>
                  <a:gd name="connsiteX2" fmla="*/ 247569 w 1523990"/>
                  <a:gd name="connsiteY2" fmla="*/ 157413 h 1151292"/>
                  <a:gd name="connsiteX3" fmla="*/ 347582 w 1523990"/>
                  <a:gd name="connsiteY3" fmla="*/ 83368 h 1151292"/>
                  <a:gd name="connsiteX4" fmla="*/ 434202 w 1523990"/>
                  <a:gd name="connsiteY4" fmla="*/ 107123 h 1151292"/>
                  <a:gd name="connsiteX5" fmla="*/ 480890 w 1523990"/>
                  <a:gd name="connsiteY5" fmla="*/ 192731 h 1151292"/>
                  <a:gd name="connsiteX6" fmla="*/ 531737 w 1523990"/>
                  <a:gd name="connsiteY6" fmla="*/ 364443 h 1151292"/>
                  <a:gd name="connsiteX7" fmla="*/ 706863 w 1523990"/>
                  <a:gd name="connsiteY7" fmla="*/ 987921 h 1151292"/>
                  <a:gd name="connsiteX8" fmla="*/ 790090 w 1523990"/>
                  <a:gd name="connsiteY8" fmla="*/ 1130982 h 1151292"/>
                  <a:gd name="connsiteX9" fmla="*/ 879717 w 1523990"/>
                  <a:gd name="connsiteY9" fmla="*/ 965913 h 1151292"/>
                  <a:gd name="connsiteX10" fmla="*/ 1060330 w 1523990"/>
                  <a:gd name="connsiteY10" fmla="*/ 191317 h 1151292"/>
                  <a:gd name="connsiteX11" fmla="*/ 1188687 w 1523990"/>
                  <a:gd name="connsiteY11" fmla="*/ 48466 h 1151292"/>
                  <a:gd name="connsiteX12" fmla="*/ 1204403 w 1523990"/>
                  <a:gd name="connsiteY12" fmla="*/ 66178 h 1151292"/>
                  <a:gd name="connsiteX13" fmla="*/ 1282990 w 1523990"/>
                  <a:gd name="connsiteY13" fmla="*/ 83885 h 1151292"/>
                  <a:gd name="connsiteX14" fmla="*/ 1523990 w 1523990"/>
                  <a:gd name="connsiteY14" fmla="*/ 1134609 h 1151292"/>
                  <a:gd name="connsiteX0" fmla="*/ 0 w 1523990"/>
                  <a:gd name="connsiteY0" fmla="*/ 1163238 h 1163238"/>
                  <a:gd name="connsiteX1" fmla="*/ 144493 w 1523990"/>
                  <a:gd name="connsiteY1" fmla="*/ 503185 h 1163238"/>
                  <a:gd name="connsiteX2" fmla="*/ 247569 w 1523990"/>
                  <a:gd name="connsiteY2" fmla="*/ 169359 h 1163238"/>
                  <a:gd name="connsiteX3" fmla="*/ 347582 w 1523990"/>
                  <a:gd name="connsiteY3" fmla="*/ 95314 h 1163238"/>
                  <a:gd name="connsiteX4" fmla="*/ 434202 w 1523990"/>
                  <a:gd name="connsiteY4" fmla="*/ 119069 h 1163238"/>
                  <a:gd name="connsiteX5" fmla="*/ 480890 w 1523990"/>
                  <a:gd name="connsiteY5" fmla="*/ 204677 h 1163238"/>
                  <a:gd name="connsiteX6" fmla="*/ 531737 w 1523990"/>
                  <a:gd name="connsiteY6" fmla="*/ 376389 h 1163238"/>
                  <a:gd name="connsiteX7" fmla="*/ 706863 w 1523990"/>
                  <a:gd name="connsiteY7" fmla="*/ 999867 h 1163238"/>
                  <a:gd name="connsiteX8" fmla="*/ 790090 w 1523990"/>
                  <a:gd name="connsiteY8" fmla="*/ 1142928 h 1163238"/>
                  <a:gd name="connsiteX9" fmla="*/ 879717 w 1523990"/>
                  <a:gd name="connsiteY9" fmla="*/ 977859 h 1163238"/>
                  <a:gd name="connsiteX10" fmla="*/ 1060330 w 1523990"/>
                  <a:gd name="connsiteY10" fmla="*/ 203263 h 1163238"/>
                  <a:gd name="connsiteX11" fmla="*/ 1188687 w 1523990"/>
                  <a:gd name="connsiteY11" fmla="*/ 60412 h 1163238"/>
                  <a:gd name="connsiteX12" fmla="*/ 1282990 w 1523990"/>
                  <a:gd name="connsiteY12" fmla="*/ 95831 h 1163238"/>
                  <a:gd name="connsiteX13" fmla="*/ 1523990 w 1523990"/>
                  <a:gd name="connsiteY13" fmla="*/ 1146555 h 1163238"/>
                  <a:gd name="connsiteX0" fmla="*/ 0 w 1523990"/>
                  <a:gd name="connsiteY0" fmla="*/ 1102826 h 1102826"/>
                  <a:gd name="connsiteX1" fmla="*/ 144493 w 1523990"/>
                  <a:gd name="connsiteY1" fmla="*/ 442773 h 1102826"/>
                  <a:gd name="connsiteX2" fmla="*/ 247569 w 1523990"/>
                  <a:gd name="connsiteY2" fmla="*/ 108947 h 1102826"/>
                  <a:gd name="connsiteX3" fmla="*/ 347582 w 1523990"/>
                  <a:gd name="connsiteY3" fmla="*/ 34902 h 1102826"/>
                  <a:gd name="connsiteX4" fmla="*/ 434202 w 1523990"/>
                  <a:gd name="connsiteY4" fmla="*/ 58657 h 1102826"/>
                  <a:gd name="connsiteX5" fmla="*/ 480890 w 1523990"/>
                  <a:gd name="connsiteY5" fmla="*/ 144265 h 1102826"/>
                  <a:gd name="connsiteX6" fmla="*/ 531737 w 1523990"/>
                  <a:gd name="connsiteY6" fmla="*/ 315977 h 1102826"/>
                  <a:gd name="connsiteX7" fmla="*/ 706863 w 1523990"/>
                  <a:gd name="connsiteY7" fmla="*/ 939455 h 1102826"/>
                  <a:gd name="connsiteX8" fmla="*/ 790090 w 1523990"/>
                  <a:gd name="connsiteY8" fmla="*/ 1082516 h 1102826"/>
                  <a:gd name="connsiteX9" fmla="*/ 879717 w 1523990"/>
                  <a:gd name="connsiteY9" fmla="*/ 917447 h 1102826"/>
                  <a:gd name="connsiteX10" fmla="*/ 1060330 w 1523990"/>
                  <a:gd name="connsiteY10" fmla="*/ 142851 h 1102826"/>
                  <a:gd name="connsiteX11" fmla="*/ 1188687 w 1523990"/>
                  <a:gd name="connsiteY11" fmla="*/ 0 h 1102826"/>
                  <a:gd name="connsiteX12" fmla="*/ 1282990 w 1523990"/>
                  <a:gd name="connsiteY12" fmla="*/ 35419 h 1102826"/>
                  <a:gd name="connsiteX13" fmla="*/ 1523990 w 1523990"/>
                  <a:gd name="connsiteY13" fmla="*/ 1086143 h 1102826"/>
                  <a:gd name="connsiteX0" fmla="*/ 0 w 1523990"/>
                  <a:gd name="connsiteY0" fmla="*/ 1085116 h 1085116"/>
                  <a:gd name="connsiteX1" fmla="*/ 144493 w 1523990"/>
                  <a:gd name="connsiteY1" fmla="*/ 425063 h 1085116"/>
                  <a:gd name="connsiteX2" fmla="*/ 247569 w 1523990"/>
                  <a:gd name="connsiteY2" fmla="*/ 91237 h 1085116"/>
                  <a:gd name="connsiteX3" fmla="*/ 347582 w 1523990"/>
                  <a:gd name="connsiteY3" fmla="*/ 17192 h 1085116"/>
                  <a:gd name="connsiteX4" fmla="*/ 434202 w 1523990"/>
                  <a:gd name="connsiteY4" fmla="*/ 40947 h 1085116"/>
                  <a:gd name="connsiteX5" fmla="*/ 480890 w 1523990"/>
                  <a:gd name="connsiteY5" fmla="*/ 126555 h 1085116"/>
                  <a:gd name="connsiteX6" fmla="*/ 531737 w 1523990"/>
                  <a:gd name="connsiteY6" fmla="*/ 298267 h 1085116"/>
                  <a:gd name="connsiteX7" fmla="*/ 706863 w 1523990"/>
                  <a:gd name="connsiteY7" fmla="*/ 921745 h 1085116"/>
                  <a:gd name="connsiteX8" fmla="*/ 790090 w 1523990"/>
                  <a:gd name="connsiteY8" fmla="*/ 1064806 h 1085116"/>
                  <a:gd name="connsiteX9" fmla="*/ 879717 w 1523990"/>
                  <a:gd name="connsiteY9" fmla="*/ 899737 h 1085116"/>
                  <a:gd name="connsiteX10" fmla="*/ 1060330 w 1523990"/>
                  <a:gd name="connsiteY10" fmla="*/ 125141 h 1085116"/>
                  <a:gd name="connsiteX11" fmla="*/ 1191307 w 1523990"/>
                  <a:gd name="connsiteY11" fmla="*/ 0 h 1085116"/>
                  <a:gd name="connsiteX12" fmla="*/ 1282990 w 1523990"/>
                  <a:gd name="connsiteY12" fmla="*/ 17709 h 1085116"/>
                  <a:gd name="connsiteX13" fmla="*/ 1523990 w 1523990"/>
                  <a:gd name="connsiteY13" fmla="*/ 1068433 h 1085116"/>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290849"/>
                  <a:gd name="connsiteY0" fmla="*/ 1079211 h 1079211"/>
                  <a:gd name="connsiteX1" fmla="*/ 144493 w 1290849"/>
                  <a:gd name="connsiteY1" fmla="*/ 419158 h 1079211"/>
                  <a:gd name="connsiteX2" fmla="*/ 247569 w 1290849"/>
                  <a:gd name="connsiteY2" fmla="*/ 85332 h 1079211"/>
                  <a:gd name="connsiteX3" fmla="*/ 347582 w 1290849"/>
                  <a:gd name="connsiteY3" fmla="*/ 11287 h 1079211"/>
                  <a:gd name="connsiteX4" fmla="*/ 434202 w 1290849"/>
                  <a:gd name="connsiteY4" fmla="*/ 35042 h 1079211"/>
                  <a:gd name="connsiteX5" fmla="*/ 480890 w 1290849"/>
                  <a:gd name="connsiteY5" fmla="*/ 120650 h 1079211"/>
                  <a:gd name="connsiteX6" fmla="*/ 531737 w 1290849"/>
                  <a:gd name="connsiteY6" fmla="*/ 292362 h 1079211"/>
                  <a:gd name="connsiteX7" fmla="*/ 706863 w 1290849"/>
                  <a:gd name="connsiteY7" fmla="*/ 915840 h 1079211"/>
                  <a:gd name="connsiteX8" fmla="*/ 790090 w 1290849"/>
                  <a:gd name="connsiteY8" fmla="*/ 1058901 h 1079211"/>
                  <a:gd name="connsiteX9" fmla="*/ 879717 w 1290849"/>
                  <a:gd name="connsiteY9" fmla="*/ 893832 h 1079211"/>
                  <a:gd name="connsiteX10" fmla="*/ 1060330 w 1290849"/>
                  <a:gd name="connsiteY10" fmla="*/ 119236 h 1079211"/>
                  <a:gd name="connsiteX11" fmla="*/ 1191307 w 1290849"/>
                  <a:gd name="connsiteY11" fmla="*/ 0 h 1079211"/>
                  <a:gd name="connsiteX12" fmla="*/ 1290849 w 1290849"/>
                  <a:gd name="connsiteY12" fmla="*/ 41319 h 1079211"/>
                  <a:gd name="connsiteX0" fmla="*/ 0 w 1191307"/>
                  <a:gd name="connsiteY0" fmla="*/ 1079211 h 1079211"/>
                  <a:gd name="connsiteX1" fmla="*/ 144493 w 1191307"/>
                  <a:gd name="connsiteY1" fmla="*/ 419158 h 1079211"/>
                  <a:gd name="connsiteX2" fmla="*/ 247569 w 1191307"/>
                  <a:gd name="connsiteY2" fmla="*/ 85332 h 1079211"/>
                  <a:gd name="connsiteX3" fmla="*/ 347582 w 1191307"/>
                  <a:gd name="connsiteY3" fmla="*/ 11287 h 1079211"/>
                  <a:gd name="connsiteX4" fmla="*/ 434202 w 1191307"/>
                  <a:gd name="connsiteY4" fmla="*/ 35042 h 1079211"/>
                  <a:gd name="connsiteX5" fmla="*/ 480890 w 1191307"/>
                  <a:gd name="connsiteY5" fmla="*/ 120650 h 1079211"/>
                  <a:gd name="connsiteX6" fmla="*/ 531737 w 1191307"/>
                  <a:gd name="connsiteY6" fmla="*/ 292362 h 1079211"/>
                  <a:gd name="connsiteX7" fmla="*/ 706863 w 1191307"/>
                  <a:gd name="connsiteY7" fmla="*/ 915840 h 1079211"/>
                  <a:gd name="connsiteX8" fmla="*/ 790090 w 1191307"/>
                  <a:gd name="connsiteY8" fmla="*/ 1058901 h 1079211"/>
                  <a:gd name="connsiteX9" fmla="*/ 879717 w 1191307"/>
                  <a:gd name="connsiteY9" fmla="*/ 893832 h 1079211"/>
                  <a:gd name="connsiteX10" fmla="*/ 1060330 w 1191307"/>
                  <a:gd name="connsiteY10" fmla="*/ 119236 h 1079211"/>
                  <a:gd name="connsiteX11" fmla="*/ 1191307 w 1191307"/>
                  <a:gd name="connsiteY11" fmla="*/ 0 h 1079211"/>
                  <a:gd name="connsiteX0" fmla="*/ 0 w 1060330"/>
                  <a:gd name="connsiteY0" fmla="*/ 1070424 h 1070424"/>
                  <a:gd name="connsiteX1" fmla="*/ 144493 w 1060330"/>
                  <a:gd name="connsiteY1" fmla="*/ 410371 h 1070424"/>
                  <a:gd name="connsiteX2" fmla="*/ 247569 w 1060330"/>
                  <a:gd name="connsiteY2" fmla="*/ 76545 h 1070424"/>
                  <a:gd name="connsiteX3" fmla="*/ 347582 w 1060330"/>
                  <a:gd name="connsiteY3" fmla="*/ 2500 h 1070424"/>
                  <a:gd name="connsiteX4" fmla="*/ 434202 w 1060330"/>
                  <a:gd name="connsiteY4" fmla="*/ 26255 h 1070424"/>
                  <a:gd name="connsiteX5" fmla="*/ 480890 w 1060330"/>
                  <a:gd name="connsiteY5" fmla="*/ 111863 h 1070424"/>
                  <a:gd name="connsiteX6" fmla="*/ 531737 w 1060330"/>
                  <a:gd name="connsiteY6" fmla="*/ 283575 h 1070424"/>
                  <a:gd name="connsiteX7" fmla="*/ 706863 w 1060330"/>
                  <a:gd name="connsiteY7" fmla="*/ 907053 h 1070424"/>
                  <a:gd name="connsiteX8" fmla="*/ 790090 w 1060330"/>
                  <a:gd name="connsiteY8" fmla="*/ 1050114 h 1070424"/>
                  <a:gd name="connsiteX9" fmla="*/ 879717 w 1060330"/>
                  <a:gd name="connsiteY9" fmla="*/ 885045 h 1070424"/>
                  <a:gd name="connsiteX10" fmla="*/ 1060330 w 1060330"/>
                  <a:gd name="connsiteY10" fmla="*/ 110449 h 1070424"/>
                  <a:gd name="connsiteX0" fmla="*/ 0 w 879717"/>
                  <a:gd name="connsiteY0" fmla="*/ 1070424 h 1070424"/>
                  <a:gd name="connsiteX1" fmla="*/ 144493 w 879717"/>
                  <a:gd name="connsiteY1" fmla="*/ 410371 h 1070424"/>
                  <a:gd name="connsiteX2" fmla="*/ 247569 w 879717"/>
                  <a:gd name="connsiteY2" fmla="*/ 76545 h 1070424"/>
                  <a:gd name="connsiteX3" fmla="*/ 347582 w 879717"/>
                  <a:gd name="connsiteY3" fmla="*/ 2500 h 1070424"/>
                  <a:gd name="connsiteX4" fmla="*/ 434202 w 879717"/>
                  <a:gd name="connsiteY4" fmla="*/ 26255 h 1070424"/>
                  <a:gd name="connsiteX5" fmla="*/ 480890 w 879717"/>
                  <a:gd name="connsiteY5" fmla="*/ 111863 h 1070424"/>
                  <a:gd name="connsiteX6" fmla="*/ 531737 w 879717"/>
                  <a:gd name="connsiteY6" fmla="*/ 283575 h 1070424"/>
                  <a:gd name="connsiteX7" fmla="*/ 706863 w 879717"/>
                  <a:gd name="connsiteY7" fmla="*/ 907053 h 1070424"/>
                  <a:gd name="connsiteX8" fmla="*/ 790090 w 879717"/>
                  <a:gd name="connsiteY8" fmla="*/ 1050114 h 1070424"/>
                  <a:gd name="connsiteX9" fmla="*/ 879717 w 879717"/>
                  <a:gd name="connsiteY9" fmla="*/ 885045 h 1070424"/>
                  <a:gd name="connsiteX0" fmla="*/ 0 w 790090"/>
                  <a:gd name="connsiteY0" fmla="*/ 1070424 h 1070424"/>
                  <a:gd name="connsiteX1" fmla="*/ 144493 w 790090"/>
                  <a:gd name="connsiteY1" fmla="*/ 410371 h 1070424"/>
                  <a:gd name="connsiteX2" fmla="*/ 247569 w 790090"/>
                  <a:gd name="connsiteY2" fmla="*/ 76545 h 1070424"/>
                  <a:gd name="connsiteX3" fmla="*/ 347582 w 790090"/>
                  <a:gd name="connsiteY3" fmla="*/ 2500 h 1070424"/>
                  <a:gd name="connsiteX4" fmla="*/ 434202 w 790090"/>
                  <a:gd name="connsiteY4" fmla="*/ 26255 h 1070424"/>
                  <a:gd name="connsiteX5" fmla="*/ 480890 w 790090"/>
                  <a:gd name="connsiteY5" fmla="*/ 111863 h 1070424"/>
                  <a:gd name="connsiteX6" fmla="*/ 531737 w 790090"/>
                  <a:gd name="connsiteY6" fmla="*/ 283575 h 1070424"/>
                  <a:gd name="connsiteX7" fmla="*/ 706863 w 790090"/>
                  <a:gd name="connsiteY7" fmla="*/ 907053 h 1070424"/>
                  <a:gd name="connsiteX8" fmla="*/ 790090 w 790090"/>
                  <a:gd name="connsiteY8" fmla="*/ 1050114 h 1070424"/>
                  <a:gd name="connsiteX0" fmla="*/ 0 w 813775"/>
                  <a:gd name="connsiteY0" fmla="*/ 1070424 h 1070424"/>
                  <a:gd name="connsiteX1" fmla="*/ 144493 w 813775"/>
                  <a:gd name="connsiteY1" fmla="*/ 410371 h 1070424"/>
                  <a:gd name="connsiteX2" fmla="*/ 247569 w 813775"/>
                  <a:gd name="connsiteY2" fmla="*/ 76545 h 1070424"/>
                  <a:gd name="connsiteX3" fmla="*/ 347582 w 813775"/>
                  <a:gd name="connsiteY3" fmla="*/ 2500 h 1070424"/>
                  <a:gd name="connsiteX4" fmla="*/ 434202 w 813775"/>
                  <a:gd name="connsiteY4" fmla="*/ 26255 h 1070424"/>
                  <a:gd name="connsiteX5" fmla="*/ 480890 w 813775"/>
                  <a:gd name="connsiteY5" fmla="*/ 111863 h 1070424"/>
                  <a:gd name="connsiteX6" fmla="*/ 531737 w 813775"/>
                  <a:gd name="connsiteY6" fmla="*/ 283575 h 1070424"/>
                  <a:gd name="connsiteX7" fmla="*/ 706863 w 813775"/>
                  <a:gd name="connsiteY7" fmla="*/ 907053 h 1070424"/>
                  <a:gd name="connsiteX8" fmla="*/ 790090 w 813775"/>
                  <a:gd name="connsiteY8" fmla="*/ 1050114 h 1070424"/>
                  <a:gd name="connsiteX9" fmla="*/ 813775 w 813775"/>
                  <a:gd name="connsiteY9" fmla="*/ 1039011 h 107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775" h="1070424">
                    <a:moveTo>
                      <a:pt x="0" y="1070424"/>
                    </a:moveTo>
                    <a:cubicBezTo>
                      <a:pt x="31853" y="916813"/>
                      <a:pt x="103232" y="576018"/>
                      <a:pt x="144493" y="410371"/>
                    </a:cubicBezTo>
                    <a:cubicBezTo>
                      <a:pt x="185755" y="244725"/>
                      <a:pt x="213721" y="144523"/>
                      <a:pt x="247569" y="76545"/>
                    </a:cubicBezTo>
                    <a:cubicBezTo>
                      <a:pt x="281417" y="8567"/>
                      <a:pt x="316477" y="10882"/>
                      <a:pt x="347582" y="2500"/>
                    </a:cubicBezTo>
                    <a:cubicBezTo>
                      <a:pt x="378687" y="-5882"/>
                      <a:pt x="411984" y="8028"/>
                      <a:pt x="434202" y="26255"/>
                    </a:cubicBezTo>
                    <a:cubicBezTo>
                      <a:pt x="456420" y="44482"/>
                      <a:pt x="464634" y="68976"/>
                      <a:pt x="480890" y="111863"/>
                    </a:cubicBezTo>
                    <a:cubicBezTo>
                      <a:pt x="497146" y="154750"/>
                      <a:pt x="522535" y="253408"/>
                      <a:pt x="531737" y="283575"/>
                    </a:cubicBezTo>
                    <a:cubicBezTo>
                      <a:pt x="540939" y="313742"/>
                      <a:pt x="669772" y="802963"/>
                      <a:pt x="706863" y="907053"/>
                    </a:cubicBezTo>
                    <a:cubicBezTo>
                      <a:pt x="743954" y="1011143"/>
                      <a:pt x="770711" y="1053150"/>
                      <a:pt x="790090" y="1050114"/>
                    </a:cubicBezTo>
                    <a:cubicBezTo>
                      <a:pt x="807909" y="1072107"/>
                      <a:pt x="808841" y="1041324"/>
                      <a:pt x="813775" y="1039011"/>
                    </a:cubicBezTo>
                  </a:path>
                </a:pathLst>
              </a:custGeom>
              <a:noFill/>
              <a:ln w="31750" cap="rnd" cmpd="sng" algn="ctr">
                <a:solidFill>
                  <a:srgbClr val="00B050"/>
                </a:solidFill>
                <a:prstDash val="sysDash"/>
                <a:round/>
              </a:ln>
              <a:effectLst/>
            </p:spPr>
            <p:txBody>
              <a:bodyPr rtlCol="0" anchor="ctr"/>
              <a:lstStyle/>
              <a:p>
                <a:pPr algn="ctr">
                  <a:defRPr/>
                </a:pPr>
                <a:endParaRPr lang="en-US" kern="0">
                  <a:solidFill>
                    <a:prstClr val="white"/>
                  </a:solidFill>
                  <a:latin typeface="Calibri"/>
                </a:endParaRPr>
              </a:p>
            </p:txBody>
          </p:sp>
          <p:sp>
            <p:nvSpPr>
              <p:cNvPr id="1197" name="Freeform 11">
                <a:extLst>
                  <a:ext uri="{FF2B5EF4-FFF2-40B4-BE49-F238E27FC236}">
                    <a16:creationId xmlns:a16="http://schemas.microsoft.com/office/drawing/2014/main" id="{F8109C9B-1764-95FD-2151-ABD8E0099DA3}"/>
                  </a:ext>
                </a:extLst>
              </p:cNvPr>
              <p:cNvSpPr/>
              <p:nvPr/>
            </p:nvSpPr>
            <p:spPr>
              <a:xfrm>
                <a:off x="3711908" y="3178042"/>
                <a:ext cx="955076" cy="686311"/>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57000"/>
                  <a:gd name="connsiteY0" fmla="*/ 1149843 h 1149843"/>
                  <a:gd name="connsiteX1" fmla="*/ 144493 w 1057000"/>
                  <a:gd name="connsiteY1" fmla="*/ 489790 h 1149843"/>
                  <a:gd name="connsiteX2" fmla="*/ 247569 w 1057000"/>
                  <a:gd name="connsiteY2" fmla="*/ 155964 h 1149843"/>
                  <a:gd name="connsiteX3" fmla="*/ 347582 w 1057000"/>
                  <a:gd name="connsiteY3" fmla="*/ 81919 h 1149843"/>
                  <a:gd name="connsiteX4" fmla="*/ 434202 w 1057000"/>
                  <a:gd name="connsiteY4" fmla="*/ 105674 h 1149843"/>
                  <a:gd name="connsiteX5" fmla="*/ 480890 w 1057000"/>
                  <a:gd name="connsiteY5" fmla="*/ 191282 h 1149843"/>
                  <a:gd name="connsiteX6" fmla="*/ 531737 w 1057000"/>
                  <a:gd name="connsiteY6" fmla="*/ 362994 h 1149843"/>
                  <a:gd name="connsiteX7" fmla="*/ 706863 w 1057000"/>
                  <a:gd name="connsiteY7" fmla="*/ 986472 h 1149843"/>
                  <a:gd name="connsiteX8" fmla="*/ 790090 w 1057000"/>
                  <a:gd name="connsiteY8" fmla="*/ 1129533 h 1149843"/>
                  <a:gd name="connsiteX9" fmla="*/ 879717 w 1057000"/>
                  <a:gd name="connsiteY9" fmla="*/ 964464 h 1149843"/>
                  <a:gd name="connsiteX10" fmla="*/ 1047232 w 1057000"/>
                  <a:gd name="connsiteY10" fmla="*/ 71810 h 1149843"/>
                  <a:gd name="connsiteX11" fmla="*/ 1036754 w 1057000"/>
                  <a:gd name="connsiteY11" fmla="*/ 52921 h 1149843"/>
                  <a:gd name="connsiteX0" fmla="*/ 0 w 1259433"/>
                  <a:gd name="connsiteY0" fmla="*/ 1142099 h 1142099"/>
                  <a:gd name="connsiteX1" fmla="*/ 144493 w 1259433"/>
                  <a:gd name="connsiteY1" fmla="*/ 482046 h 1142099"/>
                  <a:gd name="connsiteX2" fmla="*/ 247569 w 1259433"/>
                  <a:gd name="connsiteY2" fmla="*/ 148220 h 1142099"/>
                  <a:gd name="connsiteX3" fmla="*/ 347582 w 1259433"/>
                  <a:gd name="connsiteY3" fmla="*/ 74175 h 1142099"/>
                  <a:gd name="connsiteX4" fmla="*/ 434202 w 1259433"/>
                  <a:gd name="connsiteY4" fmla="*/ 97930 h 1142099"/>
                  <a:gd name="connsiteX5" fmla="*/ 480890 w 1259433"/>
                  <a:gd name="connsiteY5" fmla="*/ 183538 h 1142099"/>
                  <a:gd name="connsiteX6" fmla="*/ 531737 w 1259433"/>
                  <a:gd name="connsiteY6" fmla="*/ 355250 h 1142099"/>
                  <a:gd name="connsiteX7" fmla="*/ 706863 w 1259433"/>
                  <a:gd name="connsiteY7" fmla="*/ 978728 h 1142099"/>
                  <a:gd name="connsiteX8" fmla="*/ 790090 w 1259433"/>
                  <a:gd name="connsiteY8" fmla="*/ 1121789 h 1142099"/>
                  <a:gd name="connsiteX9" fmla="*/ 879717 w 1259433"/>
                  <a:gd name="connsiteY9" fmla="*/ 956720 h 1142099"/>
                  <a:gd name="connsiteX10" fmla="*/ 1047232 w 1259433"/>
                  <a:gd name="connsiteY10" fmla="*/ 64066 h 1142099"/>
                  <a:gd name="connsiteX11" fmla="*/ 1259415 w 1259433"/>
                  <a:gd name="connsiteY11" fmla="*/ 74690 h 1142099"/>
                  <a:gd name="connsiteX0" fmla="*/ 0 w 1259433"/>
                  <a:gd name="connsiteY0" fmla="*/ 1100639 h 1100639"/>
                  <a:gd name="connsiteX1" fmla="*/ 144493 w 1259433"/>
                  <a:gd name="connsiteY1" fmla="*/ 440586 h 1100639"/>
                  <a:gd name="connsiteX2" fmla="*/ 247569 w 1259433"/>
                  <a:gd name="connsiteY2" fmla="*/ 106760 h 1100639"/>
                  <a:gd name="connsiteX3" fmla="*/ 347582 w 1259433"/>
                  <a:gd name="connsiteY3" fmla="*/ 32715 h 1100639"/>
                  <a:gd name="connsiteX4" fmla="*/ 434202 w 1259433"/>
                  <a:gd name="connsiteY4" fmla="*/ 56470 h 1100639"/>
                  <a:gd name="connsiteX5" fmla="*/ 480890 w 1259433"/>
                  <a:gd name="connsiteY5" fmla="*/ 142078 h 1100639"/>
                  <a:gd name="connsiteX6" fmla="*/ 531737 w 1259433"/>
                  <a:gd name="connsiteY6" fmla="*/ 313790 h 1100639"/>
                  <a:gd name="connsiteX7" fmla="*/ 706863 w 1259433"/>
                  <a:gd name="connsiteY7" fmla="*/ 937268 h 1100639"/>
                  <a:gd name="connsiteX8" fmla="*/ 790090 w 1259433"/>
                  <a:gd name="connsiteY8" fmla="*/ 1080329 h 1100639"/>
                  <a:gd name="connsiteX9" fmla="*/ 879717 w 1259433"/>
                  <a:gd name="connsiteY9" fmla="*/ 915260 h 1100639"/>
                  <a:gd name="connsiteX10" fmla="*/ 1044612 w 1259433"/>
                  <a:gd name="connsiteY10" fmla="*/ 81634 h 1100639"/>
                  <a:gd name="connsiteX11" fmla="*/ 1259415 w 1259433"/>
                  <a:gd name="connsiteY11" fmla="*/ 33230 h 1100639"/>
                  <a:gd name="connsiteX0" fmla="*/ 0 w 1269911"/>
                  <a:gd name="connsiteY0" fmla="*/ 1089122 h 1089122"/>
                  <a:gd name="connsiteX1" fmla="*/ 144493 w 1269911"/>
                  <a:gd name="connsiteY1" fmla="*/ 429069 h 1089122"/>
                  <a:gd name="connsiteX2" fmla="*/ 247569 w 1269911"/>
                  <a:gd name="connsiteY2" fmla="*/ 95243 h 1089122"/>
                  <a:gd name="connsiteX3" fmla="*/ 347582 w 1269911"/>
                  <a:gd name="connsiteY3" fmla="*/ 21198 h 1089122"/>
                  <a:gd name="connsiteX4" fmla="*/ 434202 w 1269911"/>
                  <a:gd name="connsiteY4" fmla="*/ 44953 h 1089122"/>
                  <a:gd name="connsiteX5" fmla="*/ 480890 w 1269911"/>
                  <a:gd name="connsiteY5" fmla="*/ 130561 h 1089122"/>
                  <a:gd name="connsiteX6" fmla="*/ 531737 w 1269911"/>
                  <a:gd name="connsiteY6" fmla="*/ 302273 h 1089122"/>
                  <a:gd name="connsiteX7" fmla="*/ 706863 w 1269911"/>
                  <a:gd name="connsiteY7" fmla="*/ 925751 h 1089122"/>
                  <a:gd name="connsiteX8" fmla="*/ 790090 w 1269911"/>
                  <a:gd name="connsiteY8" fmla="*/ 1068812 h 1089122"/>
                  <a:gd name="connsiteX9" fmla="*/ 879717 w 1269911"/>
                  <a:gd name="connsiteY9" fmla="*/ 903743 h 1089122"/>
                  <a:gd name="connsiteX10" fmla="*/ 1044612 w 1269911"/>
                  <a:gd name="connsiteY10" fmla="*/ 70117 h 1089122"/>
                  <a:gd name="connsiteX11" fmla="*/ 1269894 w 1269911"/>
                  <a:gd name="connsiteY11" fmla="*/ 57130 h 1089122"/>
                  <a:gd name="connsiteX0" fmla="*/ 0 w 1269911"/>
                  <a:gd name="connsiteY0" fmla="*/ 1102925 h 1102925"/>
                  <a:gd name="connsiteX1" fmla="*/ 144493 w 1269911"/>
                  <a:gd name="connsiteY1" fmla="*/ 442872 h 1102925"/>
                  <a:gd name="connsiteX2" fmla="*/ 247569 w 1269911"/>
                  <a:gd name="connsiteY2" fmla="*/ 109046 h 1102925"/>
                  <a:gd name="connsiteX3" fmla="*/ 347582 w 1269911"/>
                  <a:gd name="connsiteY3" fmla="*/ 35001 h 1102925"/>
                  <a:gd name="connsiteX4" fmla="*/ 434202 w 1269911"/>
                  <a:gd name="connsiteY4" fmla="*/ 58756 h 1102925"/>
                  <a:gd name="connsiteX5" fmla="*/ 480890 w 1269911"/>
                  <a:gd name="connsiteY5" fmla="*/ 144364 h 1102925"/>
                  <a:gd name="connsiteX6" fmla="*/ 531737 w 1269911"/>
                  <a:gd name="connsiteY6" fmla="*/ 316076 h 1102925"/>
                  <a:gd name="connsiteX7" fmla="*/ 706863 w 1269911"/>
                  <a:gd name="connsiteY7" fmla="*/ 939554 h 1102925"/>
                  <a:gd name="connsiteX8" fmla="*/ 790090 w 1269911"/>
                  <a:gd name="connsiteY8" fmla="*/ 1082615 h 1102925"/>
                  <a:gd name="connsiteX9" fmla="*/ 879717 w 1269911"/>
                  <a:gd name="connsiteY9" fmla="*/ 917546 h 1102925"/>
                  <a:gd name="connsiteX10" fmla="*/ 1044612 w 1269911"/>
                  <a:gd name="connsiteY10" fmla="*/ 83920 h 1102925"/>
                  <a:gd name="connsiteX11" fmla="*/ 1269894 w 1269911"/>
                  <a:gd name="connsiteY11" fmla="*/ 29611 h 1102925"/>
                  <a:gd name="connsiteX0" fmla="*/ 0 w 1269911"/>
                  <a:gd name="connsiteY0" fmla="*/ 1074539 h 1074539"/>
                  <a:gd name="connsiteX1" fmla="*/ 144493 w 1269911"/>
                  <a:gd name="connsiteY1" fmla="*/ 414486 h 1074539"/>
                  <a:gd name="connsiteX2" fmla="*/ 247569 w 1269911"/>
                  <a:gd name="connsiteY2" fmla="*/ 80660 h 1074539"/>
                  <a:gd name="connsiteX3" fmla="*/ 347582 w 1269911"/>
                  <a:gd name="connsiteY3" fmla="*/ 6615 h 1074539"/>
                  <a:gd name="connsiteX4" fmla="*/ 434202 w 1269911"/>
                  <a:gd name="connsiteY4" fmla="*/ 30370 h 1074539"/>
                  <a:gd name="connsiteX5" fmla="*/ 480890 w 1269911"/>
                  <a:gd name="connsiteY5" fmla="*/ 115978 h 1074539"/>
                  <a:gd name="connsiteX6" fmla="*/ 531737 w 1269911"/>
                  <a:gd name="connsiteY6" fmla="*/ 287690 h 1074539"/>
                  <a:gd name="connsiteX7" fmla="*/ 706863 w 1269911"/>
                  <a:gd name="connsiteY7" fmla="*/ 911168 h 1074539"/>
                  <a:gd name="connsiteX8" fmla="*/ 790090 w 1269911"/>
                  <a:gd name="connsiteY8" fmla="*/ 1054229 h 1074539"/>
                  <a:gd name="connsiteX9" fmla="*/ 879717 w 1269911"/>
                  <a:gd name="connsiteY9" fmla="*/ 889160 h 1074539"/>
                  <a:gd name="connsiteX10" fmla="*/ 1044612 w 1269911"/>
                  <a:gd name="connsiteY10" fmla="*/ 120467 h 1074539"/>
                  <a:gd name="connsiteX11" fmla="*/ 1269894 w 1269911"/>
                  <a:gd name="connsiteY11" fmla="*/ 1225 h 1074539"/>
                  <a:gd name="connsiteX0" fmla="*/ 0 w 1269911"/>
                  <a:gd name="connsiteY0" fmla="*/ 1073314 h 1073314"/>
                  <a:gd name="connsiteX1" fmla="*/ 144493 w 1269911"/>
                  <a:gd name="connsiteY1" fmla="*/ 413261 h 1073314"/>
                  <a:gd name="connsiteX2" fmla="*/ 247569 w 1269911"/>
                  <a:gd name="connsiteY2" fmla="*/ 79435 h 1073314"/>
                  <a:gd name="connsiteX3" fmla="*/ 347582 w 1269911"/>
                  <a:gd name="connsiteY3" fmla="*/ 5390 h 1073314"/>
                  <a:gd name="connsiteX4" fmla="*/ 434202 w 1269911"/>
                  <a:gd name="connsiteY4" fmla="*/ 29145 h 1073314"/>
                  <a:gd name="connsiteX5" fmla="*/ 480890 w 1269911"/>
                  <a:gd name="connsiteY5" fmla="*/ 114753 h 1073314"/>
                  <a:gd name="connsiteX6" fmla="*/ 531737 w 1269911"/>
                  <a:gd name="connsiteY6" fmla="*/ 286465 h 1073314"/>
                  <a:gd name="connsiteX7" fmla="*/ 706863 w 1269911"/>
                  <a:gd name="connsiteY7" fmla="*/ 909943 h 1073314"/>
                  <a:gd name="connsiteX8" fmla="*/ 790090 w 1269911"/>
                  <a:gd name="connsiteY8" fmla="*/ 1053004 h 1073314"/>
                  <a:gd name="connsiteX9" fmla="*/ 879717 w 1269911"/>
                  <a:gd name="connsiteY9" fmla="*/ 887935 h 1073314"/>
                  <a:gd name="connsiteX10" fmla="*/ 1047231 w 1269911"/>
                  <a:gd name="connsiteY10" fmla="*/ 160563 h 1073314"/>
                  <a:gd name="connsiteX11" fmla="*/ 1269894 w 1269911"/>
                  <a:gd name="connsiteY11" fmla="*/ 0 h 1073314"/>
                  <a:gd name="connsiteX0" fmla="*/ 0 w 1269912"/>
                  <a:gd name="connsiteY0" fmla="*/ 1077650 h 1077650"/>
                  <a:gd name="connsiteX1" fmla="*/ 144493 w 1269912"/>
                  <a:gd name="connsiteY1" fmla="*/ 417597 h 1077650"/>
                  <a:gd name="connsiteX2" fmla="*/ 247569 w 1269912"/>
                  <a:gd name="connsiteY2" fmla="*/ 83771 h 1077650"/>
                  <a:gd name="connsiteX3" fmla="*/ 347582 w 1269912"/>
                  <a:gd name="connsiteY3" fmla="*/ 9726 h 1077650"/>
                  <a:gd name="connsiteX4" fmla="*/ 434202 w 1269912"/>
                  <a:gd name="connsiteY4" fmla="*/ 33481 h 1077650"/>
                  <a:gd name="connsiteX5" fmla="*/ 480890 w 1269912"/>
                  <a:gd name="connsiteY5" fmla="*/ 119089 h 1077650"/>
                  <a:gd name="connsiteX6" fmla="*/ 531737 w 1269912"/>
                  <a:gd name="connsiteY6" fmla="*/ 290801 h 1077650"/>
                  <a:gd name="connsiteX7" fmla="*/ 706863 w 1269912"/>
                  <a:gd name="connsiteY7" fmla="*/ 914279 h 1077650"/>
                  <a:gd name="connsiteX8" fmla="*/ 790090 w 1269912"/>
                  <a:gd name="connsiteY8" fmla="*/ 1057340 h 1077650"/>
                  <a:gd name="connsiteX9" fmla="*/ 879717 w 1269912"/>
                  <a:gd name="connsiteY9" fmla="*/ 892271 h 1077650"/>
                  <a:gd name="connsiteX10" fmla="*/ 1049852 w 1269912"/>
                  <a:gd name="connsiteY10" fmla="*/ 111773 h 1077650"/>
                  <a:gd name="connsiteX11" fmla="*/ 1269894 w 1269912"/>
                  <a:gd name="connsiteY11" fmla="*/ 4336 h 1077650"/>
                  <a:gd name="connsiteX0" fmla="*/ 0 w 1269894"/>
                  <a:gd name="connsiteY0" fmla="*/ 1091108 h 1091108"/>
                  <a:gd name="connsiteX1" fmla="*/ 144493 w 1269894"/>
                  <a:gd name="connsiteY1" fmla="*/ 431055 h 1091108"/>
                  <a:gd name="connsiteX2" fmla="*/ 247569 w 1269894"/>
                  <a:gd name="connsiteY2" fmla="*/ 97229 h 1091108"/>
                  <a:gd name="connsiteX3" fmla="*/ 347582 w 1269894"/>
                  <a:gd name="connsiteY3" fmla="*/ 23184 h 1091108"/>
                  <a:gd name="connsiteX4" fmla="*/ 434202 w 1269894"/>
                  <a:gd name="connsiteY4" fmla="*/ 46939 h 1091108"/>
                  <a:gd name="connsiteX5" fmla="*/ 480890 w 1269894"/>
                  <a:gd name="connsiteY5" fmla="*/ 132547 h 1091108"/>
                  <a:gd name="connsiteX6" fmla="*/ 531737 w 1269894"/>
                  <a:gd name="connsiteY6" fmla="*/ 304259 h 1091108"/>
                  <a:gd name="connsiteX7" fmla="*/ 706863 w 1269894"/>
                  <a:gd name="connsiteY7" fmla="*/ 927737 h 1091108"/>
                  <a:gd name="connsiteX8" fmla="*/ 790090 w 1269894"/>
                  <a:gd name="connsiteY8" fmla="*/ 1070798 h 1091108"/>
                  <a:gd name="connsiteX9" fmla="*/ 879717 w 1269894"/>
                  <a:gd name="connsiteY9" fmla="*/ 905729 h 1091108"/>
                  <a:gd name="connsiteX10" fmla="*/ 1049852 w 1269894"/>
                  <a:gd name="connsiteY10" fmla="*/ 125231 h 1091108"/>
                  <a:gd name="connsiteX11" fmla="*/ 1175589 w 1269894"/>
                  <a:gd name="connsiteY11" fmla="*/ 5991 h 1091108"/>
                  <a:gd name="connsiteX12" fmla="*/ 1269894 w 1269894"/>
                  <a:gd name="connsiteY12" fmla="*/ 17794 h 1091108"/>
                  <a:gd name="connsiteX0" fmla="*/ 0 w 1298709"/>
                  <a:gd name="connsiteY0" fmla="*/ 1092122 h 1092122"/>
                  <a:gd name="connsiteX1" fmla="*/ 144493 w 1298709"/>
                  <a:gd name="connsiteY1" fmla="*/ 432069 h 1092122"/>
                  <a:gd name="connsiteX2" fmla="*/ 247569 w 1298709"/>
                  <a:gd name="connsiteY2" fmla="*/ 98243 h 1092122"/>
                  <a:gd name="connsiteX3" fmla="*/ 347582 w 1298709"/>
                  <a:gd name="connsiteY3" fmla="*/ 24198 h 1092122"/>
                  <a:gd name="connsiteX4" fmla="*/ 434202 w 1298709"/>
                  <a:gd name="connsiteY4" fmla="*/ 47953 h 1092122"/>
                  <a:gd name="connsiteX5" fmla="*/ 480890 w 1298709"/>
                  <a:gd name="connsiteY5" fmla="*/ 133561 h 1092122"/>
                  <a:gd name="connsiteX6" fmla="*/ 531737 w 1298709"/>
                  <a:gd name="connsiteY6" fmla="*/ 305273 h 1092122"/>
                  <a:gd name="connsiteX7" fmla="*/ 706863 w 1298709"/>
                  <a:gd name="connsiteY7" fmla="*/ 928751 h 1092122"/>
                  <a:gd name="connsiteX8" fmla="*/ 790090 w 1298709"/>
                  <a:gd name="connsiteY8" fmla="*/ 1071812 h 1092122"/>
                  <a:gd name="connsiteX9" fmla="*/ 879717 w 1298709"/>
                  <a:gd name="connsiteY9" fmla="*/ 906743 h 1092122"/>
                  <a:gd name="connsiteX10" fmla="*/ 1049852 w 1298709"/>
                  <a:gd name="connsiteY10" fmla="*/ 126245 h 1092122"/>
                  <a:gd name="connsiteX11" fmla="*/ 1175589 w 1298709"/>
                  <a:gd name="connsiteY11" fmla="*/ 7005 h 1092122"/>
                  <a:gd name="connsiteX12" fmla="*/ 1298709 w 1298709"/>
                  <a:gd name="connsiteY12" fmla="*/ 12905 h 1092122"/>
                  <a:gd name="connsiteX0" fmla="*/ 0 w 1298709"/>
                  <a:gd name="connsiteY0" fmla="*/ 1094172 h 1094172"/>
                  <a:gd name="connsiteX1" fmla="*/ 144493 w 1298709"/>
                  <a:gd name="connsiteY1" fmla="*/ 434119 h 1094172"/>
                  <a:gd name="connsiteX2" fmla="*/ 247569 w 1298709"/>
                  <a:gd name="connsiteY2" fmla="*/ 100293 h 1094172"/>
                  <a:gd name="connsiteX3" fmla="*/ 347582 w 1298709"/>
                  <a:gd name="connsiteY3" fmla="*/ 26248 h 1094172"/>
                  <a:gd name="connsiteX4" fmla="*/ 434202 w 1298709"/>
                  <a:gd name="connsiteY4" fmla="*/ 50003 h 1094172"/>
                  <a:gd name="connsiteX5" fmla="*/ 480890 w 1298709"/>
                  <a:gd name="connsiteY5" fmla="*/ 135611 h 1094172"/>
                  <a:gd name="connsiteX6" fmla="*/ 531737 w 1298709"/>
                  <a:gd name="connsiteY6" fmla="*/ 307323 h 1094172"/>
                  <a:gd name="connsiteX7" fmla="*/ 706863 w 1298709"/>
                  <a:gd name="connsiteY7" fmla="*/ 930801 h 1094172"/>
                  <a:gd name="connsiteX8" fmla="*/ 790090 w 1298709"/>
                  <a:gd name="connsiteY8" fmla="*/ 1073862 h 1094172"/>
                  <a:gd name="connsiteX9" fmla="*/ 879717 w 1298709"/>
                  <a:gd name="connsiteY9" fmla="*/ 908793 h 1094172"/>
                  <a:gd name="connsiteX10" fmla="*/ 1049852 w 1298709"/>
                  <a:gd name="connsiteY10" fmla="*/ 128295 h 1094172"/>
                  <a:gd name="connsiteX11" fmla="*/ 1175589 w 1298709"/>
                  <a:gd name="connsiteY11" fmla="*/ 9055 h 1094172"/>
                  <a:gd name="connsiteX12" fmla="*/ 1262034 w 1298709"/>
                  <a:gd name="connsiteY12" fmla="*/ 9058 h 1094172"/>
                  <a:gd name="connsiteX13" fmla="*/ 1298709 w 1298709"/>
                  <a:gd name="connsiteY13" fmla="*/ 14955 h 1094172"/>
                  <a:gd name="connsiteX0" fmla="*/ 0 w 1523990"/>
                  <a:gd name="connsiteY0" fmla="*/ 1094172 h 1094172"/>
                  <a:gd name="connsiteX1" fmla="*/ 144493 w 1523990"/>
                  <a:gd name="connsiteY1" fmla="*/ 434119 h 1094172"/>
                  <a:gd name="connsiteX2" fmla="*/ 247569 w 1523990"/>
                  <a:gd name="connsiteY2" fmla="*/ 100293 h 1094172"/>
                  <a:gd name="connsiteX3" fmla="*/ 347582 w 1523990"/>
                  <a:gd name="connsiteY3" fmla="*/ 26248 h 1094172"/>
                  <a:gd name="connsiteX4" fmla="*/ 434202 w 1523990"/>
                  <a:gd name="connsiteY4" fmla="*/ 50003 h 1094172"/>
                  <a:gd name="connsiteX5" fmla="*/ 480890 w 1523990"/>
                  <a:gd name="connsiteY5" fmla="*/ 135611 h 1094172"/>
                  <a:gd name="connsiteX6" fmla="*/ 531737 w 1523990"/>
                  <a:gd name="connsiteY6" fmla="*/ 307323 h 1094172"/>
                  <a:gd name="connsiteX7" fmla="*/ 706863 w 1523990"/>
                  <a:gd name="connsiteY7" fmla="*/ 930801 h 1094172"/>
                  <a:gd name="connsiteX8" fmla="*/ 790090 w 1523990"/>
                  <a:gd name="connsiteY8" fmla="*/ 1073862 h 1094172"/>
                  <a:gd name="connsiteX9" fmla="*/ 879717 w 1523990"/>
                  <a:gd name="connsiteY9" fmla="*/ 908793 h 1094172"/>
                  <a:gd name="connsiteX10" fmla="*/ 1049852 w 1523990"/>
                  <a:gd name="connsiteY10" fmla="*/ 128295 h 1094172"/>
                  <a:gd name="connsiteX11" fmla="*/ 1175589 w 1523990"/>
                  <a:gd name="connsiteY11" fmla="*/ 9055 h 1094172"/>
                  <a:gd name="connsiteX12" fmla="*/ 1262034 w 1523990"/>
                  <a:gd name="connsiteY12" fmla="*/ 9058 h 1094172"/>
                  <a:gd name="connsiteX13" fmla="*/ 1523990 w 1523990"/>
                  <a:gd name="connsiteY13" fmla="*/ 1077489 h 1094172"/>
                  <a:gd name="connsiteX0" fmla="*/ 0 w 1523990"/>
                  <a:gd name="connsiteY0" fmla="*/ 1091797 h 1091797"/>
                  <a:gd name="connsiteX1" fmla="*/ 144493 w 1523990"/>
                  <a:gd name="connsiteY1" fmla="*/ 431744 h 1091797"/>
                  <a:gd name="connsiteX2" fmla="*/ 247569 w 1523990"/>
                  <a:gd name="connsiteY2" fmla="*/ 97918 h 1091797"/>
                  <a:gd name="connsiteX3" fmla="*/ 347582 w 1523990"/>
                  <a:gd name="connsiteY3" fmla="*/ 23873 h 1091797"/>
                  <a:gd name="connsiteX4" fmla="*/ 434202 w 1523990"/>
                  <a:gd name="connsiteY4" fmla="*/ 47628 h 1091797"/>
                  <a:gd name="connsiteX5" fmla="*/ 480890 w 1523990"/>
                  <a:gd name="connsiteY5" fmla="*/ 133236 h 1091797"/>
                  <a:gd name="connsiteX6" fmla="*/ 531737 w 1523990"/>
                  <a:gd name="connsiteY6" fmla="*/ 304948 h 1091797"/>
                  <a:gd name="connsiteX7" fmla="*/ 706863 w 1523990"/>
                  <a:gd name="connsiteY7" fmla="*/ 928426 h 1091797"/>
                  <a:gd name="connsiteX8" fmla="*/ 790090 w 1523990"/>
                  <a:gd name="connsiteY8" fmla="*/ 1071487 h 1091797"/>
                  <a:gd name="connsiteX9" fmla="*/ 879717 w 1523990"/>
                  <a:gd name="connsiteY9" fmla="*/ 906418 h 1091797"/>
                  <a:gd name="connsiteX10" fmla="*/ 1049852 w 1523990"/>
                  <a:gd name="connsiteY10" fmla="*/ 125920 h 1091797"/>
                  <a:gd name="connsiteX11" fmla="*/ 1175589 w 1523990"/>
                  <a:gd name="connsiteY11" fmla="*/ 6680 h 1091797"/>
                  <a:gd name="connsiteX12" fmla="*/ 1296088 w 1523990"/>
                  <a:gd name="connsiteY12" fmla="*/ 18488 h 1091797"/>
                  <a:gd name="connsiteX13" fmla="*/ 1523990 w 1523990"/>
                  <a:gd name="connsiteY13" fmla="*/ 1075114 h 1091797"/>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49852 w 1523990"/>
                  <a:gd name="connsiteY10" fmla="*/ 125144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2949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19 h 1091019"/>
                  <a:gd name="connsiteX1" fmla="*/ 144493 w 1523990"/>
                  <a:gd name="connsiteY1" fmla="*/ 430966 h 1091019"/>
                  <a:gd name="connsiteX2" fmla="*/ 247569 w 1523990"/>
                  <a:gd name="connsiteY2" fmla="*/ 97140 h 1091019"/>
                  <a:gd name="connsiteX3" fmla="*/ 347582 w 1523990"/>
                  <a:gd name="connsiteY3" fmla="*/ 23095 h 1091019"/>
                  <a:gd name="connsiteX4" fmla="*/ 434202 w 1523990"/>
                  <a:gd name="connsiteY4" fmla="*/ 46850 h 1091019"/>
                  <a:gd name="connsiteX5" fmla="*/ 480890 w 1523990"/>
                  <a:gd name="connsiteY5" fmla="*/ 132458 h 1091019"/>
                  <a:gd name="connsiteX6" fmla="*/ 531737 w 1523990"/>
                  <a:gd name="connsiteY6" fmla="*/ 304170 h 1091019"/>
                  <a:gd name="connsiteX7" fmla="*/ 706863 w 1523990"/>
                  <a:gd name="connsiteY7" fmla="*/ 927648 h 1091019"/>
                  <a:gd name="connsiteX8" fmla="*/ 790090 w 1523990"/>
                  <a:gd name="connsiteY8" fmla="*/ 1070709 h 1091019"/>
                  <a:gd name="connsiteX9" fmla="*/ 879717 w 1523990"/>
                  <a:gd name="connsiteY9" fmla="*/ 905640 h 1091019"/>
                  <a:gd name="connsiteX10" fmla="*/ 1060330 w 1523990"/>
                  <a:gd name="connsiteY10" fmla="*/ 131044 h 1091019"/>
                  <a:gd name="connsiteX11" fmla="*/ 1193926 w 1523990"/>
                  <a:gd name="connsiteY11" fmla="*/ 5903 h 1091019"/>
                  <a:gd name="connsiteX12" fmla="*/ 1282990 w 1523990"/>
                  <a:gd name="connsiteY12" fmla="*/ 23612 h 1091019"/>
                  <a:gd name="connsiteX13" fmla="*/ 1523990 w 1523990"/>
                  <a:gd name="connsiteY13" fmla="*/ 1074336 h 1091019"/>
                  <a:gd name="connsiteX0" fmla="*/ 0 w 1523990"/>
                  <a:gd name="connsiteY0" fmla="*/ 1107194 h 1107194"/>
                  <a:gd name="connsiteX1" fmla="*/ 144493 w 1523990"/>
                  <a:gd name="connsiteY1" fmla="*/ 447141 h 1107194"/>
                  <a:gd name="connsiteX2" fmla="*/ 247569 w 1523990"/>
                  <a:gd name="connsiteY2" fmla="*/ 113315 h 1107194"/>
                  <a:gd name="connsiteX3" fmla="*/ 347582 w 1523990"/>
                  <a:gd name="connsiteY3" fmla="*/ 39270 h 1107194"/>
                  <a:gd name="connsiteX4" fmla="*/ 434202 w 1523990"/>
                  <a:gd name="connsiteY4" fmla="*/ 63025 h 1107194"/>
                  <a:gd name="connsiteX5" fmla="*/ 480890 w 1523990"/>
                  <a:gd name="connsiteY5" fmla="*/ 148633 h 1107194"/>
                  <a:gd name="connsiteX6" fmla="*/ 531737 w 1523990"/>
                  <a:gd name="connsiteY6" fmla="*/ 320345 h 1107194"/>
                  <a:gd name="connsiteX7" fmla="*/ 706863 w 1523990"/>
                  <a:gd name="connsiteY7" fmla="*/ 943823 h 1107194"/>
                  <a:gd name="connsiteX8" fmla="*/ 790090 w 1523990"/>
                  <a:gd name="connsiteY8" fmla="*/ 1086884 h 1107194"/>
                  <a:gd name="connsiteX9" fmla="*/ 879717 w 1523990"/>
                  <a:gd name="connsiteY9" fmla="*/ 921815 h 1107194"/>
                  <a:gd name="connsiteX10" fmla="*/ 1060330 w 1523990"/>
                  <a:gd name="connsiteY10" fmla="*/ 147219 h 1107194"/>
                  <a:gd name="connsiteX11" fmla="*/ 1188687 w 1523990"/>
                  <a:gd name="connsiteY11" fmla="*/ 4368 h 1107194"/>
                  <a:gd name="connsiteX12" fmla="*/ 1282990 w 1523990"/>
                  <a:gd name="connsiteY12" fmla="*/ 39787 h 1107194"/>
                  <a:gd name="connsiteX13" fmla="*/ 1523990 w 1523990"/>
                  <a:gd name="connsiteY13" fmla="*/ 1090511 h 1107194"/>
                  <a:gd name="connsiteX0" fmla="*/ 0 w 1523990"/>
                  <a:gd name="connsiteY0" fmla="*/ 1151292 h 1151292"/>
                  <a:gd name="connsiteX1" fmla="*/ 144493 w 1523990"/>
                  <a:gd name="connsiteY1" fmla="*/ 491239 h 1151292"/>
                  <a:gd name="connsiteX2" fmla="*/ 247569 w 1523990"/>
                  <a:gd name="connsiteY2" fmla="*/ 157413 h 1151292"/>
                  <a:gd name="connsiteX3" fmla="*/ 347582 w 1523990"/>
                  <a:gd name="connsiteY3" fmla="*/ 83368 h 1151292"/>
                  <a:gd name="connsiteX4" fmla="*/ 434202 w 1523990"/>
                  <a:gd name="connsiteY4" fmla="*/ 107123 h 1151292"/>
                  <a:gd name="connsiteX5" fmla="*/ 480890 w 1523990"/>
                  <a:gd name="connsiteY5" fmla="*/ 192731 h 1151292"/>
                  <a:gd name="connsiteX6" fmla="*/ 531737 w 1523990"/>
                  <a:gd name="connsiteY6" fmla="*/ 364443 h 1151292"/>
                  <a:gd name="connsiteX7" fmla="*/ 706863 w 1523990"/>
                  <a:gd name="connsiteY7" fmla="*/ 987921 h 1151292"/>
                  <a:gd name="connsiteX8" fmla="*/ 790090 w 1523990"/>
                  <a:gd name="connsiteY8" fmla="*/ 1130982 h 1151292"/>
                  <a:gd name="connsiteX9" fmla="*/ 879717 w 1523990"/>
                  <a:gd name="connsiteY9" fmla="*/ 965913 h 1151292"/>
                  <a:gd name="connsiteX10" fmla="*/ 1060330 w 1523990"/>
                  <a:gd name="connsiteY10" fmla="*/ 191317 h 1151292"/>
                  <a:gd name="connsiteX11" fmla="*/ 1188687 w 1523990"/>
                  <a:gd name="connsiteY11" fmla="*/ 48466 h 1151292"/>
                  <a:gd name="connsiteX12" fmla="*/ 1204403 w 1523990"/>
                  <a:gd name="connsiteY12" fmla="*/ 66178 h 1151292"/>
                  <a:gd name="connsiteX13" fmla="*/ 1282990 w 1523990"/>
                  <a:gd name="connsiteY13" fmla="*/ 83885 h 1151292"/>
                  <a:gd name="connsiteX14" fmla="*/ 1523990 w 1523990"/>
                  <a:gd name="connsiteY14" fmla="*/ 1134609 h 1151292"/>
                  <a:gd name="connsiteX0" fmla="*/ 0 w 1523990"/>
                  <a:gd name="connsiteY0" fmla="*/ 1163238 h 1163238"/>
                  <a:gd name="connsiteX1" fmla="*/ 144493 w 1523990"/>
                  <a:gd name="connsiteY1" fmla="*/ 503185 h 1163238"/>
                  <a:gd name="connsiteX2" fmla="*/ 247569 w 1523990"/>
                  <a:gd name="connsiteY2" fmla="*/ 169359 h 1163238"/>
                  <a:gd name="connsiteX3" fmla="*/ 347582 w 1523990"/>
                  <a:gd name="connsiteY3" fmla="*/ 95314 h 1163238"/>
                  <a:gd name="connsiteX4" fmla="*/ 434202 w 1523990"/>
                  <a:gd name="connsiteY4" fmla="*/ 119069 h 1163238"/>
                  <a:gd name="connsiteX5" fmla="*/ 480890 w 1523990"/>
                  <a:gd name="connsiteY5" fmla="*/ 204677 h 1163238"/>
                  <a:gd name="connsiteX6" fmla="*/ 531737 w 1523990"/>
                  <a:gd name="connsiteY6" fmla="*/ 376389 h 1163238"/>
                  <a:gd name="connsiteX7" fmla="*/ 706863 w 1523990"/>
                  <a:gd name="connsiteY7" fmla="*/ 999867 h 1163238"/>
                  <a:gd name="connsiteX8" fmla="*/ 790090 w 1523990"/>
                  <a:gd name="connsiteY8" fmla="*/ 1142928 h 1163238"/>
                  <a:gd name="connsiteX9" fmla="*/ 879717 w 1523990"/>
                  <a:gd name="connsiteY9" fmla="*/ 977859 h 1163238"/>
                  <a:gd name="connsiteX10" fmla="*/ 1060330 w 1523990"/>
                  <a:gd name="connsiteY10" fmla="*/ 203263 h 1163238"/>
                  <a:gd name="connsiteX11" fmla="*/ 1188687 w 1523990"/>
                  <a:gd name="connsiteY11" fmla="*/ 60412 h 1163238"/>
                  <a:gd name="connsiteX12" fmla="*/ 1282990 w 1523990"/>
                  <a:gd name="connsiteY12" fmla="*/ 95831 h 1163238"/>
                  <a:gd name="connsiteX13" fmla="*/ 1523990 w 1523990"/>
                  <a:gd name="connsiteY13" fmla="*/ 1146555 h 1163238"/>
                  <a:gd name="connsiteX0" fmla="*/ 0 w 1523990"/>
                  <a:gd name="connsiteY0" fmla="*/ 1102826 h 1102826"/>
                  <a:gd name="connsiteX1" fmla="*/ 144493 w 1523990"/>
                  <a:gd name="connsiteY1" fmla="*/ 442773 h 1102826"/>
                  <a:gd name="connsiteX2" fmla="*/ 247569 w 1523990"/>
                  <a:gd name="connsiteY2" fmla="*/ 108947 h 1102826"/>
                  <a:gd name="connsiteX3" fmla="*/ 347582 w 1523990"/>
                  <a:gd name="connsiteY3" fmla="*/ 34902 h 1102826"/>
                  <a:gd name="connsiteX4" fmla="*/ 434202 w 1523990"/>
                  <a:gd name="connsiteY4" fmla="*/ 58657 h 1102826"/>
                  <a:gd name="connsiteX5" fmla="*/ 480890 w 1523990"/>
                  <a:gd name="connsiteY5" fmla="*/ 144265 h 1102826"/>
                  <a:gd name="connsiteX6" fmla="*/ 531737 w 1523990"/>
                  <a:gd name="connsiteY6" fmla="*/ 315977 h 1102826"/>
                  <a:gd name="connsiteX7" fmla="*/ 706863 w 1523990"/>
                  <a:gd name="connsiteY7" fmla="*/ 939455 h 1102826"/>
                  <a:gd name="connsiteX8" fmla="*/ 790090 w 1523990"/>
                  <a:gd name="connsiteY8" fmla="*/ 1082516 h 1102826"/>
                  <a:gd name="connsiteX9" fmla="*/ 879717 w 1523990"/>
                  <a:gd name="connsiteY9" fmla="*/ 917447 h 1102826"/>
                  <a:gd name="connsiteX10" fmla="*/ 1060330 w 1523990"/>
                  <a:gd name="connsiteY10" fmla="*/ 142851 h 1102826"/>
                  <a:gd name="connsiteX11" fmla="*/ 1188687 w 1523990"/>
                  <a:gd name="connsiteY11" fmla="*/ 0 h 1102826"/>
                  <a:gd name="connsiteX12" fmla="*/ 1282990 w 1523990"/>
                  <a:gd name="connsiteY12" fmla="*/ 35419 h 1102826"/>
                  <a:gd name="connsiteX13" fmla="*/ 1523990 w 1523990"/>
                  <a:gd name="connsiteY13" fmla="*/ 1086143 h 1102826"/>
                  <a:gd name="connsiteX0" fmla="*/ 0 w 1523990"/>
                  <a:gd name="connsiteY0" fmla="*/ 1085116 h 1085116"/>
                  <a:gd name="connsiteX1" fmla="*/ 144493 w 1523990"/>
                  <a:gd name="connsiteY1" fmla="*/ 425063 h 1085116"/>
                  <a:gd name="connsiteX2" fmla="*/ 247569 w 1523990"/>
                  <a:gd name="connsiteY2" fmla="*/ 91237 h 1085116"/>
                  <a:gd name="connsiteX3" fmla="*/ 347582 w 1523990"/>
                  <a:gd name="connsiteY3" fmla="*/ 17192 h 1085116"/>
                  <a:gd name="connsiteX4" fmla="*/ 434202 w 1523990"/>
                  <a:gd name="connsiteY4" fmla="*/ 40947 h 1085116"/>
                  <a:gd name="connsiteX5" fmla="*/ 480890 w 1523990"/>
                  <a:gd name="connsiteY5" fmla="*/ 126555 h 1085116"/>
                  <a:gd name="connsiteX6" fmla="*/ 531737 w 1523990"/>
                  <a:gd name="connsiteY6" fmla="*/ 298267 h 1085116"/>
                  <a:gd name="connsiteX7" fmla="*/ 706863 w 1523990"/>
                  <a:gd name="connsiteY7" fmla="*/ 921745 h 1085116"/>
                  <a:gd name="connsiteX8" fmla="*/ 790090 w 1523990"/>
                  <a:gd name="connsiteY8" fmla="*/ 1064806 h 1085116"/>
                  <a:gd name="connsiteX9" fmla="*/ 879717 w 1523990"/>
                  <a:gd name="connsiteY9" fmla="*/ 899737 h 1085116"/>
                  <a:gd name="connsiteX10" fmla="*/ 1060330 w 1523990"/>
                  <a:gd name="connsiteY10" fmla="*/ 125141 h 1085116"/>
                  <a:gd name="connsiteX11" fmla="*/ 1191307 w 1523990"/>
                  <a:gd name="connsiteY11" fmla="*/ 0 h 1085116"/>
                  <a:gd name="connsiteX12" fmla="*/ 1282990 w 1523990"/>
                  <a:gd name="connsiteY12" fmla="*/ 17709 h 1085116"/>
                  <a:gd name="connsiteX13" fmla="*/ 1523990 w 1523990"/>
                  <a:gd name="connsiteY13" fmla="*/ 1068433 h 1085116"/>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290849"/>
                  <a:gd name="connsiteY0" fmla="*/ 1079211 h 1079211"/>
                  <a:gd name="connsiteX1" fmla="*/ 144493 w 1290849"/>
                  <a:gd name="connsiteY1" fmla="*/ 419158 h 1079211"/>
                  <a:gd name="connsiteX2" fmla="*/ 247569 w 1290849"/>
                  <a:gd name="connsiteY2" fmla="*/ 85332 h 1079211"/>
                  <a:gd name="connsiteX3" fmla="*/ 347582 w 1290849"/>
                  <a:gd name="connsiteY3" fmla="*/ 11287 h 1079211"/>
                  <a:gd name="connsiteX4" fmla="*/ 434202 w 1290849"/>
                  <a:gd name="connsiteY4" fmla="*/ 35042 h 1079211"/>
                  <a:gd name="connsiteX5" fmla="*/ 480890 w 1290849"/>
                  <a:gd name="connsiteY5" fmla="*/ 120650 h 1079211"/>
                  <a:gd name="connsiteX6" fmla="*/ 531737 w 1290849"/>
                  <a:gd name="connsiteY6" fmla="*/ 292362 h 1079211"/>
                  <a:gd name="connsiteX7" fmla="*/ 706863 w 1290849"/>
                  <a:gd name="connsiteY7" fmla="*/ 915840 h 1079211"/>
                  <a:gd name="connsiteX8" fmla="*/ 790090 w 1290849"/>
                  <a:gd name="connsiteY8" fmla="*/ 1058901 h 1079211"/>
                  <a:gd name="connsiteX9" fmla="*/ 879717 w 1290849"/>
                  <a:gd name="connsiteY9" fmla="*/ 893832 h 1079211"/>
                  <a:gd name="connsiteX10" fmla="*/ 1060330 w 1290849"/>
                  <a:gd name="connsiteY10" fmla="*/ 119236 h 1079211"/>
                  <a:gd name="connsiteX11" fmla="*/ 1191307 w 1290849"/>
                  <a:gd name="connsiteY11" fmla="*/ 0 h 1079211"/>
                  <a:gd name="connsiteX12" fmla="*/ 1290849 w 1290849"/>
                  <a:gd name="connsiteY12" fmla="*/ 41319 h 1079211"/>
                  <a:gd name="connsiteX0" fmla="*/ 0 w 1191307"/>
                  <a:gd name="connsiteY0" fmla="*/ 1079211 h 1079211"/>
                  <a:gd name="connsiteX1" fmla="*/ 144493 w 1191307"/>
                  <a:gd name="connsiteY1" fmla="*/ 419158 h 1079211"/>
                  <a:gd name="connsiteX2" fmla="*/ 247569 w 1191307"/>
                  <a:gd name="connsiteY2" fmla="*/ 85332 h 1079211"/>
                  <a:gd name="connsiteX3" fmla="*/ 347582 w 1191307"/>
                  <a:gd name="connsiteY3" fmla="*/ 11287 h 1079211"/>
                  <a:gd name="connsiteX4" fmla="*/ 434202 w 1191307"/>
                  <a:gd name="connsiteY4" fmla="*/ 35042 h 1079211"/>
                  <a:gd name="connsiteX5" fmla="*/ 480890 w 1191307"/>
                  <a:gd name="connsiteY5" fmla="*/ 120650 h 1079211"/>
                  <a:gd name="connsiteX6" fmla="*/ 531737 w 1191307"/>
                  <a:gd name="connsiteY6" fmla="*/ 292362 h 1079211"/>
                  <a:gd name="connsiteX7" fmla="*/ 706863 w 1191307"/>
                  <a:gd name="connsiteY7" fmla="*/ 915840 h 1079211"/>
                  <a:gd name="connsiteX8" fmla="*/ 790090 w 1191307"/>
                  <a:gd name="connsiteY8" fmla="*/ 1058901 h 1079211"/>
                  <a:gd name="connsiteX9" fmla="*/ 879717 w 1191307"/>
                  <a:gd name="connsiteY9" fmla="*/ 893832 h 1079211"/>
                  <a:gd name="connsiteX10" fmla="*/ 1060330 w 1191307"/>
                  <a:gd name="connsiteY10" fmla="*/ 119236 h 1079211"/>
                  <a:gd name="connsiteX11" fmla="*/ 1191307 w 1191307"/>
                  <a:gd name="connsiteY11" fmla="*/ 0 h 1079211"/>
                  <a:gd name="connsiteX0" fmla="*/ 0 w 1060330"/>
                  <a:gd name="connsiteY0" fmla="*/ 1070424 h 1070424"/>
                  <a:gd name="connsiteX1" fmla="*/ 144493 w 1060330"/>
                  <a:gd name="connsiteY1" fmla="*/ 410371 h 1070424"/>
                  <a:gd name="connsiteX2" fmla="*/ 247569 w 1060330"/>
                  <a:gd name="connsiteY2" fmla="*/ 76545 h 1070424"/>
                  <a:gd name="connsiteX3" fmla="*/ 347582 w 1060330"/>
                  <a:gd name="connsiteY3" fmla="*/ 2500 h 1070424"/>
                  <a:gd name="connsiteX4" fmla="*/ 434202 w 1060330"/>
                  <a:gd name="connsiteY4" fmla="*/ 26255 h 1070424"/>
                  <a:gd name="connsiteX5" fmla="*/ 480890 w 1060330"/>
                  <a:gd name="connsiteY5" fmla="*/ 111863 h 1070424"/>
                  <a:gd name="connsiteX6" fmla="*/ 531737 w 1060330"/>
                  <a:gd name="connsiteY6" fmla="*/ 283575 h 1070424"/>
                  <a:gd name="connsiteX7" fmla="*/ 706863 w 1060330"/>
                  <a:gd name="connsiteY7" fmla="*/ 907053 h 1070424"/>
                  <a:gd name="connsiteX8" fmla="*/ 790090 w 1060330"/>
                  <a:gd name="connsiteY8" fmla="*/ 1050114 h 1070424"/>
                  <a:gd name="connsiteX9" fmla="*/ 879717 w 1060330"/>
                  <a:gd name="connsiteY9" fmla="*/ 885045 h 1070424"/>
                  <a:gd name="connsiteX10" fmla="*/ 1060330 w 1060330"/>
                  <a:gd name="connsiteY10" fmla="*/ 110449 h 1070424"/>
                  <a:gd name="connsiteX0" fmla="*/ 0 w 879717"/>
                  <a:gd name="connsiteY0" fmla="*/ 1070424 h 1070424"/>
                  <a:gd name="connsiteX1" fmla="*/ 144493 w 879717"/>
                  <a:gd name="connsiteY1" fmla="*/ 410371 h 1070424"/>
                  <a:gd name="connsiteX2" fmla="*/ 247569 w 879717"/>
                  <a:gd name="connsiteY2" fmla="*/ 76545 h 1070424"/>
                  <a:gd name="connsiteX3" fmla="*/ 347582 w 879717"/>
                  <a:gd name="connsiteY3" fmla="*/ 2500 h 1070424"/>
                  <a:gd name="connsiteX4" fmla="*/ 434202 w 879717"/>
                  <a:gd name="connsiteY4" fmla="*/ 26255 h 1070424"/>
                  <a:gd name="connsiteX5" fmla="*/ 480890 w 879717"/>
                  <a:gd name="connsiteY5" fmla="*/ 111863 h 1070424"/>
                  <a:gd name="connsiteX6" fmla="*/ 531737 w 879717"/>
                  <a:gd name="connsiteY6" fmla="*/ 283575 h 1070424"/>
                  <a:gd name="connsiteX7" fmla="*/ 706863 w 879717"/>
                  <a:gd name="connsiteY7" fmla="*/ 907053 h 1070424"/>
                  <a:gd name="connsiteX8" fmla="*/ 790090 w 879717"/>
                  <a:gd name="connsiteY8" fmla="*/ 1050114 h 1070424"/>
                  <a:gd name="connsiteX9" fmla="*/ 879717 w 879717"/>
                  <a:gd name="connsiteY9" fmla="*/ 885045 h 1070424"/>
                  <a:gd name="connsiteX0" fmla="*/ 0 w 790090"/>
                  <a:gd name="connsiteY0" fmla="*/ 1070424 h 1070424"/>
                  <a:gd name="connsiteX1" fmla="*/ 144493 w 790090"/>
                  <a:gd name="connsiteY1" fmla="*/ 410371 h 1070424"/>
                  <a:gd name="connsiteX2" fmla="*/ 247569 w 790090"/>
                  <a:gd name="connsiteY2" fmla="*/ 76545 h 1070424"/>
                  <a:gd name="connsiteX3" fmla="*/ 347582 w 790090"/>
                  <a:gd name="connsiteY3" fmla="*/ 2500 h 1070424"/>
                  <a:gd name="connsiteX4" fmla="*/ 434202 w 790090"/>
                  <a:gd name="connsiteY4" fmla="*/ 26255 h 1070424"/>
                  <a:gd name="connsiteX5" fmla="*/ 480890 w 790090"/>
                  <a:gd name="connsiteY5" fmla="*/ 111863 h 1070424"/>
                  <a:gd name="connsiteX6" fmla="*/ 531737 w 790090"/>
                  <a:gd name="connsiteY6" fmla="*/ 283575 h 1070424"/>
                  <a:gd name="connsiteX7" fmla="*/ 706863 w 790090"/>
                  <a:gd name="connsiteY7" fmla="*/ 907053 h 1070424"/>
                  <a:gd name="connsiteX8" fmla="*/ 790090 w 790090"/>
                  <a:gd name="connsiteY8" fmla="*/ 1050114 h 1070424"/>
                  <a:gd name="connsiteX0" fmla="*/ 0 w 813775"/>
                  <a:gd name="connsiteY0" fmla="*/ 1070424 h 1070424"/>
                  <a:gd name="connsiteX1" fmla="*/ 144493 w 813775"/>
                  <a:gd name="connsiteY1" fmla="*/ 410371 h 1070424"/>
                  <a:gd name="connsiteX2" fmla="*/ 247569 w 813775"/>
                  <a:gd name="connsiteY2" fmla="*/ 76545 h 1070424"/>
                  <a:gd name="connsiteX3" fmla="*/ 347582 w 813775"/>
                  <a:gd name="connsiteY3" fmla="*/ 2500 h 1070424"/>
                  <a:gd name="connsiteX4" fmla="*/ 434202 w 813775"/>
                  <a:gd name="connsiteY4" fmla="*/ 26255 h 1070424"/>
                  <a:gd name="connsiteX5" fmla="*/ 480890 w 813775"/>
                  <a:gd name="connsiteY5" fmla="*/ 111863 h 1070424"/>
                  <a:gd name="connsiteX6" fmla="*/ 531737 w 813775"/>
                  <a:gd name="connsiteY6" fmla="*/ 283575 h 1070424"/>
                  <a:gd name="connsiteX7" fmla="*/ 706863 w 813775"/>
                  <a:gd name="connsiteY7" fmla="*/ 907053 h 1070424"/>
                  <a:gd name="connsiteX8" fmla="*/ 790090 w 813775"/>
                  <a:gd name="connsiteY8" fmla="*/ 1050114 h 1070424"/>
                  <a:gd name="connsiteX9" fmla="*/ 813775 w 813775"/>
                  <a:gd name="connsiteY9" fmla="*/ 1039011 h 107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775" h="1070424">
                    <a:moveTo>
                      <a:pt x="0" y="1070424"/>
                    </a:moveTo>
                    <a:cubicBezTo>
                      <a:pt x="31853" y="916813"/>
                      <a:pt x="103232" y="576018"/>
                      <a:pt x="144493" y="410371"/>
                    </a:cubicBezTo>
                    <a:cubicBezTo>
                      <a:pt x="185755" y="244725"/>
                      <a:pt x="213721" y="144523"/>
                      <a:pt x="247569" y="76545"/>
                    </a:cubicBezTo>
                    <a:cubicBezTo>
                      <a:pt x="281417" y="8567"/>
                      <a:pt x="316477" y="10882"/>
                      <a:pt x="347582" y="2500"/>
                    </a:cubicBezTo>
                    <a:cubicBezTo>
                      <a:pt x="378687" y="-5882"/>
                      <a:pt x="411984" y="8028"/>
                      <a:pt x="434202" y="26255"/>
                    </a:cubicBezTo>
                    <a:cubicBezTo>
                      <a:pt x="456420" y="44482"/>
                      <a:pt x="464634" y="68976"/>
                      <a:pt x="480890" y="111863"/>
                    </a:cubicBezTo>
                    <a:cubicBezTo>
                      <a:pt x="497146" y="154750"/>
                      <a:pt x="522535" y="253408"/>
                      <a:pt x="531737" y="283575"/>
                    </a:cubicBezTo>
                    <a:cubicBezTo>
                      <a:pt x="540939" y="313742"/>
                      <a:pt x="669772" y="802963"/>
                      <a:pt x="706863" y="907053"/>
                    </a:cubicBezTo>
                    <a:cubicBezTo>
                      <a:pt x="743954" y="1011143"/>
                      <a:pt x="770711" y="1053150"/>
                      <a:pt x="790090" y="1050114"/>
                    </a:cubicBezTo>
                    <a:cubicBezTo>
                      <a:pt x="807909" y="1072107"/>
                      <a:pt x="808841" y="1041324"/>
                      <a:pt x="813775" y="1039011"/>
                    </a:cubicBezTo>
                  </a:path>
                </a:pathLst>
              </a:custGeom>
              <a:noFill/>
              <a:ln w="31750" cap="rnd" cmpd="sng" algn="ctr">
                <a:solidFill>
                  <a:srgbClr val="00B050"/>
                </a:solidFill>
                <a:prstDash val="sysDash"/>
                <a:round/>
              </a:ln>
              <a:effectLst/>
            </p:spPr>
            <p:txBody>
              <a:bodyPr rtlCol="0" anchor="ctr"/>
              <a:lstStyle/>
              <a:p>
                <a:pPr algn="ctr">
                  <a:defRPr/>
                </a:pPr>
                <a:endParaRPr lang="en-US" kern="0">
                  <a:solidFill>
                    <a:prstClr val="white"/>
                  </a:solidFill>
                  <a:latin typeface="Calibri"/>
                </a:endParaRPr>
              </a:p>
            </p:txBody>
          </p:sp>
          <p:sp>
            <p:nvSpPr>
              <p:cNvPr id="1198" name="Freeform 11">
                <a:extLst>
                  <a:ext uri="{FF2B5EF4-FFF2-40B4-BE49-F238E27FC236}">
                    <a16:creationId xmlns:a16="http://schemas.microsoft.com/office/drawing/2014/main" id="{357520E3-383B-1188-DE4E-F49508E45ECA}"/>
                  </a:ext>
                </a:extLst>
              </p:cNvPr>
              <p:cNvSpPr/>
              <p:nvPr/>
            </p:nvSpPr>
            <p:spPr>
              <a:xfrm>
                <a:off x="4015275" y="3178041"/>
                <a:ext cx="955076" cy="686311"/>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57000"/>
                  <a:gd name="connsiteY0" fmla="*/ 1149843 h 1149843"/>
                  <a:gd name="connsiteX1" fmla="*/ 144493 w 1057000"/>
                  <a:gd name="connsiteY1" fmla="*/ 489790 h 1149843"/>
                  <a:gd name="connsiteX2" fmla="*/ 247569 w 1057000"/>
                  <a:gd name="connsiteY2" fmla="*/ 155964 h 1149843"/>
                  <a:gd name="connsiteX3" fmla="*/ 347582 w 1057000"/>
                  <a:gd name="connsiteY3" fmla="*/ 81919 h 1149843"/>
                  <a:gd name="connsiteX4" fmla="*/ 434202 w 1057000"/>
                  <a:gd name="connsiteY4" fmla="*/ 105674 h 1149843"/>
                  <a:gd name="connsiteX5" fmla="*/ 480890 w 1057000"/>
                  <a:gd name="connsiteY5" fmla="*/ 191282 h 1149843"/>
                  <a:gd name="connsiteX6" fmla="*/ 531737 w 1057000"/>
                  <a:gd name="connsiteY6" fmla="*/ 362994 h 1149843"/>
                  <a:gd name="connsiteX7" fmla="*/ 706863 w 1057000"/>
                  <a:gd name="connsiteY7" fmla="*/ 986472 h 1149843"/>
                  <a:gd name="connsiteX8" fmla="*/ 790090 w 1057000"/>
                  <a:gd name="connsiteY8" fmla="*/ 1129533 h 1149843"/>
                  <a:gd name="connsiteX9" fmla="*/ 879717 w 1057000"/>
                  <a:gd name="connsiteY9" fmla="*/ 964464 h 1149843"/>
                  <a:gd name="connsiteX10" fmla="*/ 1047232 w 1057000"/>
                  <a:gd name="connsiteY10" fmla="*/ 71810 h 1149843"/>
                  <a:gd name="connsiteX11" fmla="*/ 1036754 w 1057000"/>
                  <a:gd name="connsiteY11" fmla="*/ 52921 h 1149843"/>
                  <a:gd name="connsiteX0" fmla="*/ 0 w 1259433"/>
                  <a:gd name="connsiteY0" fmla="*/ 1142099 h 1142099"/>
                  <a:gd name="connsiteX1" fmla="*/ 144493 w 1259433"/>
                  <a:gd name="connsiteY1" fmla="*/ 482046 h 1142099"/>
                  <a:gd name="connsiteX2" fmla="*/ 247569 w 1259433"/>
                  <a:gd name="connsiteY2" fmla="*/ 148220 h 1142099"/>
                  <a:gd name="connsiteX3" fmla="*/ 347582 w 1259433"/>
                  <a:gd name="connsiteY3" fmla="*/ 74175 h 1142099"/>
                  <a:gd name="connsiteX4" fmla="*/ 434202 w 1259433"/>
                  <a:gd name="connsiteY4" fmla="*/ 97930 h 1142099"/>
                  <a:gd name="connsiteX5" fmla="*/ 480890 w 1259433"/>
                  <a:gd name="connsiteY5" fmla="*/ 183538 h 1142099"/>
                  <a:gd name="connsiteX6" fmla="*/ 531737 w 1259433"/>
                  <a:gd name="connsiteY6" fmla="*/ 355250 h 1142099"/>
                  <a:gd name="connsiteX7" fmla="*/ 706863 w 1259433"/>
                  <a:gd name="connsiteY7" fmla="*/ 978728 h 1142099"/>
                  <a:gd name="connsiteX8" fmla="*/ 790090 w 1259433"/>
                  <a:gd name="connsiteY8" fmla="*/ 1121789 h 1142099"/>
                  <a:gd name="connsiteX9" fmla="*/ 879717 w 1259433"/>
                  <a:gd name="connsiteY9" fmla="*/ 956720 h 1142099"/>
                  <a:gd name="connsiteX10" fmla="*/ 1047232 w 1259433"/>
                  <a:gd name="connsiteY10" fmla="*/ 64066 h 1142099"/>
                  <a:gd name="connsiteX11" fmla="*/ 1259415 w 1259433"/>
                  <a:gd name="connsiteY11" fmla="*/ 74690 h 1142099"/>
                  <a:gd name="connsiteX0" fmla="*/ 0 w 1259433"/>
                  <a:gd name="connsiteY0" fmla="*/ 1100639 h 1100639"/>
                  <a:gd name="connsiteX1" fmla="*/ 144493 w 1259433"/>
                  <a:gd name="connsiteY1" fmla="*/ 440586 h 1100639"/>
                  <a:gd name="connsiteX2" fmla="*/ 247569 w 1259433"/>
                  <a:gd name="connsiteY2" fmla="*/ 106760 h 1100639"/>
                  <a:gd name="connsiteX3" fmla="*/ 347582 w 1259433"/>
                  <a:gd name="connsiteY3" fmla="*/ 32715 h 1100639"/>
                  <a:gd name="connsiteX4" fmla="*/ 434202 w 1259433"/>
                  <a:gd name="connsiteY4" fmla="*/ 56470 h 1100639"/>
                  <a:gd name="connsiteX5" fmla="*/ 480890 w 1259433"/>
                  <a:gd name="connsiteY5" fmla="*/ 142078 h 1100639"/>
                  <a:gd name="connsiteX6" fmla="*/ 531737 w 1259433"/>
                  <a:gd name="connsiteY6" fmla="*/ 313790 h 1100639"/>
                  <a:gd name="connsiteX7" fmla="*/ 706863 w 1259433"/>
                  <a:gd name="connsiteY7" fmla="*/ 937268 h 1100639"/>
                  <a:gd name="connsiteX8" fmla="*/ 790090 w 1259433"/>
                  <a:gd name="connsiteY8" fmla="*/ 1080329 h 1100639"/>
                  <a:gd name="connsiteX9" fmla="*/ 879717 w 1259433"/>
                  <a:gd name="connsiteY9" fmla="*/ 915260 h 1100639"/>
                  <a:gd name="connsiteX10" fmla="*/ 1044612 w 1259433"/>
                  <a:gd name="connsiteY10" fmla="*/ 81634 h 1100639"/>
                  <a:gd name="connsiteX11" fmla="*/ 1259415 w 1259433"/>
                  <a:gd name="connsiteY11" fmla="*/ 33230 h 1100639"/>
                  <a:gd name="connsiteX0" fmla="*/ 0 w 1269911"/>
                  <a:gd name="connsiteY0" fmla="*/ 1089122 h 1089122"/>
                  <a:gd name="connsiteX1" fmla="*/ 144493 w 1269911"/>
                  <a:gd name="connsiteY1" fmla="*/ 429069 h 1089122"/>
                  <a:gd name="connsiteX2" fmla="*/ 247569 w 1269911"/>
                  <a:gd name="connsiteY2" fmla="*/ 95243 h 1089122"/>
                  <a:gd name="connsiteX3" fmla="*/ 347582 w 1269911"/>
                  <a:gd name="connsiteY3" fmla="*/ 21198 h 1089122"/>
                  <a:gd name="connsiteX4" fmla="*/ 434202 w 1269911"/>
                  <a:gd name="connsiteY4" fmla="*/ 44953 h 1089122"/>
                  <a:gd name="connsiteX5" fmla="*/ 480890 w 1269911"/>
                  <a:gd name="connsiteY5" fmla="*/ 130561 h 1089122"/>
                  <a:gd name="connsiteX6" fmla="*/ 531737 w 1269911"/>
                  <a:gd name="connsiteY6" fmla="*/ 302273 h 1089122"/>
                  <a:gd name="connsiteX7" fmla="*/ 706863 w 1269911"/>
                  <a:gd name="connsiteY7" fmla="*/ 925751 h 1089122"/>
                  <a:gd name="connsiteX8" fmla="*/ 790090 w 1269911"/>
                  <a:gd name="connsiteY8" fmla="*/ 1068812 h 1089122"/>
                  <a:gd name="connsiteX9" fmla="*/ 879717 w 1269911"/>
                  <a:gd name="connsiteY9" fmla="*/ 903743 h 1089122"/>
                  <a:gd name="connsiteX10" fmla="*/ 1044612 w 1269911"/>
                  <a:gd name="connsiteY10" fmla="*/ 70117 h 1089122"/>
                  <a:gd name="connsiteX11" fmla="*/ 1269894 w 1269911"/>
                  <a:gd name="connsiteY11" fmla="*/ 57130 h 1089122"/>
                  <a:gd name="connsiteX0" fmla="*/ 0 w 1269911"/>
                  <a:gd name="connsiteY0" fmla="*/ 1102925 h 1102925"/>
                  <a:gd name="connsiteX1" fmla="*/ 144493 w 1269911"/>
                  <a:gd name="connsiteY1" fmla="*/ 442872 h 1102925"/>
                  <a:gd name="connsiteX2" fmla="*/ 247569 w 1269911"/>
                  <a:gd name="connsiteY2" fmla="*/ 109046 h 1102925"/>
                  <a:gd name="connsiteX3" fmla="*/ 347582 w 1269911"/>
                  <a:gd name="connsiteY3" fmla="*/ 35001 h 1102925"/>
                  <a:gd name="connsiteX4" fmla="*/ 434202 w 1269911"/>
                  <a:gd name="connsiteY4" fmla="*/ 58756 h 1102925"/>
                  <a:gd name="connsiteX5" fmla="*/ 480890 w 1269911"/>
                  <a:gd name="connsiteY5" fmla="*/ 144364 h 1102925"/>
                  <a:gd name="connsiteX6" fmla="*/ 531737 w 1269911"/>
                  <a:gd name="connsiteY6" fmla="*/ 316076 h 1102925"/>
                  <a:gd name="connsiteX7" fmla="*/ 706863 w 1269911"/>
                  <a:gd name="connsiteY7" fmla="*/ 939554 h 1102925"/>
                  <a:gd name="connsiteX8" fmla="*/ 790090 w 1269911"/>
                  <a:gd name="connsiteY8" fmla="*/ 1082615 h 1102925"/>
                  <a:gd name="connsiteX9" fmla="*/ 879717 w 1269911"/>
                  <a:gd name="connsiteY9" fmla="*/ 917546 h 1102925"/>
                  <a:gd name="connsiteX10" fmla="*/ 1044612 w 1269911"/>
                  <a:gd name="connsiteY10" fmla="*/ 83920 h 1102925"/>
                  <a:gd name="connsiteX11" fmla="*/ 1269894 w 1269911"/>
                  <a:gd name="connsiteY11" fmla="*/ 29611 h 1102925"/>
                  <a:gd name="connsiteX0" fmla="*/ 0 w 1269911"/>
                  <a:gd name="connsiteY0" fmla="*/ 1074539 h 1074539"/>
                  <a:gd name="connsiteX1" fmla="*/ 144493 w 1269911"/>
                  <a:gd name="connsiteY1" fmla="*/ 414486 h 1074539"/>
                  <a:gd name="connsiteX2" fmla="*/ 247569 w 1269911"/>
                  <a:gd name="connsiteY2" fmla="*/ 80660 h 1074539"/>
                  <a:gd name="connsiteX3" fmla="*/ 347582 w 1269911"/>
                  <a:gd name="connsiteY3" fmla="*/ 6615 h 1074539"/>
                  <a:gd name="connsiteX4" fmla="*/ 434202 w 1269911"/>
                  <a:gd name="connsiteY4" fmla="*/ 30370 h 1074539"/>
                  <a:gd name="connsiteX5" fmla="*/ 480890 w 1269911"/>
                  <a:gd name="connsiteY5" fmla="*/ 115978 h 1074539"/>
                  <a:gd name="connsiteX6" fmla="*/ 531737 w 1269911"/>
                  <a:gd name="connsiteY6" fmla="*/ 287690 h 1074539"/>
                  <a:gd name="connsiteX7" fmla="*/ 706863 w 1269911"/>
                  <a:gd name="connsiteY7" fmla="*/ 911168 h 1074539"/>
                  <a:gd name="connsiteX8" fmla="*/ 790090 w 1269911"/>
                  <a:gd name="connsiteY8" fmla="*/ 1054229 h 1074539"/>
                  <a:gd name="connsiteX9" fmla="*/ 879717 w 1269911"/>
                  <a:gd name="connsiteY9" fmla="*/ 889160 h 1074539"/>
                  <a:gd name="connsiteX10" fmla="*/ 1044612 w 1269911"/>
                  <a:gd name="connsiteY10" fmla="*/ 120467 h 1074539"/>
                  <a:gd name="connsiteX11" fmla="*/ 1269894 w 1269911"/>
                  <a:gd name="connsiteY11" fmla="*/ 1225 h 1074539"/>
                  <a:gd name="connsiteX0" fmla="*/ 0 w 1269911"/>
                  <a:gd name="connsiteY0" fmla="*/ 1073314 h 1073314"/>
                  <a:gd name="connsiteX1" fmla="*/ 144493 w 1269911"/>
                  <a:gd name="connsiteY1" fmla="*/ 413261 h 1073314"/>
                  <a:gd name="connsiteX2" fmla="*/ 247569 w 1269911"/>
                  <a:gd name="connsiteY2" fmla="*/ 79435 h 1073314"/>
                  <a:gd name="connsiteX3" fmla="*/ 347582 w 1269911"/>
                  <a:gd name="connsiteY3" fmla="*/ 5390 h 1073314"/>
                  <a:gd name="connsiteX4" fmla="*/ 434202 w 1269911"/>
                  <a:gd name="connsiteY4" fmla="*/ 29145 h 1073314"/>
                  <a:gd name="connsiteX5" fmla="*/ 480890 w 1269911"/>
                  <a:gd name="connsiteY5" fmla="*/ 114753 h 1073314"/>
                  <a:gd name="connsiteX6" fmla="*/ 531737 w 1269911"/>
                  <a:gd name="connsiteY6" fmla="*/ 286465 h 1073314"/>
                  <a:gd name="connsiteX7" fmla="*/ 706863 w 1269911"/>
                  <a:gd name="connsiteY7" fmla="*/ 909943 h 1073314"/>
                  <a:gd name="connsiteX8" fmla="*/ 790090 w 1269911"/>
                  <a:gd name="connsiteY8" fmla="*/ 1053004 h 1073314"/>
                  <a:gd name="connsiteX9" fmla="*/ 879717 w 1269911"/>
                  <a:gd name="connsiteY9" fmla="*/ 887935 h 1073314"/>
                  <a:gd name="connsiteX10" fmla="*/ 1047231 w 1269911"/>
                  <a:gd name="connsiteY10" fmla="*/ 160563 h 1073314"/>
                  <a:gd name="connsiteX11" fmla="*/ 1269894 w 1269911"/>
                  <a:gd name="connsiteY11" fmla="*/ 0 h 1073314"/>
                  <a:gd name="connsiteX0" fmla="*/ 0 w 1269912"/>
                  <a:gd name="connsiteY0" fmla="*/ 1077650 h 1077650"/>
                  <a:gd name="connsiteX1" fmla="*/ 144493 w 1269912"/>
                  <a:gd name="connsiteY1" fmla="*/ 417597 h 1077650"/>
                  <a:gd name="connsiteX2" fmla="*/ 247569 w 1269912"/>
                  <a:gd name="connsiteY2" fmla="*/ 83771 h 1077650"/>
                  <a:gd name="connsiteX3" fmla="*/ 347582 w 1269912"/>
                  <a:gd name="connsiteY3" fmla="*/ 9726 h 1077650"/>
                  <a:gd name="connsiteX4" fmla="*/ 434202 w 1269912"/>
                  <a:gd name="connsiteY4" fmla="*/ 33481 h 1077650"/>
                  <a:gd name="connsiteX5" fmla="*/ 480890 w 1269912"/>
                  <a:gd name="connsiteY5" fmla="*/ 119089 h 1077650"/>
                  <a:gd name="connsiteX6" fmla="*/ 531737 w 1269912"/>
                  <a:gd name="connsiteY6" fmla="*/ 290801 h 1077650"/>
                  <a:gd name="connsiteX7" fmla="*/ 706863 w 1269912"/>
                  <a:gd name="connsiteY7" fmla="*/ 914279 h 1077650"/>
                  <a:gd name="connsiteX8" fmla="*/ 790090 w 1269912"/>
                  <a:gd name="connsiteY8" fmla="*/ 1057340 h 1077650"/>
                  <a:gd name="connsiteX9" fmla="*/ 879717 w 1269912"/>
                  <a:gd name="connsiteY9" fmla="*/ 892271 h 1077650"/>
                  <a:gd name="connsiteX10" fmla="*/ 1049852 w 1269912"/>
                  <a:gd name="connsiteY10" fmla="*/ 111773 h 1077650"/>
                  <a:gd name="connsiteX11" fmla="*/ 1269894 w 1269912"/>
                  <a:gd name="connsiteY11" fmla="*/ 4336 h 1077650"/>
                  <a:gd name="connsiteX0" fmla="*/ 0 w 1269894"/>
                  <a:gd name="connsiteY0" fmla="*/ 1091108 h 1091108"/>
                  <a:gd name="connsiteX1" fmla="*/ 144493 w 1269894"/>
                  <a:gd name="connsiteY1" fmla="*/ 431055 h 1091108"/>
                  <a:gd name="connsiteX2" fmla="*/ 247569 w 1269894"/>
                  <a:gd name="connsiteY2" fmla="*/ 97229 h 1091108"/>
                  <a:gd name="connsiteX3" fmla="*/ 347582 w 1269894"/>
                  <a:gd name="connsiteY3" fmla="*/ 23184 h 1091108"/>
                  <a:gd name="connsiteX4" fmla="*/ 434202 w 1269894"/>
                  <a:gd name="connsiteY4" fmla="*/ 46939 h 1091108"/>
                  <a:gd name="connsiteX5" fmla="*/ 480890 w 1269894"/>
                  <a:gd name="connsiteY5" fmla="*/ 132547 h 1091108"/>
                  <a:gd name="connsiteX6" fmla="*/ 531737 w 1269894"/>
                  <a:gd name="connsiteY6" fmla="*/ 304259 h 1091108"/>
                  <a:gd name="connsiteX7" fmla="*/ 706863 w 1269894"/>
                  <a:gd name="connsiteY7" fmla="*/ 927737 h 1091108"/>
                  <a:gd name="connsiteX8" fmla="*/ 790090 w 1269894"/>
                  <a:gd name="connsiteY8" fmla="*/ 1070798 h 1091108"/>
                  <a:gd name="connsiteX9" fmla="*/ 879717 w 1269894"/>
                  <a:gd name="connsiteY9" fmla="*/ 905729 h 1091108"/>
                  <a:gd name="connsiteX10" fmla="*/ 1049852 w 1269894"/>
                  <a:gd name="connsiteY10" fmla="*/ 125231 h 1091108"/>
                  <a:gd name="connsiteX11" fmla="*/ 1175589 w 1269894"/>
                  <a:gd name="connsiteY11" fmla="*/ 5991 h 1091108"/>
                  <a:gd name="connsiteX12" fmla="*/ 1269894 w 1269894"/>
                  <a:gd name="connsiteY12" fmla="*/ 17794 h 1091108"/>
                  <a:gd name="connsiteX0" fmla="*/ 0 w 1298709"/>
                  <a:gd name="connsiteY0" fmla="*/ 1092122 h 1092122"/>
                  <a:gd name="connsiteX1" fmla="*/ 144493 w 1298709"/>
                  <a:gd name="connsiteY1" fmla="*/ 432069 h 1092122"/>
                  <a:gd name="connsiteX2" fmla="*/ 247569 w 1298709"/>
                  <a:gd name="connsiteY2" fmla="*/ 98243 h 1092122"/>
                  <a:gd name="connsiteX3" fmla="*/ 347582 w 1298709"/>
                  <a:gd name="connsiteY3" fmla="*/ 24198 h 1092122"/>
                  <a:gd name="connsiteX4" fmla="*/ 434202 w 1298709"/>
                  <a:gd name="connsiteY4" fmla="*/ 47953 h 1092122"/>
                  <a:gd name="connsiteX5" fmla="*/ 480890 w 1298709"/>
                  <a:gd name="connsiteY5" fmla="*/ 133561 h 1092122"/>
                  <a:gd name="connsiteX6" fmla="*/ 531737 w 1298709"/>
                  <a:gd name="connsiteY6" fmla="*/ 305273 h 1092122"/>
                  <a:gd name="connsiteX7" fmla="*/ 706863 w 1298709"/>
                  <a:gd name="connsiteY7" fmla="*/ 928751 h 1092122"/>
                  <a:gd name="connsiteX8" fmla="*/ 790090 w 1298709"/>
                  <a:gd name="connsiteY8" fmla="*/ 1071812 h 1092122"/>
                  <a:gd name="connsiteX9" fmla="*/ 879717 w 1298709"/>
                  <a:gd name="connsiteY9" fmla="*/ 906743 h 1092122"/>
                  <a:gd name="connsiteX10" fmla="*/ 1049852 w 1298709"/>
                  <a:gd name="connsiteY10" fmla="*/ 126245 h 1092122"/>
                  <a:gd name="connsiteX11" fmla="*/ 1175589 w 1298709"/>
                  <a:gd name="connsiteY11" fmla="*/ 7005 h 1092122"/>
                  <a:gd name="connsiteX12" fmla="*/ 1298709 w 1298709"/>
                  <a:gd name="connsiteY12" fmla="*/ 12905 h 1092122"/>
                  <a:gd name="connsiteX0" fmla="*/ 0 w 1298709"/>
                  <a:gd name="connsiteY0" fmla="*/ 1094172 h 1094172"/>
                  <a:gd name="connsiteX1" fmla="*/ 144493 w 1298709"/>
                  <a:gd name="connsiteY1" fmla="*/ 434119 h 1094172"/>
                  <a:gd name="connsiteX2" fmla="*/ 247569 w 1298709"/>
                  <a:gd name="connsiteY2" fmla="*/ 100293 h 1094172"/>
                  <a:gd name="connsiteX3" fmla="*/ 347582 w 1298709"/>
                  <a:gd name="connsiteY3" fmla="*/ 26248 h 1094172"/>
                  <a:gd name="connsiteX4" fmla="*/ 434202 w 1298709"/>
                  <a:gd name="connsiteY4" fmla="*/ 50003 h 1094172"/>
                  <a:gd name="connsiteX5" fmla="*/ 480890 w 1298709"/>
                  <a:gd name="connsiteY5" fmla="*/ 135611 h 1094172"/>
                  <a:gd name="connsiteX6" fmla="*/ 531737 w 1298709"/>
                  <a:gd name="connsiteY6" fmla="*/ 307323 h 1094172"/>
                  <a:gd name="connsiteX7" fmla="*/ 706863 w 1298709"/>
                  <a:gd name="connsiteY7" fmla="*/ 930801 h 1094172"/>
                  <a:gd name="connsiteX8" fmla="*/ 790090 w 1298709"/>
                  <a:gd name="connsiteY8" fmla="*/ 1073862 h 1094172"/>
                  <a:gd name="connsiteX9" fmla="*/ 879717 w 1298709"/>
                  <a:gd name="connsiteY9" fmla="*/ 908793 h 1094172"/>
                  <a:gd name="connsiteX10" fmla="*/ 1049852 w 1298709"/>
                  <a:gd name="connsiteY10" fmla="*/ 128295 h 1094172"/>
                  <a:gd name="connsiteX11" fmla="*/ 1175589 w 1298709"/>
                  <a:gd name="connsiteY11" fmla="*/ 9055 h 1094172"/>
                  <a:gd name="connsiteX12" fmla="*/ 1262034 w 1298709"/>
                  <a:gd name="connsiteY12" fmla="*/ 9058 h 1094172"/>
                  <a:gd name="connsiteX13" fmla="*/ 1298709 w 1298709"/>
                  <a:gd name="connsiteY13" fmla="*/ 14955 h 1094172"/>
                  <a:gd name="connsiteX0" fmla="*/ 0 w 1523990"/>
                  <a:gd name="connsiteY0" fmla="*/ 1094172 h 1094172"/>
                  <a:gd name="connsiteX1" fmla="*/ 144493 w 1523990"/>
                  <a:gd name="connsiteY1" fmla="*/ 434119 h 1094172"/>
                  <a:gd name="connsiteX2" fmla="*/ 247569 w 1523990"/>
                  <a:gd name="connsiteY2" fmla="*/ 100293 h 1094172"/>
                  <a:gd name="connsiteX3" fmla="*/ 347582 w 1523990"/>
                  <a:gd name="connsiteY3" fmla="*/ 26248 h 1094172"/>
                  <a:gd name="connsiteX4" fmla="*/ 434202 w 1523990"/>
                  <a:gd name="connsiteY4" fmla="*/ 50003 h 1094172"/>
                  <a:gd name="connsiteX5" fmla="*/ 480890 w 1523990"/>
                  <a:gd name="connsiteY5" fmla="*/ 135611 h 1094172"/>
                  <a:gd name="connsiteX6" fmla="*/ 531737 w 1523990"/>
                  <a:gd name="connsiteY6" fmla="*/ 307323 h 1094172"/>
                  <a:gd name="connsiteX7" fmla="*/ 706863 w 1523990"/>
                  <a:gd name="connsiteY7" fmla="*/ 930801 h 1094172"/>
                  <a:gd name="connsiteX8" fmla="*/ 790090 w 1523990"/>
                  <a:gd name="connsiteY8" fmla="*/ 1073862 h 1094172"/>
                  <a:gd name="connsiteX9" fmla="*/ 879717 w 1523990"/>
                  <a:gd name="connsiteY9" fmla="*/ 908793 h 1094172"/>
                  <a:gd name="connsiteX10" fmla="*/ 1049852 w 1523990"/>
                  <a:gd name="connsiteY10" fmla="*/ 128295 h 1094172"/>
                  <a:gd name="connsiteX11" fmla="*/ 1175589 w 1523990"/>
                  <a:gd name="connsiteY11" fmla="*/ 9055 h 1094172"/>
                  <a:gd name="connsiteX12" fmla="*/ 1262034 w 1523990"/>
                  <a:gd name="connsiteY12" fmla="*/ 9058 h 1094172"/>
                  <a:gd name="connsiteX13" fmla="*/ 1523990 w 1523990"/>
                  <a:gd name="connsiteY13" fmla="*/ 1077489 h 1094172"/>
                  <a:gd name="connsiteX0" fmla="*/ 0 w 1523990"/>
                  <a:gd name="connsiteY0" fmla="*/ 1091797 h 1091797"/>
                  <a:gd name="connsiteX1" fmla="*/ 144493 w 1523990"/>
                  <a:gd name="connsiteY1" fmla="*/ 431744 h 1091797"/>
                  <a:gd name="connsiteX2" fmla="*/ 247569 w 1523990"/>
                  <a:gd name="connsiteY2" fmla="*/ 97918 h 1091797"/>
                  <a:gd name="connsiteX3" fmla="*/ 347582 w 1523990"/>
                  <a:gd name="connsiteY3" fmla="*/ 23873 h 1091797"/>
                  <a:gd name="connsiteX4" fmla="*/ 434202 w 1523990"/>
                  <a:gd name="connsiteY4" fmla="*/ 47628 h 1091797"/>
                  <a:gd name="connsiteX5" fmla="*/ 480890 w 1523990"/>
                  <a:gd name="connsiteY5" fmla="*/ 133236 h 1091797"/>
                  <a:gd name="connsiteX6" fmla="*/ 531737 w 1523990"/>
                  <a:gd name="connsiteY6" fmla="*/ 304948 h 1091797"/>
                  <a:gd name="connsiteX7" fmla="*/ 706863 w 1523990"/>
                  <a:gd name="connsiteY7" fmla="*/ 928426 h 1091797"/>
                  <a:gd name="connsiteX8" fmla="*/ 790090 w 1523990"/>
                  <a:gd name="connsiteY8" fmla="*/ 1071487 h 1091797"/>
                  <a:gd name="connsiteX9" fmla="*/ 879717 w 1523990"/>
                  <a:gd name="connsiteY9" fmla="*/ 906418 h 1091797"/>
                  <a:gd name="connsiteX10" fmla="*/ 1049852 w 1523990"/>
                  <a:gd name="connsiteY10" fmla="*/ 125920 h 1091797"/>
                  <a:gd name="connsiteX11" fmla="*/ 1175589 w 1523990"/>
                  <a:gd name="connsiteY11" fmla="*/ 6680 h 1091797"/>
                  <a:gd name="connsiteX12" fmla="*/ 1296088 w 1523990"/>
                  <a:gd name="connsiteY12" fmla="*/ 18488 h 1091797"/>
                  <a:gd name="connsiteX13" fmla="*/ 1523990 w 1523990"/>
                  <a:gd name="connsiteY13" fmla="*/ 1075114 h 1091797"/>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49852 w 1523990"/>
                  <a:gd name="connsiteY10" fmla="*/ 125144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2949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19 h 1091019"/>
                  <a:gd name="connsiteX1" fmla="*/ 144493 w 1523990"/>
                  <a:gd name="connsiteY1" fmla="*/ 430966 h 1091019"/>
                  <a:gd name="connsiteX2" fmla="*/ 247569 w 1523990"/>
                  <a:gd name="connsiteY2" fmla="*/ 97140 h 1091019"/>
                  <a:gd name="connsiteX3" fmla="*/ 347582 w 1523990"/>
                  <a:gd name="connsiteY3" fmla="*/ 23095 h 1091019"/>
                  <a:gd name="connsiteX4" fmla="*/ 434202 w 1523990"/>
                  <a:gd name="connsiteY4" fmla="*/ 46850 h 1091019"/>
                  <a:gd name="connsiteX5" fmla="*/ 480890 w 1523990"/>
                  <a:gd name="connsiteY5" fmla="*/ 132458 h 1091019"/>
                  <a:gd name="connsiteX6" fmla="*/ 531737 w 1523990"/>
                  <a:gd name="connsiteY6" fmla="*/ 304170 h 1091019"/>
                  <a:gd name="connsiteX7" fmla="*/ 706863 w 1523990"/>
                  <a:gd name="connsiteY7" fmla="*/ 927648 h 1091019"/>
                  <a:gd name="connsiteX8" fmla="*/ 790090 w 1523990"/>
                  <a:gd name="connsiteY8" fmla="*/ 1070709 h 1091019"/>
                  <a:gd name="connsiteX9" fmla="*/ 879717 w 1523990"/>
                  <a:gd name="connsiteY9" fmla="*/ 905640 h 1091019"/>
                  <a:gd name="connsiteX10" fmla="*/ 1060330 w 1523990"/>
                  <a:gd name="connsiteY10" fmla="*/ 131044 h 1091019"/>
                  <a:gd name="connsiteX11" fmla="*/ 1193926 w 1523990"/>
                  <a:gd name="connsiteY11" fmla="*/ 5903 h 1091019"/>
                  <a:gd name="connsiteX12" fmla="*/ 1282990 w 1523990"/>
                  <a:gd name="connsiteY12" fmla="*/ 23612 h 1091019"/>
                  <a:gd name="connsiteX13" fmla="*/ 1523990 w 1523990"/>
                  <a:gd name="connsiteY13" fmla="*/ 1074336 h 1091019"/>
                  <a:gd name="connsiteX0" fmla="*/ 0 w 1523990"/>
                  <a:gd name="connsiteY0" fmla="*/ 1107194 h 1107194"/>
                  <a:gd name="connsiteX1" fmla="*/ 144493 w 1523990"/>
                  <a:gd name="connsiteY1" fmla="*/ 447141 h 1107194"/>
                  <a:gd name="connsiteX2" fmla="*/ 247569 w 1523990"/>
                  <a:gd name="connsiteY2" fmla="*/ 113315 h 1107194"/>
                  <a:gd name="connsiteX3" fmla="*/ 347582 w 1523990"/>
                  <a:gd name="connsiteY3" fmla="*/ 39270 h 1107194"/>
                  <a:gd name="connsiteX4" fmla="*/ 434202 w 1523990"/>
                  <a:gd name="connsiteY4" fmla="*/ 63025 h 1107194"/>
                  <a:gd name="connsiteX5" fmla="*/ 480890 w 1523990"/>
                  <a:gd name="connsiteY5" fmla="*/ 148633 h 1107194"/>
                  <a:gd name="connsiteX6" fmla="*/ 531737 w 1523990"/>
                  <a:gd name="connsiteY6" fmla="*/ 320345 h 1107194"/>
                  <a:gd name="connsiteX7" fmla="*/ 706863 w 1523990"/>
                  <a:gd name="connsiteY7" fmla="*/ 943823 h 1107194"/>
                  <a:gd name="connsiteX8" fmla="*/ 790090 w 1523990"/>
                  <a:gd name="connsiteY8" fmla="*/ 1086884 h 1107194"/>
                  <a:gd name="connsiteX9" fmla="*/ 879717 w 1523990"/>
                  <a:gd name="connsiteY9" fmla="*/ 921815 h 1107194"/>
                  <a:gd name="connsiteX10" fmla="*/ 1060330 w 1523990"/>
                  <a:gd name="connsiteY10" fmla="*/ 147219 h 1107194"/>
                  <a:gd name="connsiteX11" fmla="*/ 1188687 w 1523990"/>
                  <a:gd name="connsiteY11" fmla="*/ 4368 h 1107194"/>
                  <a:gd name="connsiteX12" fmla="*/ 1282990 w 1523990"/>
                  <a:gd name="connsiteY12" fmla="*/ 39787 h 1107194"/>
                  <a:gd name="connsiteX13" fmla="*/ 1523990 w 1523990"/>
                  <a:gd name="connsiteY13" fmla="*/ 1090511 h 1107194"/>
                  <a:gd name="connsiteX0" fmla="*/ 0 w 1523990"/>
                  <a:gd name="connsiteY0" fmla="*/ 1151292 h 1151292"/>
                  <a:gd name="connsiteX1" fmla="*/ 144493 w 1523990"/>
                  <a:gd name="connsiteY1" fmla="*/ 491239 h 1151292"/>
                  <a:gd name="connsiteX2" fmla="*/ 247569 w 1523990"/>
                  <a:gd name="connsiteY2" fmla="*/ 157413 h 1151292"/>
                  <a:gd name="connsiteX3" fmla="*/ 347582 w 1523990"/>
                  <a:gd name="connsiteY3" fmla="*/ 83368 h 1151292"/>
                  <a:gd name="connsiteX4" fmla="*/ 434202 w 1523990"/>
                  <a:gd name="connsiteY4" fmla="*/ 107123 h 1151292"/>
                  <a:gd name="connsiteX5" fmla="*/ 480890 w 1523990"/>
                  <a:gd name="connsiteY5" fmla="*/ 192731 h 1151292"/>
                  <a:gd name="connsiteX6" fmla="*/ 531737 w 1523990"/>
                  <a:gd name="connsiteY6" fmla="*/ 364443 h 1151292"/>
                  <a:gd name="connsiteX7" fmla="*/ 706863 w 1523990"/>
                  <a:gd name="connsiteY7" fmla="*/ 987921 h 1151292"/>
                  <a:gd name="connsiteX8" fmla="*/ 790090 w 1523990"/>
                  <a:gd name="connsiteY8" fmla="*/ 1130982 h 1151292"/>
                  <a:gd name="connsiteX9" fmla="*/ 879717 w 1523990"/>
                  <a:gd name="connsiteY9" fmla="*/ 965913 h 1151292"/>
                  <a:gd name="connsiteX10" fmla="*/ 1060330 w 1523990"/>
                  <a:gd name="connsiteY10" fmla="*/ 191317 h 1151292"/>
                  <a:gd name="connsiteX11" fmla="*/ 1188687 w 1523990"/>
                  <a:gd name="connsiteY11" fmla="*/ 48466 h 1151292"/>
                  <a:gd name="connsiteX12" fmla="*/ 1204403 w 1523990"/>
                  <a:gd name="connsiteY12" fmla="*/ 66178 h 1151292"/>
                  <a:gd name="connsiteX13" fmla="*/ 1282990 w 1523990"/>
                  <a:gd name="connsiteY13" fmla="*/ 83885 h 1151292"/>
                  <a:gd name="connsiteX14" fmla="*/ 1523990 w 1523990"/>
                  <a:gd name="connsiteY14" fmla="*/ 1134609 h 1151292"/>
                  <a:gd name="connsiteX0" fmla="*/ 0 w 1523990"/>
                  <a:gd name="connsiteY0" fmla="*/ 1163238 h 1163238"/>
                  <a:gd name="connsiteX1" fmla="*/ 144493 w 1523990"/>
                  <a:gd name="connsiteY1" fmla="*/ 503185 h 1163238"/>
                  <a:gd name="connsiteX2" fmla="*/ 247569 w 1523990"/>
                  <a:gd name="connsiteY2" fmla="*/ 169359 h 1163238"/>
                  <a:gd name="connsiteX3" fmla="*/ 347582 w 1523990"/>
                  <a:gd name="connsiteY3" fmla="*/ 95314 h 1163238"/>
                  <a:gd name="connsiteX4" fmla="*/ 434202 w 1523990"/>
                  <a:gd name="connsiteY4" fmla="*/ 119069 h 1163238"/>
                  <a:gd name="connsiteX5" fmla="*/ 480890 w 1523990"/>
                  <a:gd name="connsiteY5" fmla="*/ 204677 h 1163238"/>
                  <a:gd name="connsiteX6" fmla="*/ 531737 w 1523990"/>
                  <a:gd name="connsiteY6" fmla="*/ 376389 h 1163238"/>
                  <a:gd name="connsiteX7" fmla="*/ 706863 w 1523990"/>
                  <a:gd name="connsiteY7" fmla="*/ 999867 h 1163238"/>
                  <a:gd name="connsiteX8" fmla="*/ 790090 w 1523990"/>
                  <a:gd name="connsiteY8" fmla="*/ 1142928 h 1163238"/>
                  <a:gd name="connsiteX9" fmla="*/ 879717 w 1523990"/>
                  <a:gd name="connsiteY9" fmla="*/ 977859 h 1163238"/>
                  <a:gd name="connsiteX10" fmla="*/ 1060330 w 1523990"/>
                  <a:gd name="connsiteY10" fmla="*/ 203263 h 1163238"/>
                  <a:gd name="connsiteX11" fmla="*/ 1188687 w 1523990"/>
                  <a:gd name="connsiteY11" fmla="*/ 60412 h 1163238"/>
                  <a:gd name="connsiteX12" fmla="*/ 1282990 w 1523990"/>
                  <a:gd name="connsiteY12" fmla="*/ 95831 h 1163238"/>
                  <a:gd name="connsiteX13" fmla="*/ 1523990 w 1523990"/>
                  <a:gd name="connsiteY13" fmla="*/ 1146555 h 1163238"/>
                  <a:gd name="connsiteX0" fmla="*/ 0 w 1523990"/>
                  <a:gd name="connsiteY0" fmla="*/ 1102826 h 1102826"/>
                  <a:gd name="connsiteX1" fmla="*/ 144493 w 1523990"/>
                  <a:gd name="connsiteY1" fmla="*/ 442773 h 1102826"/>
                  <a:gd name="connsiteX2" fmla="*/ 247569 w 1523990"/>
                  <a:gd name="connsiteY2" fmla="*/ 108947 h 1102826"/>
                  <a:gd name="connsiteX3" fmla="*/ 347582 w 1523990"/>
                  <a:gd name="connsiteY3" fmla="*/ 34902 h 1102826"/>
                  <a:gd name="connsiteX4" fmla="*/ 434202 w 1523990"/>
                  <a:gd name="connsiteY4" fmla="*/ 58657 h 1102826"/>
                  <a:gd name="connsiteX5" fmla="*/ 480890 w 1523990"/>
                  <a:gd name="connsiteY5" fmla="*/ 144265 h 1102826"/>
                  <a:gd name="connsiteX6" fmla="*/ 531737 w 1523990"/>
                  <a:gd name="connsiteY6" fmla="*/ 315977 h 1102826"/>
                  <a:gd name="connsiteX7" fmla="*/ 706863 w 1523990"/>
                  <a:gd name="connsiteY7" fmla="*/ 939455 h 1102826"/>
                  <a:gd name="connsiteX8" fmla="*/ 790090 w 1523990"/>
                  <a:gd name="connsiteY8" fmla="*/ 1082516 h 1102826"/>
                  <a:gd name="connsiteX9" fmla="*/ 879717 w 1523990"/>
                  <a:gd name="connsiteY9" fmla="*/ 917447 h 1102826"/>
                  <a:gd name="connsiteX10" fmla="*/ 1060330 w 1523990"/>
                  <a:gd name="connsiteY10" fmla="*/ 142851 h 1102826"/>
                  <a:gd name="connsiteX11" fmla="*/ 1188687 w 1523990"/>
                  <a:gd name="connsiteY11" fmla="*/ 0 h 1102826"/>
                  <a:gd name="connsiteX12" fmla="*/ 1282990 w 1523990"/>
                  <a:gd name="connsiteY12" fmla="*/ 35419 h 1102826"/>
                  <a:gd name="connsiteX13" fmla="*/ 1523990 w 1523990"/>
                  <a:gd name="connsiteY13" fmla="*/ 1086143 h 1102826"/>
                  <a:gd name="connsiteX0" fmla="*/ 0 w 1523990"/>
                  <a:gd name="connsiteY0" fmla="*/ 1085116 h 1085116"/>
                  <a:gd name="connsiteX1" fmla="*/ 144493 w 1523990"/>
                  <a:gd name="connsiteY1" fmla="*/ 425063 h 1085116"/>
                  <a:gd name="connsiteX2" fmla="*/ 247569 w 1523990"/>
                  <a:gd name="connsiteY2" fmla="*/ 91237 h 1085116"/>
                  <a:gd name="connsiteX3" fmla="*/ 347582 w 1523990"/>
                  <a:gd name="connsiteY3" fmla="*/ 17192 h 1085116"/>
                  <a:gd name="connsiteX4" fmla="*/ 434202 w 1523990"/>
                  <a:gd name="connsiteY4" fmla="*/ 40947 h 1085116"/>
                  <a:gd name="connsiteX5" fmla="*/ 480890 w 1523990"/>
                  <a:gd name="connsiteY5" fmla="*/ 126555 h 1085116"/>
                  <a:gd name="connsiteX6" fmla="*/ 531737 w 1523990"/>
                  <a:gd name="connsiteY6" fmla="*/ 298267 h 1085116"/>
                  <a:gd name="connsiteX7" fmla="*/ 706863 w 1523990"/>
                  <a:gd name="connsiteY7" fmla="*/ 921745 h 1085116"/>
                  <a:gd name="connsiteX8" fmla="*/ 790090 w 1523990"/>
                  <a:gd name="connsiteY8" fmla="*/ 1064806 h 1085116"/>
                  <a:gd name="connsiteX9" fmla="*/ 879717 w 1523990"/>
                  <a:gd name="connsiteY9" fmla="*/ 899737 h 1085116"/>
                  <a:gd name="connsiteX10" fmla="*/ 1060330 w 1523990"/>
                  <a:gd name="connsiteY10" fmla="*/ 125141 h 1085116"/>
                  <a:gd name="connsiteX11" fmla="*/ 1191307 w 1523990"/>
                  <a:gd name="connsiteY11" fmla="*/ 0 h 1085116"/>
                  <a:gd name="connsiteX12" fmla="*/ 1282990 w 1523990"/>
                  <a:gd name="connsiteY12" fmla="*/ 17709 h 1085116"/>
                  <a:gd name="connsiteX13" fmla="*/ 1523990 w 1523990"/>
                  <a:gd name="connsiteY13" fmla="*/ 1068433 h 1085116"/>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290849"/>
                  <a:gd name="connsiteY0" fmla="*/ 1079211 h 1079211"/>
                  <a:gd name="connsiteX1" fmla="*/ 144493 w 1290849"/>
                  <a:gd name="connsiteY1" fmla="*/ 419158 h 1079211"/>
                  <a:gd name="connsiteX2" fmla="*/ 247569 w 1290849"/>
                  <a:gd name="connsiteY2" fmla="*/ 85332 h 1079211"/>
                  <a:gd name="connsiteX3" fmla="*/ 347582 w 1290849"/>
                  <a:gd name="connsiteY3" fmla="*/ 11287 h 1079211"/>
                  <a:gd name="connsiteX4" fmla="*/ 434202 w 1290849"/>
                  <a:gd name="connsiteY4" fmla="*/ 35042 h 1079211"/>
                  <a:gd name="connsiteX5" fmla="*/ 480890 w 1290849"/>
                  <a:gd name="connsiteY5" fmla="*/ 120650 h 1079211"/>
                  <a:gd name="connsiteX6" fmla="*/ 531737 w 1290849"/>
                  <a:gd name="connsiteY6" fmla="*/ 292362 h 1079211"/>
                  <a:gd name="connsiteX7" fmla="*/ 706863 w 1290849"/>
                  <a:gd name="connsiteY7" fmla="*/ 915840 h 1079211"/>
                  <a:gd name="connsiteX8" fmla="*/ 790090 w 1290849"/>
                  <a:gd name="connsiteY8" fmla="*/ 1058901 h 1079211"/>
                  <a:gd name="connsiteX9" fmla="*/ 879717 w 1290849"/>
                  <a:gd name="connsiteY9" fmla="*/ 893832 h 1079211"/>
                  <a:gd name="connsiteX10" fmla="*/ 1060330 w 1290849"/>
                  <a:gd name="connsiteY10" fmla="*/ 119236 h 1079211"/>
                  <a:gd name="connsiteX11" fmla="*/ 1191307 w 1290849"/>
                  <a:gd name="connsiteY11" fmla="*/ 0 h 1079211"/>
                  <a:gd name="connsiteX12" fmla="*/ 1290849 w 1290849"/>
                  <a:gd name="connsiteY12" fmla="*/ 41319 h 1079211"/>
                  <a:gd name="connsiteX0" fmla="*/ 0 w 1191307"/>
                  <a:gd name="connsiteY0" fmla="*/ 1079211 h 1079211"/>
                  <a:gd name="connsiteX1" fmla="*/ 144493 w 1191307"/>
                  <a:gd name="connsiteY1" fmla="*/ 419158 h 1079211"/>
                  <a:gd name="connsiteX2" fmla="*/ 247569 w 1191307"/>
                  <a:gd name="connsiteY2" fmla="*/ 85332 h 1079211"/>
                  <a:gd name="connsiteX3" fmla="*/ 347582 w 1191307"/>
                  <a:gd name="connsiteY3" fmla="*/ 11287 h 1079211"/>
                  <a:gd name="connsiteX4" fmla="*/ 434202 w 1191307"/>
                  <a:gd name="connsiteY4" fmla="*/ 35042 h 1079211"/>
                  <a:gd name="connsiteX5" fmla="*/ 480890 w 1191307"/>
                  <a:gd name="connsiteY5" fmla="*/ 120650 h 1079211"/>
                  <a:gd name="connsiteX6" fmla="*/ 531737 w 1191307"/>
                  <a:gd name="connsiteY6" fmla="*/ 292362 h 1079211"/>
                  <a:gd name="connsiteX7" fmla="*/ 706863 w 1191307"/>
                  <a:gd name="connsiteY7" fmla="*/ 915840 h 1079211"/>
                  <a:gd name="connsiteX8" fmla="*/ 790090 w 1191307"/>
                  <a:gd name="connsiteY8" fmla="*/ 1058901 h 1079211"/>
                  <a:gd name="connsiteX9" fmla="*/ 879717 w 1191307"/>
                  <a:gd name="connsiteY9" fmla="*/ 893832 h 1079211"/>
                  <a:gd name="connsiteX10" fmla="*/ 1060330 w 1191307"/>
                  <a:gd name="connsiteY10" fmla="*/ 119236 h 1079211"/>
                  <a:gd name="connsiteX11" fmla="*/ 1191307 w 1191307"/>
                  <a:gd name="connsiteY11" fmla="*/ 0 h 1079211"/>
                  <a:gd name="connsiteX0" fmla="*/ 0 w 1060330"/>
                  <a:gd name="connsiteY0" fmla="*/ 1070424 h 1070424"/>
                  <a:gd name="connsiteX1" fmla="*/ 144493 w 1060330"/>
                  <a:gd name="connsiteY1" fmla="*/ 410371 h 1070424"/>
                  <a:gd name="connsiteX2" fmla="*/ 247569 w 1060330"/>
                  <a:gd name="connsiteY2" fmla="*/ 76545 h 1070424"/>
                  <a:gd name="connsiteX3" fmla="*/ 347582 w 1060330"/>
                  <a:gd name="connsiteY3" fmla="*/ 2500 h 1070424"/>
                  <a:gd name="connsiteX4" fmla="*/ 434202 w 1060330"/>
                  <a:gd name="connsiteY4" fmla="*/ 26255 h 1070424"/>
                  <a:gd name="connsiteX5" fmla="*/ 480890 w 1060330"/>
                  <a:gd name="connsiteY5" fmla="*/ 111863 h 1070424"/>
                  <a:gd name="connsiteX6" fmla="*/ 531737 w 1060330"/>
                  <a:gd name="connsiteY6" fmla="*/ 283575 h 1070424"/>
                  <a:gd name="connsiteX7" fmla="*/ 706863 w 1060330"/>
                  <a:gd name="connsiteY7" fmla="*/ 907053 h 1070424"/>
                  <a:gd name="connsiteX8" fmla="*/ 790090 w 1060330"/>
                  <a:gd name="connsiteY8" fmla="*/ 1050114 h 1070424"/>
                  <a:gd name="connsiteX9" fmla="*/ 879717 w 1060330"/>
                  <a:gd name="connsiteY9" fmla="*/ 885045 h 1070424"/>
                  <a:gd name="connsiteX10" fmla="*/ 1060330 w 1060330"/>
                  <a:gd name="connsiteY10" fmla="*/ 110449 h 1070424"/>
                  <a:gd name="connsiteX0" fmla="*/ 0 w 879717"/>
                  <a:gd name="connsiteY0" fmla="*/ 1070424 h 1070424"/>
                  <a:gd name="connsiteX1" fmla="*/ 144493 w 879717"/>
                  <a:gd name="connsiteY1" fmla="*/ 410371 h 1070424"/>
                  <a:gd name="connsiteX2" fmla="*/ 247569 w 879717"/>
                  <a:gd name="connsiteY2" fmla="*/ 76545 h 1070424"/>
                  <a:gd name="connsiteX3" fmla="*/ 347582 w 879717"/>
                  <a:gd name="connsiteY3" fmla="*/ 2500 h 1070424"/>
                  <a:gd name="connsiteX4" fmla="*/ 434202 w 879717"/>
                  <a:gd name="connsiteY4" fmla="*/ 26255 h 1070424"/>
                  <a:gd name="connsiteX5" fmla="*/ 480890 w 879717"/>
                  <a:gd name="connsiteY5" fmla="*/ 111863 h 1070424"/>
                  <a:gd name="connsiteX6" fmla="*/ 531737 w 879717"/>
                  <a:gd name="connsiteY6" fmla="*/ 283575 h 1070424"/>
                  <a:gd name="connsiteX7" fmla="*/ 706863 w 879717"/>
                  <a:gd name="connsiteY7" fmla="*/ 907053 h 1070424"/>
                  <a:gd name="connsiteX8" fmla="*/ 790090 w 879717"/>
                  <a:gd name="connsiteY8" fmla="*/ 1050114 h 1070424"/>
                  <a:gd name="connsiteX9" fmla="*/ 879717 w 879717"/>
                  <a:gd name="connsiteY9" fmla="*/ 885045 h 1070424"/>
                  <a:gd name="connsiteX0" fmla="*/ 0 w 790090"/>
                  <a:gd name="connsiteY0" fmla="*/ 1070424 h 1070424"/>
                  <a:gd name="connsiteX1" fmla="*/ 144493 w 790090"/>
                  <a:gd name="connsiteY1" fmla="*/ 410371 h 1070424"/>
                  <a:gd name="connsiteX2" fmla="*/ 247569 w 790090"/>
                  <a:gd name="connsiteY2" fmla="*/ 76545 h 1070424"/>
                  <a:gd name="connsiteX3" fmla="*/ 347582 w 790090"/>
                  <a:gd name="connsiteY3" fmla="*/ 2500 h 1070424"/>
                  <a:gd name="connsiteX4" fmla="*/ 434202 w 790090"/>
                  <a:gd name="connsiteY4" fmla="*/ 26255 h 1070424"/>
                  <a:gd name="connsiteX5" fmla="*/ 480890 w 790090"/>
                  <a:gd name="connsiteY5" fmla="*/ 111863 h 1070424"/>
                  <a:gd name="connsiteX6" fmla="*/ 531737 w 790090"/>
                  <a:gd name="connsiteY6" fmla="*/ 283575 h 1070424"/>
                  <a:gd name="connsiteX7" fmla="*/ 706863 w 790090"/>
                  <a:gd name="connsiteY7" fmla="*/ 907053 h 1070424"/>
                  <a:gd name="connsiteX8" fmla="*/ 790090 w 790090"/>
                  <a:gd name="connsiteY8" fmla="*/ 1050114 h 1070424"/>
                  <a:gd name="connsiteX0" fmla="*/ 0 w 813775"/>
                  <a:gd name="connsiteY0" fmla="*/ 1070424 h 1070424"/>
                  <a:gd name="connsiteX1" fmla="*/ 144493 w 813775"/>
                  <a:gd name="connsiteY1" fmla="*/ 410371 h 1070424"/>
                  <a:gd name="connsiteX2" fmla="*/ 247569 w 813775"/>
                  <a:gd name="connsiteY2" fmla="*/ 76545 h 1070424"/>
                  <a:gd name="connsiteX3" fmla="*/ 347582 w 813775"/>
                  <a:gd name="connsiteY3" fmla="*/ 2500 h 1070424"/>
                  <a:gd name="connsiteX4" fmla="*/ 434202 w 813775"/>
                  <a:gd name="connsiteY4" fmla="*/ 26255 h 1070424"/>
                  <a:gd name="connsiteX5" fmla="*/ 480890 w 813775"/>
                  <a:gd name="connsiteY5" fmla="*/ 111863 h 1070424"/>
                  <a:gd name="connsiteX6" fmla="*/ 531737 w 813775"/>
                  <a:gd name="connsiteY6" fmla="*/ 283575 h 1070424"/>
                  <a:gd name="connsiteX7" fmla="*/ 706863 w 813775"/>
                  <a:gd name="connsiteY7" fmla="*/ 907053 h 1070424"/>
                  <a:gd name="connsiteX8" fmla="*/ 790090 w 813775"/>
                  <a:gd name="connsiteY8" fmla="*/ 1050114 h 1070424"/>
                  <a:gd name="connsiteX9" fmla="*/ 813775 w 813775"/>
                  <a:gd name="connsiteY9" fmla="*/ 1039011 h 107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775" h="1070424">
                    <a:moveTo>
                      <a:pt x="0" y="1070424"/>
                    </a:moveTo>
                    <a:cubicBezTo>
                      <a:pt x="31853" y="916813"/>
                      <a:pt x="103232" y="576018"/>
                      <a:pt x="144493" y="410371"/>
                    </a:cubicBezTo>
                    <a:cubicBezTo>
                      <a:pt x="185755" y="244725"/>
                      <a:pt x="213721" y="144523"/>
                      <a:pt x="247569" y="76545"/>
                    </a:cubicBezTo>
                    <a:cubicBezTo>
                      <a:pt x="281417" y="8567"/>
                      <a:pt x="316477" y="10882"/>
                      <a:pt x="347582" y="2500"/>
                    </a:cubicBezTo>
                    <a:cubicBezTo>
                      <a:pt x="378687" y="-5882"/>
                      <a:pt x="411984" y="8028"/>
                      <a:pt x="434202" y="26255"/>
                    </a:cubicBezTo>
                    <a:cubicBezTo>
                      <a:pt x="456420" y="44482"/>
                      <a:pt x="464634" y="68976"/>
                      <a:pt x="480890" y="111863"/>
                    </a:cubicBezTo>
                    <a:cubicBezTo>
                      <a:pt x="497146" y="154750"/>
                      <a:pt x="522535" y="253408"/>
                      <a:pt x="531737" y="283575"/>
                    </a:cubicBezTo>
                    <a:cubicBezTo>
                      <a:pt x="540939" y="313742"/>
                      <a:pt x="669772" y="802963"/>
                      <a:pt x="706863" y="907053"/>
                    </a:cubicBezTo>
                    <a:cubicBezTo>
                      <a:pt x="743954" y="1011143"/>
                      <a:pt x="770711" y="1053150"/>
                      <a:pt x="790090" y="1050114"/>
                    </a:cubicBezTo>
                    <a:cubicBezTo>
                      <a:pt x="807909" y="1072107"/>
                      <a:pt x="808841" y="1041324"/>
                      <a:pt x="813775" y="1039011"/>
                    </a:cubicBezTo>
                  </a:path>
                </a:pathLst>
              </a:custGeom>
              <a:noFill/>
              <a:ln w="31750" cap="rnd" cmpd="sng" algn="ctr">
                <a:solidFill>
                  <a:srgbClr val="00B050"/>
                </a:solidFill>
                <a:prstDash val="sysDash"/>
                <a:round/>
              </a:ln>
              <a:effectLst/>
            </p:spPr>
            <p:txBody>
              <a:bodyPr rtlCol="0" anchor="ctr"/>
              <a:lstStyle/>
              <a:p>
                <a:pPr algn="ctr">
                  <a:defRPr/>
                </a:pPr>
                <a:endParaRPr lang="en-US" kern="0">
                  <a:solidFill>
                    <a:prstClr val="white"/>
                  </a:solidFill>
                  <a:latin typeface="Calibri"/>
                </a:endParaRPr>
              </a:p>
            </p:txBody>
          </p:sp>
          <p:sp>
            <p:nvSpPr>
              <p:cNvPr id="1199" name="Freeform 11">
                <a:extLst>
                  <a:ext uri="{FF2B5EF4-FFF2-40B4-BE49-F238E27FC236}">
                    <a16:creationId xmlns:a16="http://schemas.microsoft.com/office/drawing/2014/main" id="{5B4203CE-9998-E94D-DF38-98320323F9BC}"/>
                  </a:ext>
                </a:extLst>
              </p:cNvPr>
              <p:cNvSpPr/>
              <p:nvPr/>
            </p:nvSpPr>
            <p:spPr>
              <a:xfrm>
                <a:off x="4256683" y="3178041"/>
                <a:ext cx="955076" cy="686311"/>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57000"/>
                  <a:gd name="connsiteY0" fmla="*/ 1149843 h 1149843"/>
                  <a:gd name="connsiteX1" fmla="*/ 144493 w 1057000"/>
                  <a:gd name="connsiteY1" fmla="*/ 489790 h 1149843"/>
                  <a:gd name="connsiteX2" fmla="*/ 247569 w 1057000"/>
                  <a:gd name="connsiteY2" fmla="*/ 155964 h 1149843"/>
                  <a:gd name="connsiteX3" fmla="*/ 347582 w 1057000"/>
                  <a:gd name="connsiteY3" fmla="*/ 81919 h 1149843"/>
                  <a:gd name="connsiteX4" fmla="*/ 434202 w 1057000"/>
                  <a:gd name="connsiteY4" fmla="*/ 105674 h 1149843"/>
                  <a:gd name="connsiteX5" fmla="*/ 480890 w 1057000"/>
                  <a:gd name="connsiteY5" fmla="*/ 191282 h 1149843"/>
                  <a:gd name="connsiteX6" fmla="*/ 531737 w 1057000"/>
                  <a:gd name="connsiteY6" fmla="*/ 362994 h 1149843"/>
                  <a:gd name="connsiteX7" fmla="*/ 706863 w 1057000"/>
                  <a:gd name="connsiteY7" fmla="*/ 986472 h 1149843"/>
                  <a:gd name="connsiteX8" fmla="*/ 790090 w 1057000"/>
                  <a:gd name="connsiteY8" fmla="*/ 1129533 h 1149843"/>
                  <a:gd name="connsiteX9" fmla="*/ 879717 w 1057000"/>
                  <a:gd name="connsiteY9" fmla="*/ 964464 h 1149843"/>
                  <a:gd name="connsiteX10" fmla="*/ 1047232 w 1057000"/>
                  <a:gd name="connsiteY10" fmla="*/ 71810 h 1149843"/>
                  <a:gd name="connsiteX11" fmla="*/ 1036754 w 1057000"/>
                  <a:gd name="connsiteY11" fmla="*/ 52921 h 1149843"/>
                  <a:gd name="connsiteX0" fmla="*/ 0 w 1259433"/>
                  <a:gd name="connsiteY0" fmla="*/ 1142099 h 1142099"/>
                  <a:gd name="connsiteX1" fmla="*/ 144493 w 1259433"/>
                  <a:gd name="connsiteY1" fmla="*/ 482046 h 1142099"/>
                  <a:gd name="connsiteX2" fmla="*/ 247569 w 1259433"/>
                  <a:gd name="connsiteY2" fmla="*/ 148220 h 1142099"/>
                  <a:gd name="connsiteX3" fmla="*/ 347582 w 1259433"/>
                  <a:gd name="connsiteY3" fmla="*/ 74175 h 1142099"/>
                  <a:gd name="connsiteX4" fmla="*/ 434202 w 1259433"/>
                  <a:gd name="connsiteY4" fmla="*/ 97930 h 1142099"/>
                  <a:gd name="connsiteX5" fmla="*/ 480890 w 1259433"/>
                  <a:gd name="connsiteY5" fmla="*/ 183538 h 1142099"/>
                  <a:gd name="connsiteX6" fmla="*/ 531737 w 1259433"/>
                  <a:gd name="connsiteY6" fmla="*/ 355250 h 1142099"/>
                  <a:gd name="connsiteX7" fmla="*/ 706863 w 1259433"/>
                  <a:gd name="connsiteY7" fmla="*/ 978728 h 1142099"/>
                  <a:gd name="connsiteX8" fmla="*/ 790090 w 1259433"/>
                  <a:gd name="connsiteY8" fmla="*/ 1121789 h 1142099"/>
                  <a:gd name="connsiteX9" fmla="*/ 879717 w 1259433"/>
                  <a:gd name="connsiteY9" fmla="*/ 956720 h 1142099"/>
                  <a:gd name="connsiteX10" fmla="*/ 1047232 w 1259433"/>
                  <a:gd name="connsiteY10" fmla="*/ 64066 h 1142099"/>
                  <a:gd name="connsiteX11" fmla="*/ 1259415 w 1259433"/>
                  <a:gd name="connsiteY11" fmla="*/ 74690 h 1142099"/>
                  <a:gd name="connsiteX0" fmla="*/ 0 w 1259433"/>
                  <a:gd name="connsiteY0" fmla="*/ 1100639 h 1100639"/>
                  <a:gd name="connsiteX1" fmla="*/ 144493 w 1259433"/>
                  <a:gd name="connsiteY1" fmla="*/ 440586 h 1100639"/>
                  <a:gd name="connsiteX2" fmla="*/ 247569 w 1259433"/>
                  <a:gd name="connsiteY2" fmla="*/ 106760 h 1100639"/>
                  <a:gd name="connsiteX3" fmla="*/ 347582 w 1259433"/>
                  <a:gd name="connsiteY3" fmla="*/ 32715 h 1100639"/>
                  <a:gd name="connsiteX4" fmla="*/ 434202 w 1259433"/>
                  <a:gd name="connsiteY4" fmla="*/ 56470 h 1100639"/>
                  <a:gd name="connsiteX5" fmla="*/ 480890 w 1259433"/>
                  <a:gd name="connsiteY5" fmla="*/ 142078 h 1100639"/>
                  <a:gd name="connsiteX6" fmla="*/ 531737 w 1259433"/>
                  <a:gd name="connsiteY6" fmla="*/ 313790 h 1100639"/>
                  <a:gd name="connsiteX7" fmla="*/ 706863 w 1259433"/>
                  <a:gd name="connsiteY7" fmla="*/ 937268 h 1100639"/>
                  <a:gd name="connsiteX8" fmla="*/ 790090 w 1259433"/>
                  <a:gd name="connsiteY8" fmla="*/ 1080329 h 1100639"/>
                  <a:gd name="connsiteX9" fmla="*/ 879717 w 1259433"/>
                  <a:gd name="connsiteY9" fmla="*/ 915260 h 1100639"/>
                  <a:gd name="connsiteX10" fmla="*/ 1044612 w 1259433"/>
                  <a:gd name="connsiteY10" fmla="*/ 81634 h 1100639"/>
                  <a:gd name="connsiteX11" fmla="*/ 1259415 w 1259433"/>
                  <a:gd name="connsiteY11" fmla="*/ 33230 h 1100639"/>
                  <a:gd name="connsiteX0" fmla="*/ 0 w 1269911"/>
                  <a:gd name="connsiteY0" fmla="*/ 1089122 h 1089122"/>
                  <a:gd name="connsiteX1" fmla="*/ 144493 w 1269911"/>
                  <a:gd name="connsiteY1" fmla="*/ 429069 h 1089122"/>
                  <a:gd name="connsiteX2" fmla="*/ 247569 w 1269911"/>
                  <a:gd name="connsiteY2" fmla="*/ 95243 h 1089122"/>
                  <a:gd name="connsiteX3" fmla="*/ 347582 w 1269911"/>
                  <a:gd name="connsiteY3" fmla="*/ 21198 h 1089122"/>
                  <a:gd name="connsiteX4" fmla="*/ 434202 w 1269911"/>
                  <a:gd name="connsiteY4" fmla="*/ 44953 h 1089122"/>
                  <a:gd name="connsiteX5" fmla="*/ 480890 w 1269911"/>
                  <a:gd name="connsiteY5" fmla="*/ 130561 h 1089122"/>
                  <a:gd name="connsiteX6" fmla="*/ 531737 w 1269911"/>
                  <a:gd name="connsiteY6" fmla="*/ 302273 h 1089122"/>
                  <a:gd name="connsiteX7" fmla="*/ 706863 w 1269911"/>
                  <a:gd name="connsiteY7" fmla="*/ 925751 h 1089122"/>
                  <a:gd name="connsiteX8" fmla="*/ 790090 w 1269911"/>
                  <a:gd name="connsiteY8" fmla="*/ 1068812 h 1089122"/>
                  <a:gd name="connsiteX9" fmla="*/ 879717 w 1269911"/>
                  <a:gd name="connsiteY9" fmla="*/ 903743 h 1089122"/>
                  <a:gd name="connsiteX10" fmla="*/ 1044612 w 1269911"/>
                  <a:gd name="connsiteY10" fmla="*/ 70117 h 1089122"/>
                  <a:gd name="connsiteX11" fmla="*/ 1269894 w 1269911"/>
                  <a:gd name="connsiteY11" fmla="*/ 57130 h 1089122"/>
                  <a:gd name="connsiteX0" fmla="*/ 0 w 1269911"/>
                  <a:gd name="connsiteY0" fmla="*/ 1102925 h 1102925"/>
                  <a:gd name="connsiteX1" fmla="*/ 144493 w 1269911"/>
                  <a:gd name="connsiteY1" fmla="*/ 442872 h 1102925"/>
                  <a:gd name="connsiteX2" fmla="*/ 247569 w 1269911"/>
                  <a:gd name="connsiteY2" fmla="*/ 109046 h 1102925"/>
                  <a:gd name="connsiteX3" fmla="*/ 347582 w 1269911"/>
                  <a:gd name="connsiteY3" fmla="*/ 35001 h 1102925"/>
                  <a:gd name="connsiteX4" fmla="*/ 434202 w 1269911"/>
                  <a:gd name="connsiteY4" fmla="*/ 58756 h 1102925"/>
                  <a:gd name="connsiteX5" fmla="*/ 480890 w 1269911"/>
                  <a:gd name="connsiteY5" fmla="*/ 144364 h 1102925"/>
                  <a:gd name="connsiteX6" fmla="*/ 531737 w 1269911"/>
                  <a:gd name="connsiteY6" fmla="*/ 316076 h 1102925"/>
                  <a:gd name="connsiteX7" fmla="*/ 706863 w 1269911"/>
                  <a:gd name="connsiteY7" fmla="*/ 939554 h 1102925"/>
                  <a:gd name="connsiteX8" fmla="*/ 790090 w 1269911"/>
                  <a:gd name="connsiteY8" fmla="*/ 1082615 h 1102925"/>
                  <a:gd name="connsiteX9" fmla="*/ 879717 w 1269911"/>
                  <a:gd name="connsiteY9" fmla="*/ 917546 h 1102925"/>
                  <a:gd name="connsiteX10" fmla="*/ 1044612 w 1269911"/>
                  <a:gd name="connsiteY10" fmla="*/ 83920 h 1102925"/>
                  <a:gd name="connsiteX11" fmla="*/ 1269894 w 1269911"/>
                  <a:gd name="connsiteY11" fmla="*/ 29611 h 1102925"/>
                  <a:gd name="connsiteX0" fmla="*/ 0 w 1269911"/>
                  <a:gd name="connsiteY0" fmla="*/ 1074539 h 1074539"/>
                  <a:gd name="connsiteX1" fmla="*/ 144493 w 1269911"/>
                  <a:gd name="connsiteY1" fmla="*/ 414486 h 1074539"/>
                  <a:gd name="connsiteX2" fmla="*/ 247569 w 1269911"/>
                  <a:gd name="connsiteY2" fmla="*/ 80660 h 1074539"/>
                  <a:gd name="connsiteX3" fmla="*/ 347582 w 1269911"/>
                  <a:gd name="connsiteY3" fmla="*/ 6615 h 1074539"/>
                  <a:gd name="connsiteX4" fmla="*/ 434202 w 1269911"/>
                  <a:gd name="connsiteY4" fmla="*/ 30370 h 1074539"/>
                  <a:gd name="connsiteX5" fmla="*/ 480890 w 1269911"/>
                  <a:gd name="connsiteY5" fmla="*/ 115978 h 1074539"/>
                  <a:gd name="connsiteX6" fmla="*/ 531737 w 1269911"/>
                  <a:gd name="connsiteY6" fmla="*/ 287690 h 1074539"/>
                  <a:gd name="connsiteX7" fmla="*/ 706863 w 1269911"/>
                  <a:gd name="connsiteY7" fmla="*/ 911168 h 1074539"/>
                  <a:gd name="connsiteX8" fmla="*/ 790090 w 1269911"/>
                  <a:gd name="connsiteY8" fmla="*/ 1054229 h 1074539"/>
                  <a:gd name="connsiteX9" fmla="*/ 879717 w 1269911"/>
                  <a:gd name="connsiteY9" fmla="*/ 889160 h 1074539"/>
                  <a:gd name="connsiteX10" fmla="*/ 1044612 w 1269911"/>
                  <a:gd name="connsiteY10" fmla="*/ 120467 h 1074539"/>
                  <a:gd name="connsiteX11" fmla="*/ 1269894 w 1269911"/>
                  <a:gd name="connsiteY11" fmla="*/ 1225 h 1074539"/>
                  <a:gd name="connsiteX0" fmla="*/ 0 w 1269911"/>
                  <a:gd name="connsiteY0" fmla="*/ 1073314 h 1073314"/>
                  <a:gd name="connsiteX1" fmla="*/ 144493 w 1269911"/>
                  <a:gd name="connsiteY1" fmla="*/ 413261 h 1073314"/>
                  <a:gd name="connsiteX2" fmla="*/ 247569 w 1269911"/>
                  <a:gd name="connsiteY2" fmla="*/ 79435 h 1073314"/>
                  <a:gd name="connsiteX3" fmla="*/ 347582 w 1269911"/>
                  <a:gd name="connsiteY3" fmla="*/ 5390 h 1073314"/>
                  <a:gd name="connsiteX4" fmla="*/ 434202 w 1269911"/>
                  <a:gd name="connsiteY4" fmla="*/ 29145 h 1073314"/>
                  <a:gd name="connsiteX5" fmla="*/ 480890 w 1269911"/>
                  <a:gd name="connsiteY5" fmla="*/ 114753 h 1073314"/>
                  <a:gd name="connsiteX6" fmla="*/ 531737 w 1269911"/>
                  <a:gd name="connsiteY6" fmla="*/ 286465 h 1073314"/>
                  <a:gd name="connsiteX7" fmla="*/ 706863 w 1269911"/>
                  <a:gd name="connsiteY7" fmla="*/ 909943 h 1073314"/>
                  <a:gd name="connsiteX8" fmla="*/ 790090 w 1269911"/>
                  <a:gd name="connsiteY8" fmla="*/ 1053004 h 1073314"/>
                  <a:gd name="connsiteX9" fmla="*/ 879717 w 1269911"/>
                  <a:gd name="connsiteY9" fmla="*/ 887935 h 1073314"/>
                  <a:gd name="connsiteX10" fmla="*/ 1047231 w 1269911"/>
                  <a:gd name="connsiteY10" fmla="*/ 160563 h 1073314"/>
                  <a:gd name="connsiteX11" fmla="*/ 1269894 w 1269911"/>
                  <a:gd name="connsiteY11" fmla="*/ 0 h 1073314"/>
                  <a:gd name="connsiteX0" fmla="*/ 0 w 1269912"/>
                  <a:gd name="connsiteY0" fmla="*/ 1077650 h 1077650"/>
                  <a:gd name="connsiteX1" fmla="*/ 144493 w 1269912"/>
                  <a:gd name="connsiteY1" fmla="*/ 417597 h 1077650"/>
                  <a:gd name="connsiteX2" fmla="*/ 247569 w 1269912"/>
                  <a:gd name="connsiteY2" fmla="*/ 83771 h 1077650"/>
                  <a:gd name="connsiteX3" fmla="*/ 347582 w 1269912"/>
                  <a:gd name="connsiteY3" fmla="*/ 9726 h 1077650"/>
                  <a:gd name="connsiteX4" fmla="*/ 434202 w 1269912"/>
                  <a:gd name="connsiteY4" fmla="*/ 33481 h 1077650"/>
                  <a:gd name="connsiteX5" fmla="*/ 480890 w 1269912"/>
                  <a:gd name="connsiteY5" fmla="*/ 119089 h 1077650"/>
                  <a:gd name="connsiteX6" fmla="*/ 531737 w 1269912"/>
                  <a:gd name="connsiteY6" fmla="*/ 290801 h 1077650"/>
                  <a:gd name="connsiteX7" fmla="*/ 706863 w 1269912"/>
                  <a:gd name="connsiteY7" fmla="*/ 914279 h 1077650"/>
                  <a:gd name="connsiteX8" fmla="*/ 790090 w 1269912"/>
                  <a:gd name="connsiteY8" fmla="*/ 1057340 h 1077650"/>
                  <a:gd name="connsiteX9" fmla="*/ 879717 w 1269912"/>
                  <a:gd name="connsiteY9" fmla="*/ 892271 h 1077650"/>
                  <a:gd name="connsiteX10" fmla="*/ 1049852 w 1269912"/>
                  <a:gd name="connsiteY10" fmla="*/ 111773 h 1077650"/>
                  <a:gd name="connsiteX11" fmla="*/ 1269894 w 1269912"/>
                  <a:gd name="connsiteY11" fmla="*/ 4336 h 1077650"/>
                  <a:gd name="connsiteX0" fmla="*/ 0 w 1269894"/>
                  <a:gd name="connsiteY0" fmla="*/ 1091108 h 1091108"/>
                  <a:gd name="connsiteX1" fmla="*/ 144493 w 1269894"/>
                  <a:gd name="connsiteY1" fmla="*/ 431055 h 1091108"/>
                  <a:gd name="connsiteX2" fmla="*/ 247569 w 1269894"/>
                  <a:gd name="connsiteY2" fmla="*/ 97229 h 1091108"/>
                  <a:gd name="connsiteX3" fmla="*/ 347582 w 1269894"/>
                  <a:gd name="connsiteY3" fmla="*/ 23184 h 1091108"/>
                  <a:gd name="connsiteX4" fmla="*/ 434202 w 1269894"/>
                  <a:gd name="connsiteY4" fmla="*/ 46939 h 1091108"/>
                  <a:gd name="connsiteX5" fmla="*/ 480890 w 1269894"/>
                  <a:gd name="connsiteY5" fmla="*/ 132547 h 1091108"/>
                  <a:gd name="connsiteX6" fmla="*/ 531737 w 1269894"/>
                  <a:gd name="connsiteY6" fmla="*/ 304259 h 1091108"/>
                  <a:gd name="connsiteX7" fmla="*/ 706863 w 1269894"/>
                  <a:gd name="connsiteY7" fmla="*/ 927737 h 1091108"/>
                  <a:gd name="connsiteX8" fmla="*/ 790090 w 1269894"/>
                  <a:gd name="connsiteY8" fmla="*/ 1070798 h 1091108"/>
                  <a:gd name="connsiteX9" fmla="*/ 879717 w 1269894"/>
                  <a:gd name="connsiteY9" fmla="*/ 905729 h 1091108"/>
                  <a:gd name="connsiteX10" fmla="*/ 1049852 w 1269894"/>
                  <a:gd name="connsiteY10" fmla="*/ 125231 h 1091108"/>
                  <a:gd name="connsiteX11" fmla="*/ 1175589 w 1269894"/>
                  <a:gd name="connsiteY11" fmla="*/ 5991 h 1091108"/>
                  <a:gd name="connsiteX12" fmla="*/ 1269894 w 1269894"/>
                  <a:gd name="connsiteY12" fmla="*/ 17794 h 1091108"/>
                  <a:gd name="connsiteX0" fmla="*/ 0 w 1298709"/>
                  <a:gd name="connsiteY0" fmla="*/ 1092122 h 1092122"/>
                  <a:gd name="connsiteX1" fmla="*/ 144493 w 1298709"/>
                  <a:gd name="connsiteY1" fmla="*/ 432069 h 1092122"/>
                  <a:gd name="connsiteX2" fmla="*/ 247569 w 1298709"/>
                  <a:gd name="connsiteY2" fmla="*/ 98243 h 1092122"/>
                  <a:gd name="connsiteX3" fmla="*/ 347582 w 1298709"/>
                  <a:gd name="connsiteY3" fmla="*/ 24198 h 1092122"/>
                  <a:gd name="connsiteX4" fmla="*/ 434202 w 1298709"/>
                  <a:gd name="connsiteY4" fmla="*/ 47953 h 1092122"/>
                  <a:gd name="connsiteX5" fmla="*/ 480890 w 1298709"/>
                  <a:gd name="connsiteY5" fmla="*/ 133561 h 1092122"/>
                  <a:gd name="connsiteX6" fmla="*/ 531737 w 1298709"/>
                  <a:gd name="connsiteY6" fmla="*/ 305273 h 1092122"/>
                  <a:gd name="connsiteX7" fmla="*/ 706863 w 1298709"/>
                  <a:gd name="connsiteY7" fmla="*/ 928751 h 1092122"/>
                  <a:gd name="connsiteX8" fmla="*/ 790090 w 1298709"/>
                  <a:gd name="connsiteY8" fmla="*/ 1071812 h 1092122"/>
                  <a:gd name="connsiteX9" fmla="*/ 879717 w 1298709"/>
                  <a:gd name="connsiteY9" fmla="*/ 906743 h 1092122"/>
                  <a:gd name="connsiteX10" fmla="*/ 1049852 w 1298709"/>
                  <a:gd name="connsiteY10" fmla="*/ 126245 h 1092122"/>
                  <a:gd name="connsiteX11" fmla="*/ 1175589 w 1298709"/>
                  <a:gd name="connsiteY11" fmla="*/ 7005 h 1092122"/>
                  <a:gd name="connsiteX12" fmla="*/ 1298709 w 1298709"/>
                  <a:gd name="connsiteY12" fmla="*/ 12905 h 1092122"/>
                  <a:gd name="connsiteX0" fmla="*/ 0 w 1298709"/>
                  <a:gd name="connsiteY0" fmla="*/ 1094172 h 1094172"/>
                  <a:gd name="connsiteX1" fmla="*/ 144493 w 1298709"/>
                  <a:gd name="connsiteY1" fmla="*/ 434119 h 1094172"/>
                  <a:gd name="connsiteX2" fmla="*/ 247569 w 1298709"/>
                  <a:gd name="connsiteY2" fmla="*/ 100293 h 1094172"/>
                  <a:gd name="connsiteX3" fmla="*/ 347582 w 1298709"/>
                  <a:gd name="connsiteY3" fmla="*/ 26248 h 1094172"/>
                  <a:gd name="connsiteX4" fmla="*/ 434202 w 1298709"/>
                  <a:gd name="connsiteY4" fmla="*/ 50003 h 1094172"/>
                  <a:gd name="connsiteX5" fmla="*/ 480890 w 1298709"/>
                  <a:gd name="connsiteY5" fmla="*/ 135611 h 1094172"/>
                  <a:gd name="connsiteX6" fmla="*/ 531737 w 1298709"/>
                  <a:gd name="connsiteY6" fmla="*/ 307323 h 1094172"/>
                  <a:gd name="connsiteX7" fmla="*/ 706863 w 1298709"/>
                  <a:gd name="connsiteY7" fmla="*/ 930801 h 1094172"/>
                  <a:gd name="connsiteX8" fmla="*/ 790090 w 1298709"/>
                  <a:gd name="connsiteY8" fmla="*/ 1073862 h 1094172"/>
                  <a:gd name="connsiteX9" fmla="*/ 879717 w 1298709"/>
                  <a:gd name="connsiteY9" fmla="*/ 908793 h 1094172"/>
                  <a:gd name="connsiteX10" fmla="*/ 1049852 w 1298709"/>
                  <a:gd name="connsiteY10" fmla="*/ 128295 h 1094172"/>
                  <a:gd name="connsiteX11" fmla="*/ 1175589 w 1298709"/>
                  <a:gd name="connsiteY11" fmla="*/ 9055 h 1094172"/>
                  <a:gd name="connsiteX12" fmla="*/ 1262034 w 1298709"/>
                  <a:gd name="connsiteY12" fmla="*/ 9058 h 1094172"/>
                  <a:gd name="connsiteX13" fmla="*/ 1298709 w 1298709"/>
                  <a:gd name="connsiteY13" fmla="*/ 14955 h 1094172"/>
                  <a:gd name="connsiteX0" fmla="*/ 0 w 1523990"/>
                  <a:gd name="connsiteY0" fmla="*/ 1094172 h 1094172"/>
                  <a:gd name="connsiteX1" fmla="*/ 144493 w 1523990"/>
                  <a:gd name="connsiteY1" fmla="*/ 434119 h 1094172"/>
                  <a:gd name="connsiteX2" fmla="*/ 247569 w 1523990"/>
                  <a:gd name="connsiteY2" fmla="*/ 100293 h 1094172"/>
                  <a:gd name="connsiteX3" fmla="*/ 347582 w 1523990"/>
                  <a:gd name="connsiteY3" fmla="*/ 26248 h 1094172"/>
                  <a:gd name="connsiteX4" fmla="*/ 434202 w 1523990"/>
                  <a:gd name="connsiteY4" fmla="*/ 50003 h 1094172"/>
                  <a:gd name="connsiteX5" fmla="*/ 480890 w 1523990"/>
                  <a:gd name="connsiteY5" fmla="*/ 135611 h 1094172"/>
                  <a:gd name="connsiteX6" fmla="*/ 531737 w 1523990"/>
                  <a:gd name="connsiteY6" fmla="*/ 307323 h 1094172"/>
                  <a:gd name="connsiteX7" fmla="*/ 706863 w 1523990"/>
                  <a:gd name="connsiteY7" fmla="*/ 930801 h 1094172"/>
                  <a:gd name="connsiteX8" fmla="*/ 790090 w 1523990"/>
                  <a:gd name="connsiteY8" fmla="*/ 1073862 h 1094172"/>
                  <a:gd name="connsiteX9" fmla="*/ 879717 w 1523990"/>
                  <a:gd name="connsiteY9" fmla="*/ 908793 h 1094172"/>
                  <a:gd name="connsiteX10" fmla="*/ 1049852 w 1523990"/>
                  <a:gd name="connsiteY10" fmla="*/ 128295 h 1094172"/>
                  <a:gd name="connsiteX11" fmla="*/ 1175589 w 1523990"/>
                  <a:gd name="connsiteY11" fmla="*/ 9055 h 1094172"/>
                  <a:gd name="connsiteX12" fmla="*/ 1262034 w 1523990"/>
                  <a:gd name="connsiteY12" fmla="*/ 9058 h 1094172"/>
                  <a:gd name="connsiteX13" fmla="*/ 1523990 w 1523990"/>
                  <a:gd name="connsiteY13" fmla="*/ 1077489 h 1094172"/>
                  <a:gd name="connsiteX0" fmla="*/ 0 w 1523990"/>
                  <a:gd name="connsiteY0" fmla="*/ 1091797 h 1091797"/>
                  <a:gd name="connsiteX1" fmla="*/ 144493 w 1523990"/>
                  <a:gd name="connsiteY1" fmla="*/ 431744 h 1091797"/>
                  <a:gd name="connsiteX2" fmla="*/ 247569 w 1523990"/>
                  <a:gd name="connsiteY2" fmla="*/ 97918 h 1091797"/>
                  <a:gd name="connsiteX3" fmla="*/ 347582 w 1523990"/>
                  <a:gd name="connsiteY3" fmla="*/ 23873 h 1091797"/>
                  <a:gd name="connsiteX4" fmla="*/ 434202 w 1523990"/>
                  <a:gd name="connsiteY4" fmla="*/ 47628 h 1091797"/>
                  <a:gd name="connsiteX5" fmla="*/ 480890 w 1523990"/>
                  <a:gd name="connsiteY5" fmla="*/ 133236 h 1091797"/>
                  <a:gd name="connsiteX6" fmla="*/ 531737 w 1523990"/>
                  <a:gd name="connsiteY6" fmla="*/ 304948 h 1091797"/>
                  <a:gd name="connsiteX7" fmla="*/ 706863 w 1523990"/>
                  <a:gd name="connsiteY7" fmla="*/ 928426 h 1091797"/>
                  <a:gd name="connsiteX8" fmla="*/ 790090 w 1523990"/>
                  <a:gd name="connsiteY8" fmla="*/ 1071487 h 1091797"/>
                  <a:gd name="connsiteX9" fmla="*/ 879717 w 1523990"/>
                  <a:gd name="connsiteY9" fmla="*/ 906418 h 1091797"/>
                  <a:gd name="connsiteX10" fmla="*/ 1049852 w 1523990"/>
                  <a:gd name="connsiteY10" fmla="*/ 125920 h 1091797"/>
                  <a:gd name="connsiteX11" fmla="*/ 1175589 w 1523990"/>
                  <a:gd name="connsiteY11" fmla="*/ 6680 h 1091797"/>
                  <a:gd name="connsiteX12" fmla="*/ 1296088 w 1523990"/>
                  <a:gd name="connsiteY12" fmla="*/ 18488 h 1091797"/>
                  <a:gd name="connsiteX13" fmla="*/ 1523990 w 1523990"/>
                  <a:gd name="connsiteY13" fmla="*/ 1075114 h 1091797"/>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49852 w 1523990"/>
                  <a:gd name="connsiteY10" fmla="*/ 125144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2949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21 h 1091021"/>
                  <a:gd name="connsiteX1" fmla="*/ 144493 w 1523990"/>
                  <a:gd name="connsiteY1" fmla="*/ 430968 h 1091021"/>
                  <a:gd name="connsiteX2" fmla="*/ 247569 w 1523990"/>
                  <a:gd name="connsiteY2" fmla="*/ 97142 h 1091021"/>
                  <a:gd name="connsiteX3" fmla="*/ 347582 w 1523990"/>
                  <a:gd name="connsiteY3" fmla="*/ 23097 h 1091021"/>
                  <a:gd name="connsiteX4" fmla="*/ 434202 w 1523990"/>
                  <a:gd name="connsiteY4" fmla="*/ 46852 h 1091021"/>
                  <a:gd name="connsiteX5" fmla="*/ 480890 w 1523990"/>
                  <a:gd name="connsiteY5" fmla="*/ 132460 h 1091021"/>
                  <a:gd name="connsiteX6" fmla="*/ 531737 w 1523990"/>
                  <a:gd name="connsiteY6" fmla="*/ 304172 h 1091021"/>
                  <a:gd name="connsiteX7" fmla="*/ 706863 w 1523990"/>
                  <a:gd name="connsiteY7" fmla="*/ 927650 h 1091021"/>
                  <a:gd name="connsiteX8" fmla="*/ 790090 w 1523990"/>
                  <a:gd name="connsiteY8" fmla="*/ 1070711 h 1091021"/>
                  <a:gd name="connsiteX9" fmla="*/ 879717 w 1523990"/>
                  <a:gd name="connsiteY9" fmla="*/ 905642 h 1091021"/>
                  <a:gd name="connsiteX10" fmla="*/ 1060330 w 1523990"/>
                  <a:gd name="connsiteY10" fmla="*/ 131046 h 1091021"/>
                  <a:gd name="connsiteX11" fmla="*/ 1175589 w 1523990"/>
                  <a:gd name="connsiteY11" fmla="*/ 5904 h 1091021"/>
                  <a:gd name="connsiteX12" fmla="*/ 1282990 w 1523990"/>
                  <a:gd name="connsiteY12" fmla="*/ 23614 h 1091021"/>
                  <a:gd name="connsiteX13" fmla="*/ 1523990 w 1523990"/>
                  <a:gd name="connsiteY13" fmla="*/ 1074338 h 1091021"/>
                  <a:gd name="connsiteX0" fmla="*/ 0 w 1523990"/>
                  <a:gd name="connsiteY0" fmla="*/ 1091019 h 1091019"/>
                  <a:gd name="connsiteX1" fmla="*/ 144493 w 1523990"/>
                  <a:gd name="connsiteY1" fmla="*/ 430966 h 1091019"/>
                  <a:gd name="connsiteX2" fmla="*/ 247569 w 1523990"/>
                  <a:gd name="connsiteY2" fmla="*/ 97140 h 1091019"/>
                  <a:gd name="connsiteX3" fmla="*/ 347582 w 1523990"/>
                  <a:gd name="connsiteY3" fmla="*/ 23095 h 1091019"/>
                  <a:gd name="connsiteX4" fmla="*/ 434202 w 1523990"/>
                  <a:gd name="connsiteY4" fmla="*/ 46850 h 1091019"/>
                  <a:gd name="connsiteX5" fmla="*/ 480890 w 1523990"/>
                  <a:gd name="connsiteY5" fmla="*/ 132458 h 1091019"/>
                  <a:gd name="connsiteX6" fmla="*/ 531737 w 1523990"/>
                  <a:gd name="connsiteY6" fmla="*/ 304170 h 1091019"/>
                  <a:gd name="connsiteX7" fmla="*/ 706863 w 1523990"/>
                  <a:gd name="connsiteY7" fmla="*/ 927648 h 1091019"/>
                  <a:gd name="connsiteX8" fmla="*/ 790090 w 1523990"/>
                  <a:gd name="connsiteY8" fmla="*/ 1070709 h 1091019"/>
                  <a:gd name="connsiteX9" fmla="*/ 879717 w 1523990"/>
                  <a:gd name="connsiteY9" fmla="*/ 905640 h 1091019"/>
                  <a:gd name="connsiteX10" fmla="*/ 1060330 w 1523990"/>
                  <a:gd name="connsiteY10" fmla="*/ 131044 h 1091019"/>
                  <a:gd name="connsiteX11" fmla="*/ 1193926 w 1523990"/>
                  <a:gd name="connsiteY11" fmla="*/ 5903 h 1091019"/>
                  <a:gd name="connsiteX12" fmla="*/ 1282990 w 1523990"/>
                  <a:gd name="connsiteY12" fmla="*/ 23612 h 1091019"/>
                  <a:gd name="connsiteX13" fmla="*/ 1523990 w 1523990"/>
                  <a:gd name="connsiteY13" fmla="*/ 1074336 h 1091019"/>
                  <a:gd name="connsiteX0" fmla="*/ 0 w 1523990"/>
                  <a:gd name="connsiteY0" fmla="*/ 1107194 h 1107194"/>
                  <a:gd name="connsiteX1" fmla="*/ 144493 w 1523990"/>
                  <a:gd name="connsiteY1" fmla="*/ 447141 h 1107194"/>
                  <a:gd name="connsiteX2" fmla="*/ 247569 w 1523990"/>
                  <a:gd name="connsiteY2" fmla="*/ 113315 h 1107194"/>
                  <a:gd name="connsiteX3" fmla="*/ 347582 w 1523990"/>
                  <a:gd name="connsiteY3" fmla="*/ 39270 h 1107194"/>
                  <a:gd name="connsiteX4" fmla="*/ 434202 w 1523990"/>
                  <a:gd name="connsiteY4" fmla="*/ 63025 h 1107194"/>
                  <a:gd name="connsiteX5" fmla="*/ 480890 w 1523990"/>
                  <a:gd name="connsiteY5" fmla="*/ 148633 h 1107194"/>
                  <a:gd name="connsiteX6" fmla="*/ 531737 w 1523990"/>
                  <a:gd name="connsiteY6" fmla="*/ 320345 h 1107194"/>
                  <a:gd name="connsiteX7" fmla="*/ 706863 w 1523990"/>
                  <a:gd name="connsiteY7" fmla="*/ 943823 h 1107194"/>
                  <a:gd name="connsiteX8" fmla="*/ 790090 w 1523990"/>
                  <a:gd name="connsiteY8" fmla="*/ 1086884 h 1107194"/>
                  <a:gd name="connsiteX9" fmla="*/ 879717 w 1523990"/>
                  <a:gd name="connsiteY9" fmla="*/ 921815 h 1107194"/>
                  <a:gd name="connsiteX10" fmla="*/ 1060330 w 1523990"/>
                  <a:gd name="connsiteY10" fmla="*/ 147219 h 1107194"/>
                  <a:gd name="connsiteX11" fmla="*/ 1188687 w 1523990"/>
                  <a:gd name="connsiteY11" fmla="*/ 4368 h 1107194"/>
                  <a:gd name="connsiteX12" fmla="*/ 1282990 w 1523990"/>
                  <a:gd name="connsiteY12" fmla="*/ 39787 h 1107194"/>
                  <a:gd name="connsiteX13" fmla="*/ 1523990 w 1523990"/>
                  <a:gd name="connsiteY13" fmla="*/ 1090511 h 1107194"/>
                  <a:gd name="connsiteX0" fmla="*/ 0 w 1523990"/>
                  <a:gd name="connsiteY0" fmla="*/ 1151292 h 1151292"/>
                  <a:gd name="connsiteX1" fmla="*/ 144493 w 1523990"/>
                  <a:gd name="connsiteY1" fmla="*/ 491239 h 1151292"/>
                  <a:gd name="connsiteX2" fmla="*/ 247569 w 1523990"/>
                  <a:gd name="connsiteY2" fmla="*/ 157413 h 1151292"/>
                  <a:gd name="connsiteX3" fmla="*/ 347582 w 1523990"/>
                  <a:gd name="connsiteY3" fmla="*/ 83368 h 1151292"/>
                  <a:gd name="connsiteX4" fmla="*/ 434202 w 1523990"/>
                  <a:gd name="connsiteY4" fmla="*/ 107123 h 1151292"/>
                  <a:gd name="connsiteX5" fmla="*/ 480890 w 1523990"/>
                  <a:gd name="connsiteY5" fmla="*/ 192731 h 1151292"/>
                  <a:gd name="connsiteX6" fmla="*/ 531737 w 1523990"/>
                  <a:gd name="connsiteY6" fmla="*/ 364443 h 1151292"/>
                  <a:gd name="connsiteX7" fmla="*/ 706863 w 1523990"/>
                  <a:gd name="connsiteY7" fmla="*/ 987921 h 1151292"/>
                  <a:gd name="connsiteX8" fmla="*/ 790090 w 1523990"/>
                  <a:gd name="connsiteY8" fmla="*/ 1130982 h 1151292"/>
                  <a:gd name="connsiteX9" fmla="*/ 879717 w 1523990"/>
                  <a:gd name="connsiteY9" fmla="*/ 965913 h 1151292"/>
                  <a:gd name="connsiteX10" fmla="*/ 1060330 w 1523990"/>
                  <a:gd name="connsiteY10" fmla="*/ 191317 h 1151292"/>
                  <a:gd name="connsiteX11" fmla="*/ 1188687 w 1523990"/>
                  <a:gd name="connsiteY11" fmla="*/ 48466 h 1151292"/>
                  <a:gd name="connsiteX12" fmla="*/ 1204403 w 1523990"/>
                  <a:gd name="connsiteY12" fmla="*/ 66178 h 1151292"/>
                  <a:gd name="connsiteX13" fmla="*/ 1282990 w 1523990"/>
                  <a:gd name="connsiteY13" fmla="*/ 83885 h 1151292"/>
                  <a:gd name="connsiteX14" fmla="*/ 1523990 w 1523990"/>
                  <a:gd name="connsiteY14" fmla="*/ 1134609 h 1151292"/>
                  <a:gd name="connsiteX0" fmla="*/ 0 w 1523990"/>
                  <a:gd name="connsiteY0" fmla="*/ 1163238 h 1163238"/>
                  <a:gd name="connsiteX1" fmla="*/ 144493 w 1523990"/>
                  <a:gd name="connsiteY1" fmla="*/ 503185 h 1163238"/>
                  <a:gd name="connsiteX2" fmla="*/ 247569 w 1523990"/>
                  <a:gd name="connsiteY2" fmla="*/ 169359 h 1163238"/>
                  <a:gd name="connsiteX3" fmla="*/ 347582 w 1523990"/>
                  <a:gd name="connsiteY3" fmla="*/ 95314 h 1163238"/>
                  <a:gd name="connsiteX4" fmla="*/ 434202 w 1523990"/>
                  <a:gd name="connsiteY4" fmla="*/ 119069 h 1163238"/>
                  <a:gd name="connsiteX5" fmla="*/ 480890 w 1523990"/>
                  <a:gd name="connsiteY5" fmla="*/ 204677 h 1163238"/>
                  <a:gd name="connsiteX6" fmla="*/ 531737 w 1523990"/>
                  <a:gd name="connsiteY6" fmla="*/ 376389 h 1163238"/>
                  <a:gd name="connsiteX7" fmla="*/ 706863 w 1523990"/>
                  <a:gd name="connsiteY7" fmla="*/ 999867 h 1163238"/>
                  <a:gd name="connsiteX8" fmla="*/ 790090 w 1523990"/>
                  <a:gd name="connsiteY8" fmla="*/ 1142928 h 1163238"/>
                  <a:gd name="connsiteX9" fmla="*/ 879717 w 1523990"/>
                  <a:gd name="connsiteY9" fmla="*/ 977859 h 1163238"/>
                  <a:gd name="connsiteX10" fmla="*/ 1060330 w 1523990"/>
                  <a:gd name="connsiteY10" fmla="*/ 203263 h 1163238"/>
                  <a:gd name="connsiteX11" fmla="*/ 1188687 w 1523990"/>
                  <a:gd name="connsiteY11" fmla="*/ 60412 h 1163238"/>
                  <a:gd name="connsiteX12" fmla="*/ 1282990 w 1523990"/>
                  <a:gd name="connsiteY12" fmla="*/ 95831 h 1163238"/>
                  <a:gd name="connsiteX13" fmla="*/ 1523990 w 1523990"/>
                  <a:gd name="connsiteY13" fmla="*/ 1146555 h 1163238"/>
                  <a:gd name="connsiteX0" fmla="*/ 0 w 1523990"/>
                  <a:gd name="connsiteY0" fmla="*/ 1102826 h 1102826"/>
                  <a:gd name="connsiteX1" fmla="*/ 144493 w 1523990"/>
                  <a:gd name="connsiteY1" fmla="*/ 442773 h 1102826"/>
                  <a:gd name="connsiteX2" fmla="*/ 247569 w 1523990"/>
                  <a:gd name="connsiteY2" fmla="*/ 108947 h 1102826"/>
                  <a:gd name="connsiteX3" fmla="*/ 347582 w 1523990"/>
                  <a:gd name="connsiteY3" fmla="*/ 34902 h 1102826"/>
                  <a:gd name="connsiteX4" fmla="*/ 434202 w 1523990"/>
                  <a:gd name="connsiteY4" fmla="*/ 58657 h 1102826"/>
                  <a:gd name="connsiteX5" fmla="*/ 480890 w 1523990"/>
                  <a:gd name="connsiteY5" fmla="*/ 144265 h 1102826"/>
                  <a:gd name="connsiteX6" fmla="*/ 531737 w 1523990"/>
                  <a:gd name="connsiteY6" fmla="*/ 315977 h 1102826"/>
                  <a:gd name="connsiteX7" fmla="*/ 706863 w 1523990"/>
                  <a:gd name="connsiteY7" fmla="*/ 939455 h 1102826"/>
                  <a:gd name="connsiteX8" fmla="*/ 790090 w 1523990"/>
                  <a:gd name="connsiteY8" fmla="*/ 1082516 h 1102826"/>
                  <a:gd name="connsiteX9" fmla="*/ 879717 w 1523990"/>
                  <a:gd name="connsiteY9" fmla="*/ 917447 h 1102826"/>
                  <a:gd name="connsiteX10" fmla="*/ 1060330 w 1523990"/>
                  <a:gd name="connsiteY10" fmla="*/ 142851 h 1102826"/>
                  <a:gd name="connsiteX11" fmla="*/ 1188687 w 1523990"/>
                  <a:gd name="connsiteY11" fmla="*/ 0 h 1102826"/>
                  <a:gd name="connsiteX12" fmla="*/ 1282990 w 1523990"/>
                  <a:gd name="connsiteY12" fmla="*/ 35419 h 1102826"/>
                  <a:gd name="connsiteX13" fmla="*/ 1523990 w 1523990"/>
                  <a:gd name="connsiteY13" fmla="*/ 1086143 h 1102826"/>
                  <a:gd name="connsiteX0" fmla="*/ 0 w 1523990"/>
                  <a:gd name="connsiteY0" fmla="*/ 1085116 h 1085116"/>
                  <a:gd name="connsiteX1" fmla="*/ 144493 w 1523990"/>
                  <a:gd name="connsiteY1" fmla="*/ 425063 h 1085116"/>
                  <a:gd name="connsiteX2" fmla="*/ 247569 w 1523990"/>
                  <a:gd name="connsiteY2" fmla="*/ 91237 h 1085116"/>
                  <a:gd name="connsiteX3" fmla="*/ 347582 w 1523990"/>
                  <a:gd name="connsiteY3" fmla="*/ 17192 h 1085116"/>
                  <a:gd name="connsiteX4" fmla="*/ 434202 w 1523990"/>
                  <a:gd name="connsiteY4" fmla="*/ 40947 h 1085116"/>
                  <a:gd name="connsiteX5" fmla="*/ 480890 w 1523990"/>
                  <a:gd name="connsiteY5" fmla="*/ 126555 h 1085116"/>
                  <a:gd name="connsiteX6" fmla="*/ 531737 w 1523990"/>
                  <a:gd name="connsiteY6" fmla="*/ 298267 h 1085116"/>
                  <a:gd name="connsiteX7" fmla="*/ 706863 w 1523990"/>
                  <a:gd name="connsiteY7" fmla="*/ 921745 h 1085116"/>
                  <a:gd name="connsiteX8" fmla="*/ 790090 w 1523990"/>
                  <a:gd name="connsiteY8" fmla="*/ 1064806 h 1085116"/>
                  <a:gd name="connsiteX9" fmla="*/ 879717 w 1523990"/>
                  <a:gd name="connsiteY9" fmla="*/ 899737 h 1085116"/>
                  <a:gd name="connsiteX10" fmla="*/ 1060330 w 1523990"/>
                  <a:gd name="connsiteY10" fmla="*/ 125141 h 1085116"/>
                  <a:gd name="connsiteX11" fmla="*/ 1191307 w 1523990"/>
                  <a:gd name="connsiteY11" fmla="*/ 0 h 1085116"/>
                  <a:gd name="connsiteX12" fmla="*/ 1282990 w 1523990"/>
                  <a:gd name="connsiteY12" fmla="*/ 17709 h 1085116"/>
                  <a:gd name="connsiteX13" fmla="*/ 1523990 w 1523990"/>
                  <a:gd name="connsiteY13" fmla="*/ 1068433 h 1085116"/>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82990 w 1523990"/>
                  <a:gd name="connsiteY12" fmla="*/ 11804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523990"/>
                  <a:gd name="connsiteY0" fmla="*/ 1079211 h 1079211"/>
                  <a:gd name="connsiteX1" fmla="*/ 144493 w 1523990"/>
                  <a:gd name="connsiteY1" fmla="*/ 419158 h 1079211"/>
                  <a:gd name="connsiteX2" fmla="*/ 247569 w 1523990"/>
                  <a:gd name="connsiteY2" fmla="*/ 85332 h 1079211"/>
                  <a:gd name="connsiteX3" fmla="*/ 347582 w 1523990"/>
                  <a:gd name="connsiteY3" fmla="*/ 11287 h 1079211"/>
                  <a:gd name="connsiteX4" fmla="*/ 434202 w 1523990"/>
                  <a:gd name="connsiteY4" fmla="*/ 35042 h 1079211"/>
                  <a:gd name="connsiteX5" fmla="*/ 480890 w 1523990"/>
                  <a:gd name="connsiteY5" fmla="*/ 120650 h 1079211"/>
                  <a:gd name="connsiteX6" fmla="*/ 531737 w 1523990"/>
                  <a:gd name="connsiteY6" fmla="*/ 292362 h 1079211"/>
                  <a:gd name="connsiteX7" fmla="*/ 706863 w 1523990"/>
                  <a:gd name="connsiteY7" fmla="*/ 915840 h 1079211"/>
                  <a:gd name="connsiteX8" fmla="*/ 790090 w 1523990"/>
                  <a:gd name="connsiteY8" fmla="*/ 1058901 h 1079211"/>
                  <a:gd name="connsiteX9" fmla="*/ 879717 w 1523990"/>
                  <a:gd name="connsiteY9" fmla="*/ 893832 h 1079211"/>
                  <a:gd name="connsiteX10" fmla="*/ 1060330 w 1523990"/>
                  <a:gd name="connsiteY10" fmla="*/ 119236 h 1079211"/>
                  <a:gd name="connsiteX11" fmla="*/ 1191307 w 1523990"/>
                  <a:gd name="connsiteY11" fmla="*/ 0 h 1079211"/>
                  <a:gd name="connsiteX12" fmla="*/ 1290849 w 1523990"/>
                  <a:gd name="connsiteY12" fmla="*/ 41319 h 1079211"/>
                  <a:gd name="connsiteX13" fmla="*/ 1523990 w 1523990"/>
                  <a:gd name="connsiteY13" fmla="*/ 1062528 h 1079211"/>
                  <a:gd name="connsiteX0" fmla="*/ 0 w 1290849"/>
                  <a:gd name="connsiteY0" fmla="*/ 1079211 h 1079211"/>
                  <a:gd name="connsiteX1" fmla="*/ 144493 w 1290849"/>
                  <a:gd name="connsiteY1" fmla="*/ 419158 h 1079211"/>
                  <a:gd name="connsiteX2" fmla="*/ 247569 w 1290849"/>
                  <a:gd name="connsiteY2" fmla="*/ 85332 h 1079211"/>
                  <a:gd name="connsiteX3" fmla="*/ 347582 w 1290849"/>
                  <a:gd name="connsiteY3" fmla="*/ 11287 h 1079211"/>
                  <a:gd name="connsiteX4" fmla="*/ 434202 w 1290849"/>
                  <a:gd name="connsiteY4" fmla="*/ 35042 h 1079211"/>
                  <a:gd name="connsiteX5" fmla="*/ 480890 w 1290849"/>
                  <a:gd name="connsiteY5" fmla="*/ 120650 h 1079211"/>
                  <a:gd name="connsiteX6" fmla="*/ 531737 w 1290849"/>
                  <a:gd name="connsiteY6" fmla="*/ 292362 h 1079211"/>
                  <a:gd name="connsiteX7" fmla="*/ 706863 w 1290849"/>
                  <a:gd name="connsiteY7" fmla="*/ 915840 h 1079211"/>
                  <a:gd name="connsiteX8" fmla="*/ 790090 w 1290849"/>
                  <a:gd name="connsiteY8" fmla="*/ 1058901 h 1079211"/>
                  <a:gd name="connsiteX9" fmla="*/ 879717 w 1290849"/>
                  <a:gd name="connsiteY9" fmla="*/ 893832 h 1079211"/>
                  <a:gd name="connsiteX10" fmla="*/ 1060330 w 1290849"/>
                  <a:gd name="connsiteY10" fmla="*/ 119236 h 1079211"/>
                  <a:gd name="connsiteX11" fmla="*/ 1191307 w 1290849"/>
                  <a:gd name="connsiteY11" fmla="*/ 0 h 1079211"/>
                  <a:gd name="connsiteX12" fmla="*/ 1290849 w 1290849"/>
                  <a:gd name="connsiteY12" fmla="*/ 41319 h 1079211"/>
                  <a:gd name="connsiteX0" fmla="*/ 0 w 1191307"/>
                  <a:gd name="connsiteY0" fmla="*/ 1079211 h 1079211"/>
                  <a:gd name="connsiteX1" fmla="*/ 144493 w 1191307"/>
                  <a:gd name="connsiteY1" fmla="*/ 419158 h 1079211"/>
                  <a:gd name="connsiteX2" fmla="*/ 247569 w 1191307"/>
                  <a:gd name="connsiteY2" fmla="*/ 85332 h 1079211"/>
                  <a:gd name="connsiteX3" fmla="*/ 347582 w 1191307"/>
                  <a:gd name="connsiteY3" fmla="*/ 11287 h 1079211"/>
                  <a:gd name="connsiteX4" fmla="*/ 434202 w 1191307"/>
                  <a:gd name="connsiteY4" fmla="*/ 35042 h 1079211"/>
                  <a:gd name="connsiteX5" fmla="*/ 480890 w 1191307"/>
                  <a:gd name="connsiteY5" fmla="*/ 120650 h 1079211"/>
                  <a:gd name="connsiteX6" fmla="*/ 531737 w 1191307"/>
                  <a:gd name="connsiteY6" fmla="*/ 292362 h 1079211"/>
                  <a:gd name="connsiteX7" fmla="*/ 706863 w 1191307"/>
                  <a:gd name="connsiteY7" fmla="*/ 915840 h 1079211"/>
                  <a:gd name="connsiteX8" fmla="*/ 790090 w 1191307"/>
                  <a:gd name="connsiteY8" fmla="*/ 1058901 h 1079211"/>
                  <a:gd name="connsiteX9" fmla="*/ 879717 w 1191307"/>
                  <a:gd name="connsiteY9" fmla="*/ 893832 h 1079211"/>
                  <a:gd name="connsiteX10" fmla="*/ 1060330 w 1191307"/>
                  <a:gd name="connsiteY10" fmla="*/ 119236 h 1079211"/>
                  <a:gd name="connsiteX11" fmla="*/ 1191307 w 1191307"/>
                  <a:gd name="connsiteY11" fmla="*/ 0 h 1079211"/>
                  <a:gd name="connsiteX0" fmla="*/ 0 w 1060330"/>
                  <a:gd name="connsiteY0" fmla="*/ 1070424 h 1070424"/>
                  <a:gd name="connsiteX1" fmla="*/ 144493 w 1060330"/>
                  <a:gd name="connsiteY1" fmla="*/ 410371 h 1070424"/>
                  <a:gd name="connsiteX2" fmla="*/ 247569 w 1060330"/>
                  <a:gd name="connsiteY2" fmla="*/ 76545 h 1070424"/>
                  <a:gd name="connsiteX3" fmla="*/ 347582 w 1060330"/>
                  <a:gd name="connsiteY3" fmla="*/ 2500 h 1070424"/>
                  <a:gd name="connsiteX4" fmla="*/ 434202 w 1060330"/>
                  <a:gd name="connsiteY4" fmla="*/ 26255 h 1070424"/>
                  <a:gd name="connsiteX5" fmla="*/ 480890 w 1060330"/>
                  <a:gd name="connsiteY5" fmla="*/ 111863 h 1070424"/>
                  <a:gd name="connsiteX6" fmla="*/ 531737 w 1060330"/>
                  <a:gd name="connsiteY6" fmla="*/ 283575 h 1070424"/>
                  <a:gd name="connsiteX7" fmla="*/ 706863 w 1060330"/>
                  <a:gd name="connsiteY7" fmla="*/ 907053 h 1070424"/>
                  <a:gd name="connsiteX8" fmla="*/ 790090 w 1060330"/>
                  <a:gd name="connsiteY8" fmla="*/ 1050114 h 1070424"/>
                  <a:gd name="connsiteX9" fmla="*/ 879717 w 1060330"/>
                  <a:gd name="connsiteY9" fmla="*/ 885045 h 1070424"/>
                  <a:gd name="connsiteX10" fmla="*/ 1060330 w 1060330"/>
                  <a:gd name="connsiteY10" fmla="*/ 110449 h 1070424"/>
                  <a:gd name="connsiteX0" fmla="*/ 0 w 879717"/>
                  <a:gd name="connsiteY0" fmla="*/ 1070424 h 1070424"/>
                  <a:gd name="connsiteX1" fmla="*/ 144493 w 879717"/>
                  <a:gd name="connsiteY1" fmla="*/ 410371 h 1070424"/>
                  <a:gd name="connsiteX2" fmla="*/ 247569 w 879717"/>
                  <a:gd name="connsiteY2" fmla="*/ 76545 h 1070424"/>
                  <a:gd name="connsiteX3" fmla="*/ 347582 w 879717"/>
                  <a:gd name="connsiteY3" fmla="*/ 2500 h 1070424"/>
                  <a:gd name="connsiteX4" fmla="*/ 434202 w 879717"/>
                  <a:gd name="connsiteY4" fmla="*/ 26255 h 1070424"/>
                  <a:gd name="connsiteX5" fmla="*/ 480890 w 879717"/>
                  <a:gd name="connsiteY5" fmla="*/ 111863 h 1070424"/>
                  <a:gd name="connsiteX6" fmla="*/ 531737 w 879717"/>
                  <a:gd name="connsiteY6" fmla="*/ 283575 h 1070424"/>
                  <a:gd name="connsiteX7" fmla="*/ 706863 w 879717"/>
                  <a:gd name="connsiteY7" fmla="*/ 907053 h 1070424"/>
                  <a:gd name="connsiteX8" fmla="*/ 790090 w 879717"/>
                  <a:gd name="connsiteY8" fmla="*/ 1050114 h 1070424"/>
                  <a:gd name="connsiteX9" fmla="*/ 879717 w 879717"/>
                  <a:gd name="connsiteY9" fmla="*/ 885045 h 1070424"/>
                  <a:gd name="connsiteX0" fmla="*/ 0 w 790090"/>
                  <a:gd name="connsiteY0" fmla="*/ 1070424 h 1070424"/>
                  <a:gd name="connsiteX1" fmla="*/ 144493 w 790090"/>
                  <a:gd name="connsiteY1" fmla="*/ 410371 h 1070424"/>
                  <a:gd name="connsiteX2" fmla="*/ 247569 w 790090"/>
                  <a:gd name="connsiteY2" fmla="*/ 76545 h 1070424"/>
                  <a:gd name="connsiteX3" fmla="*/ 347582 w 790090"/>
                  <a:gd name="connsiteY3" fmla="*/ 2500 h 1070424"/>
                  <a:gd name="connsiteX4" fmla="*/ 434202 w 790090"/>
                  <a:gd name="connsiteY4" fmla="*/ 26255 h 1070424"/>
                  <a:gd name="connsiteX5" fmla="*/ 480890 w 790090"/>
                  <a:gd name="connsiteY5" fmla="*/ 111863 h 1070424"/>
                  <a:gd name="connsiteX6" fmla="*/ 531737 w 790090"/>
                  <a:gd name="connsiteY6" fmla="*/ 283575 h 1070424"/>
                  <a:gd name="connsiteX7" fmla="*/ 706863 w 790090"/>
                  <a:gd name="connsiteY7" fmla="*/ 907053 h 1070424"/>
                  <a:gd name="connsiteX8" fmla="*/ 790090 w 790090"/>
                  <a:gd name="connsiteY8" fmla="*/ 1050114 h 1070424"/>
                  <a:gd name="connsiteX0" fmla="*/ 0 w 813775"/>
                  <a:gd name="connsiteY0" fmla="*/ 1070424 h 1070424"/>
                  <a:gd name="connsiteX1" fmla="*/ 144493 w 813775"/>
                  <a:gd name="connsiteY1" fmla="*/ 410371 h 1070424"/>
                  <a:gd name="connsiteX2" fmla="*/ 247569 w 813775"/>
                  <a:gd name="connsiteY2" fmla="*/ 76545 h 1070424"/>
                  <a:gd name="connsiteX3" fmla="*/ 347582 w 813775"/>
                  <a:gd name="connsiteY3" fmla="*/ 2500 h 1070424"/>
                  <a:gd name="connsiteX4" fmla="*/ 434202 w 813775"/>
                  <a:gd name="connsiteY4" fmla="*/ 26255 h 1070424"/>
                  <a:gd name="connsiteX5" fmla="*/ 480890 w 813775"/>
                  <a:gd name="connsiteY5" fmla="*/ 111863 h 1070424"/>
                  <a:gd name="connsiteX6" fmla="*/ 531737 w 813775"/>
                  <a:gd name="connsiteY6" fmla="*/ 283575 h 1070424"/>
                  <a:gd name="connsiteX7" fmla="*/ 706863 w 813775"/>
                  <a:gd name="connsiteY7" fmla="*/ 907053 h 1070424"/>
                  <a:gd name="connsiteX8" fmla="*/ 790090 w 813775"/>
                  <a:gd name="connsiteY8" fmla="*/ 1050114 h 1070424"/>
                  <a:gd name="connsiteX9" fmla="*/ 813775 w 813775"/>
                  <a:gd name="connsiteY9" fmla="*/ 1039011 h 107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3775" h="1070424">
                    <a:moveTo>
                      <a:pt x="0" y="1070424"/>
                    </a:moveTo>
                    <a:cubicBezTo>
                      <a:pt x="31853" y="916813"/>
                      <a:pt x="103232" y="576018"/>
                      <a:pt x="144493" y="410371"/>
                    </a:cubicBezTo>
                    <a:cubicBezTo>
                      <a:pt x="185755" y="244725"/>
                      <a:pt x="213721" y="144523"/>
                      <a:pt x="247569" y="76545"/>
                    </a:cubicBezTo>
                    <a:cubicBezTo>
                      <a:pt x="281417" y="8567"/>
                      <a:pt x="316477" y="10882"/>
                      <a:pt x="347582" y="2500"/>
                    </a:cubicBezTo>
                    <a:cubicBezTo>
                      <a:pt x="378687" y="-5882"/>
                      <a:pt x="411984" y="8028"/>
                      <a:pt x="434202" y="26255"/>
                    </a:cubicBezTo>
                    <a:cubicBezTo>
                      <a:pt x="456420" y="44482"/>
                      <a:pt x="464634" y="68976"/>
                      <a:pt x="480890" y="111863"/>
                    </a:cubicBezTo>
                    <a:cubicBezTo>
                      <a:pt x="497146" y="154750"/>
                      <a:pt x="522535" y="253408"/>
                      <a:pt x="531737" y="283575"/>
                    </a:cubicBezTo>
                    <a:cubicBezTo>
                      <a:pt x="540939" y="313742"/>
                      <a:pt x="669772" y="802963"/>
                      <a:pt x="706863" y="907053"/>
                    </a:cubicBezTo>
                    <a:cubicBezTo>
                      <a:pt x="743954" y="1011143"/>
                      <a:pt x="770711" y="1053150"/>
                      <a:pt x="790090" y="1050114"/>
                    </a:cubicBezTo>
                    <a:cubicBezTo>
                      <a:pt x="807909" y="1072107"/>
                      <a:pt x="808841" y="1041324"/>
                      <a:pt x="813775" y="1039011"/>
                    </a:cubicBezTo>
                  </a:path>
                </a:pathLst>
              </a:custGeom>
              <a:noFill/>
              <a:ln w="31750" cap="rnd" cmpd="sng" algn="ctr">
                <a:solidFill>
                  <a:srgbClr val="00B050"/>
                </a:solidFill>
                <a:prstDash val="sysDash"/>
                <a:round/>
              </a:ln>
              <a:effectLst/>
            </p:spPr>
            <p:txBody>
              <a:bodyPr rtlCol="0" anchor="ctr"/>
              <a:lstStyle/>
              <a:p>
                <a:pPr algn="ctr">
                  <a:defRPr/>
                </a:pPr>
                <a:endParaRPr lang="en-US" kern="0">
                  <a:solidFill>
                    <a:prstClr val="white"/>
                  </a:solidFill>
                  <a:latin typeface="Calibri"/>
                </a:endParaRPr>
              </a:p>
            </p:txBody>
          </p:sp>
        </p:grpSp>
        <p:sp>
          <p:nvSpPr>
            <p:cNvPr id="1190" name="Rectangle 272">
              <a:extLst>
                <a:ext uri="{FF2B5EF4-FFF2-40B4-BE49-F238E27FC236}">
                  <a16:creationId xmlns:a16="http://schemas.microsoft.com/office/drawing/2014/main" id="{B165234F-CF91-0E77-03A3-DB2A0D194732}"/>
                </a:ext>
              </a:extLst>
            </p:cNvPr>
            <p:cNvSpPr>
              <a:spLocks noChangeArrowheads="1"/>
            </p:cNvSpPr>
            <p:nvPr/>
          </p:nvSpPr>
          <p:spPr bwMode="auto">
            <a:xfrm>
              <a:off x="3235006" y="2948264"/>
              <a:ext cx="873144" cy="34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defRPr/>
              </a:pPr>
              <a:r>
                <a:rPr lang="en-US" sz="1200" b="1" kern="0">
                  <a:solidFill>
                    <a:prstClr val="black"/>
                  </a:solidFill>
                  <a:cs typeface="Calibri" panose="020F0502020204030204" pitchFamily="34" charset="0"/>
                </a:rPr>
                <a:t>O</a:t>
              </a:r>
              <a:r>
                <a:rPr lang="en-US" sz="1200" b="1" kern="0" baseline="-25000">
                  <a:solidFill>
                    <a:prstClr val="black"/>
                  </a:solidFill>
                  <a:cs typeface="Calibri" panose="020F0502020204030204" pitchFamily="34" charset="0"/>
                </a:rPr>
                <a:t>1</a:t>
              </a:r>
            </a:p>
          </p:txBody>
        </p:sp>
        <p:sp>
          <p:nvSpPr>
            <p:cNvPr id="1191" name="Rectangle 272">
              <a:extLst>
                <a:ext uri="{FF2B5EF4-FFF2-40B4-BE49-F238E27FC236}">
                  <a16:creationId xmlns:a16="http://schemas.microsoft.com/office/drawing/2014/main" id="{2EF4B630-80A5-5790-7FD3-1FBF1DC7A469}"/>
                </a:ext>
              </a:extLst>
            </p:cNvPr>
            <p:cNvSpPr>
              <a:spLocks noChangeArrowheads="1"/>
            </p:cNvSpPr>
            <p:nvPr/>
          </p:nvSpPr>
          <p:spPr bwMode="auto">
            <a:xfrm>
              <a:off x="3668336" y="2951528"/>
              <a:ext cx="798716" cy="35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defRPr/>
              </a:pPr>
              <a:r>
                <a:rPr lang="en-US" sz="1200" b="1" kern="0">
                  <a:solidFill>
                    <a:prstClr val="black"/>
                  </a:solidFill>
                  <a:cs typeface="Calibri" panose="020F0502020204030204" pitchFamily="34" charset="0"/>
                </a:rPr>
                <a:t>O</a:t>
              </a:r>
              <a:r>
                <a:rPr lang="en-US" sz="1200" b="1" kern="0" baseline="-25000">
                  <a:solidFill>
                    <a:prstClr val="black"/>
                  </a:solidFill>
                  <a:cs typeface="Calibri" panose="020F0502020204030204" pitchFamily="34" charset="0"/>
                </a:rPr>
                <a:t>3</a:t>
              </a:r>
            </a:p>
          </p:txBody>
        </p:sp>
        <p:sp>
          <p:nvSpPr>
            <p:cNvPr id="1192" name="Rectangle 272">
              <a:extLst>
                <a:ext uri="{FF2B5EF4-FFF2-40B4-BE49-F238E27FC236}">
                  <a16:creationId xmlns:a16="http://schemas.microsoft.com/office/drawing/2014/main" id="{FCB23D45-8D51-9E42-8B61-6343D5B6A432}"/>
                </a:ext>
              </a:extLst>
            </p:cNvPr>
            <p:cNvSpPr>
              <a:spLocks noChangeArrowheads="1"/>
            </p:cNvSpPr>
            <p:nvPr/>
          </p:nvSpPr>
          <p:spPr bwMode="auto">
            <a:xfrm>
              <a:off x="4028840" y="2956379"/>
              <a:ext cx="845529" cy="34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defRPr/>
              </a:pPr>
              <a:r>
                <a:rPr lang="en-US" sz="1200" b="1" kern="0">
                  <a:solidFill>
                    <a:prstClr val="black"/>
                  </a:solidFill>
                  <a:cs typeface="Calibri" panose="020F0502020204030204" pitchFamily="34" charset="0"/>
                </a:rPr>
                <a:t>O</a:t>
              </a:r>
              <a:r>
                <a:rPr lang="en-US" sz="1200" b="1" kern="0" baseline="-25000">
                  <a:solidFill>
                    <a:prstClr val="black"/>
                  </a:solidFill>
                  <a:cs typeface="Calibri" panose="020F0502020204030204" pitchFamily="34" charset="0"/>
                </a:rPr>
                <a:t>5</a:t>
              </a:r>
            </a:p>
          </p:txBody>
        </p:sp>
        <p:sp>
          <p:nvSpPr>
            <p:cNvPr id="1193" name="Rectangle 272">
              <a:extLst>
                <a:ext uri="{FF2B5EF4-FFF2-40B4-BE49-F238E27FC236}">
                  <a16:creationId xmlns:a16="http://schemas.microsoft.com/office/drawing/2014/main" id="{443CB1DC-43FF-0696-1F45-5F4E86C3B637}"/>
                </a:ext>
              </a:extLst>
            </p:cNvPr>
            <p:cNvSpPr>
              <a:spLocks noChangeArrowheads="1"/>
            </p:cNvSpPr>
            <p:nvPr/>
          </p:nvSpPr>
          <p:spPr bwMode="auto">
            <a:xfrm>
              <a:off x="4384041" y="2953068"/>
              <a:ext cx="915001" cy="34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defRPr/>
              </a:pPr>
              <a:r>
                <a:rPr lang="en-US" sz="1200" b="1" kern="0">
                  <a:solidFill>
                    <a:prstClr val="black"/>
                  </a:solidFill>
                  <a:cs typeface="Calibri" panose="020F0502020204030204" pitchFamily="34" charset="0"/>
                </a:rPr>
                <a:t>O</a:t>
              </a:r>
              <a:r>
                <a:rPr lang="en-US" sz="1200" b="1" kern="0" baseline="-25000">
                  <a:solidFill>
                    <a:prstClr val="black"/>
                  </a:solidFill>
                  <a:cs typeface="Calibri" panose="020F0502020204030204" pitchFamily="34" charset="0"/>
                </a:rPr>
                <a:t>2</a:t>
              </a:r>
            </a:p>
          </p:txBody>
        </p:sp>
        <p:sp>
          <p:nvSpPr>
            <p:cNvPr id="1194" name="Rectangle 272">
              <a:extLst>
                <a:ext uri="{FF2B5EF4-FFF2-40B4-BE49-F238E27FC236}">
                  <a16:creationId xmlns:a16="http://schemas.microsoft.com/office/drawing/2014/main" id="{5C5E5624-FDBA-9EEA-43CB-08489B49F3B0}"/>
                </a:ext>
              </a:extLst>
            </p:cNvPr>
            <p:cNvSpPr>
              <a:spLocks noChangeArrowheads="1"/>
            </p:cNvSpPr>
            <p:nvPr/>
          </p:nvSpPr>
          <p:spPr bwMode="auto">
            <a:xfrm>
              <a:off x="4767509" y="2945992"/>
              <a:ext cx="947876" cy="34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defRPr/>
              </a:pPr>
              <a:r>
                <a:rPr lang="en-US" sz="1200" b="1" kern="0">
                  <a:solidFill>
                    <a:prstClr val="black"/>
                  </a:solidFill>
                  <a:cs typeface="Calibri" panose="020F0502020204030204" pitchFamily="34" charset="0"/>
                </a:rPr>
                <a:t>O</a:t>
              </a:r>
              <a:r>
                <a:rPr lang="en-US" sz="1200" b="1" kern="0" baseline="-25000">
                  <a:solidFill>
                    <a:prstClr val="black"/>
                  </a:solidFill>
                  <a:cs typeface="Calibri" panose="020F0502020204030204" pitchFamily="34" charset="0"/>
                </a:rPr>
                <a:t>4</a:t>
              </a:r>
            </a:p>
          </p:txBody>
        </p:sp>
      </p:grpSp>
      <p:cxnSp>
        <p:nvCxnSpPr>
          <p:cNvPr id="1200" name="Straight Connector 1199">
            <a:extLst>
              <a:ext uri="{FF2B5EF4-FFF2-40B4-BE49-F238E27FC236}">
                <a16:creationId xmlns:a16="http://schemas.microsoft.com/office/drawing/2014/main" id="{408D78FA-E8E9-E9D5-27C3-07E4EB3F9BBA}"/>
              </a:ext>
            </a:extLst>
          </p:cNvPr>
          <p:cNvCxnSpPr>
            <a:cxnSpLocks/>
          </p:cNvCxnSpPr>
          <p:nvPr/>
        </p:nvCxnSpPr>
        <p:spPr>
          <a:xfrm flipH="1">
            <a:off x="7134245" y="1911424"/>
            <a:ext cx="0" cy="322524"/>
          </a:xfrm>
          <a:prstGeom prst="line">
            <a:avLst/>
          </a:prstGeom>
          <a:noFill/>
          <a:ln w="22225" cap="rnd" cmpd="sng" algn="ctr">
            <a:solidFill>
              <a:srgbClr val="FA0C06"/>
            </a:solidFill>
            <a:prstDash val="solid"/>
          </a:ln>
          <a:effectLst/>
        </p:spPr>
      </p:cxnSp>
      <p:cxnSp>
        <p:nvCxnSpPr>
          <p:cNvPr id="1201" name="Straight Connector 1200">
            <a:extLst>
              <a:ext uri="{FF2B5EF4-FFF2-40B4-BE49-F238E27FC236}">
                <a16:creationId xmlns:a16="http://schemas.microsoft.com/office/drawing/2014/main" id="{2C2DEA96-6F32-2B66-4D96-3D5269ECE852}"/>
              </a:ext>
            </a:extLst>
          </p:cNvPr>
          <p:cNvCxnSpPr>
            <a:cxnSpLocks/>
          </p:cNvCxnSpPr>
          <p:nvPr/>
        </p:nvCxnSpPr>
        <p:spPr>
          <a:xfrm>
            <a:off x="8161215" y="2235539"/>
            <a:ext cx="0" cy="343012"/>
          </a:xfrm>
          <a:prstGeom prst="line">
            <a:avLst/>
          </a:prstGeom>
          <a:noFill/>
          <a:ln w="22225" cap="rnd" cmpd="sng" algn="ctr">
            <a:solidFill>
              <a:srgbClr val="FA0C06"/>
            </a:solidFill>
            <a:prstDash val="solid"/>
          </a:ln>
          <a:effectLst/>
        </p:spPr>
      </p:cxnSp>
      <p:grpSp>
        <p:nvGrpSpPr>
          <p:cNvPr id="1202" name="Group 1201">
            <a:extLst>
              <a:ext uri="{FF2B5EF4-FFF2-40B4-BE49-F238E27FC236}">
                <a16:creationId xmlns:a16="http://schemas.microsoft.com/office/drawing/2014/main" id="{EE1769DC-9BB5-7670-0615-F1ECC610FD50}"/>
              </a:ext>
            </a:extLst>
          </p:cNvPr>
          <p:cNvGrpSpPr/>
          <p:nvPr/>
        </p:nvGrpSpPr>
        <p:grpSpPr>
          <a:xfrm>
            <a:off x="8881357" y="2172997"/>
            <a:ext cx="216000" cy="216000"/>
            <a:chOff x="8222626" y="3522067"/>
            <a:chExt cx="216000" cy="216000"/>
          </a:xfrm>
        </p:grpSpPr>
        <p:sp>
          <p:nvSpPr>
            <p:cNvPr id="1203" name="Oval 1202">
              <a:extLst>
                <a:ext uri="{FF2B5EF4-FFF2-40B4-BE49-F238E27FC236}">
                  <a16:creationId xmlns:a16="http://schemas.microsoft.com/office/drawing/2014/main" id="{349AC709-92C4-0FD6-6832-9421F25F326F}"/>
                </a:ext>
              </a:extLst>
            </p:cNvPr>
            <p:cNvSpPr/>
            <p:nvPr/>
          </p:nvSpPr>
          <p:spPr>
            <a:xfrm>
              <a:off x="8222626" y="3522067"/>
              <a:ext cx="216000" cy="216000"/>
            </a:xfrm>
            <a:prstGeom prst="ellipse">
              <a:avLst/>
            </a:prstGeom>
            <a:solidFill>
              <a:srgbClr val="FFFFFF"/>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204" name="Straight Connector 1203">
              <a:extLst>
                <a:ext uri="{FF2B5EF4-FFF2-40B4-BE49-F238E27FC236}">
                  <a16:creationId xmlns:a16="http://schemas.microsoft.com/office/drawing/2014/main" id="{05DD6601-48ED-8F8C-163F-33206C043F05}"/>
                </a:ext>
              </a:extLst>
            </p:cNvPr>
            <p:cNvCxnSpPr>
              <a:cxnSpLocks/>
            </p:cNvCxnSpPr>
            <p:nvPr/>
          </p:nvCxnSpPr>
          <p:spPr>
            <a:xfrm flipH="1">
              <a:off x="8330649" y="3555216"/>
              <a:ext cx="0" cy="141229"/>
            </a:xfrm>
            <a:prstGeom prst="line">
              <a:avLst/>
            </a:prstGeom>
            <a:noFill/>
            <a:ln w="50800" cap="flat" cmpd="sng" algn="ctr">
              <a:solidFill>
                <a:srgbClr val="00B050"/>
              </a:solidFill>
              <a:prstDash val="solid"/>
            </a:ln>
            <a:effectLst/>
          </p:spPr>
        </p:cxnSp>
        <p:cxnSp>
          <p:nvCxnSpPr>
            <p:cNvPr id="1205" name="Straight Connector 1204">
              <a:extLst>
                <a:ext uri="{FF2B5EF4-FFF2-40B4-BE49-F238E27FC236}">
                  <a16:creationId xmlns:a16="http://schemas.microsoft.com/office/drawing/2014/main" id="{97347D3E-3833-91AC-B059-314B8120C278}"/>
                </a:ext>
              </a:extLst>
            </p:cNvPr>
            <p:cNvCxnSpPr>
              <a:cxnSpLocks/>
            </p:cNvCxnSpPr>
            <p:nvPr/>
          </p:nvCxnSpPr>
          <p:spPr>
            <a:xfrm flipH="1" flipV="1">
              <a:off x="8259653" y="3625831"/>
              <a:ext cx="147044" cy="0"/>
            </a:xfrm>
            <a:prstGeom prst="line">
              <a:avLst/>
            </a:prstGeom>
            <a:noFill/>
            <a:ln w="50800" cap="flat" cmpd="sng" algn="ctr">
              <a:solidFill>
                <a:srgbClr val="00B050"/>
              </a:solidFill>
              <a:prstDash val="solid"/>
            </a:ln>
            <a:effectLst/>
          </p:spPr>
        </p:cxnSp>
      </p:grpSp>
      <p:sp>
        <p:nvSpPr>
          <p:cNvPr id="1206" name="Arrow: Bent 19">
            <a:extLst>
              <a:ext uri="{FF2B5EF4-FFF2-40B4-BE49-F238E27FC236}">
                <a16:creationId xmlns:a16="http://schemas.microsoft.com/office/drawing/2014/main" id="{A14ED84C-42D1-F46F-D162-4CE996941ABC}"/>
              </a:ext>
            </a:extLst>
          </p:cNvPr>
          <p:cNvSpPr/>
          <p:nvPr/>
        </p:nvSpPr>
        <p:spPr>
          <a:xfrm rot="10800000">
            <a:off x="11345256" y="3134708"/>
            <a:ext cx="498657" cy="1285863"/>
          </a:xfrm>
          <a:prstGeom prst="bentArrow">
            <a:avLst/>
          </a:prstGeom>
          <a:solidFill>
            <a:srgbClr val="FFFFFF">
              <a:lumMod val="85000"/>
            </a:srgbClr>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1207" name="TextBox 1206">
            <a:extLst>
              <a:ext uri="{FF2B5EF4-FFF2-40B4-BE49-F238E27FC236}">
                <a16:creationId xmlns:a16="http://schemas.microsoft.com/office/drawing/2014/main" id="{D6B9EE81-A131-A16E-06C7-5C4C411F505B}"/>
              </a:ext>
            </a:extLst>
          </p:cNvPr>
          <p:cNvSpPr txBox="1"/>
          <p:nvPr/>
        </p:nvSpPr>
        <p:spPr>
          <a:xfrm>
            <a:off x="358706" y="5502495"/>
            <a:ext cx="11631712" cy="861774"/>
          </a:xfrm>
          <a:prstGeom prst="rect">
            <a:avLst/>
          </a:prstGeom>
          <a:noFill/>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smtClean="0">
                <a:ln>
                  <a:noFill/>
                </a:ln>
                <a:solidFill>
                  <a:srgbClr val="002060"/>
                </a:solidFill>
                <a:effectLst/>
                <a:uLnTx/>
                <a:uFillTx/>
              </a:rPr>
              <a:t>(a) Equivalent small-signal diagram for the separately skew-based delay cell in the (a</a:t>
            </a:r>
            <a:r>
              <a:rPr kumimoji="0" lang="en-GB" sz="1600" b="0" i="0" u="none" strike="noStrike" kern="0" cap="none" spc="0" normalizeH="0" baseline="-25000" noProof="0" dirty="0" smtClean="0">
                <a:ln>
                  <a:noFill/>
                </a:ln>
                <a:solidFill>
                  <a:srgbClr val="002060"/>
                </a:solidFill>
                <a:effectLst/>
                <a:uLnTx/>
                <a:uFillTx/>
              </a:rPr>
              <a:t>1</a:t>
            </a:r>
            <a:r>
              <a:rPr kumimoji="0" lang="en-GB" sz="1600" b="0" i="0" u="none" strike="noStrike" kern="0" cap="none" spc="0" normalizeH="0" baseline="0" noProof="0" dirty="0" smtClean="0">
                <a:ln>
                  <a:noFill/>
                </a:ln>
                <a:solidFill>
                  <a:srgbClr val="002060"/>
                </a:solidFill>
                <a:effectLst/>
                <a:uLnTx/>
                <a:uFillTx/>
              </a:rPr>
              <a:t>) output rise, (a</a:t>
            </a:r>
            <a:r>
              <a:rPr kumimoji="0" lang="en-GB" sz="1600" b="0" i="0" u="none" strike="noStrike" kern="0" cap="none" spc="0" normalizeH="0" baseline="-25000" noProof="0" dirty="0" smtClean="0">
                <a:ln>
                  <a:noFill/>
                </a:ln>
                <a:solidFill>
                  <a:srgbClr val="002060"/>
                </a:solidFill>
                <a:effectLst/>
                <a:uLnTx/>
                <a:uFillTx/>
              </a:rPr>
              <a:t>2</a:t>
            </a:r>
            <a:r>
              <a:rPr kumimoji="0" lang="en-GB" sz="1600" b="0" i="0" u="none" strike="noStrike" kern="0" cap="none" spc="0" normalizeH="0" baseline="0" noProof="0" dirty="0" smtClean="0">
                <a:ln>
                  <a:noFill/>
                </a:ln>
                <a:solidFill>
                  <a:srgbClr val="002060"/>
                </a:solidFill>
                <a:effectLst/>
                <a:uLnTx/>
                <a:uFillTx/>
              </a:rPr>
              <a:t>) output fall transitions, (b) A 5-stage NSO-based MSSRO architecture with the oscillation paths marked red and green, effective oscillating structure for the (c) NMOS (M</a:t>
            </a:r>
            <a:r>
              <a:rPr kumimoji="0" lang="en-GB" sz="1600" b="0" i="0" u="none" strike="noStrike" kern="0" cap="none" spc="0" normalizeH="0" baseline="-25000" noProof="0" dirty="0" smtClean="0">
                <a:ln>
                  <a:noFill/>
                </a:ln>
                <a:solidFill>
                  <a:srgbClr val="002060"/>
                </a:solidFill>
                <a:effectLst/>
                <a:uLnTx/>
                <a:uFillTx/>
              </a:rPr>
              <a:t>N5</a:t>
            </a:r>
            <a:r>
              <a:rPr kumimoji="0" lang="en-GB" sz="1600" b="0" i="0" u="none" strike="noStrike" kern="0" cap="none" spc="0" normalizeH="0" baseline="0" noProof="0" dirty="0" smtClean="0">
                <a:ln>
                  <a:noFill/>
                </a:ln>
                <a:solidFill>
                  <a:srgbClr val="002060"/>
                </a:solidFill>
                <a:effectLst/>
                <a:uLnTx/>
                <a:uFillTx/>
              </a:rPr>
              <a:t>) and the (d) PMOS (M</a:t>
            </a:r>
            <a:r>
              <a:rPr kumimoji="0" lang="en-GB" sz="1600" b="0" i="0" u="none" strike="noStrike" kern="0" cap="none" spc="0" normalizeH="0" baseline="-25000" noProof="0" dirty="0" smtClean="0">
                <a:ln>
                  <a:noFill/>
                </a:ln>
                <a:solidFill>
                  <a:srgbClr val="002060"/>
                </a:solidFill>
                <a:effectLst/>
                <a:uLnTx/>
                <a:uFillTx/>
              </a:rPr>
              <a:t>P1</a:t>
            </a:r>
            <a:r>
              <a:rPr kumimoji="0" lang="en-GB" sz="1600" b="0" i="0" u="none" strike="noStrike" kern="0" cap="none" spc="0" normalizeH="0" baseline="0" noProof="0" dirty="0" smtClean="0">
                <a:ln>
                  <a:noFill/>
                </a:ln>
                <a:solidFill>
                  <a:srgbClr val="002060"/>
                </a:solidFill>
                <a:effectLst/>
                <a:uLnTx/>
                <a:uFillTx/>
              </a:rPr>
              <a:t>) in the delay cell, (e) the 2 loosely coupled 3-stage skew-based MSSRO</a:t>
            </a:r>
            <a:r>
              <a:rPr kumimoji="0" lang="en-GB" sz="1800" b="0" i="0" u="none" strike="noStrike" kern="0" cap="none" spc="0" normalizeH="0" baseline="0" noProof="0" dirty="0" smtClean="0">
                <a:ln>
                  <a:noFill/>
                </a:ln>
                <a:solidFill>
                  <a:srgbClr val="002060"/>
                </a:solidFill>
                <a:effectLst/>
                <a:uLnTx/>
                <a:uFillTx/>
              </a:rPr>
              <a:t>.</a:t>
            </a:r>
            <a:endParaRPr kumimoji="0" lang="en-IN" sz="1800" b="0" i="0" u="none" strike="noStrike" kern="0" cap="none" spc="0" normalizeH="0" baseline="0" noProof="0" dirty="0" smtClean="0">
              <a:ln>
                <a:noFill/>
              </a:ln>
              <a:solidFill>
                <a:srgbClr val="002060"/>
              </a:solidFill>
              <a:effectLst/>
              <a:uLnTx/>
              <a:uFillTx/>
            </a:endParaRPr>
          </a:p>
        </p:txBody>
      </p:sp>
      <p:sp>
        <p:nvSpPr>
          <p:cNvPr id="1208" name="Rectangle 1207">
            <a:extLst>
              <a:ext uri="{FF2B5EF4-FFF2-40B4-BE49-F238E27FC236}">
                <a16:creationId xmlns:a16="http://schemas.microsoft.com/office/drawing/2014/main" id="{8DB3EF63-161C-C79F-AC19-9447B48190C7}"/>
              </a:ext>
            </a:extLst>
          </p:cNvPr>
          <p:cNvSpPr/>
          <p:nvPr/>
        </p:nvSpPr>
        <p:spPr>
          <a:xfrm>
            <a:off x="0" y="0"/>
            <a:ext cx="12192000" cy="464179"/>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209" name="Title 1">
            <a:extLst>
              <a:ext uri="{FF2B5EF4-FFF2-40B4-BE49-F238E27FC236}">
                <a16:creationId xmlns:a16="http://schemas.microsoft.com/office/drawing/2014/main" id="{9A426D8D-9BEE-813F-5433-13C488AC3DB7}"/>
              </a:ext>
            </a:extLst>
          </p:cNvPr>
          <p:cNvSpPr txBox="1">
            <a:spLocks/>
          </p:cNvSpPr>
          <p:nvPr/>
        </p:nvSpPr>
        <p:spPr>
          <a:xfrm>
            <a:off x="35346" y="-17742"/>
            <a:ext cx="7621951" cy="55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3200" b="1">
                <a:solidFill>
                  <a:srgbClr val="FFFFFF"/>
                </a:solidFill>
                <a:latin typeface="Arial" panose="020B0604020202020204" pitchFamily="34" charset="0"/>
                <a:cs typeface="Arial" panose="020B0604020202020204" pitchFamily="34" charset="0"/>
              </a:rPr>
              <a:t>In-depth analysis of 5 Stages MSSROs</a:t>
            </a:r>
          </a:p>
        </p:txBody>
      </p:sp>
      <p:cxnSp>
        <p:nvCxnSpPr>
          <p:cNvPr id="1215" name="Straight Connector 1214">
            <a:extLst>
              <a:ext uri="{FF2B5EF4-FFF2-40B4-BE49-F238E27FC236}">
                <a16:creationId xmlns:a16="http://schemas.microsoft.com/office/drawing/2014/main" id="{BA64FEBD-2999-76BA-5502-1746EC688E5F}"/>
              </a:ext>
            </a:extLst>
          </p:cNvPr>
          <p:cNvCxnSpPr>
            <a:cxnSpLocks/>
          </p:cNvCxnSpPr>
          <p:nvPr/>
        </p:nvCxnSpPr>
        <p:spPr>
          <a:xfrm flipH="1" flipV="1">
            <a:off x="7506195" y="3297338"/>
            <a:ext cx="537402" cy="193377"/>
          </a:xfrm>
          <a:prstGeom prst="line">
            <a:avLst/>
          </a:prstGeom>
          <a:noFill/>
          <a:ln w="28575" cap="rnd" cmpd="sng" algn="ctr">
            <a:solidFill>
              <a:srgbClr val="00407A"/>
            </a:solidFill>
            <a:prstDash val="solid"/>
          </a:ln>
          <a:effectLst/>
        </p:spPr>
      </p:cxnSp>
      <p:cxnSp>
        <p:nvCxnSpPr>
          <p:cNvPr id="1216" name="Straight Connector 1215">
            <a:extLst>
              <a:ext uri="{FF2B5EF4-FFF2-40B4-BE49-F238E27FC236}">
                <a16:creationId xmlns:a16="http://schemas.microsoft.com/office/drawing/2014/main" id="{90EB3326-E1D2-8347-5219-F6524AF7D52F}"/>
              </a:ext>
            </a:extLst>
          </p:cNvPr>
          <p:cNvCxnSpPr>
            <a:cxnSpLocks/>
          </p:cNvCxnSpPr>
          <p:nvPr/>
        </p:nvCxnSpPr>
        <p:spPr>
          <a:xfrm flipH="1" flipV="1">
            <a:off x="7496492" y="4910636"/>
            <a:ext cx="547105" cy="201234"/>
          </a:xfrm>
          <a:prstGeom prst="line">
            <a:avLst/>
          </a:prstGeom>
          <a:noFill/>
          <a:ln w="28575" cap="rnd" cmpd="sng" algn="ctr">
            <a:solidFill>
              <a:srgbClr val="00407A"/>
            </a:solidFill>
            <a:prstDash val="solid"/>
          </a:ln>
          <a:effectLst/>
        </p:spPr>
      </p:cxnSp>
      <p:pic>
        <p:nvPicPr>
          <p:cNvPr id="1217" name="Picture 1216" descr="Icon&#10;&#10;Description automatically generated">
            <a:extLst>
              <a:ext uri="{FF2B5EF4-FFF2-40B4-BE49-F238E27FC236}">
                <a16:creationId xmlns:a16="http://schemas.microsoft.com/office/drawing/2014/main" id="{82C6D75F-F2EF-0BED-B538-75E6244B791D}"/>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6425184" y="4108158"/>
            <a:ext cx="548247" cy="523963"/>
          </a:xfrm>
          <a:prstGeom prst="rect">
            <a:avLst/>
          </a:prstGeom>
        </p:spPr>
      </p:pic>
      <p:pic>
        <p:nvPicPr>
          <p:cNvPr id="1218" name="Picture 1217" descr="A picture containing text&#10;&#10;Description automatically generated">
            <a:extLst>
              <a:ext uri="{FF2B5EF4-FFF2-40B4-BE49-F238E27FC236}">
                <a16:creationId xmlns:a16="http://schemas.microsoft.com/office/drawing/2014/main" id="{FA00767C-A3F1-7F9F-71B9-AAB9BE9E90EF}"/>
              </a:ext>
            </a:extLst>
          </p:cNvPr>
          <p:cNvPicPr>
            <a:picLocks noChangeAspect="1"/>
          </p:cNvPicPr>
          <p:nvPr/>
        </p:nvPicPr>
        <p:blipFill>
          <a:blip r:embed="rId24" cstate="print">
            <a:duotone>
              <a:srgbClr val="FF4D00">
                <a:shade val="45000"/>
                <a:satMod val="135000"/>
              </a:srgbClr>
              <a:prstClr val="white"/>
            </a:duotone>
            <a:extLst>
              <a:ext uri="{BEBA8EAE-BF5A-486C-A8C5-ECC9F3942E4B}">
                <a14:imgProps xmlns:a14="http://schemas.microsoft.com/office/drawing/2010/main">
                  <a14:imgLayer r:embed="rId25">
                    <a14:imgEffect>
                      <a14:artisticMarker/>
                    </a14:imgEffect>
                  </a14:imgLayer>
                </a14:imgProps>
              </a:ext>
              <a:ext uri="{28A0092B-C50C-407E-A947-70E740481C1C}">
                <a14:useLocalDpi xmlns:a14="http://schemas.microsoft.com/office/drawing/2010/main" val="0"/>
              </a:ext>
            </a:extLst>
          </a:blip>
          <a:stretch>
            <a:fillRect/>
          </a:stretch>
        </p:blipFill>
        <p:spPr>
          <a:xfrm>
            <a:off x="5582417" y="4080722"/>
            <a:ext cx="543518" cy="643294"/>
          </a:xfrm>
          <a:prstGeom prst="rect">
            <a:avLst/>
          </a:prstGeom>
        </p:spPr>
      </p:pic>
      <p:sp>
        <p:nvSpPr>
          <p:cNvPr id="1220" name="Arc 1219">
            <a:extLst>
              <a:ext uri="{FF2B5EF4-FFF2-40B4-BE49-F238E27FC236}">
                <a16:creationId xmlns:a16="http://schemas.microsoft.com/office/drawing/2014/main" id="{715E71AB-231B-63E3-DBE7-73824CA05833}"/>
              </a:ext>
            </a:extLst>
          </p:cNvPr>
          <p:cNvSpPr/>
          <p:nvPr/>
        </p:nvSpPr>
        <p:spPr>
          <a:xfrm rot="19952535" flipH="1" flipV="1">
            <a:off x="7684595" y="3838584"/>
            <a:ext cx="506005" cy="727133"/>
          </a:xfrm>
          <a:prstGeom prst="arc">
            <a:avLst>
              <a:gd name="adj1" fmla="val 13435436"/>
              <a:gd name="adj2" fmla="val 3406610"/>
            </a:avLst>
          </a:prstGeom>
          <a:noFill/>
          <a:ln w="2540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1221" name="Arc 1220">
            <a:extLst>
              <a:ext uri="{FF2B5EF4-FFF2-40B4-BE49-F238E27FC236}">
                <a16:creationId xmlns:a16="http://schemas.microsoft.com/office/drawing/2014/main" id="{5D20EA8F-513A-385F-4B94-BD265EF722D3}"/>
              </a:ext>
            </a:extLst>
          </p:cNvPr>
          <p:cNvSpPr/>
          <p:nvPr/>
        </p:nvSpPr>
        <p:spPr>
          <a:xfrm rot="20663012" flipH="1" flipV="1">
            <a:off x="9718414" y="3650699"/>
            <a:ext cx="321145" cy="788691"/>
          </a:xfrm>
          <a:prstGeom prst="arc">
            <a:avLst>
              <a:gd name="adj1" fmla="val 14344303"/>
              <a:gd name="adj2" fmla="val 18676799"/>
            </a:avLst>
          </a:prstGeom>
          <a:noFill/>
          <a:ln w="2540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1222" name="Oval 1221">
            <a:extLst>
              <a:ext uri="{FF2B5EF4-FFF2-40B4-BE49-F238E27FC236}">
                <a16:creationId xmlns:a16="http://schemas.microsoft.com/office/drawing/2014/main" id="{05071CDD-2AE2-896A-AC50-5D008B24FA69}"/>
              </a:ext>
            </a:extLst>
          </p:cNvPr>
          <p:cNvSpPr/>
          <p:nvPr/>
        </p:nvSpPr>
        <p:spPr>
          <a:xfrm>
            <a:off x="10057602" y="4206661"/>
            <a:ext cx="46922" cy="46923"/>
          </a:xfrm>
          <a:prstGeom prst="ellipse">
            <a:avLst/>
          </a:prstGeom>
          <a:solidFill>
            <a:srgbClr val="002060"/>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223" name="Arc 1222">
            <a:extLst>
              <a:ext uri="{FF2B5EF4-FFF2-40B4-BE49-F238E27FC236}">
                <a16:creationId xmlns:a16="http://schemas.microsoft.com/office/drawing/2014/main" id="{9AA984DC-1F88-EFF3-90C2-6472D69F8136}"/>
              </a:ext>
            </a:extLst>
          </p:cNvPr>
          <p:cNvSpPr/>
          <p:nvPr/>
        </p:nvSpPr>
        <p:spPr>
          <a:xfrm rot="20663012" flipH="1" flipV="1">
            <a:off x="8733036" y="3640564"/>
            <a:ext cx="321145" cy="788691"/>
          </a:xfrm>
          <a:prstGeom prst="arc">
            <a:avLst>
              <a:gd name="adj1" fmla="val 14344303"/>
              <a:gd name="adj2" fmla="val 18676799"/>
            </a:avLst>
          </a:prstGeom>
          <a:noFill/>
          <a:ln w="2540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1224" name="Oval 1223">
            <a:extLst>
              <a:ext uri="{FF2B5EF4-FFF2-40B4-BE49-F238E27FC236}">
                <a16:creationId xmlns:a16="http://schemas.microsoft.com/office/drawing/2014/main" id="{7EB1014F-B6FA-D88B-9E36-BB30703A5772}"/>
              </a:ext>
            </a:extLst>
          </p:cNvPr>
          <p:cNvSpPr/>
          <p:nvPr/>
        </p:nvSpPr>
        <p:spPr>
          <a:xfrm>
            <a:off x="9062771" y="4214112"/>
            <a:ext cx="46922" cy="46923"/>
          </a:xfrm>
          <a:prstGeom prst="ellipse">
            <a:avLst/>
          </a:prstGeom>
          <a:solidFill>
            <a:srgbClr val="002060"/>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13" name="Rectangle 612"/>
          <p:cNvSpPr/>
          <p:nvPr/>
        </p:nvSpPr>
        <p:spPr>
          <a:xfrm>
            <a:off x="325120" y="828040"/>
            <a:ext cx="11623040" cy="45059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97876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0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9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0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 grpId="0" animBg="1"/>
      <p:bldP spid="1186" grpId="0" animBg="1"/>
      <p:bldP spid="1206" grpId="0" animBg="1"/>
      <p:bldP spid="1207" grpId="0"/>
      <p:bldP spid="1220" grpId="0" animBg="1"/>
      <p:bldP spid="1221" grpId="0" animBg="1"/>
      <p:bldP spid="1222" grpId="0" animBg="1"/>
      <p:bldP spid="1223" grpId="0" animBg="1"/>
      <p:bldP spid="12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E86D1F-6901-48BF-80A2-21C776296053}"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43</a:t>
            </a:fld>
            <a:endParaRPr lang="en-BE"/>
          </a:p>
        </p:txBody>
      </p:sp>
      <p:sp>
        <p:nvSpPr>
          <p:cNvPr id="6" name="Rectangle 5">
            <a:extLst>
              <a:ext uri="{FF2B5EF4-FFF2-40B4-BE49-F238E27FC236}">
                <a16:creationId xmlns:a16="http://schemas.microsoft.com/office/drawing/2014/main" id="{C1161434-76F3-E8B4-2AF5-5269D1D7159F}"/>
              </a:ext>
            </a:extLst>
          </p:cNvPr>
          <p:cNvSpPr/>
          <p:nvPr/>
        </p:nvSpPr>
        <p:spPr>
          <a:xfrm>
            <a:off x="7170080" y="707455"/>
            <a:ext cx="4325852" cy="2847975"/>
          </a:xfrm>
          <a:prstGeom prst="rect">
            <a:avLst/>
          </a:prstGeom>
          <a:solidFill>
            <a:srgbClr val="FFFFFF">
              <a:lumMod val="95000"/>
            </a:srgbClr>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9AA71835-0504-2420-5453-7499380D0B5C}"/>
              </a:ext>
            </a:extLst>
          </p:cNvPr>
          <p:cNvSpPr/>
          <p:nvPr/>
        </p:nvSpPr>
        <p:spPr>
          <a:xfrm>
            <a:off x="606912" y="724402"/>
            <a:ext cx="4325852" cy="2847975"/>
          </a:xfrm>
          <a:prstGeom prst="rect">
            <a:avLst/>
          </a:prstGeom>
          <a:solidFill>
            <a:srgbClr val="FFFFFF">
              <a:lumMod val="95000"/>
            </a:srgbClr>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2F34BDFD-3E31-7E18-0499-B176157470BC}"/>
              </a:ext>
            </a:extLst>
          </p:cNvPr>
          <p:cNvSpPr/>
          <p:nvPr/>
        </p:nvSpPr>
        <p:spPr>
          <a:xfrm>
            <a:off x="474363" y="5350946"/>
            <a:ext cx="11097849" cy="674155"/>
          </a:xfrm>
          <a:prstGeom prst="rect">
            <a:avLst/>
          </a:prstGeom>
          <a:solidFill>
            <a:srgbClr val="FFFFFF">
              <a:lumMod val="95000"/>
            </a:srgbClr>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9" name="Rectangle 8">
            <a:extLst>
              <a:ext uri="{FF2B5EF4-FFF2-40B4-BE49-F238E27FC236}">
                <a16:creationId xmlns:a16="http://schemas.microsoft.com/office/drawing/2014/main" id="{70FE822C-BEB4-44BC-8409-AC2045471A0C}"/>
              </a:ext>
            </a:extLst>
          </p:cNvPr>
          <p:cNvSpPr/>
          <p:nvPr/>
        </p:nvSpPr>
        <p:spPr>
          <a:xfrm>
            <a:off x="474363" y="4547860"/>
            <a:ext cx="11097849" cy="674155"/>
          </a:xfrm>
          <a:prstGeom prst="rect">
            <a:avLst/>
          </a:prstGeom>
          <a:solidFill>
            <a:srgbClr val="FFFFFF">
              <a:lumMod val="95000"/>
            </a:srgbClr>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F3BF26B5-428A-4478-9B00-4CA0538F26F2}"/>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1" name="Title 1">
            <a:extLst>
              <a:ext uri="{FF2B5EF4-FFF2-40B4-BE49-F238E27FC236}">
                <a16:creationId xmlns:a16="http://schemas.microsoft.com/office/drawing/2014/main" id="{64CA5C94-5C52-B5EF-470A-46631D769167}"/>
              </a:ext>
            </a:extLst>
          </p:cNvPr>
          <p:cNvSpPr txBox="1">
            <a:spLocks/>
          </p:cNvSpPr>
          <p:nvPr/>
        </p:nvSpPr>
        <p:spPr>
          <a:xfrm>
            <a:off x="120014" y="102776"/>
            <a:ext cx="10781665" cy="55403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FFFFFF"/>
                </a:solidFill>
                <a:latin typeface="Arial" panose="020B0604020202020204" pitchFamily="34" charset="0"/>
                <a:cs typeface="Arial" panose="020B0604020202020204" pitchFamily="34" charset="0"/>
              </a:rPr>
              <a:t>Frequency and phase noise of MSSROs</a:t>
            </a:r>
          </a:p>
        </p:txBody>
      </p:sp>
      <p:pic>
        <p:nvPicPr>
          <p:cNvPr id="12" name="Picture 14">
            <a:extLst>
              <a:ext uri="{FF2B5EF4-FFF2-40B4-BE49-F238E27FC236}">
                <a16:creationId xmlns:a16="http://schemas.microsoft.com/office/drawing/2014/main" id="{EA64BF82-6009-7235-8656-70148D10785E}"/>
              </a:ext>
            </a:extLst>
          </p:cNvPr>
          <p:cNvPicPr>
            <a:picLocks noChangeAspect="1"/>
          </p:cNvPicPr>
          <p:nvPr/>
        </p:nvPicPr>
        <p:blipFill>
          <a:blip r:embed="rId2" cstate="print">
            <a:extLst>
              <a:ext uri="{28A0092B-C50C-407E-A947-70E740481C1C}">
                <a14:useLocalDpi xmlns:a14="http://schemas.microsoft.com/office/drawing/2010/main" val="0"/>
              </a:ext>
            </a:extLst>
          </a:blip>
          <a:srcRect l="8000" t="9822" r="2000" b="1212"/>
          <a:stretch>
            <a:fillRect/>
          </a:stretch>
        </p:blipFill>
        <p:spPr bwMode="auto">
          <a:xfrm>
            <a:off x="7434997" y="793047"/>
            <a:ext cx="39814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
            <a:extLst>
              <a:ext uri="{FF2B5EF4-FFF2-40B4-BE49-F238E27FC236}">
                <a16:creationId xmlns:a16="http://schemas.microsoft.com/office/drawing/2014/main" id="{6C4DA4FD-4C3C-F5AB-A3C9-D5CAEDC80743}"/>
              </a:ext>
            </a:extLst>
          </p:cNvPr>
          <p:cNvPicPr>
            <a:picLocks noChangeAspect="1"/>
          </p:cNvPicPr>
          <p:nvPr/>
        </p:nvPicPr>
        <p:blipFill>
          <a:blip r:embed="rId3" cstate="print">
            <a:extLst>
              <a:ext uri="{28A0092B-C50C-407E-A947-70E740481C1C}">
                <a14:useLocalDpi xmlns:a14="http://schemas.microsoft.com/office/drawing/2010/main" val="0"/>
              </a:ext>
            </a:extLst>
          </a:blip>
          <a:srcRect l="10001" t="8386" r="2000" b="2647"/>
          <a:stretch>
            <a:fillRect/>
          </a:stretch>
        </p:blipFill>
        <p:spPr bwMode="auto">
          <a:xfrm>
            <a:off x="792801" y="755450"/>
            <a:ext cx="4044950"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5">
            <a:extLst>
              <a:ext uri="{FF2B5EF4-FFF2-40B4-BE49-F238E27FC236}">
                <a16:creationId xmlns:a16="http://schemas.microsoft.com/office/drawing/2014/main" id="{C2E7B490-1792-109F-4215-8246C287D580}"/>
              </a:ext>
            </a:extLst>
          </p:cNvPr>
          <p:cNvSpPr txBox="1">
            <a:spLocks noChangeArrowheads="1"/>
          </p:cNvSpPr>
          <p:nvPr/>
        </p:nvSpPr>
        <p:spPr bwMode="auto">
          <a:xfrm>
            <a:off x="2601010" y="3575102"/>
            <a:ext cx="639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dirty="0">
                <a:solidFill>
                  <a:srgbClr val="002060"/>
                </a:solidFill>
                <a:latin typeface="Times New Roman" panose="02020603050405020304" pitchFamily="18" charset="0"/>
                <a:cs typeface="Times New Roman" panose="02020603050405020304" pitchFamily="18" charset="0"/>
              </a:rPr>
              <a:t>(a)</a:t>
            </a:r>
          </a:p>
        </p:txBody>
      </p:sp>
      <p:sp>
        <p:nvSpPr>
          <p:cNvPr id="15" name="TextBox 6">
            <a:extLst>
              <a:ext uri="{FF2B5EF4-FFF2-40B4-BE49-F238E27FC236}">
                <a16:creationId xmlns:a16="http://schemas.microsoft.com/office/drawing/2014/main" id="{82062527-1F8A-4B03-B1C2-34C1070E539C}"/>
              </a:ext>
            </a:extLst>
          </p:cNvPr>
          <p:cNvSpPr txBox="1">
            <a:spLocks noChangeArrowheads="1"/>
          </p:cNvSpPr>
          <p:nvPr/>
        </p:nvSpPr>
        <p:spPr bwMode="auto">
          <a:xfrm>
            <a:off x="9425722" y="3458273"/>
            <a:ext cx="6397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a:solidFill>
                  <a:srgbClr val="002060"/>
                </a:solidFill>
                <a:latin typeface="Times New Roman" panose="02020603050405020304" pitchFamily="18" charset="0"/>
                <a:cs typeface="Times New Roman" panose="02020603050405020304" pitchFamily="18" charset="0"/>
              </a:rPr>
              <a:t>(b)</a:t>
            </a:r>
          </a:p>
        </p:txBody>
      </p:sp>
      <p:cxnSp>
        <p:nvCxnSpPr>
          <p:cNvPr id="16" name="Straight Connector 15">
            <a:extLst>
              <a:ext uri="{FF2B5EF4-FFF2-40B4-BE49-F238E27FC236}">
                <a16:creationId xmlns:a16="http://schemas.microsoft.com/office/drawing/2014/main" id="{C64F9A26-A466-B2C6-4540-914EC90A83A9}"/>
              </a:ext>
            </a:extLst>
          </p:cNvPr>
          <p:cNvCxnSpPr/>
          <p:nvPr/>
        </p:nvCxnSpPr>
        <p:spPr>
          <a:xfrm flipV="1">
            <a:off x="0" y="639298"/>
            <a:ext cx="12192000" cy="0"/>
          </a:xfrm>
          <a:prstGeom prst="line">
            <a:avLst/>
          </a:prstGeom>
          <a:noFill/>
          <a:ln w="63500" cap="flat" cmpd="sng" algn="ctr">
            <a:solidFill>
              <a:srgbClr val="002060"/>
            </a:solidFill>
            <a:prstDash val="solid"/>
          </a:ln>
          <a:effectLst/>
        </p:spPr>
      </p:cxnSp>
      <p:grpSp>
        <p:nvGrpSpPr>
          <p:cNvPr id="17" name="Group 16">
            <a:extLst>
              <a:ext uri="{FF2B5EF4-FFF2-40B4-BE49-F238E27FC236}">
                <a16:creationId xmlns:a16="http://schemas.microsoft.com/office/drawing/2014/main" id="{E232C2D8-818E-FADC-EDC9-D824B1A4EB86}"/>
              </a:ext>
            </a:extLst>
          </p:cNvPr>
          <p:cNvGrpSpPr/>
          <p:nvPr/>
        </p:nvGrpSpPr>
        <p:grpSpPr>
          <a:xfrm>
            <a:off x="1353167" y="4626447"/>
            <a:ext cx="435826" cy="459337"/>
            <a:chOff x="1776139" y="3223476"/>
            <a:chExt cx="462237" cy="475491"/>
          </a:xfrm>
        </p:grpSpPr>
        <p:sp>
          <p:nvSpPr>
            <p:cNvPr id="18" name="Oval 17">
              <a:extLst>
                <a:ext uri="{FF2B5EF4-FFF2-40B4-BE49-F238E27FC236}">
                  <a16:creationId xmlns:a16="http://schemas.microsoft.com/office/drawing/2014/main" id="{75C519AC-3A58-DAAF-1771-1EF372D83779}"/>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9" name="Oval 18">
              <a:extLst>
                <a:ext uri="{FF2B5EF4-FFF2-40B4-BE49-F238E27FC236}">
                  <a16:creationId xmlns:a16="http://schemas.microsoft.com/office/drawing/2014/main" id="{B5FD9C43-EF91-8594-01DE-B5BE629756F8}"/>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0" name="Oval 19">
              <a:extLst>
                <a:ext uri="{FF2B5EF4-FFF2-40B4-BE49-F238E27FC236}">
                  <a16:creationId xmlns:a16="http://schemas.microsoft.com/office/drawing/2014/main" id="{B440D91B-29C7-B18E-1988-DD372BEC73B3}"/>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1" name="Arc 20">
              <a:extLst>
                <a:ext uri="{FF2B5EF4-FFF2-40B4-BE49-F238E27FC236}">
                  <a16:creationId xmlns:a16="http://schemas.microsoft.com/office/drawing/2014/main" id="{C5EEEDAB-08EF-995C-F799-3332305369D1}"/>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22" name="Group 21">
            <a:extLst>
              <a:ext uri="{FF2B5EF4-FFF2-40B4-BE49-F238E27FC236}">
                <a16:creationId xmlns:a16="http://schemas.microsoft.com/office/drawing/2014/main" id="{A3B7A808-7924-4A87-8497-D5C2DEAFDF82}"/>
              </a:ext>
            </a:extLst>
          </p:cNvPr>
          <p:cNvGrpSpPr/>
          <p:nvPr/>
        </p:nvGrpSpPr>
        <p:grpSpPr>
          <a:xfrm>
            <a:off x="1347230" y="5395181"/>
            <a:ext cx="435826" cy="459337"/>
            <a:chOff x="1776139" y="3223476"/>
            <a:chExt cx="462237" cy="475491"/>
          </a:xfrm>
        </p:grpSpPr>
        <p:sp>
          <p:nvSpPr>
            <p:cNvPr id="23" name="Oval 22">
              <a:extLst>
                <a:ext uri="{FF2B5EF4-FFF2-40B4-BE49-F238E27FC236}">
                  <a16:creationId xmlns:a16="http://schemas.microsoft.com/office/drawing/2014/main" id="{3D4C0C18-FAE6-F4A1-5DDE-38AA49A60202}"/>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4" name="Oval 23">
              <a:extLst>
                <a:ext uri="{FF2B5EF4-FFF2-40B4-BE49-F238E27FC236}">
                  <a16:creationId xmlns:a16="http://schemas.microsoft.com/office/drawing/2014/main" id="{319714EC-985C-D83C-DCBE-C52F7A44D90E}"/>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5" name="Oval 24">
              <a:extLst>
                <a:ext uri="{FF2B5EF4-FFF2-40B4-BE49-F238E27FC236}">
                  <a16:creationId xmlns:a16="http://schemas.microsoft.com/office/drawing/2014/main" id="{EC9D4D0F-4017-B913-C291-0EA9757C2B26}"/>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a:ea typeface="+mn-ea"/>
                <a:cs typeface="+mn-cs"/>
              </a:endParaRPr>
            </a:p>
          </p:txBody>
        </p:sp>
        <p:sp>
          <p:nvSpPr>
            <p:cNvPr id="26" name="Arc 25">
              <a:extLst>
                <a:ext uri="{FF2B5EF4-FFF2-40B4-BE49-F238E27FC236}">
                  <a16:creationId xmlns:a16="http://schemas.microsoft.com/office/drawing/2014/main" id="{06BF4153-9284-F1F3-41AA-09FA7BE8AE94}"/>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sp>
        <p:nvSpPr>
          <p:cNvPr id="27" name="TextBox 26">
            <a:extLst>
              <a:ext uri="{FF2B5EF4-FFF2-40B4-BE49-F238E27FC236}">
                <a16:creationId xmlns:a16="http://schemas.microsoft.com/office/drawing/2014/main" id="{BC7DDA31-9B37-39DE-6BEF-E718B2D86FA9}"/>
              </a:ext>
            </a:extLst>
          </p:cNvPr>
          <p:cNvSpPr txBox="1"/>
          <p:nvPr/>
        </p:nvSpPr>
        <p:spPr>
          <a:xfrm>
            <a:off x="1936499" y="5347863"/>
            <a:ext cx="10234240" cy="646331"/>
          </a:xfrm>
          <a:prstGeom prst="rect">
            <a:avLst/>
          </a:prstGeom>
          <a:noFill/>
          <a:ln>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2060"/>
                </a:solidFill>
                <a:effectLst/>
                <a:uLnTx/>
                <a:uFillTx/>
                <a:cs typeface="Calibri" panose="020F0502020204030204" pitchFamily="34" charset="0"/>
              </a:rPr>
              <a:t>The phase noise reduces while the frequency sustains its value with an increasing number of stages </a:t>
            </a:r>
            <a:endParaRPr kumimoji="0" lang="en-IN" sz="1800" b="0" i="0" u="none" strike="noStrike" kern="0" cap="none" spc="0" normalizeH="0" baseline="0" noProof="0" dirty="0" smtClean="0">
              <a:ln>
                <a:noFill/>
              </a:ln>
              <a:solidFill>
                <a:srgbClr val="00407A"/>
              </a:solidFill>
              <a:effectLst/>
              <a:uLnTx/>
              <a:uFillTx/>
            </a:endParaRPr>
          </a:p>
        </p:txBody>
      </p:sp>
      <p:sp>
        <p:nvSpPr>
          <p:cNvPr id="28" name="TextBox 27">
            <a:extLst>
              <a:ext uri="{FF2B5EF4-FFF2-40B4-BE49-F238E27FC236}">
                <a16:creationId xmlns:a16="http://schemas.microsoft.com/office/drawing/2014/main" id="{91880C8D-78B5-E935-A3D2-F8CA86CADBC6}"/>
              </a:ext>
            </a:extLst>
          </p:cNvPr>
          <p:cNvSpPr txBox="1"/>
          <p:nvPr/>
        </p:nvSpPr>
        <p:spPr>
          <a:xfrm>
            <a:off x="1898575" y="4642929"/>
            <a:ext cx="9666474" cy="369332"/>
          </a:xfrm>
          <a:prstGeom prst="rect">
            <a:avLst/>
          </a:prstGeom>
          <a:noFill/>
          <a:ln>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2060"/>
                </a:solidFill>
                <a:effectLst/>
                <a:uLnTx/>
                <a:uFillTx/>
                <a:cs typeface="Calibri" panose="020F0502020204030204" pitchFamily="34" charset="0"/>
              </a:rPr>
              <a:t>The Oscillation frequency is almost independent with an increasing number of stages </a:t>
            </a:r>
            <a:endParaRPr kumimoji="0" lang="en-IN" sz="1800" b="0" i="0" u="none" strike="noStrike" kern="0" cap="none" spc="0" normalizeH="0" baseline="0" noProof="0" dirty="0" smtClean="0">
              <a:ln>
                <a:noFill/>
              </a:ln>
              <a:solidFill>
                <a:srgbClr val="00407A"/>
              </a:solidFill>
              <a:effectLst/>
              <a:uLnTx/>
              <a:uFillTx/>
            </a:endParaRPr>
          </a:p>
        </p:txBody>
      </p:sp>
      <p:cxnSp>
        <p:nvCxnSpPr>
          <p:cNvPr id="29" name="Straight Connector 28">
            <a:extLst>
              <a:ext uri="{FF2B5EF4-FFF2-40B4-BE49-F238E27FC236}">
                <a16:creationId xmlns:a16="http://schemas.microsoft.com/office/drawing/2014/main" id="{54D6F099-3BBE-56D8-DFB1-1E39E09BCE99}"/>
              </a:ext>
            </a:extLst>
          </p:cNvPr>
          <p:cNvCxnSpPr>
            <a:cxnSpLocks/>
          </p:cNvCxnSpPr>
          <p:nvPr/>
        </p:nvCxnSpPr>
        <p:spPr>
          <a:xfrm flipV="1">
            <a:off x="5968592" y="656814"/>
            <a:ext cx="0" cy="3746176"/>
          </a:xfrm>
          <a:prstGeom prst="line">
            <a:avLst/>
          </a:prstGeom>
          <a:noFill/>
          <a:ln w="63500" cap="flat" cmpd="sng" algn="ctr">
            <a:solidFill>
              <a:srgbClr val="002060"/>
            </a:solidFill>
            <a:prstDash val="solid"/>
          </a:ln>
          <a:effectLst/>
        </p:spPr>
      </p:cxnSp>
      <p:cxnSp>
        <p:nvCxnSpPr>
          <p:cNvPr id="30" name="Straight Connector 29">
            <a:extLst>
              <a:ext uri="{FF2B5EF4-FFF2-40B4-BE49-F238E27FC236}">
                <a16:creationId xmlns:a16="http://schemas.microsoft.com/office/drawing/2014/main" id="{D9E6CD55-4338-F39D-42BE-A3F21F5E433C}"/>
              </a:ext>
            </a:extLst>
          </p:cNvPr>
          <p:cNvCxnSpPr/>
          <p:nvPr/>
        </p:nvCxnSpPr>
        <p:spPr>
          <a:xfrm flipV="1">
            <a:off x="0" y="4402990"/>
            <a:ext cx="12192000" cy="0"/>
          </a:xfrm>
          <a:prstGeom prst="line">
            <a:avLst/>
          </a:prstGeom>
          <a:noFill/>
          <a:ln w="63500" cap="flat" cmpd="sng" algn="ctr">
            <a:solidFill>
              <a:srgbClr val="002060"/>
            </a:solidFill>
            <a:prstDash val="solid"/>
          </a:ln>
          <a:effectLst/>
        </p:spPr>
      </p:cxnSp>
      <p:grpSp>
        <p:nvGrpSpPr>
          <p:cNvPr id="31" name="Group 30">
            <a:extLst>
              <a:ext uri="{FF2B5EF4-FFF2-40B4-BE49-F238E27FC236}">
                <a16:creationId xmlns:a16="http://schemas.microsoft.com/office/drawing/2014/main" id="{4CE17564-B7FA-FDD2-83CA-D2581C4B197F}"/>
              </a:ext>
            </a:extLst>
          </p:cNvPr>
          <p:cNvGrpSpPr/>
          <p:nvPr/>
        </p:nvGrpSpPr>
        <p:grpSpPr>
          <a:xfrm flipH="1">
            <a:off x="1184085" y="872556"/>
            <a:ext cx="1451304" cy="2188696"/>
            <a:chOff x="3160123" y="607261"/>
            <a:chExt cx="2797445" cy="928837"/>
          </a:xfrm>
        </p:grpSpPr>
        <p:cxnSp>
          <p:nvCxnSpPr>
            <p:cNvPr id="32" name="Straight Arrow Connector 31">
              <a:extLst>
                <a:ext uri="{FF2B5EF4-FFF2-40B4-BE49-F238E27FC236}">
                  <a16:creationId xmlns:a16="http://schemas.microsoft.com/office/drawing/2014/main" id="{3471AC5C-F895-4968-446A-C77DD8D1BF0E}"/>
                </a:ext>
              </a:extLst>
            </p:cNvPr>
            <p:cNvCxnSpPr>
              <a:cxnSpLocks/>
            </p:cNvCxnSpPr>
            <p:nvPr/>
          </p:nvCxnSpPr>
          <p:spPr>
            <a:xfrm flipH="1">
              <a:off x="3160123" y="1526828"/>
              <a:ext cx="2797445" cy="0"/>
            </a:xfrm>
            <a:prstGeom prst="straightConnector1">
              <a:avLst/>
            </a:prstGeom>
            <a:noFill/>
            <a:ln w="57150" cap="flat" cmpd="sng" algn="ctr">
              <a:solidFill>
                <a:srgbClr val="007635"/>
              </a:solidFill>
              <a:prstDash val="sysDash"/>
              <a:tailEnd type="none"/>
            </a:ln>
            <a:effectLst/>
          </p:spPr>
        </p:cxnSp>
        <p:cxnSp>
          <p:nvCxnSpPr>
            <p:cNvPr id="33" name="Straight Arrow Connector 32">
              <a:extLst>
                <a:ext uri="{FF2B5EF4-FFF2-40B4-BE49-F238E27FC236}">
                  <a16:creationId xmlns:a16="http://schemas.microsoft.com/office/drawing/2014/main" id="{96B45A2A-01D2-FA47-EACC-050774030B28}"/>
                </a:ext>
              </a:extLst>
            </p:cNvPr>
            <p:cNvCxnSpPr>
              <a:cxnSpLocks/>
            </p:cNvCxnSpPr>
            <p:nvPr/>
          </p:nvCxnSpPr>
          <p:spPr>
            <a:xfrm flipH="1" flipV="1">
              <a:off x="3160123" y="607261"/>
              <a:ext cx="2763865" cy="2584"/>
            </a:xfrm>
            <a:prstGeom prst="straightConnector1">
              <a:avLst/>
            </a:prstGeom>
            <a:noFill/>
            <a:ln w="57150" cap="flat" cmpd="sng" algn="ctr">
              <a:solidFill>
                <a:srgbClr val="007635"/>
              </a:solidFill>
              <a:prstDash val="sysDash"/>
              <a:tailEnd type="none"/>
            </a:ln>
            <a:effectLst/>
          </p:spPr>
        </p:cxnSp>
        <p:cxnSp>
          <p:nvCxnSpPr>
            <p:cNvPr id="34" name="Straight Arrow Connector 33">
              <a:extLst>
                <a:ext uri="{FF2B5EF4-FFF2-40B4-BE49-F238E27FC236}">
                  <a16:creationId xmlns:a16="http://schemas.microsoft.com/office/drawing/2014/main" id="{B0887F8A-1497-7A02-8A55-E349825548A2}"/>
                </a:ext>
              </a:extLst>
            </p:cNvPr>
            <p:cNvCxnSpPr>
              <a:cxnSpLocks/>
            </p:cNvCxnSpPr>
            <p:nvPr/>
          </p:nvCxnSpPr>
          <p:spPr>
            <a:xfrm flipH="1">
              <a:off x="5952401" y="607261"/>
              <a:ext cx="0" cy="928837"/>
            </a:xfrm>
            <a:prstGeom prst="straightConnector1">
              <a:avLst/>
            </a:prstGeom>
            <a:noFill/>
            <a:ln w="57150" cap="flat" cmpd="sng" algn="ctr">
              <a:solidFill>
                <a:srgbClr val="007635"/>
              </a:solidFill>
              <a:prstDash val="sysDash"/>
              <a:tailEnd type="none"/>
            </a:ln>
            <a:effectLst/>
          </p:spPr>
        </p:cxnSp>
        <p:cxnSp>
          <p:nvCxnSpPr>
            <p:cNvPr id="35" name="Straight Arrow Connector 34">
              <a:extLst>
                <a:ext uri="{FF2B5EF4-FFF2-40B4-BE49-F238E27FC236}">
                  <a16:creationId xmlns:a16="http://schemas.microsoft.com/office/drawing/2014/main" id="{628E3DDB-8DDF-8988-2DBD-2429C00BF3CC}"/>
                </a:ext>
              </a:extLst>
            </p:cNvPr>
            <p:cNvCxnSpPr>
              <a:cxnSpLocks/>
            </p:cNvCxnSpPr>
            <p:nvPr/>
          </p:nvCxnSpPr>
          <p:spPr>
            <a:xfrm flipH="1">
              <a:off x="3160123" y="620177"/>
              <a:ext cx="0" cy="915921"/>
            </a:xfrm>
            <a:prstGeom prst="straightConnector1">
              <a:avLst/>
            </a:prstGeom>
            <a:noFill/>
            <a:ln w="57150" cap="flat" cmpd="sng" algn="ctr">
              <a:solidFill>
                <a:srgbClr val="007635"/>
              </a:solidFill>
              <a:prstDash val="sysDash"/>
              <a:tailEnd type="none"/>
            </a:ln>
            <a:effectLst/>
          </p:spPr>
        </p:cxnSp>
      </p:grpSp>
      <p:grpSp>
        <p:nvGrpSpPr>
          <p:cNvPr id="36" name="Group 35">
            <a:extLst>
              <a:ext uri="{FF2B5EF4-FFF2-40B4-BE49-F238E27FC236}">
                <a16:creationId xmlns:a16="http://schemas.microsoft.com/office/drawing/2014/main" id="{0E40CDC3-C5D4-DD10-BF53-F6C893FA0C98}"/>
              </a:ext>
            </a:extLst>
          </p:cNvPr>
          <p:cNvGrpSpPr/>
          <p:nvPr/>
        </p:nvGrpSpPr>
        <p:grpSpPr>
          <a:xfrm flipH="1">
            <a:off x="7943005" y="911778"/>
            <a:ext cx="2892349" cy="1019821"/>
            <a:chOff x="3160123" y="607261"/>
            <a:chExt cx="2797445" cy="968401"/>
          </a:xfrm>
        </p:grpSpPr>
        <p:cxnSp>
          <p:nvCxnSpPr>
            <p:cNvPr id="37" name="Straight Arrow Connector 36">
              <a:extLst>
                <a:ext uri="{FF2B5EF4-FFF2-40B4-BE49-F238E27FC236}">
                  <a16:creationId xmlns:a16="http://schemas.microsoft.com/office/drawing/2014/main" id="{A28077EE-C88A-995F-4DF9-4C42BC069FF9}"/>
                </a:ext>
              </a:extLst>
            </p:cNvPr>
            <p:cNvCxnSpPr>
              <a:cxnSpLocks/>
            </p:cNvCxnSpPr>
            <p:nvPr/>
          </p:nvCxnSpPr>
          <p:spPr>
            <a:xfrm flipH="1">
              <a:off x="3160123" y="1526828"/>
              <a:ext cx="2797445" cy="0"/>
            </a:xfrm>
            <a:prstGeom prst="straightConnector1">
              <a:avLst/>
            </a:prstGeom>
            <a:noFill/>
            <a:ln w="57150" cap="flat" cmpd="sng" algn="ctr">
              <a:solidFill>
                <a:srgbClr val="007635"/>
              </a:solidFill>
              <a:prstDash val="sysDash"/>
              <a:tailEnd type="none"/>
            </a:ln>
            <a:effectLst/>
          </p:spPr>
        </p:cxnSp>
        <p:cxnSp>
          <p:nvCxnSpPr>
            <p:cNvPr id="38" name="Straight Arrow Connector 37">
              <a:extLst>
                <a:ext uri="{FF2B5EF4-FFF2-40B4-BE49-F238E27FC236}">
                  <a16:creationId xmlns:a16="http://schemas.microsoft.com/office/drawing/2014/main" id="{97DECE17-7DD7-6033-DAFF-7C18CF9A2D83}"/>
                </a:ext>
              </a:extLst>
            </p:cNvPr>
            <p:cNvCxnSpPr>
              <a:cxnSpLocks/>
            </p:cNvCxnSpPr>
            <p:nvPr/>
          </p:nvCxnSpPr>
          <p:spPr>
            <a:xfrm flipH="1" flipV="1">
              <a:off x="3160123" y="607261"/>
              <a:ext cx="2763865" cy="2584"/>
            </a:xfrm>
            <a:prstGeom prst="straightConnector1">
              <a:avLst/>
            </a:prstGeom>
            <a:noFill/>
            <a:ln w="57150" cap="flat" cmpd="sng" algn="ctr">
              <a:solidFill>
                <a:srgbClr val="007635"/>
              </a:solidFill>
              <a:prstDash val="sysDash"/>
              <a:tailEnd type="none"/>
            </a:ln>
            <a:effectLst/>
          </p:spPr>
        </p:cxnSp>
        <p:cxnSp>
          <p:nvCxnSpPr>
            <p:cNvPr id="39" name="Straight Arrow Connector 38">
              <a:extLst>
                <a:ext uri="{FF2B5EF4-FFF2-40B4-BE49-F238E27FC236}">
                  <a16:creationId xmlns:a16="http://schemas.microsoft.com/office/drawing/2014/main" id="{34683F8F-73FE-8ADF-9129-2FB7AFBC1DDC}"/>
                </a:ext>
              </a:extLst>
            </p:cNvPr>
            <p:cNvCxnSpPr>
              <a:cxnSpLocks/>
            </p:cNvCxnSpPr>
            <p:nvPr/>
          </p:nvCxnSpPr>
          <p:spPr>
            <a:xfrm>
              <a:off x="5952401" y="607261"/>
              <a:ext cx="0" cy="955485"/>
            </a:xfrm>
            <a:prstGeom prst="straightConnector1">
              <a:avLst/>
            </a:prstGeom>
            <a:noFill/>
            <a:ln w="57150" cap="flat" cmpd="sng" algn="ctr">
              <a:solidFill>
                <a:srgbClr val="007635"/>
              </a:solidFill>
              <a:prstDash val="sysDash"/>
              <a:tailEnd type="none"/>
            </a:ln>
            <a:effectLst/>
          </p:spPr>
        </p:cxnSp>
        <p:cxnSp>
          <p:nvCxnSpPr>
            <p:cNvPr id="40" name="Straight Arrow Connector 39">
              <a:extLst>
                <a:ext uri="{FF2B5EF4-FFF2-40B4-BE49-F238E27FC236}">
                  <a16:creationId xmlns:a16="http://schemas.microsoft.com/office/drawing/2014/main" id="{395FDCC1-ABDA-7F89-07C6-331710002D0F}"/>
                </a:ext>
              </a:extLst>
            </p:cNvPr>
            <p:cNvCxnSpPr>
              <a:cxnSpLocks/>
            </p:cNvCxnSpPr>
            <p:nvPr/>
          </p:nvCxnSpPr>
          <p:spPr>
            <a:xfrm>
              <a:off x="3160123" y="620177"/>
              <a:ext cx="0" cy="955485"/>
            </a:xfrm>
            <a:prstGeom prst="straightConnector1">
              <a:avLst/>
            </a:prstGeom>
            <a:noFill/>
            <a:ln w="57150" cap="flat" cmpd="sng" algn="ctr">
              <a:solidFill>
                <a:srgbClr val="007635"/>
              </a:solidFill>
              <a:prstDash val="sysDash"/>
              <a:tailEnd type="none"/>
            </a:ln>
            <a:effectLst/>
          </p:spPr>
        </p:cxnSp>
      </p:grpSp>
      <p:grpSp>
        <p:nvGrpSpPr>
          <p:cNvPr id="42" name="Group 41">
            <a:extLst>
              <a:ext uri="{FF2B5EF4-FFF2-40B4-BE49-F238E27FC236}">
                <a16:creationId xmlns:a16="http://schemas.microsoft.com/office/drawing/2014/main" id="{AD248148-C17C-2117-5A38-460ABC64BB75}"/>
              </a:ext>
            </a:extLst>
          </p:cNvPr>
          <p:cNvGrpSpPr/>
          <p:nvPr/>
        </p:nvGrpSpPr>
        <p:grpSpPr>
          <a:xfrm flipH="1">
            <a:off x="2635388" y="872556"/>
            <a:ext cx="1393900" cy="937081"/>
            <a:chOff x="3160123" y="607261"/>
            <a:chExt cx="2797445" cy="968401"/>
          </a:xfrm>
        </p:grpSpPr>
        <p:cxnSp>
          <p:nvCxnSpPr>
            <p:cNvPr id="43" name="Straight Arrow Connector 42">
              <a:extLst>
                <a:ext uri="{FF2B5EF4-FFF2-40B4-BE49-F238E27FC236}">
                  <a16:creationId xmlns:a16="http://schemas.microsoft.com/office/drawing/2014/main" id="{EDBADCB5-773B-8765-4C69-ECAD160509EA}"/>
                </a:ext>
              </a:extLst>
            </p:cNvPr>
            <p:cNvCxnSpPr>
              <a:cxnSpLocks/>
            </p:cNvCxnSpPr>
            <p:nvPr/>
          </p:nvCxnSpPr>
          <p:spPr>
            <a:xfrm flipH="1">
              <a:off x="3160123" y="1526828"/>
              <a:ext cx="2797445" cy="0"/>
            </a:xfrm>
            <a:prstGeom prst="straightConnector1">
              <a:avLst/>
            </a:prstGeom>
            <a:noFill/>
            <a:ln w="57150" cap="flat" cmpd="sng" algn="ctr">
              <a:solidFill>
                <a:srgbClr val="007635"/>
              </a:solidFill>
              <a:prstDash val="sysDash"/>
              <a:tailEnd type="none"/>
            </a:ln>
            <a:effectLst/>
          </p:spPr>
        </p:cxnSp>
        <p:cxnSp>
          <p:nvCxnSpPr>
            <p:cNvPr id="44" name="Straight Arrow Connector 43">
              <a:extLst>
                <a:ext uri="{FF2B5EF4-FFF2-40B4-BE49-F238E27FC236}">
                  <a16:creationId xmlns:a16="http://schemas.microsoft.com/office/drawing/2014/main" id="{0D7CB0D6-092E-BA58-9713-9BCB13F9C266}"/>
                </a:ext>
              </a:extLst>
            </p:cNvPr>
            <p:cNvCxnSpPr>
              <a:cxnSpLocks/>
            </p:cNvCxnSpPr>
            <p:nvPr/>
          </p:nvCxnSpPr>
          <p:spPr>
            <a:xfrm flipH="1" flipV="1">
              <a:off x="3160123" y="607261"/>
              <a:ext cx="2763865" cy="2584"/>
            </a:xfrm>
            <a:prstGeom prst="straightConnector1">
              <a:avLst/>
            </a:prstGeom>
            <a:noFill/>
            <a:ln w="57150" cap="flat" cmpd="sng" algn="ctr">
              <a:solidFill>
                <a:srgbClr val="007635"/>
              </a:solidFill>
              <a:prstDash val="sysDash"/>
              <a:tailEnd type="none"/>
            </a:ln>
            <a:effectLst/>
          </p:spPr>
        </p:cxnSp>
        <p:cxnSp>
          <p:nvCxnSpPr>
            <p:cNvPr id="45" name="Straight Arrow Connector 44">
              <a:extLst>
                <a:ext uri="{FF2B5EF4-FFF2-40B4-BE49-F238E27FC236}">
                  <a16:creationId xmlns:a16="http://schemas.microsoft.com/office/drawing/2014/main" id="{5911B99A-FE23-5F7B-FA7F-D50ECD213153}"/>
                </a:ext>
              </a:extLst>
            </p:cNvPr>
            <p:cNvCxnSpPr>
              <a:cxnSpLocks/>
            </p:cNvCxnSpPr>
            <p:nvPr/>
          </p:nvCxnSpPr>
          <p:spPr>
            <a:xfrm>
              <a:off x="5952401" y="607261"/>
              <a:ext cx="0" cy="955485"/>
            </a:xfrm>
            <a:prstGeom prst="straightConnector1">
              <a:avLst/>
            </a:prstGeom>
            <a:noFill/>
            <a:ln w="57150" cap="flat" cmpd="sng" algn="ctr">
              <a:solidFill>
                <a:srgbClr val="007635"/>
              </a:solidFill>
              <a:prstDash val="sysDash"/>
              <a:tailEnd type="none"/>
            </a:ln>
            <a:effectLst/>
          </p:spPr>
        </p:cxnSp>
        <p:cxnSp>
          <p:nvCxnSpPr>
            <p:cNvPr id="46" name="Straight Arrow Connector 45">
              <a:extLst>
                <a:ext uri="{FF2B5EF4-FFF2-40B4-BE49-F238E27FC236}">
                  <a16:creationId xmlns:a16="http://schemas.microsoft.com/office/drawing/2014/main" id="{CF07D968-B1B4-E0FF-2A8E-F0C5BB10C545}"/>
                </a:ext>
              </a:extLst>
            </p:cNvPr>
            <p:cNvCxnSpPr>
              <a:cxnSpLocks/>
            </p:cNvCxnSpPr>
            <p:nvPr/>
          </p:nvCxnSpPr>
          <p:spPr>
            <a:xfrm>
              <a:off x="3160123" y="620177"/>
              <a:ext cx="0" cy="955485"/>
            </a:xfrm>
            <a:prstGeom prst="straightConnector1">
              <a:avLst/>
            </a:prstGeom>
            <a:noFill/>
            <a:ln w="57150" cap="flat" cmpd="sng" algn="ctr">
              <a:solidFill>
                <a:srgbClr val="007635"/>
              </a:solidFill>
              <a:prstDash val="sysDash"/>
              <a:tailEnd type="none"/>
            </a:ln>
            <a:effectLst/>
          </p:spPr>
        </p:cxnSp>
      </p:grpSp>
      <p:cxnSp>
        <p:nvCxnSpPr>
          <p:cNvPr id="47" name="Straight Connector 46">
            <a:extLst>
              <a:ext uri="{FF2B5EF4-FFF2-40B4-BE49-F238E27FC236}">
                <a16:creationId xmlns:a16="http://schemas.microsoft.com/office/drawing/2014/main" id="{27588136-6A90-FB67-A219-83ABC26505B2}"/>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48" name="Straight Connector 47">
            <a:extLst>
              <a:ext uri="{FF2B5EF4-FFF2-40B4-BE49-F238E27FC236}">
                <a16:creationId xmlns:a16="http://schemas.microsoft.com/office/drawing/2014/main" id="{3F02F22B-2880-B1A7-48F9-EE21750B2DDC}"/>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49" name="Straight Connector 48">
            <a:extLst>
              <a:ext uri="{FF2B5EF4-FFF2-40B4-BE49-F238E27FC236}">
                <a16:creationId xmlns:a16="http://schemas.microsoft.com/office/drawing/2014/main" id="{691F30CF-7CEB-6C94-CF9D-BE86709951CB}"/>
              </a:ext>
            </a:extLst>
          </p:cNvPr>
          <p:cNvCxnSpPr/>
          <p:nvPr/>
        </p:nvCxnSpPr>
        <p:spPr>
          <a:xfrm flipV="1">
            <a:off x="0" y="30424"/>
            <a:ext cx="12192000" cy="0"/>
          </a:xfrm>
          <a:prstGeom prst="line">
            <a:avLst/>
          </a:prstGeom>
          <a:noFill/>
          <a:ln w="63500" cap="flat" cmpd="sng" algn="ctr">
            <a:solidFill>
              <a:srgbClr val="002060"/>
            </a:solidFill>
            <a:prstDash val="solid"/>
          </a:ln>
          <a:effectLst/>
        </p:spPr>
      </p:cxnSp>
      <p:pic>
        <p:nvPicPr>
          <p:cNvPr id="50" name="Picture 49" descr="Icon&#10;&#10;Description automatically generated">
            <a:extLst>
              <a:ext uri="{FF2B5EF4-FFF2-40B4-BE49-F238E27FC236}">
                <a16:creationId xmlns:a16="http://schemas.microsoft.com/office/drawing/2014/main" id="{888BDB87-7C0E-F0AC-118B-EDD56F8AA5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9787" y="4583501"/>
            <a:ext cx="548247" cy="548247"/>
          </a:xfrm>
          <a:prstGeom prst="rect">
            <a:avLst/>
          </a:prstGeom>
        </p:spPr>
      </p:pic>
      <p:pic>
        <p:nvPicPr>
          <p:cNvPr id="51" name="Picture 50" descr="Icon&#10;&#10;Description automatically generated">
            <a:extLst>
              <a:ext uri="{FF2B5EF4-FFF2-40B4-BE49-F238E27FC236}">
                <a16:creationId xmlns:a16="http://schemas.microsoft.com/office/drawing/2014/main" id="{5A5C054E-2F8D-B1B8-8460-5EE702E16C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3447" y="5387804"/>
            <a:ext cx="548247" cy="548247"/>
          </a:xfrm>
          <a:prstGeom prst="rect">
            <a:avLst/>
          </a:prstGeom>
        </p:spPr>
      </p:pic>
      <p:sp>
        <p:nvSpPr>
          <p:cNvPr id="52" name="Rectangle 6">
            <a:extLst>
              <a:ext uri="{FF2B5EF4-FFF2-40B4-BE49-F238E27FC236}">
                <a16:creationId xmlns:a16="http://schemas.microsoft.com/office/drawing/2014/main" id="{48741BA8-CB18-001B-214C-C05466BFD961}"/>
              </a:ext>
            </a:extLst>
          </p:cNvPr>
          <p:cNvSpPr>
            <a:spLocks noChangeArrowheads="1"/>
          </p:cNvSpPr>
          <p:nvPr/>
        </p:nvSpPr>
        <p:spPr bwMode="auto">
          <a:xfrm>
            <a:off x="3377395" y="3844857"/>
            <a:ext cx="5719449" cy="338554"/>
          </a:xfrm>
          <a:prstGeom prst="rect">
            <a:avLst/>
          </a:prstGeom>
          <a:solidFill>
            <a:srgbClr val="FFFFFF"/>
          </a:solidFill>
          <a:ln>
            <a:noFill/>
          </a:ln>
          <a:effectLst/>
        </p:spPr>
        <p:txBody>
          <a:bodyPr wrap="squar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sng" strike="noStrike" kern="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rPr>
              <a:t>Simulation results of (a) 180nm for V</a:t>
            </a:r>
            <a:r>
              <a:rPr kumimoji="0" lang="en-US" sz="1600" b="0" i="0" u="sng" strike="noStrike" kern="0" cap="none" spc="0" normalizeH="0" baseline="-30000" noProof="0" dirty="0">
                <a:ln>
                  <a:noFill/>
                </a:ln>
                <a:solidFill>
                  <a:srgbClr val="002060"/>
                </a:solidFill>
                <a:effectLst/>
                <a:uLnTx/>
                <a:uFillTx/>
                <a:latin typeface="Calibri" panose="020F0502020204030204" pitchFamily="34" charset="0"/>
                <a:cs typeface="Calibri" panose="020F0502020204030204" pitchFamily="34" charset="0"/>
              </a:rPr>
              <a:t>DD</a:t>
            </a:r>
            <a:r>
              <a:rPr kumimoji="0" lang="en-US" sz="1600" b="0" i="0" u="sng" strike="noStrike" kern="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rPr>
              <a:t>=1.8 (b) 65nm for V</a:t>
            </a:r>
            <a:r>
              <a:rPr kumimoji="0" lang="en-US" sz="1600" b="0" i="0" u="sng" strike="noStrike" kern="0" cap="none" spc="0" normalizeH="0" baseline="-30000" noProof="0" dirty="0">
                <a:ln>
                  <a:noFill/>
                </a:ln>
                <a:solidFill>
                  <a:srgbClr val="002060"/>
                </a:solidFill>
                <a:effectLst/>
                <a:uLnTx/>
                <a:uFillTx/>
                <a:latin typeface="Calibri" panose="020F0502020204030204" pitchFamily="34" charset="0"/>
                <a:cs typeface="Calibri" panose="020F0502020204030204" pitchFamily="34" charset="0"/>
              </a:rPr>
              <a:t>DD</a:t>
            </a:r>
            <a:r>
              <a:rPr kumimoji="0" lang="en-US" sz="1600" b="0" i="0" u="sng" strike="noStrike" kern="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rPr>
              <a:t>=1.2.</a:t>
            </a:r>
          </a:p>
        </p:txBody>
      </p:sp>
      <p:pic>
        <p:nvPicPr>
          <p:cNvPr id="53" name="Picture 52" descr="A picture containing text&#10;&#10;Description automatically generated">
            <a:extLst>
              <a:ext uri="{FF2B5EF4-FFF2-40B4-BE49-F238E27FC236}">
                <a16:creationId xmlns:a16="http://schemas.microsoft.com/office/drawing/2014/main" id="{94BBB498-8451-764F-D7C5-F1F1770BAA69}"/>
              </a:ext>
            </a:extLst>
          </p:cNvPr>
          <p:cNvPicPr>
            <a:picLocks noChangeAspect="1"/>
          </p:cNvPicPr>
          <p:nvPr/>
        </p:nvPicPr>
        <p:blipFill>
          <a:blip r:embed="rId5" cstate="print">
            <a:duotone>
              <a:srgbClr val="FF4D00">
                <a:shade val="45000"/>
                <a:satMod val="135000"/>
              </a:srgbClr>
              <a:prstClr val="white"/>
            </a:duotone>
            <a:extLst>
              <a:ext uri="{BEBA8EAE-BF5A-486C-A8C5-ECC9F3942E4B}">
                <a14:imgProps xmlns:a14="http://schemas.microsoft.com/office/drawing/2010/main">
                  <a14:imgLayer r:embed="rId6">
                    <a14:imgEffect>
                      <a14:artisticMarker/>
                    </a14:imgEffect>
                  </a14:imgLayer>
                </a14:imgProps>
              </a:ext>
              <a:ext uri="{28A0092B-C50C-407E-A947-70E740481C1C}">
                <a14:useLocalDpi xmlns:a14="http://schemas.microsoft.com/office/drawing/2010/main" val="0"/>
              </a:ext>
            </a:extLst>
          </a:blip>
          <a:stretch>
            <a:fillRect/>
          </a:stretch>
        </p:blipFill>
        <p:spPr>
          <a:xfrm>
            <a:off x="5679891" y="1645257"/>
            <a:ext cx="543518" cy="643294"/>
          </a:xfrm>
          <a:prstGeom prst="rect">
            <a:avLst/>
          </a:prstGeom>
          <a:solidFill>
            <a:srgbClr val="FFFFFF"/>
          </a:solidFill>
        </p:spPr>
      </p:pic>
      <p:sp>
        <p:nvSpPr>
          <p:cNvPr id="55" name="Oval 54">
            <a:extLst>
              <a:ext uri="{FF2B5EF4-FFF2-40B4-BE49-F238E27FC236}">
                <a16:creationId xmlns:a16="http://schemas.microsoft.com/office/drawing/2014/main" id="{4D866F7D-6E72-5EEF-E31E-1192AF00D91F}"/>
              </a:ext>
            </a:extLst>
          </p:cNvPr>
          <p:cNvSpPr/>
          <p:nvPr/>
        </p:nvSpPr>
        <p:spPr bwMode="auto">
          <a:xfrm>
            <a:off x="1211454" y="1564112"/>
            <a:ext cx="261111" cy="259250"/>
          </a:xfrm>
          <a:prstGeom prst="ellipse">
            <a:avLst/>
          </a:prstGeom>
          <a:solidFill>
            <a:sysClr val="window" lastClr="FFFFFF"/>
          </a:solidFill>
          <a:ln w="19050" cap="flat" cmpd="sng" algn="ctr">
            <a:solidFill>
              <a:srgbClr val="00B050"/>
            </a:solidFill>
            <a:prstDash val="solid"/>
          </a:ln>
          <a:effectLst/>
        </p:spPr>
        <p:txBody>
          <a:bodyPr anchor="ctr"/>
          <a:lstStyle/>
          <a:p>
            <a:pPr algn="ctr">
              <a:defRPr/>
            </a:pPr>
            <a:r>
              <a:rPr lang="en-US" b="1" kern="0" dirty="0">
                <a:solidFill>
                  <a:prstClr val="black"/>
                </a:solidFill>
                <a:latin typeface="Arial Rounded MT Bold" panose="020F0704030504030204" pitchFamily="34" charset="0"/>
                <a:cs typeface="Times New Roman" pitchFamily="18" charset="0"/>
              </a:rPr>
              <a:t>1</a:t>
            </a:r>
          </a:p>
        </p:txBody>
      </p:sp>
      <p:sp>
        <p:nvSpPr>
          <p:cNvPr id="56" name="Oval 55">
            <a:extLst>
              <a:ext uri="{FF2B5EF4-FFF2-40B4-BE49-F238E27FC236}">
                <a16:creationId xmlns:a16="http://schemas.microsoft.com/office/drawing/2014/main" id="{0557D0E9-FDB8-95DD-D952-F4360F70947F}"/>
              </a:ext>
            </a:extLst>
          </p:cNvPr>
          <p:cNvSpPr/>
          <p:nvPr/>
        </p:nvSpPr>
        <p:spPr bwMode="auto">
          <a:xfrm>
            <a:off x="3706305" y="2018516"/>
            <a:ext cx="322984" cy="309168"/>
          </a:xfrm>
          <a:prstGeom prst="ellipse">
            <a:avLst/>
          </a:prstGeom>
          <a:solidFill>
            <a:sysClr val="window" lastClr="FFFFFF"/>
          </a:solidFill>
          <a:ln w="19050" cap="flat" cmpd="sng" algn="ctr">
            <a:solidFill>
              <a:srgbClr val="00B050"/>
            </a:solidFill>
            <a:prstDash val="solid"/>
          </a:ln>
          <a:effectLst/>
        </p:spPr>
        <p:txBody>
          <a:bodyPr anchor="ctr"/>
          <a:lstStyle/>
          <a:p>
            <a:pPr algn="ctr">
              <a:defRPr/>
            </a:pPr>
            <a:r>
              <a:rPr lang="en-US" b="1" kern="0" dirty="0">
                <a:solidFill>
                  <a:prstClr val="black"/>
                </a:solidFill>
                <a:latin typeface="Arial Rounded MT Bold" panose="020F0704030504030204" pitchFamily="34" charset="0"/>
                <a:cs typeface="Times New Roman" pitchFamily="18" charset="0"/>
              </a:rPr>
              <a:t>2</a:t>
            </a:r>
          </a:p>
        </p:txBody>
      </p:sp>
    </p:spTree>
    <p:extLst>
      <p:ext uri="{BB962C8B-B14F-4D97-AF65-F5344CB8AC3E}">
        <p14:creationId xmlns:p14="http://schemas.microsoft.com/office/powerpoint/2010/main" val="385804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27" grpId="0"/>
      <p:bldP spid="28"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E9A5C0-9995-47FD-9EC7-78B8C40FC149}"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44</a:t>
            </a:fld>
            <a:endParaRPr lang="en-BE"/>
          </a:p>
        </p:txBody>
      </p:sp>
      <p:sp>
        <p:nvSpPr>
          <p:cNvPr id="5" name="Rectangle 4">
            <a:extLst>
              <a:ext uri="{FF2B5EF4-FFF2-40B4-BE49-F238E27FC236}">
                <a16:creationId xmlns:a16="http://schemas.microsoft.com/office/drawing/2014/main" id="{2B132FF6-249C-FFB0-507F-996318174911}"/>
              </a:ext>
            </a:extLst>
          </p:cNvPr>
          <p:cNvSpPr/>
          <p:nvPr/>
        </p:nvSpPr>
        <p:spPr>
          <a:xfrm>
            <a:off x="7166364" y="744296"/>
            <a:ext cx="4030172" cy="1929944"/>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smtClean="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ED6AF5D9-1FE3-1417-C0CC-7C80C48FCA37}"/>
              </a:ext>
            </a:extLst>
          </p:cNvPr>
          <p:cNvSpPr/>
          <p:nvPr/>
        </p:nvSpPr>
        <p:spPr>
          <a:xfrm>
            <a:off x="915935" y="729782"/>
            <a:ext cx="3364234" cy="1929944"/>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F7D4689F-55C0-04A9-B879-E02C62C9B0A1}"/>
              </a:ext>
            </a:extLst>
          </p:cNvPr>
          <p:cNvSpPr/>
          <p:nvPr/>
        </p:nvSpPr>
        <p:spPr>
          <a:xfrm>
            <a:off x="6127420" y="4487333"/>
            <a:ext cx="5869085" cy="1479989"/>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625C8F6C-F067-5B5E-7400-BB884DFDFB63}"/>
              </a:ext>
            </a:extLst>
          </p:cNvPr>
          <p:cNvSpPr/>
          <p:nvPr/>
        </p:nvSpPr>
        <p:spPr>
          <a:xfrm>
            <a:off x="80442" y="4514203"/>
            <a:ext cx="5649148" cy="1479989"/>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9" name="Rectangle 8">
            <a:extLst>
              <a:ext uri="{FF2B5EF4-FFF2-40B4-BE49-F238E27FC236}">
                <a16:creationId xmlns:a16="http://schemas.microsoft.com/office/drawing/2014/main" id="{C4A5FF9F-A62D-A5CE-0AB1-528BA2C9E632}"/>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0" name="Title 1">
            <a:extLst>
              <a:ext uri="{FF2B5EF4-FFF2-40B4-BE49-F238E27FC236}">
                <a16:creationId xmlns:a16="http://schemas.microsoft.com/office/drawing/2014/main" id="{271E5F97-C36C-3918-A84E-D68F117FB280}"/>
              </a:ext>
            </a:extLst>
          </p:cNvPr>
          <p:cNvSpPr txBox="1">
            <a:spLocks/>
          </p:cNvSpPr>
          <p:nvPr/>
        </p:nvSpPr>
        <p:spPr>
          <a:xfrm>
            <a:off x="289590" y="96399"/>
            <a:ext cx="12242225" cy="5540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FFFFFF"/>
                </a:solidFill>
                <a:latin typeface="Arial" panose="020B0604020202020204" pitchFamily="34" charset="0"/>
                <a:cs typeface="Arial" panose="020B0604020202020204" pitchFamily="34" charset="0"/>
              </a:rPr>
              <a:t>Phase noise MSSRO</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151BFD2-2A0A-85DE-A3F3-2EAF219E810C}"/>
                  </a:ext>
                </a:extLst>
              </p:cNvPr>
              <p:cNvSpPr/>
              <p:nvPr/>
            </p:nvSpPr>
            <p:spPr>
              <a:xfrm>
                <a:off x="1155844" y="3543143"/>
                <a:ext cx="4172937" cy="656655"/>
              </a:xfrm>
              <a:prstGeom prst="rect">
                <a:avLst/>
              </a:prstGeom>
              <a:noFill/>
              <a:ln>
                <a:solidFill>
                  <a:srgbClr val="FF0000"/>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𝑇</m:t>
                      </m:r>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𝐹</m:t>
                          </m:r>
                        </m:e>
                        <m: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5−</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𝑆𝑇𝐴𝐺𝐸</m:t>
                          </m:r>
                        </m:sub>
                      </m:s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f>
                        <m:f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fPr>
                        <m:num>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5</m:t>
                              </m:r>
                            </m:sup>
                          </m:s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−2</m:t>
                          </m:r>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up>
                          </m:sSup>
                        </m:num>
                        <m:den>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5</m:t>
                              </m:r>
                            </m:sup>
                          </m:s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up>
                          </m:s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+2</m:t>
                          </m:r>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2</m:t>
                              </m:r>
                            </m:sup>
                          </m:s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1</m:t>
                              </m:r>
                            </m:sup>
                          </m:s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+1</m:t>
                          </m:r>
                        </m:den>
                      </m:f>
                    </m:oMath>
                  </m:oMathPara>
                </a14:m>
                <a:endParaRPr kumimoji="0" lang="en-IN" sz="1800" b="0" i="0" u="none" strike="noStrike" kern="0" cap="none" spc="0" normalizeH="0" baseline="0" noProof="0" dirty="0" smtClean="0">
                  <a:ln>
                    <a:noFill/>
                  </a:ln>
                  <a:solidFill>
                    <a:srgbClr val="00407A"/>
                  </a:solidFill>
                  <a:effectLst/>
                  <a:uLnTx/>
                  <a:uFillTx/>
                </a:endParaRPr>
              </a:p>
            </p:txBody>
          </p:sp>
        </mc:Choice>
        <mc:Fallback xmlns="">
          <p:sp>
            <p:nvSpPr>
              <p:cNvPr id="11" name="Rectangle 10">
                <a:extLst>
                  <a:ext uri="{FF2B5EF4-FFF2-40B4-BE49-F238E27FC236}">
                    <a16:creationId xmlns:a16="http://schemas.microsoft.com/office/drawing/2014/main" id="{7151BFD2-2A0A-85DE-A3F3-2EAF219E810C}"/>
                  </a:ext>
                </a:extLst>
              </p:cNvPr>
              <p:cNvSpPr>
                <a:spLocks noRot="1" noChangeAspect="1" noMove="1" noResize="1" noEditPoints="1" noAdjustHandles="1" noChangeArrowheads="1" noChangeShapeType="1" noTextEdit="1"/>
              </p:cNvSpPr>
              <p:nvPr/>
            </p:nvSpPr>
            <p:spPr>
              <a:xfrm>
                <a:off x="1155844" y="3543143"/>
                <a:ext cx="4172937" cy="656655"/>
              </a:xfrm>
              <a:prstGeom prst="rect">
                <a:avLst/>
              </a:prstGeom>
              <a:blipFill>
                <a:blip r:embed="rId2"/>
                <a:stretch>
                  <a:fillRect/>
                </a:stretch>
              </a:blipFill>
              <a:ln>
                <a:solidFill>
                  <a:srgbClr val="FF0000"/>
                </a:solidFill>
              </a:ln>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ED8A4ED2-D581-71DD-58D4-2E269B1D815E}"/>
              </a:ext>
            </a:extLst>
          </p:cNvPr>
          <p:cNvGrpSpPr/>
          <p:nvPr/>
        </p:nvGrpSpPr>
        <p:grpSpPr>
          <a:xfrm>
            <a:off x="7340316" y="808494"/>
            <a:ext cx="3680732" cy="1706130"/>
            <a:chOff x="2139719" y="3846960"/>
            <a:chExt cx="3680732" cy="1706130"/>
          </a:xfrm>
        </p:grpSpPr>
        <p:sp>
          <p:nvSpPr>
            <p:cNvPr id="13" name="CustomShape 77">
              <a:extLst>
                <a:ext uri="{FF2B5EF4-FFF2-40B4-BE49-F238E27FC236}">
                  <a16:creationId xmlns:a16="http://schemas.microsoft.com/office/drawing/2014/main" id="{538F9ABE-FFE6-A14C-8624-5F9461B99B97}"/>
                </a:ext>
              </a:extLst>
            </p:cNvPr>
            <p:cNvSpPr/>
            <p:nvPr/>
          </p:nvSpPr>
          <p:spPr>
            <a:xfrm>
              <a:off x="3923100" y="4735260"/>
              <a:ext cx="1769040" cy="817830"/>
            </a:xfrm>
            <a:custGeom>
              <a:avLst/>
              <a:gdLst/>
              <a:ahLst/>
              <a:cxnLst/>
              <a:rect l="l" t="t" r="r" b="b"/>
              <a:pathLst>
                <a:path w="1177" h="678">
                  <a:moveTo>
                    <a:pt x="1177" y="0"/>
                  </a:moveTo>
                  <a:cubicBezTo>
                    <a:pt x="1177" y="339"/>
                    <a:pt x="589" y="678"/>
                    <a:pt x="0" y="678"/>
                  </a:cubicBezTo>
                </a:path>
              </a:pathLst>
            </a:custGeom>
            <a:noFill/>
            <a:ln w="34925">
              <a:solidFill>
                <a:srgbClr val="00407A"/>
              </a:solidFill>
              <a:round/>
              <a:tailEnd type="triangle" w="med" len="med"/>
            </a:ln>
            <a:effectLst/>
          </p:spPr>
        </p:sp>
        <p:sp>
          <p:nvSpPr>
            <p:cNvPr id="14" name="CustomShape 78">
              <a:extLst>
                <a:ext uri="{FF2B5EF4-FFF2-40B4-BE49-F238E27FC236}">
                  <a16:creationId xmlns:a16="http://schemas.microsoft.com/office/drawing/2014/main" id="{007DD724-B5D2-9E8D-9617-8B1E8EED1B3B}"/>
                </a:ext>
              </a:extLst>
            </p:cNvPr>
            <p:cNvSpPr/>
            <p:nvPr/>
          </p:nvSpPr>
          <p:spPr>
            <a:xfrm>
              <a:off x="2242350" y="4735260"/>
              <a:ext cx="1678860" cy="817830"/>
            </a:xfrm>
            <a:custGeom>
              <a:avLst/>
              <a:gdLst/>
              <a:ahLst/>
              <a:cxnLst/>
              <a:rect l="l" t="t" r="r" b="b"/>
              <a:pathLst>
                <a:path w="1117" h="678">
                  <a:moveTo>
                    <a:pt x="0" y="0"/>
                  </a:moveTo>
                  <a:cubicBezTo>
                    <a:pt x="0" y="339"/>
                    <a:pt x="558" y="678"/>
                    <a:pt x="1117" y="678"/>
                  </a:cubicBezTo>
                </a:path>
              </a:pathLst>
            </a:custGeom>
            <a:noFill/>
            <a:ln w="34925">
              <a:solidFill>
                <a:srgbClr val="00407A"/>
              </a:solidFill>
              <a:round/>
            </a:ln>
            <a:effectLst/>
          </p:spPr>
        </p:sp>
        <p:sp>
          <p:nvSpPr>
            <p:cNvPr id="15" name="CustomShape 79">
              <a:extLst>
                <a:ext uri="{FF2B5EF4-FFF2-40B4-BE49-F238E27FC236}">
                  <a16:creationId xmlns:a16="http://schemas.microsoft.com/office/drawing/2014/main" id="{FB50A798-3F33-4CDE-D8B1-9B85A4E0EB16}"/>
                </a:ext>
              </a:extLst>
            </p:cNvPr>
            <p:cNvSpPr/>
            <p:nvPr/>
          </p:nvSpPr>
          <p:spPr>
            <a:xfrm flipV="1">
              <a:off x="3058560" y="3855330"/>
              <a:ext cx="859140" cy="853740"/>
            </a:xfrm>
            <a:custGeom>
              <a:avLst/>
              <a:gdLst/>
              <a:ahLst/>
              <a:cxnLst/>
              <a:rect l="l" t="t" r="r" b="b"/>
              <a:pathLst>
                <a:path w="1177" h="678">
                  <a:moveTo>
                    <a:pt x="1177" y="0"/>
                  </a:moveTo>
                  <a:cubicBezTo>
                    <a:pt x="1177" y="339"/>
                    <a:pt x="589" y="678"/>
                    <a:pt x="0" y="678"/>
                  </a:cubicBezTo>
                </a:path>
              </a:pathLst>
            </a:custGeom>
            <a:noFill/>
            <a:ln w="34925">
              <a:solidFill>
                <a:srgbClr val="FF0000"/>
              </a:solidFill>
              <a:round/>
              <a:tailEnd type="triangle" w="med" len="med"/>
            </a:ln>
            <a:effectLst/>
          </p:spPr>
        </p:sp>
        <p:sp>
          <p:nvSpPr>
            <p:cNvPr id="16" name="CustomShape 80">
              <a:extLst>
                <a:ext uri="{FF2B5EF4-FFF2-40B4-BE49-F238E27FC236}">
                  <a16:creationId xmlns:a16="http://schemas.microsoft.com/office/drawing/2014/main" id="{C1534FA8-A72C-BFF6-4A5B-BA4D52AE3D61}"/>
                </a:ext>
              </a:extLst>
            </p:cNvPr>
            <p:cNvSpPr/>
            <p:nvPr/>
          </p:nvSpPr>
          <p:spPr>
            <a:xfrm flipV="1">
              <a:off x="2242350" y="3855330"/>
              <a:ext cx="815130" cy="853740"/>
            </a:xfrm>
            <a:custGeom>
              <a:avLst/>
              <a:gdLst/>
              <a:ahLst/>
              <a:cxnLst/>
              <a:rect l="l" t="t" r="r" b="b"/>
              <a:pathLst>
                <a:path w="1117" h="678">
                  <a:moveTo>
                    <a:pt x="0" y="0"/>
                  </a:moveTo>
                  <a:cubicBezTo>
                    <a:pt x="0" y="339"/>
                    <a:pt x="558" y="678"/>
                    <a:pt x="1117" y="678"/>
                  </a:cubicBezTo>
                </a:path>
              </a:pathLst>
            </a:custGeom>
            <a:noFill/>
            <a:ln w="34925">
              <a:solidFill>
                <a:srgbClr val="FF0000"/>
              </a:solidFill>
              <a:round/>
            </a:ln>
            <a:effectLst/>
          </p:spPr>
        </p:sp>
        <p:sp>
          <p:nvSpPr>
            <p:cNvPr id="17" name="CustomShape 81">
              <a:extLst>
                <a:ext uri="{FF2B5EF4-FFF2-40B4-BE49-F238E27FC236}">
                  <a16:creationId xmlns:a16="http://schemas.microsoft.com/office/drawing/2014/main" id="{F2D4C8EE-696A-7480-CBAA-F4AB0B80F36D}"/>
                </a:ext>
              </a:extLst>
            </p:cNvPr>
            <p:cNvSpPr/>
            <p:nvPr/>
          </p:nvSpPr>
          <p:spPr>
            <a:xfrm flipV="1">
              <a:off x="3614490" y="3855060"/>
              <a:ext cx="861300" cy="873990"/>
            </a:xfrm>
            <a:custGeom>
              <a:avLst/>
              <a:gdLst/>
              <a:ahLst/>
              <a:cxnLst/>
              <a:rect l="l" t="t" r="r" b="b"/>
              <a:pathLst>
                <a:path w="1177" h="678">
                  <a:moveTo>
                    <a:pt x="1177" y="0"/>
                  </a:moveTo>
                  <a:cubicBezTo>
                    <a:pt x="1177" y="339"/>
                    <a:pt x="589" y="678"/>
                    <a:pt x="0" y="678"/>
                  </a:cubicBezTo>
                </a:path>
              </a:pathLst>
            </a:custGeom>
            <a:noFill/>
            <a:ln w="34925">
              <a:solidFill>
                <a:srgbClr val="FF0000"/>
              </a:solidFill>
              <a:round/>
              <a:tailEnd type="triangle" w="med" len="med"/>
            </a:ln>
            <a:effectLst/>
          </p:spPr>
        </p:sp>
        <p:sp>
          <p:nvSpPr>
            <p:cNvPr id="18" name="CustomShape 82">
              <a:extLst>
                <a:ext uri="{FF2B5EF4-FFF2-40B4-BE49-F238E27FC236}">
                  <a16:creationId xmlns:a16="http://schemas.microsoft.com/office/drawing/2014/main" id="{25DECEBD-445F-C8FE-4E07-3CCB8C9EF947}"/>
                </a:ext>
              </a:extLst>
            </p:cNvPr>
            <p:cNvSpPr/>
            <p:nvPr/>
          </p:nvSpPr>
          <p:spPr>
            <a:xfrm flipV="1">
              <a:off x="2796120" y="3855060"/>
              <a:ext cx="817290" cy="873990"/>
            </a:xfrm>
            <a:custGeom>
              <a:avLst/>
              <a:gdLst/>
              <a:ahLst/>
              <a:cxnLst/>
              <a:rect l="l" t="t" r="r" b="b"/>
              <a:pathLst>
                <a:path w="1117" h="678">
                  <a:moveTo>
                    <a:pt x="0" y="0"/>
                  </a:moveTo>
                  <a:cubicBezTo>
                    <a:pt x="0" y="339"/>
                    <a:pt x="558" y="678"/>
                    <a:pt x="1117" y="678"/>
                  </a:cubicBezTo>
                </a:path>
              </a:pathLst>
            </a:custGeom>
            <a:noFill/>
            <a:ln w="34925">
              <a:solidFill>
                <a:srgbClr val="FF0000"/>
              </a:solidFill>
              <a:round/>
            </a:ln>
            <a:effectLst/>
          </p:spPr>
        </p:sp>
        <p:sp>
          <p:nvSpPr>
            <p:cNvPr id="19" name="CustomShape 83">
              <a:extLst>
                <a:ext uri="{FF2B5EF4-FFF2-40B4-BE49-F238E27FC236}">
                  <a16:creationId xmlns:a16="http://schemas.microsoft.com/office/drawing/2014/main" id="{63BF5872-654A-F7E0-348D-1FD8F30EADDF}"/>
                </a:ext>
              </a:extLst>
            </p:cNvPr>
            <p:cNvSpPr/>
            <p:nvPr/>
          </p:nvSpPr>
          <p:spPr>
            <a:xfrm flipV="1">
              <a:off x="4198770" y="3855060"/>
              <a:ext cx="875070" cy="879930"/>
            </a:xfrm>
            <a:custGeom>
              <a:avLst/>
              <a:gdLst/>
              <a:ahLst/>
              <a:cxnLst/>
              <a:rect l="l" t="t" r="r" b="b"/>
              <a:pathLst>
                <a:path w="1177" h="678">
                  <a:moveTo>
                    <a:pt x="1177" y="0"/>
                  </a:moveTo>
                  <a:cubicBezTo>
                    <a:pt x="1177" y="339"/>
                    <a:pt x="589" y="678"/>
                    <a:pt x="0" y="678"/>
                  </a:cubicBezTo>
                </a:path>
              </a:pathLst>
            </a:custGeom>
            <a:noFill/>
            <a:ln w="34925">
              <a:solidFill>
                <a:srgbClr val="FF0000"/>
              </a:solidFill>
              <a:round/>
              <a:tailEnd type="triangle" w="med" len="med"/>
            </a:ln>
            <a:effectLst/>
          </p:spPr>
        </p:sp>
        <p:sp>
          <p:nvSpPr>
            <p:cNvPr id="20" name="CustomShape 84">
              <a:extLst>
                <a:ext uri="{FF2B5EF4-FFF2-40B4-BE49-F238E27FC236}">
                  <a16:creationId xmlns:a16="http://schemas.microsoft.com/office/drawing/2014/main" id="{550C38E0-3466-50EE-0415-0FD9B30A1F73}"/>
                </a:ext>
              </a:extLst>
            </p:cNvPr>
            <p:cNvSpPr/>
            <p:nvPr/>
          </p:nvSpPr>
          <p:spPr>
            <a:xfrm flipV="1">
              <a:off x="3367710" y="3855060"/>
              <a:ext cx="829980" cy="879930"/>
            </a:xfrm>
            <a:custGeom>
              <a:avLst/>
              <a:gdLst/>
              <a:ahLst/>
              <a:cxnLst/>
              <a:rect l="l" t="t" r="r" b="b"/>
              <a:pathLst>
                <a:path w="1117" h="678">
                  <a:moveTo>
                    <a:pt x="0" y="0"/>
                  </a:moveTo>
                  <a:cubicBezTo>
                    <a:pt x="0" y="339"/>
                    <a:pt x="558" y="678"/>
                    <a:pt x="1117" y="678"/>
                  </a:cubicBezTo>
                </a:path>
              </a:pathLst>
            </a:custGeom>
            <a:noFill/>
            <a:ln w="34925">
              <a:solidFill>
                <a:srgbClr val="FF0000"/>
              </a:solidFill>
              <a:round/>
            </a:ln>
            <a:effectLst/>
          </p:spPr>
        </p:sp>
        <p:sp>
          <p:nvSpPr>
            <p:cNvPr id="21" name="CustomShape 85">
              <a:extLst>
                <a:ext uri="{FF2B5EF4-FFF2-40B4-BE49-F238E27FC236}">
                  <a16:creationId xmlns:a16="http://schemas.microsoft.com/office/drawing/2014/main" id="{D17274D9-C940-FEE3-EE04-F8C344BAD8CE}"/>
                </a:ext>
              </a:extLst>
            </p:cNvPr>
            <p:cNvSpPr/>
            <p:nvPr/>
          </p:nvSpPr>
          <p:spPr>
            <a:xfrm>
              <a:off x="3614220" y="4739310"/>
              <a:ext cx="860760" cy="597240"/>
            </a:xfrm>
            <a:custGeom>
              <a:avLst/>
              <a:gdLst/>
              <a:ahLst/>
              <a:cxnLst/>
              <a:rect l="l" t="t" r="r" b="b"/>
              <a:pathLst>
                <a:path w="1177" h="678">
                  <a:moveTo>
                    <a:pt x="1177" y="0"/>
                  </a:moveTo>
                  <a:cubicBezTo>
                    <a:pt x="1177" y="339"/>
                    <a:pt x="589" y="678"/>
                    <a:pt x="0" y="678"/>
                  </a:cubicBezTo>
                </a:path>
              </a:pathLst>
            </a:custGeom>
            <a:noFill/>
            <a:ln w="34925">
              <a:solidFill>
                <a:srgbClr val="FF0000"/>
              </a:solidFill>
              <a:round/>
            </a:ln>
            <a:effectLst/>
          </p:spPr>
        </p:sp>
        <p:sp>
          <p:nvSpPr>
            <p:cNvPr id="22" name="CustomShape 86">
              <a:extLst>
                <a:ext uri="{FF2B5EF4-FFF2-40B4-BE49-F238E27FC236}">
                  <a16:creationId xmlns:a16="http://schemas.microsoft.com/office/drawing/2014/main" id="{EC916DC1-B124-FCC6-3536-E3A718938E2D}"/>
                </a:ext>
              </a:extLst>
            </p:cNvPr>
            <p:cNvSpPr/>
            <p:nvPr/>
          </p:nvSpPr>
          <p:spPr>
            <a:xfrm>
              <a:off x="2796120" y="4739310"/>
              <a:ext cx="816480" cy="597240"/>
            </a:xfrm>
            <a:custGeom>
              <a:avLst/>
              <a:gdLst/>
              <a:ahLst/>
              <a:cxnLst/>
              <a:rect l="l" t="t" r="r" b="b"/>
              <a:pathLst>
                <a:path w="1117" h="678">
                  <a:moveTo>
                    <a:pt x="0" y="0"/>
                  </a:moveTo>
                  <a:cubicBezTo>
                    <a:pt x="0" y="339"/>
                    <a:pt x="558" y="678"/>
                    <a:pt x="1117" y="678"/>
                  </a:cubicBezTo>
                </a:path>
              </a:pathLst>
            </a:custGeom>
            <a:noFill/>
            <a:ln w="34925">
              <a:solidFill>
                <a:srgbClr val="FF0000"/>
              </a:solidFill>
              <a:round/>
              <a:tailEnd type="triangle" w="med" len="med"/>
            </a:ln>
            <a:effectLst/>
          </p:spPr>
        </p:sp>
        <p:sp>
          <p:nvSpPr>
            <p:cNvPr id="23" name="CustomShape 87">
              <a:extLst>
                <a:ext uri="{FF2B5EF4-FFF2-40B4-BE49-F238E27FC236}">
                  <a16:creationId xmlns:a16="http://schemas.microsoft.com/office/drawing/2014/main" id="{9E96DABE-5990-CEE7-896B-BBF23F3CB3FF}"/>
                </a:ext>
              </a:extLst>
            </p:cNvPr>
            <p:cNvSpPr/>
            <p:nvPr/>
          </p:nvSpPr>
          <p:spPr>
            <a:xfrm>
              <a:off x="4194990" y="4729860"/>
              <a:ext cx="879930" cy="588060"/>
            </a:xfrm>
            <a:custGeom>
              <a:avLst/>
              <a:gdLst/>
              <a:ahLst/>
              <a:cxnLst/>
              <a:rect l="l" t="t" r="r" b="b"/>
              <a:pathLst>
                <a:path w="1177" h="678">
                  <a:moveTo>
                    <a:pt x="1177" y="0"/>
                  </a:moveTo>
                  <a:cubicBezTo>
                    <a:pt x="1177" y="339"/>
                    <a:pt x="589" y="678"/>
                    <a:pt x="0" y="678"/>
                  </a:cubicBezTo>
                </a:path>
              </a:pathLst>
            </a:custGeom>
            <a:noFill/>
            <a:ln w="34925">
              <a:solidFill>
                <a:srgbClr val="FF0000"/>
              </a:solidFill>
              <a:round/>
            </a:ln>
            <a:effectLst/>
          </p:spPr>
        </p:sp>
        <p:sp>
          <p:nvSpPr>
            <p:cNvPr id="24" name="CustomShape 88">
              <a:extLst>
                <a:ext uri="{FF2B5EF4-FFF2-40B4-BE49-F238E27FC236}">
                  <a16:creationId xmlns:a16="http://schemas.microsoft.com/office/drawing/2014/main" id="{F68EDCB3-4227-7BD5-F2D5-94A2E3C022E1}"/>
                </a:ext>
              </a:extLst>
            </p:cNvPr>
            <p:cNvSpPr/>
            <p:nvPr/>
          </p:nvSpPr>
          <p:spPr>
            <a:xfrm>
              <a:off x="3359340" y="4729860"/>
              <a:ext cx="834570" cy="588060"/>
            </a:xfrm>
            <a:custGeom>
              <a:avLst/>
              <a:gdLst/>
              <a:ahLst/>
              <a:cxnLst/>
              <a:rect l="l" t="t" r="r" b="b"/>
              <a:pathLst>
                <a:path w="1117" h="678">
                  <a:moveTo>
                    <a:pt x="0" y="0"/>
                  </a:moveTo>
                  <a:cubicBezTo>
                    <a:pt x="0" y="339"/>
                    <a:pt x="558" y="678"/>
                    <a:pt x="1117" y="678"/>
                  </a:cubicBezTo>
                </a:path>
              </a:pathLst>
            </a:custGeom>
            <a:noFill/>
            <a:ln w="34925">
              <a:solidFill>
                <a:srgbClr val="FF0000"/>
              </a:solidFill>
              <a:round/>
              <a:tailEnd type="triangle" w="med" len="med"/>
            </a:ln>
            <a:effectLst/>
          </p:spPr>
        </p:sp>
        <p:sp>
          <p:nvSpPr>
            <p:cNvPr id="25" name="CustomShape 89">
              <a:extLst>
                <a:ext uri="{FF2B5EF4-FFF2-40B4-BE49-F238E27FC236}">
                  <a16:creationId xmlns:a16="http://schemas.microsoft.com/office/drawing/2014/main" id="{F49187BB-D686-ABE0-9898-BD38D9A6362F}"/>
                </a:ext>
              </a:extLst>
            </p:cNvPr>
            <p:cNvSpPr/>
            <p:nvPr/>
          </p:nvSpPr>
          <p:spPr>
            <a:xfrm>
              <a:off x="2139719" y="4756875"/>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A</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26" name="CustomShape 90">
              <a:extLst>
                <a:ext uri="{FF2B5EF4-FFF2-40B4-BE49-F238E27FC236}">
                  <a16:creationId xmlns:a16="http://schemas.microsoft.com/office/drawing/2014/main" id="{1B23B3AE-FE75-39F9-A043-62EBA7F81F51}"/>
                </a:ext>
              </a:extLst>
            </p:cNvPr>
            <p:cNvSpPr/>
            <p:nvPr/>
          </p:nvSpPr>
          <p:spPr>
            <a:xfrm>
              <a:off x="2681317" y="4767014"/>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B</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27" name="CustomShape 91">
              <a:extLst>
                <a:ext uri="{FF2B5EF4-FFF2-40B4-BE49-F238E27FC236}">
                  <a16:creationId xmlns:a16="http://schemas.microsoft.com/office/drawing/2014/main" id="{EAA55E41-07EB-1D32-5666-E4BC17EEA73A}"/>
                </a:ext>
              </a:extLst>
            </p:cNvPr>
            <p:cNvSpPr/>
            <p:nvPr/>
          </p:nvSpPr>
          <p:spPr>
            <a:xfrm>
              <a:off x="3235950" y="4760265"/>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C</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28" name="CustomShape 92">
              <a:extLst>
                <a:ext uri="{FF2B5EF4-FFF2-40B4-BE49-F238E27FC236}">
                  <a16:creationId xmlns:a16="http://schemas.microsoft.com/office/drawing/2014/main" id="{4E25C75C-C892-483E-6608-6A762A307BBC}"/>
                </a:ext>
              </a:extLst>
            </p:cNvPr>
            <p:cNvSpPr/>
            <p:nvPr/>
          </p:nvSpPr>
          <p:spPr>
            <a:xfrm>
              <a:off x="3881633" y="4760240"/>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D</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29" name="CustomShape 93">
              <a:extLst>
                <a:ext uri="{FF2B5EF4-FFF2-40B4-BE49-F238E27FC236}">
                  <a16:creationId xmlns:a16="http://schemas.microsoft.com/office/drawing/2014/main" id="{70D46AC5-34A2-149E-497B-1F4D3082B81E}"/>
                </a:ext>
              </a:extLst>
            </p:cNvPr>
            <p:cNvSpPr/>
            <p:nvPr/>
          </p:nvSpPr>
          <p:spPr>
            <a:xfrm>
              <a:off x="2473740" y="4512056"/>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30" name="CustomShape 94">
              <a:extLst>
                <a:ext uri="{FF2B5EF4-FFF2-40B4-BE49-F238E27FC236}">
                  <a16:creationId xmlns:a16="http://schemas.microsoft.com/office/drawing/2014/main" id="{C757B504-DE27-EF5A-8ED4-F90EFE34A58B}"/>
                </a:ext>
              </a:extLst>
            </p:cNvPr>
            <p:cNvSpPr/>
            <p:nvPr/>
          </p:nvSpPr>
          <p:spPr>
            <a:xfrm>
              <a:off x="3037410" y="4501856"/>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31" name="CustomShape 95">
              <a:extLst>
                <a:ext uri="{FF2B5EF4-FFF2-40B4-BE49-F238E27FC236}">
                  <a16:creationId xmlns:a16="http://schemas.microsoft.com/office/drawing/2014/main" id="{9B9AF68F-0A2B-E988-3ECF-1E416BF87707}"/>
                </a:ext>
              </a:extLst>
            </p:cNvPr>
            <p:cNvSpPr/>
            <p:nvPr/>
          </p:nvSpPr>
          <p:spPr>
            <a:xfrm>
              <a:off x="3590842" y="4525740"/>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32" name="CustomShape 96">
              <a:extLst>
                <a:ext uri="{FF2B5EF4-FFF2-40B4-BE49-F238E27FC236}">
                  <a16:creationId xmlns:a16="http://schemas.microsoft.com/office/drawing/2014/main" id="{C1472880-C6C5-89F6-7983-7DBBCF3A99F5}"/>
                </a:ext>
              </a:extLst>
            </p:cNvPr>
            <p:cNvSpPr/>
            <p:nvPr/>
          </p:nvSpPr>
          <p:spPr>
            <a:xfrm>
              <a:off x="4143306" y="4524622"/>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33" name="CustomShape 97">
              <a:extLst>
                <a:ext uri="{FF2B5EF4-FFF2-40B4-BE49-F238E27FC236}">
                  <a16:creationId xmlns:a16="http://schemas.microsoft.com/office/drawing/2014/main" id="{30BF2957-B4D7-2CF1-4AF0-9553866F5F46}"/>
                </a:ext>
              </a:extLst>
            </p:cNvPr>
            <p:cNvSpPr/>
            <p:nvPr/>
          </p:nvSpPr>
          <p:spPr>
            <a:xfrm>
              <a:off x="4501980" y="4727648"/>
              <a:ext cx="888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E</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34" name="CustomShape 98">
              <a:extLst>
                <a:ext uri="{FF2B5EF4-FFF2-40B4-BE49-F238E27FC236}">
                  <a16:creationId xmlns:a16="http://schemas.microsoft.com/office/drawing/2014/main" id="{66AF72AA-F9A5-856A-E1E8-AD0D4EEB0460}"/>
                </a:ext>
              </a:extLst>
            </p:cNvPr>
            <p:cNvSpPr/>
            <p:nvPr/>
          </p:nvSpPr>
          <p:spPr>
            <a:xfrm>
              <a:off x="5119834" y="4739310"/>
              <a:ext cx="8100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F</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35" name="CustomShape 99">
              <a:extLst>
                <a:ext uri="{FF2B5EF4-FFF2-40B4-BE49-F238E27FC236}">
                  <a16:creationId xmlns:a16="http://schemas.microsoft.com/office/drawing/2014/main" id="{7CE75E5A-BF87-7449-C9A0-F689AFF57DA1}"/>
                </a:ext>
              </a:extLst>
            </p:cNvPr>
            <p:cNvSpPr/>
            <p:nvPr/>
          </p:nvSpPr>
          <p:spPr>
            <a:xfrm>
              <a:off x="4718925" y="4529674"/>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36" name="CustomShape 100">
              <a:extLst>
                <a:ext uri="{FF2B5EF4-FFF2-40B4-BE49-F238E27FC236}">
                  <a16:creationId xmlns:a16="http://schemas.microsoft.com/office/drawing/2014/main" id="{67848663-E636-9B9D-80FB-C216D56A5C68}"/>
                </a:ext>
              </a:extLst>
            </p:cNvPr>
            <p:cNvSpPr/>
            <p:nvPr/>
          </p:nvSpPr>
          <p:spPr>
            <a:xfrm>
              <a:off x="2728395" y="4669138"/>
              <a:ext cx="108000" cy="108000"/>
            </a:xfrm>
            <a:prstGeom prst="ellipse">
              <a:avLst/>
            </a:prstGeom>
            <a:solidFill>
              <a:srgbClr val="FF0000"/>
            </a:solidFill>
            <a:ln>
              <a:solidFill>
                <a:srgbClr val="000000"/>
              </a:solidFill>
            </a:ln>
            <a:effectLst/>
          </p:spPr>
        </p:sp>
        <p:sp>
          <p:nvSpPr>
            <p:cNvPr id="37" name="Line 101">
              <a:extLst>
                <a:ext uri="{FF2B5EF4-FFF2-40B4-BE49-F238E27FC236}">
                  <a16:creationId xmlns:a16="http://schemas.microsoft.com/office/drawing/2014/main" id="{72A4AB3B-4E35-096D-D8AB-6991E2D48512}"/>
                </a:ext>
              </a:extLst>
            </p:cNvPr>
            <p:cNvSpPr/>
            <p:nvPr/>
          </p:nvSpPr>
          <p:spPr>
            <a:xfrm>
              <a:off x="2242350" y="4716360"/>
              <a:ext cx="514620" cy="0"/>
            </a:xfrm>
            <a:prstGeom prst="line">
              <a:avLst/>
            </a:prstGeom>
            <a:noFill/>
            <a:ln w="34925">
              <a:solidFill>
                <a:srgbClr val="000000"/>
              </a:solidFill>
              <a:round/>
              <a:tailEnd type="triangle" w="med" len="med"/>
            </a:ln>
            <a:effectLst/>
          </p:spPr>
        </p:sp>
        <p:sp>
          <p:nvSpPr>
            <p:cNvPr id="38" name="CustomShape 102">
              <a:extLst>
                <a:ext uri="{FF2B5EF4-FFF2-40B4-BE49-F238E27FC236}">
                  <a16:creationId xmlns:a16="http://schemas.microsoft.com/office/drawing/2014/main" id="{D5F1477F-D6BC-198B-180F-76508025B6F7}"/>
                </a:ext>
              </a:extLst>
            </p:cNvPr>
            <p:cNvSpPr/>
            <p:nvPr/>
          </p:nvSpPr>
          <p:spPr>
            <a:xfrm>
              <a:off x="2173545" y="4660228"/>
              <a:ext cx="108000" cy="108000"/>
            </a:xfrm>
            <a:prstGeom prst="ellipse">
              <a:avLst/>
            </a:prstGeom>
            <a:solidFill>
              <a:srgbClr val="FF0000"/>
            </a:solidFill>
            <a:ln>
              <a:solidFill>
                <a:srgbClr val="000000"/>
              </a:solidFill>
            </a:ln>
            <a:effectLst/>
          </p:spPr>
        </p:sp>
        <p:sp>
          <p:nvSpPr>
            <p:cNvPr id="39" name="Line 103">
              <a:extLst>
                <a:ext uri="{FF2B5EF4-FFF2-40B4-BE49-F238E27FC236}">
                  <a16:creationId xmlns:a16="http://schemas.microsoft.com/office/drawing/2014/main" id="{28815CB9-E84E-4193-805C-678C6467CE4F}"/>
                </a:ext>
              </a:extLst>
            </p:cNvPr>
            <p:cNvSpPr/>
            <p:nvPr/>
          </p:nvSpPr>
          <p:spPr>
            <a:xfrm>
              <a:off x="2825280" y="4716900"/>
              <a:ext cx="520830" cy="0"/>
            </a:xfrm>
            <a:prstGeom prst="line">
              <a:avLst/>
            </a:prstGeom>
            <a:noFill/>
            <a:ln w="34925">
              <a:solidFill>
                <a:srgbClr val="000000"/>
              </a:solidFill>
              <a:round/>
              <a:tailEnd type="triangle" w="med" len="med"/>
            </a:ln>
            <a:effectLst/>
          </p:spPr>
        </p:sp>
        <p:sp>
          <p:nvSpPr>
            <p:cNvPr id="40" name="Line 104">
              <a:extLst>
                <a:ext uri="{FF2B5EF4-FFF2-40B4-BE49-F238E27FC236}">
                  <a16:creationId xmlns:a16="http://schemas.microsoft.com/office/drawing/2014/main" id="{0266EEC8-21FC-0C29-8B5B-6807B844B722}"/>
                </a:ext>
              </a:extLst>
            </p:cNvPr>
            <p:cNvSpPr/>
            <p:nvPr/>
          </p:nvSpPr>
          <p:spPr>
            <a:xfrm>
              <a:off x="3360690" y="4717440"/>
              <a:ext cx="520830" cy="0"/>
            </a:xfrm>
            <a:prstGeom prst="line">
              <a:avLst/>
            </a:prstGeom>
            <a:noFill/>
            <a:ln w="34925">
              <a:solidFill>
                <a:srgbClr val="000000"/>
              </a:solidFill>
              <a:round/>
              <a:tailEnd type="triangle" w="med" len="med"/>
            </a:ln>
            <a:effectLst/>
          </p:spPr>
        </p:sp>
        <p:sp>
          <p:nvSpPr>
            <p:cNvPr id="41" name="CustomShape 105">
              <a:extLst>
                <a:ext uri="{FF2B5EF4-FFF2-40B4-BE49-F238E27FC236}">
                  <a16:creationId xmlns:a16="http://schemas.microsoft.com/office/drawing/2014/main" id="{3FCFAC72-06D3-35AC-86D9-DE4C3873BA67}"/>
                </a:ext>
              </a:extLst>
            </p:cNvPr>
            <p:cNvSpPr/>
            <p:nvPr/>
          </p:nvSpPr>
          <p:spPr>
            <a:xfrm>
              <a:off x="3312135" y="4666978"/>
              <a:ext cx="108000" cy="108000"/>
            </a:xfrm>
            <a:prstGeom prst="ellipse">
              <a:avLst/>
            </a:prstGeom>
            <a:solidFill>
              <a:srgbClr val="FF0000"/>
            </a:solidFill>
            <a:ln>
              <a:solidFill>
                <a:srgbClr val="000000"/>
              </a:solidFill>
            </a:ln>
            <a:effectLst/>
          </p:spPr>
        </p:sp>
        <p:sp>
          <p:nvSpPr>
            <p:cNvPr id="42" name="Line 106">
              <a:extLst>
                <a:ext uri="{FF2B5EF4-FFF2-40B4-BE49-F238E27FC236}">
                  <a16:creationId xmlns:a16="http://schemas.microsoft.com/office/drawing/2014/main" id="{6366CAAA-D116-9E68-A23C-45141B710FD8}"/>
                </a:ext>
              </a:extLst>
            </p:cNvPr>
            <p:cNvSpPr/>
            <p:nvPr/>
          </p:nvSpPr>
          <p:spPr>
            <a:xfrm>
              <a:off x="3923100" y="4717980"/>
              <a:ext cx="520830" cy="0"/>
            </a:xfrm>
            <a:prstGeom prst="line">
              <a:avLst/>
            </a:prstGeom>
            <a:noFill/>
            <a:ln w="34925">
              <a:solidFill>
                <a:srgbClr val="000000"/>
              </a:solidFill>
              <a:round/>
              <a:tailEnd type="triangle" w="med" len="med"/>
            </a:ln>
            <a:effectLst/>
          </p:spPr>
        </p:sp>
        <p:sp>
          <p:nvSpPr>
            <p:cNvPr id="43" name="CustomShape 107">
              <a:extLst>
                <a:ext uri="{FF2B5EF4-FFF2-40B4-BE49-F238E27FC236}">
                  <a16:creationId xmlns:a16="http://schemas.microsoft.com/office/drawing/2014/main" id="{90790AE9-9198-7EA3-DEDF-C275C79AA4EB}"/>
                </a:ext>
              </a:extLst>
            </p:cNvPr>
            <p:cNvSpPr/>
            <p:nvPr/>
          </p:nvSpPr>
          <p:spPr>
            <a:xfrm>
              <a:off x="3850245" y="4663198"/>
              <a:ext cx="108000" cy="108000"/>
            </a:xfrm>
            <a:prstGeom prst="ellipse">
              <a:avLst/>
            </a:prstGeom>
            <a:solidFill>
              <a:srgbClr val="FF0000"/>
            </a:solidFill>
            <a:ln>
              <a:solidFill>
                <a:srgbClr val="000000"/>
              </a:solidFill>
            </a:ln>
            <a:effectLst/>
          </p:spPr>
        </p:sp>
        <p:sp>
          <p:nvSpPr>
            <p:cNvPr id="44" name="Line 108">
              <a:extLst>
                <a:ext uri="{FF2B5EF4-FFF2-40B4-BE49-F238E27FC236}">
                  <a16:creationId xmlns:a16="http://schemas.microsoft.com/office/drawing/2014/main" id="{85CFF730-B4FA-3672-F35A-FD286CEAB7F9}"/>
                </a:ext>
              </a:extLst>
            </p:cNvPr>
            <p:cNvSpPr/>
            <p:nvPr/>
          </p:nvSpPr>
          <p:spPr>
            <a:xfrm>
              <a:off x="4475790" y="4718520"/>
              <a:ext cx="557550" cy="0"/>
            </a:xfrm>
            <a:prstGeom prst="line">
              <a:avLst/>
            </a:prstGeom>
            <a:noFill/>
            <a:ln w="34925">
              <a:solidFill>
                <a:srgbClr val="000000"/>
              </a:solidFill>
              <a:round/>
              <a:tailEnd type="triangle" w="med" len="med"/>
            </a:ln>
            <a:effectLst/>
          </p:spPr>
        </p:sp>
        <p:sp>
          <p:nvSpPr>
            <p:cNvPr id="45" name="CustomShape 109">
              <a:extLst>
                <a:ext uri="{FF2B5EF4-FFF2-40B4-BE49-F238E27FC236}">
                  <a16:creationId xmlns:a16="http://schemas.microsoft.com/office/drawing/2014/main" id="{C19C6939-3565-BC38-EAA1-CF6073F2A653}"/>
                </a:ext>
              </a:extLst>
            </p:cNvPr>
            <p:cNvSpPr/>
            <p:nvPr/>
          </p:nvSpPr>
          <p:spPr>
            <a:xfrm>
              <a:off x="4405905" y="4659148"/>
              <a:ext cx="108000" cy="108000"/>
            </a:xfrm>
            <a:prstGeom prst="ellipse">
              <a:avLst/>
            </a:prstGeom>
            <a:solidFill>
              <a:srgbClr val="FF0000"/>
            </a:solidFill>
            <a:ln>
              <a:solidFill>
                <a:srgbClr val="000000"/>
              </a:solidFill>
            </a:ln>
            <a:effectLst/>
          </p:spPr>
        </p:sp>
        <p:sp>
          <p:nvSpPr>
            <p:cNvPr id="46" name="CustomShape 110">
              <a:extLst>
                <a:ext uri="{FF2B5EF4-FFF2-40B4-BE49-F238E27FC236}">
                  <a16:creationId xmlns:a16="http://schemas.microsoft.com/office/drawing/2014/main" id="{FE9E903C-8505-631B-AA3A-D716CC5C448A}"/>
                </a:ext>
              </a:extLst>
            </p:cNvPr>
            <p:cNvSpPr/>
            <p:nvPr/>
          </p:nvSpPr>
          <p:spPr>
            <a:xfrm>
              <a:off x="4283977" y="511218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47" name="CustomShape 111">
              <a:extLst>
                <a:ext uri="{FF2B5EF4-FFF2-40B4-BE49-F238E27FC236}">
                  <a16:creationId xmlns:a16="http://schemas.microsoft.com/office/drawing/2014/main" id="{E18857A0-F52A-E1CB-58E4-164796AFDBD2}"/>
                </a:ext>
              </a:extLst>
            </p:cNvPr>
            <p:cNvSpPr/>
            <p:nvPr/>
          </p:nvSpPr>
          <p:spPr>
            <a:xfrm>
              <a:off x="3568751" y="3887096"/>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48" name="CustomShape 112">
              <a:extLst>
                <a:ext uri="{FF2B5EF4-FFF2-40B4-BE49-F238E27FC236}">
                  <a16:creationId xmlns:a16="http://schemas.microsoft.com/office/drawing/2014/main" id="{3F7A9209-7453-DF6D-257E-B0944D3D8FD9}"/>
                </a:ext>
              </a:extLst>
            </p:cNvPr>
            <p:cNvSpPr/>
            <p:nvPr/>
          </p:nvSpPr>
          <p:spPr>
            <a:xfrm>
              <a:off x="2979855" y="3864375"/>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49" name="CustomShape 113">
              <a:extLst>
                <a:ext uri="{FF2B5EF4-FFF2-40B4-BE49-F238E27FC236}">
                  <a16:creationId xmlns:a16="http://schemas.microsoft.com/office/drawing/2014/main" id="{62A04FD0-2ED8-95B8-E8DA-EAFA426C3AC4}"/>
                </a:ext>
              </a:extLst>
            </p:cNvPr>
            <p:cNvSpPr/>
            <p:nvPr/>
          </p:nvSpPr>
          <p:spPr>
            <a:xfrm>
              <a:off x="3385538" y="510570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50" name="CustomShape 114">
              <a:extLst>
                <a:ext uri="{FF2B5EF4-FFF2-40B4-BE49-F238E27FC236}">
                  <a16:creationId xmlns:a16="http://schemas.microsoft.com/office/drawing/2014/main" id="{57C1BFB9-470E-3979-45CE-1243C0E8E60E}"/>
                </a:ext>
              </a:extLst>
            </p:cNvPr>
            <p:cNvSpPr/>
            <p:nvPr/>
          </p:nvSpPr>
          <p:spPr>
            <a:xfrm>
              <a:off x="3886555" y="533655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51" name="CustomShape 115">
              <a:extLst>
                <a:ext uri="{FF2B5EF4-FFF2-40B4-BE49-F238E27FC236}">
                  <a16:creationId xmlns:a16="http://schemas.microsoft.com/office/drawing/2014/main" id="{19777699-FCDE-5C49-9C1B-722D2961C715}"/>
                </a:ext>
              </a:extLst>
            </p:cNvPr>
            <p:cNvSpPr/>
            <p:nvPr/>
          </p:nvSpPr>
          <p:spPr>
            <a:xfrm>
              <a:off x="4142615" y="3871507"/>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52" name="CustomShape 116">
              <a:extLst>
                <a:ext uri="{FF2B5EF4-FFF2-40B4-BE49-F238E27FC236}">
                  <a16:creationId xmlns:a16="http://schemas.microsoft.com/office/drawing/2014/main" id="{B84CAE24-FF12-387B-23B5-D9E2475D647D}"/>
                </a:ext>
              </a:extLst>
            </p:cNvPr>
            <p:cNvSpPr/>
            <p:nvPr/>
          </p:nvSpPr>
          <p:spPr>
            <a:xfrm>
              <a:off x="5630085" y="4667518"/>
              <a:ext cx="108000" cy="108000"/>
            </a:xfrm>
            <a:prstGeom prst="ellipse">
              <a:avLst/>
            </a:prstGeom>
            <a:solidFill>
              <a:srgbClr val="FF0000"/>
            </a:solidFill>
            <a:ln>
              <a:solidFill>
                <a:srgbClr val="000000"/>
              </a:solidFill>
            </a:ln>
            <a:effectLst/>
          </p:spPr>
        </p:sp>
        <p:sp>
          <p:nvSpPr>
            <p:cNvPr id="53" name="Line 117">
              <a:extLst>
                <a:ext uri="{FF2B5EF4-FFF2-40B4-BE49-F238E27FC236}">
                  <a16:creationId xmlns:a16="http://schemas.microsoft.com/office/drawing/2014/main" id="{2BD90D6E-4170-26CC-73C2-B44F6D84E2DD}"/>
                </a:ext>
              </a:extLst>
            </p:cNvPr>
            <p:cNvSpPr/>
            <p:nvPr/>
          </p:nvSpPr>
          <p:spPr>
            <a:xfrm>
              <a:off x="5107860" y="4720410"/>
              <a:ext cx="557550" cy="1350"/>
            </a:xfrm>
            <a:prstGeom prst="line">
              <a:avLst/>
            </a:prstGeom>
            <a:noFill/>
            <a:ln w="34925">
              <a:solidFill>
                <a:srgbClr val="000000"/>
              </a:solidFill>
              <a:round/>
              <a:tailEnd type="triangle" w="med" len="med"/>
            </a:ln>
            <a:effectLst/>
          </p:spPr>
        </p:sp>
        <p:sp>
          <p:nvSpPr>
            <p:cNvPr id="54" name="CustomShape 118">
              <a:extLst>
                <a:ext uri="{FF2B5EF4-FFF2-40B4-BE49-F238E27FC236}">
                  <a16:creationId xmlns:a16="http://schemas.microsoft.com/office/drawing/2014/main" id="{536EF0B2-6634-E36F-E22B-88C8EE54BAA1}"/>
                </a:ext>
              </a:extLst>
            </p:cNvPr>
            <p:cNvSpPr/>
            <p:nvPr/>
          </p:nvSpPr>
          <p:spPr>
            <a:xfrm>
              <a:off x="5009085" y="4667518"/>
              <a:ext cx="108000" cy="108000"/>
            </a:xfrm>
            <a:prstGeom prst="ellipse">
              <a:avLst/>
            </a:prstGeom>
            <a:solidFill>
              <a:srgbClr val="FF0000"/>
            </a:solidFill>
            <a:ln>
              <a:solidFill>
                <a:srgbClr val="000000"/>
              </a:solidFill>
            </a:ln>
            <a:effectLst/>
          </p:spPr>
        </p:sp>
        <p:sp>
          <p:nvSpPr>
            <p:cNvPr id="55" name="CustomShape 119">
              <a:extLst>
                <a:ext uri="{FF2B5EF4-FFF2-40B4-BE49-F238E27FC236}">
                  <a16:creationId xmlns:a16="http://schemas.microsoft.com/office/drawing/2014/main" id="{492448D9-5BFB-DB61-3BAE-E96F185B20D7}"/>
                </a:ext>
              </a:extLst>
            </p:cNvPr>
            <p:cNvSpPr/>
            <p:nvPr/>
          </p:nvSpPr>
          <p:spPr>
            <a:xfrm>
              <a:off x="5320607" y="4523224"/>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56" name="CustomShape 120">
              <a:extLst>
                <a:ext uri="{FF2B5EF4-FFF2-40B4-BE49-F238E27FC236}">
                  <a16:creationId xmlns:a16="http://schemas.microsoft.com/office/drawing/2014/main" id="{D6780948-1437-FE22-B07C-4A20FAD71BBA}"/>
                </a:ext>
              </a:extLst>
            </p:cNvPr>
            <p:cNvSpPr/>
            <p:nvPr/>
          </p:nvSpPr>
          <p:spPr>
            <a:xfrm flipV="1">
              <a:off x="4783590" y="3846960"/>
              <a:ext cx="911520" cy="879930"/>
            </a:xfrm>
            <a:custGeom>
              <a:avLst/>
              <a:gdLst/>
              <a:ahLst/>
              <a:cxnLst/>
              <a:rect l="l" t="t" r="r" b="b"/>
              <a:pathLst>
                <a:path w="1177" h="678">
                  <a:moveTo>
                    <a:pt x="1177" y="0"/>
                  </a:moveTo>
                  <a:cubicBezTo>
                    <a:pt x="1177" y="339"/>
                    <a:pt x="589" y="678"/>
                    <a:pt x="0" y="678"/>
                  </a:cubicBezTo>
                </a:path>
              </a:pathLst>
            </a:custGeom>
            <a:noFill/>
            <a:ln w="34925">
              <a:solidFill>
                <a:srgbClr val="FF0000"/>
              </a:solidFill>
              <a:round/>
              <a:tailEnd type="triangle" w="med" len="med"/>
            </a:ln>
            <a:effectLst/>
          </p:spPr>
        </p:sp>
        <p:sp>
          <p:nvSpPr>
            <p:cNvPr id="57" name="CustomShape 121">
              <a:extLst>
                <a:ext uri="{FF2B5EF4-FFF2-40B4-BE49-F238E27FC236}">
                  <a16:creationId xmlns:a16="http://schemas.microsoft.com/office/drawing/2014/main" id="{6E5B3EB0-DDB9-A2E4-9B10-71D69F7932D6}"/>
                </a:ext>
              </a:extLst>
            </p:cNvPr>
            <p:cNvSpPr/>
            <p:nvPr/>
          </p:nvSpPr>
          <p:spPr>
            <a:xfrm flipV="1">
              <a:off x="3917700" y="3846960"/>
              <a:ext cx="864540" cy="879930"/>
            </a:xfrm>
            <a:custGeom>
              <a:avLst/>
              <a:gdLst/>
              <a:ahLst/>
              <a:cxnLst/>
              <a:rect l="l" t="t" r="r" b="b"/>
              <a:pathLst>
                <a:path w="1117" h="678">
                  <a:moveTo>
                    <a:pt x="0" y="0"/>
                  </a:moveTo>
                  <a:cubicBezTo>
                    <a:pt x="0" y="339"/>
                    <a:pt x="558" y="678"/>
                    <a:pt x="1117" y="678"/>
                  </a:cubicBezTo>
                </a:path>
              </a:pathLst>
            </a:custGeom>
            <a:noFill/>
            <a:ln w="34925">
              <a:solidFill>
                <a:srgbClr val="FF0000"/>
              </a:solidFill>
              <a:round/>
            </a:ln>
            <a:effectLst/>
          </p:spPr>
        </p:sp>
        <p:sp>
          <p:nvSpPr>
            <p:cNvPr id="58" name="CustomShape 122">
              <a:extLst>
                <a:ext uri="{FF2B5EF4-FFF2-40B4-BE49-F238E27FC236}">
                  <a16:creationId xmlns:a16="http://schemas.microsoft.com/office/drawing/2014/main" id="{6CA95284-B215-7AE4-150E-77B2EAC4459F}"/>
                </a:ext>
              </a:extLst>
            </p:cNvPr>
            <p:cNvSpPr/>
            <p:nvPr/>
          </p:nvSpPr>
          <p:spPr>
            <a:xfrm>
              <a:off x="4762743" y="3873255"/>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59" name="CustomShape 123">
              <a:extLst>
                <a:ext uri="{FF2B5EF4-FFF2-40B4-BE49-F238E27FC236}">
                  <a16:creationId xmlns:a16="http://schemas.microsoft.com/office/drawing/2014/main" id="{11D4273C-D112-4155-1CB0-5B5570CAF863}"/>
                </a:ext>
              </a:extLst>
            </p:cNvPr>
            <p:cNvSpPr/>
            <p:nvPr/>
          </p:nvSpPr>
          <p:spPr>
            <a:xfrm>
              <a:off x="5696237" y="4787451"/>
              <a:ext cx="10368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G</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60" name="CustomShape 89">
              <a:extLst>
                <a:ext uri="{FF2B5EF4-FFF2-40B4-BE49-F238E27FC236}">
                  <a16:creationId xmlns:a16="http://schemas.microsoft.com/office/drawing/2014/main" id="{EDC5509D-7118-1985-3025-D7CCD37C9146}"/>
                </a:ext>
              </a:extLst>
            </p:cNvPr>
            <p:cNvSpPr/>
            <p:nvPr/>
          </p:nvSpPr>
          <p:spPr>
            <a:xfrm>
              <a:off x="2682181" y="4480714"/>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61" name="CustomShape 89">
              <a:extLst>
                <a:ext uri="{FF2B5EF4-FFF2-40B4-BE49-F238E27FC236}">
                  <a16:creationId xmlns:a16="http://schemas.microsoft.com/office/drawing/2014/main" id="{6985AA91-D006-6A8C-CCF2-B9AFC9C748CB}"/>
                </a:ext>
              </a:extLst>
            </p:cNvPr>
            <p:cNvSpPr/>
            <p:nvPr/>
          </p:nvSpPr>
          <p:spPr>
            <a:xfrm>
              <a:off x="3274020" y="4491045"/>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2</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62" name="CustomShape 89">
              <a:extLst>
                <a:ext uri="{FF2B5EF4-FFF2-40B4-BE49-F238E27FC236}">
                  <a16:creationId xmlns:a16="http://schemas.microsoft.com/office/drawing/2014/main" id="{713BE415-B737-740A-5738-7077F918D7D9}"/>
                </a:ext>
              </a:extLst>
            </p:cNvPr>
            <p:cNvSpPr/>
            <p:nvPr/>
          </p:nvSpPr>
          <p:spPr>
            <a:xfrm>
              <a:off x="3958236" y="4521274"/>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3</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63" name="CustomShape 89">
              <a:extLst>
                <a:ext uri="{FF2B5EF4-FFF2-40B4-BE49-F238E27FC236}">
                  <a16:creationId xmlns:a16="http://schemas.microsoft.com/office/drawing/2014/main" id="{3CC5E0F5-0AB4-46FB-301E-2473D710BFD7}"/>
                </a:ext>
              </a:extLst>
            </p:cNvPr>
            <p:cNvSpPr/>
            <p:nvPr/>
          </p:nvSpPr>
          <p:spPr>
            <a:xfrm>
              <a:off x="4500765" y="4534868"/>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4</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64" name="CustomShape 89">
              <a:extLst>
                <a:ext uri="{FF2B5EF4-FFF2-40B4-BE49-F238E27FC236}">
                  <a16:creationId xmlns:a16="http://schemas.microsoft.com/office/drawing/2014/main" id="{3A87CC1D-A18F-7D60-85CC-87C6CF9668A5}"/>
                </a:ext>
              </a:extLst>
            </p:cNvPr>
            <p:cNvSpPr/>
            <p:nvPr/>
          </p:nvSpPr>
          <p:spPr>
            <a:xfrm>
              <a:off x="5091133" y="4523310"/>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5</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65" name="CustomShape 89">
              <a:extLst>
                <a:ext uri="{FF2B5EF4-FFF2-40B4-BE49-F238E27FC236}">
                  <a16:creationId xmlns:a16="http://schemas.microsoft.com/office/drawing/2014/main" id="{4F7563C9-6EE2-37A1-74B9-AC148CD62428}"/>
                </a:ext>
              </a:extLst>
            </p:cNvPr>
            <p:cNvSpPr/>
            <p:nvPr/>
          </p:nvSpPr>
          <p:spPr>
            <a:xfrm>
              <a:off x="5724601" y="4521274"/>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6</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grpSp>
      <p:grpSp>
        <p:nvGrpSpPr>
          <p:cNvPr id="66" name="Group 65">
            <a:extLst>
              <a:ext uri="{FF2B5EF4-FFF2-40B4-BE49-F238E27FC236}">
                <a16:creationId xmlns:a16="http://schemas.microsoft.com/office/drawing/2014/main" id="{F41D4AAB-A1A0-FB84-4447-E162CD0BF456}"/>
              </a:ext>
            </a:extLst>
          </p:cNvPr>
          <p:cNvGrpSpPr/>
          <p:nvPr/>
        </p:nvGrpSpPr>
        <p:grpSpPr>
          <a:xfrm>
            <a:off x="1101293" y="869785"/>
            <a:ext cx="3079500" cy="1698030"/>
            <a:chOff x="3764130" y="1748790"/>
            <a:chExt cx="3079500" cy="1698030"/>
          </a:xfrm>
        </p:grpSpPr>
        <p:sp>
          <p:nvSpPr>
            <p:cNvPr id="67" name="Line 63">
              <a:extLst>
                <a:ext uri="{FF2B5EF4-FFF2-40B4-BE49-F238E27FC236}">
                  <a16:creationId xmlns:a16="http://schemas.microsoft.com/office/drawing/2014/main" id="{3CE1168E-9A8E-7D27-1F9E-350BC4E231E7}"/>
                </a:ext>
              </a:extLst>
            </p:cNvPr>
            <p:cNvSpPr/>
            <p:nvPr/>
          </p:nvSpPr>
          <p:spPr>
            <a:xfrm>
              <a:off x="4471680" y="2610630"/>
              <a:ext cx="520830" cy="1350"/>
            </a:xfrm>
            <a:prstGeom prst="line">
              <a:avLst/>
            </a:prstGeom>
            <a:noFill/>
            <a:ln w="34925">
              <a:solidFill>
                <a:srgbClr val="000000"/>
              </a:solidFill>
              <a:round/>
              <a:tailEnd type="triangle" w="med" len="med"/>
            </a:ln>
            <a:effectLst/>
          </p:spPr>
        </p:sp>
        <p:sp>
          <p:nvSpPr>
            <p:cNvPr id="68" name="CustomShape 36">
              <a:extLst>
                <a:ext uri="{FF2B5EF4-FFF2-40B4-BE49-F238E27FC236}">
                  <a16:creationId xmlns:a16="http://schemas.microsoft.com/office/drawing/2014/main" id="{5B523C15-6DD7-A5BE-AF7E-59302B3CD2C1}"/>
                </a:ext>
              </a:extLst>
            </p:cNvPr>
            <p:cNvSpPr/>
            <p:nvPr/>
          </p:nvSpPr>
          <p:spPr>
            <a:xfrm>
              <a:off x="5272830" y="2628990"/>
              <a:ext cx="1455570" cy="817830"/>
            </a:xfrm>
            <a:custGeom>
              <a:avLst/>
              <a:gdLst/>
              <a:ahLst/>
              <a:cxnLst/>
              <a:rect l="l" t="t" r="r" b="b"/>
              <a:pathLst>
                <a:path w="1177" h="678">
                  <a:moveTo>
                    <a:pt x="1177" y="0"/>
                  </a:moveTo>
                  <a:cubicBezTo>
                    <a:pt x="1177" y="339"/>
                    <a:pt x="589" y="678"/>
                    <a:pt x="0" y="678"/>
                  </a:cubicBezTo>
                </a:path>
              </a:pathLst>
            </a:custGeom>
            <a:noFill/>
            <a:ln w="34925">
              <a:solidFill>
                <a:srgbClr val="00407A"/>
              </a:solidFill>
              <a:round/>
              <a:tailEnd type="triangle" w="med" len="med"/>
            </a:ln>
            <a:effectLst/>
          </p:spPr>
        </p:sp>
        <p:sp>
          <p:nvSpPr>
            <p:cNvPr id="69" name="CustomShape 37">
              <a:extLst>
                <a:ext uri="{FF2B5EF4-FFF2-40B4-BE49-F238E27FC236}">
                  <a16:creationId xmlns:a16="http://schemas.microsoft.com/office/drawing/2014/main" id="{2C06499C-7A28-EF8A-32B6-6DFE9277FD29}"/>
                </a:ext>
              </a:extLst>
            </p:cNvPr>
            <p:cNvSpPr/>
            <p:nvPr/>
          </p:nvSpPr>
          <p:spPr>
            <a:xfrm>
              <a:off x="3889890" y="2628990"/>
              <a:ext cx="1381320" cy="817830"/>
            </a:xfrm>
            <a:custGeom>
              <a:avLst/>
              <a:gdLst/>
              <a:ahLst/>
              <a:cxnLst/>
              <a:rect l="l" t="t" r="r" b="b"/>
              <a:pathLst>
                <a:path w="1117" h="678">
                  <a:moveTo>
                    <a:pt x="0" y="0"/>
                  </a:moveTo>
                  <a:cubicBezTo>
                    <a:pt x="0" y="339"/>
                    <a:pt x="558" y="678"/>
                    <a:pt x="1117" y="678"/>
                  </a:cubicBezTo>
                </a:path>
              </a:pathLst>
            </a:custGeom>
            <a:noFill/>
            <a:ln w="34925">
              <a:solidFill>
                <a:srgbClr val="00407A"/>
              </a:solidFill>
              <a:round/>
            </a:ln>
            <a:effectLst/>
          </p:spPr>
        </p:sp>
        <p:sp>
          <p:nvSpPr>
            <p:cNvPr id="70" name="CustomShape 38">
              <a:extLst>
                <a:ext uri="{FF2B5EF4-FFF2-40B4-BE49-F238E27FC236}">
                  <a16:creationId xmlns:a16="http://schemas.microsoft.com/office/drawing/2014/main" id="{71087B79-21A9-B439-8186-EEA2DB385776}"/>
                </a:ext>
              </a:extLst>
            </p:cNvPr>
            <p:cNvSpPr/>
            <p:nvPr/>
          </p:nvSpPr>
          <p:spPr>
            <a:xfrm flipV="1">
              <a:off x="4705560" y="1749060"/>
              <a:ext cx="859140" cy="853740"/>
            </a:xfrm>
            <a:custGeom>
              <a:avLst/>
              <a:gdLst/>
              <a:ahLst/>
              <a:cxnLst/>
              <a:rect l="l" t="t" r="r" b="b"/>
              <a:pathLst>
                <a:path w="1177" h="678">
                  <a:moveTo>
                    <a:pt x="1177" y="0"/>
                  </a:moveTo>
                  <a:cubicBezTo>
                    <a:pt x="1177" y="339"/>
                    <a:pt x="589" y="678"/>
                    <a:pt x="0" y="678"/>
                  </a:cubicBezTo>
                </a:path>
              </a:pathLst>
            </a:custGeom>
            <a:noFill/>
            <a:ln w="34925">
              <a:solidFill>
                <a:srgbClr val="FF0000"/>
              </a:solidFill>
              <a:round/>
              <a:tailEnd type="triangle" w="med" len="med"/>
            </a:ln>
            <a:effectLst/>
          </p:spPr>
        </p:sp>
        <p:sp>
          <p:nvSpPr>
            <p:cNvPr id="71" name="CustomShape 39">
              <a:extLst>
                <a:ext uri="{FF2B5EF4-FFF2-40B4-BE49-F238E27FC236}">
                  <a16:creationId xmlns:a16="http://schemas.microsoft.com/office/drawing/2014/main" id="{BC427B18-4BC3-50A5-F422-647636E5424D}"/>
                </a:ext>
              </a:extLst>
            </p:cNvPr>
            <p:cNvSpPr/>
            <p:nvPr/>
          </p:nvSpPr>
          <p:spPr>
            <a:xfrm flipV="1">
              <a:off x="3889350" y="1749060"/>
              <a:ext cx="815130" cy="853740"/>
            </a:xfrm>
            <a:custGeom>
              <a:avLst/>
              <a:gdLst/>
              <a:ahLst/>
              <a:cxnLst/>
              <a:rect l="l" t="t" r="r" b="b"/>
              <a:pathLst>
                <a:path w="1117" h="678">
                  <a:moveTo>
                    <a:pt x="0" y="0"/>
                  </a:moveTo>
                  <a:cubicBezTo>
                    <a:pt x="0" y="339"/>
                    <a:pt x="558" y="678"/>
                    <a:pt x="1117" y="678"/>
                  </a:cubicBezTo>
                </a:path>
              </a:pathLst>
            </a:custGeom>
            <a:noFill/>
            <a:ln w="34925">
              <a:solidFill>
                <a:srgbClr val="FF0000"/>
              </a:solidFill>
              <a:round/>
            </a:ln>
            <a:effectLst/>
          </p:spPr>
        </p:sp>
        <p:sp>
          <p:nvSpPr>
            <p:cNvPr id="72" name="CustomShape 40">
              <a:extLst>
                <a:ext uri="{FF2B5EF4-FFF2-40B4-BE49-F238E27FC236}">
                  <a16:creationId xmlns:a16="http://schemas.microsoft.com/office/drawing/2014/main" id="{94F0F35A-0079-3F0B-04BD-40297941C710}"/>
                </a:ext>
              </a:extLst>
            </p:cNvPr>
            <p:cNvSpPr/>
            <p:nvPr/>
          </p:nvSpPr>
          <p:spPr>
            <a:xfrm flipV="1">
              <a:off x="5262030" y="1748790"/>
              <a:ext cx="861300" cy="873990"/>
            </a:xfrm>
            <a:custGeom>
              <a:avLst/>
              <a:gdLst/>
              <a:ahLst/>
              <a:cxnLst/>
              <a:rect l="l" t="t" r="r" b="b"/>
              <a:pathLst>
                <a:path w="1177" h="678">
                  <a:moveTo>
                    <a:pt x="1177" y="0"/>
                  </a:moveTo>
                  <a:cubicBezTo>
                    <a:pt x="1177" y="339"/>
                    <a:pt x="589" y="678"/>
                    <a:pt x="0" y="678"/>
                  </a:cubicBezTo>
                </a:path>
              </a:pathLst>
            </a:custGeom>
            <a:noFill/>
            <a:ln w="34925">
              <a:solidFill>
                <a:srgbClr val="FF0000"/>
              </a:solidFill>
              <a:round/>
              <a:tailEnd type="triangle" w="med" len="med"/>
            </a:ln>
            <a:effectLst/>
          </p:spPr>
        </p:sp>
        <p:sp>
          <p:nvSpPr>
            <p:cNvPr id="73" name="CustomShape 41">
              <a:extLst>
                <a:ext uri="{FF2B5EF4-FFF2-40B4-BE49-F238E27FC236}">
                  <a16:creationId xmlns:a16="http://schemas.microsoft.com/office/drawing/2014/main" id="{222CAA87-18F3-CBF0-E65F-E6B2ECACF813}"/>
                </a:ext>
              </a:extLst>
            </p:cNvPr>
            <p:cNvSpPr/>
            <p:nvPr/>
          </p:nvSpPr>
          <p:spPr>
            <a:xfrm flipV="1">
              <a:off x="4443660" y="1748790"/>
              <a:ext cx="817290" cy="873990"/>
            </a:xfrm>
            <a:custGeom>
              <a:avLst/>
              <a:gdLst/>
              <a:ahLst/>
              <a:cxnLst/>
              <a:rect l="l" t="t" r="r" b="b"/>
              <a:pathLst>
                <a:path w="1117" h="678">
                  <a:moveTo>
                    <a:pt x="0" y="0"/>
                  </a:moveTo>
                  <a:cubicBezTo>
                    <a:pt x="0" y="339"/>
                    <a:pt x="558" y="678"/>
                    <a:pt x="1117" y="678"/>
                  </a:cubicBezTo>
                </a:path>
              </a:pathLst>
            </a:custGeom>
            <a:noFill/>
            <a:ln w="34925">
              <a:solidFill>
                <a:srgbClr val="FF0000"/>
              </a:solidFill>
              <a:round/>
            </a:ln>
            <a:effectLst/>
          </p:spPr>
        </p:sp>
        <p:sp>
          <p:nvSpPr>
            <p:cNvPr id="74" name="CustomShape 42">
              <a:extLst>
                <a:ext uri="{FF2B5EF4-FFF2-40B4-BE49-F238E27FC236}">
                  <a16:creationId xmlns:a16="http://schemas.microsoft.com/office/drawing/2014/main" id="{F72377E2-A742-0080-CE6F-6A900D808D9E}"/>
                </a:ext>
              </a:extLst>
            </p:cNvPr>
            <p:cNvSpPr/>
            <p:nvPr/>
          </p:nvSpPr>
          <p:spPr>
            <a:xfrm flipV="1">
              <a:off x="5846310" y="1748790"/>
              <a:ext cx="875070" cy="879930"/>
            </a:xfrm>
            <a:custGeom>
              <a:avLst/>
              <a:gdLst/>
              <a:ahLst/>
              <a:cxnLst/>
              <a:rect l="l" t="t" r="r" b="b"/>
              <a:pathLst>
                <a:path w="1177" h="678">
                  <a:moveTo>
                    <a:pt x="1177" y="0"/>
                  </a:moveTo>
                  <a:cubicBezTo>
                    <a:pt x="1177" y="339"/>
                    <a:pt x="589" y="678"/>
                    <a:pt x="0" y="678"/>
                  </a:cubicBezTo>
                </a:path>
              </a:pathLst>
            </a:custGeom>
            <a:noFill/>
            <a:ln w="34925">
              <a:solidFill>
                <a:srgbClr val="FF0000"/>
              </a:solidFill>
              <a:round/>
              <a:tailEnd type="triangle" w="med" len="med"/>
            </a:ln>
            <a:effectLst/>
          </p:spPr>
        </p:sp>
        <p:sp>
          <p:nvSpPr>
            <p:cNvPr id="75" name="CustomShape 43">
              <a:extLst>
                <a:ext uri="{FF2B5EF4-FFF2-40B4-BE49-F238E27FC236}">
                  <a16:creationId xmlns:a16="http://schemas.microsoft.com/office/drawing/2014/main" id="{44DB30A0-96C3-960D-8FA7-FA44B1F0C032}"/>
                </a:ext>
              </a:extLst>
            </p:cNvPr>
            <p:cNvSpPr/>
            <p:nvPr/>
          </p:nvSpPr>
          <p:spPr>
            <a:xfrm flipV="1">
              <a:off x="5015250" y="1748790"/>
              <a:ext cx="829980" cy="879930"/>
            </a:xfrm>
            <a:custGeom>
              <a:avLst/>
              <a:gdLst/>
              <a:ahLst/>
              <a:cxnLst/>
              <a:rect l="l" t="t" r="r" b="b"/>
              <a:pathLst>
                <a:path w="1117" h="678">
                  <a:moveTo>
                    <a:pt x="0" y="0"/>
                  </a:moveTo>
                  <a:cubicBezTo>
                    <a:pt x="0" y="339"/>
                    <a:pt x="558" y="678"/>
                    <a:pt x="1117" y="678"/>
                  </a:cubicBezTo>
                </a:path>
              </a:pathLst>
            </a:custGeom>
            <a:noFill/>
            <a:ln w="34925">
              <a:solidFill>
                <a:srgbClr val="FF0000"/>
              </a:solidFill>
              <a:round/>
            </a:ln>
            <a:effectLst/>
          </p:spPr>
        </p:sp>
        <p:sp>
          <p:nvSpPr>
            <p:cNvPr id="76" name="CustomShape 44">
              <a:extLst>
                <a:ext uri="{FF2B5EF4-FFF2-40B4-BE49-F238E27FC236}">
                  <a16:creationId xmlns:a16="http://schemas.microsoft.com/office/drawing/2014/main" id="{69937240-CCCA-B53C-4A0A-A3DA22687CAA}"/>
                </a:ext>
              </a:extLst>
            </p:cNvPr>
            <p:cNvSpPr/>
            <p:nvPr/>
          </p:nvSpPr>
          <p:spPr>
            <a:xfrm>
              <a:off x="4989330" y="2633040"/>
              <a:ext cx="574020" cy="597240"/>
            </a:xfrm>
            <a:custGeom>
              <a:avLst/>
              <a:gdLst/>
              <a:ahLst/>
              <a:cxnLst/>
              <a:rect l="l" t="t" r="r" b="b"/>
              <a:pathLst>
                <a:path w="1177" h="678">
                  <a:moveTo>
                    <a:pt x="1177" y="0"/>
                  </a:moveTo>
                  <a:cubicBezTo>
                    <a:pt x="1177" y="339"/>
                    <a:pt x="589" y="678"/>
                    <a:pt x="0" y="678"/>
                  </a:cubicBezTo>
                </a:path>
              </a:pathLst>
            </a:custGeom>
            <a:noFill/>
            <a:ln w="34925">
              <a:solidFill>
                <a:srgbClr val="FF0000"/>
              </a:solidFill>
              <a:round/>
            </a:ln>
            <a:effectLst/>
          </p:spPr>
        </p:sp>
        <p:sp>
          <p:nvSpPr>
            <p:cNvPr id="77" name="CustomShape 45">
              <a:extLst>
                <a:ext uri="{FF2B5EF4-FFF2-40B4-BE49-F238E27FC236}">
                  <a16:creationId xmlns:a16="http://schemas.microsoft.com/office/drawing/2014/main" id="{13297EAD-0958-635C-3C22-EA23D115FAA4}"/>
                </a:ext>
              </a:extLst>
            </p:cNvPr>
            <p:cNvSpPr/>
            <p:nvPr/>
          </p:nvSpPr>
          <p:spPr>
            <a:xfrm>
              <a:off x="4443660" y="2633040"/>
              <a:ext cx="544590" cy="597240"/>
            </a:xfrm>
            <a:custGeom>
              <a:avLst/>
              <a:gdLst/>
              <a:ahLst/>
              <a:cxnLst/>
              <a:rect l="l" t="t" r="r" b="b"/>
              <a:pathLst>
                <a:path w="1117" h="678">
                  <a:moveTo>
                    <a:pt x="0" y="0"/>
                  </a:moveTo>
                  <a:cubicBezTo>
                    <a:pt x="0" y="339"/>
                    <a:pt x="558" y="678"/>
                    <a:pt x="1117" y="678"/>
                  </a:cubicBezTo>
                </a:path>
              </a:pathLst>
            </a:custGeom>
            <a:noFill/>
            <a:ln w="34925">
              <a:solidFill>
                <a:srgbClr val="FF0000"/>
              </a:solidFill>
              <a:round/>
              <a:tailEnd type="triangle" w="med" len="med"/>
            </a:ln>
            <a:effectLst/>
          </p:spPr>
        </p:sp>
        <p:sp>
          <p:nvSpPr>
            <p:cNvPr id="78" name="CustomShape 46">
              <a:extLst>
                <a:ext uri="{FF2B5EF4-FFF2-40B4-BE49-F238E27FC236}">
                  <a16:creationId xmlns:a16="http://schemas.microsoft.com/office/drawing/2014/main" id="{7AA98C05-0712-40E9-948D-69625F38DE5D}"/>
                </a:ext>
              </a:extLst>
            </p:cNvPr>
            <p:cNvSpPr/>
            <p:nvPr/>
          </p:nvSpPr>
          <p:spPr>
            <a:xfrm>
              <a:off x="5550390" y="2623590"/>
              <a:ext cx="572130" cy="588060"/>
            </a:xfrm>
            <a:custGeom>
              <a:avLst/>
              <a:gdLst/>
              <a:ahLst/>
              <a:cxnLst/>
              <a:rect l="l" t="t" r="r" b="b"/>
              <a:pathLst>
                <a:path w="1177" h="678">
                  <a:moveTo>
                    <a:pt x="1177" y="0"/>
                  </a:moveTo>
                  <a:cubicBezTo>
                    <a:pt x="1177" y="339"/>
                    <a:pt x="589" y="678"/>
                    <a:pt x="0" y="678"/>
                  </a:cubicBezTo>
                </a:path>
              </a:pathLst>
            </a:custGeom>
            <a:noFill/>
            <a:ln w="34925">
              <a:solidFill>
                <a:srgbClr val="FF0000"/>
              </a:solidFill>
              <a:round/>
            </a:ln>
            <a:effectLst/>
          </p:spPr>
        </p:sp>
        <p:sp>
          <p:nvSpPr>
            <p:cNvPr id="79" name="CustomShape 47">
              <a:extLst>
                <a:ext uri="{FF2B5EF4-FFF2-40B4-BE49-F238E27FC236}">
                  <a16:creationId xmlns:a16="http://schemas.microsoft.com/office/drawing/2014/main" id="{8E0300A7-D0B3-2404-BC06-4A56CF4794B2}"/>
                </a:ext>
              </a:extLst>
            </p:cNvPr>
            <p:cNvSpPr/>
            <p:nvPr/>
          </p:nvSpPr>
          <p:spPr>
            <a:xfrm>
              <a:off x="5006880" y="2623590"/>
              <a:ext cx="542700" cy="588060"/>
            </a:xfrm>
            <a:custGeom>
              <a:avLst/>
              <a:gdLst/>
              <a:ahLst/>
              <a:cxnLst/>
              <a:rect l="l" t="t" r="r" b="b"/>
              <a:pathLst>
                <a:path w="1117" h="678">
                  <a:moveTo>
                    <a:pt x="0" y="0"/>
                  </a:moveTo>
                  <a:cubicBezTo>
                    <a:pt x="0" y="339"/>
                    <a:pt x="558" y="678"/>
                    <a:pt x="1117" y="678"/>
                  </a:cubicBezTo>
                </a:path>
              </a:pathLst>
            </a:custGeom>
            <a:noFill/>
            <a:ln w="34925">
              <a:solidFill>
                <a:srgbClr val="FF0000"/>
              </a:solidFill>
              <a:round/>
              <a:tailEnd type="triangle" w="med" len="med"/>
            </a:ln>
            <a:effectLst/>
          </p:spPr>
        </p:sp>
        <p:sp>
          <p:nvSpPr>
            <p:cNvPr id="80" name="CustomShape 48">
              <a:extLst>
                <a:ext uri="{FF2B5EF4-FFF2-40B4-BE49-F238E27FC236}">
                  <a16:creationId xmlns:a16="http://schemas.microsoft.com/office/drawing/2014/main" id="{35F091D5-19D4-FF81-A7E9-FB45E459E2B7}"/>
                </a:ext>
              </a:extLst>
            </p:cNvPr>
            <p:cNvSpPr/>
            <p:nvPr/>
          </p:nvSpPr>
          <p:spPr>
            <a:xfrm>
              <a:off x="3764130" y="2656301"/>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A</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1" name="CustomShape 49">
              <a:extLst>
                <a:ext uri="{FF2B5EF4-FFF2-40B4-BE49-F238E27FC236}">
                  <a16:creationId xmlns:a16="http://schemas.microsoft.com/office/drawing/2014/main" id="{7C4777DF-D139-62A2-0FD1-DBB943183F40}"/>
                </a:ext>
              </a:extLst>
            </p:cNvPr>
            <p:cNvSpPr/>
            <p:nvPr/>
          </p:nvSpPr>
          <p:spPr>
            <a:xfrm>
              <a:off x="4313463" y="2386665"/>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B</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2" name="CustomShape 50">
              <a:extLst>
                <a:ext uri="{FF2B5EF4-FFF2-40B4-BE49-F238E27FC236}">
                  <a16:creationId xmlns:a16="http://schemas.microsoft.com/office/drawing/2014/main" id="{D8FC735D-E323-18A9-CDA6-0E9BE63BF8A3}"/>
                </a:ext>
              </a:extLst>
            </p:cNvPr>
            <p:cNvSpPr/>
            <p:nvPr/>
          </p:nvSpPr>
          <p:spPr>
            <a:xfrm>
              <a:off x="4881273" y="2382697"/>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C</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3" name="CustomShape 51">
              <a:extLst>
                <a:ext uri="{FF2B5EF4-FFF2-40B4-BE49-F238E27FC236}">
                  <a16:creationId xmlns:a16="http://schemas.microsoft.com/office/drawing/2014/main" id="{B4A3B909-3013-ACFB-A531-1567DC52A85F}"/>
                </a:ext>
              </a:extLst>
            </p:cNvPr>
            <p:cNvSpPr/>
            <p:nvPr/>
          </p:nvSpPr>
          <p:spPr>
            <a:xfrm>
              <a:off x="5598765" y="2407590"/>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D</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4" name="CustomShape 52">
              <a:extLst>
                <a:ext uri="{FF2B5EF4-FFF2-40B4-BE49-F238E27FC236}">
                  <a16:creationId xmlns:a16="http://schemas.microsoft.com/office/drawing/2014/main" id="{60FDA4B7-36EC-9F73-9BB8-7403961F60F1}"/>
                </a:ext>
              </a:extLst>
            </p:cNvPr>
            <p:cNvSpPr/>
            <p:nvPr/>
          </p:nvSpPr>
          <p:spPr>
            <a:xfrm>
              <a:off x="4117093" y="2407590"/>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5" name="CustomShape 53">
              <a:extLst>
                <a:ext uri="{FF2B5EF4-FFF2-40B4-BE49-F238E27FC236}">
                  <a16:creationId xmlns:a16="http://schemas.microsoft.com/office/drawing/2014/main" id="{019ED447-5CE7-966B-EAD7-D97E25DCC906}"/>
                </a:ext>
              </a:extLst>
            </p:cNvPr>
            <p:cNvSpPr/>
            <p:nvPr/>
          </p:nvSpPr>
          <p:spPr>
            <a:xfrm>
              <a:off x="4683925" y="2413552"/>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6" name="CustomShape 54">
              <a:extLst>
                <a:ext uri="{FF2B5EF4-FFF2-40B4-BE49-F238E27FC236}">
                  <a16:creationId xmlns:a16="http://schemas.microsoft.com/office/drawing/2014/main" id="{63C83BAB-D512-DA19-6A55-87CCAC38B414}"/>
                </a:ext>
              </a:extLst>
            </p:cNvPr>
            <p:cNvSpPr/>
            <p:nvPr/>
          </p:nvSpPr>
          <p:spPr>
            <a:xfrm>
              <a:off x="5234501" y="2423029"/>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7" name="CustomShape 55">
              <a:extLst>
                <a:ext uri="{FF2B5EF4-FFF2-40B4-BE49-F238E27FC236}">
                  <a16:creationId xmlns:a16="http://schemas.microsoft.com/office/drawing/2014/main" id="{A683F7CB-30C0-C7D4-DC7A-644751DEB1BF}"/>
                </a:ext>
              </a:extLst>
            </p:cNvPr>
            <p:cNvSpPr/>
            <p:nvPr/>
          </p:nvSpPr>
          <p:spPr>
            <a:xfrm>
              <a:off x="5787585" y="2415847"/>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8" name="CustomShape 56">
              <a:extLst>
                <a:ext uri="{FF2B5EF4-FFF2-40B4-BE49-F238E27FC236}">
                  <a16:creationId xmlns:a16="http://schemas.microsoft.com/office/drawing/2014/main" id="{54E8A9A3-749C-C4CB-0228-8BB5DB95AC90}"/>
                </a:ext>
              </a:extLst>
            </p:cNvPr>
            <p:cNvSpPr/>
            <p:nvPr/>
          </p:nvSpPr>
          <p:spPr>
            <a:xfrm>
              <a:off x="6145410" y="2417040"/>
              <a:ext cx="888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E</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89" name="CustomShape 57">
              <a:extLst>
                <a:ext uri="{FF2B5EF4-FFF2-40B4-BE49-F238E27FC236}">
                  <a16:creationId xmlns:a16="http://schemas.microsoft.com/office/drawing/2014/main" id="{22566E61-4AC9-F2E4-6297-055B14DEEB6B}"/>
                </a:ext>
              </a:extLst>
            </p:cNvPr>
            <p:cNvSpPr/>
            <p:nvPr/>
          </p:nvSpPr>
          <p:spPr>
            <a:xfrm>
              <a:off x="6743460" y="2386665"/>
              <a:ext cx="8100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F</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90" name="CustomShape 58">
              <a:extLst>
                <a:ext uri="{FF2B5EF4-FFF2-40B4-BE49-F238E27FC236}">
                  <a16:creationId xmlns:a16="http://schemas.microsoft.com/office/drawing/2014/main" id="{6F3D8763-A54C-CB59-9E92-8756DD1CFDCB}"/>
                </a:ext>
              </a:extLst>
            </p:cNvPr>
            <p:cNvSpPr/>
            <p:nvPr/>
          </p:nvSpPr>
          <p:spPr>
            <a:xfrm>
              <a:off x="6363630" y="2417040"/>
              <a:ext cx="1174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H</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91" name="CustomShape 59">
              <a:extLst>
                <a:ext uri="{FF2B5EF4-FFF2-40B4-BE49-F238E27FC236}">
                  <a16:creationId xmlns:a16="http://schemas.microsoft.com/office/drawing/2014/main" id="{E469D5AA-6D63-4818-2F0A-F54B1D467376}"/>
                </a:ext>
              </a:extLst>
            </p:cNvPr>
            <p:cNvSpPr/>
            <p:nvPr/>
          </p:nvSpPr>
          <p:spPr>
            <a:xfrm>
              <a:off x="4384920" y="2562690"/>
              <a:ext cx="108000" cy="108000"/>
            </a:xfrm>
            <a:prstGeom prst="ellipse">
              <a:avLst/>
            </a:prstGeom>
            <a:solidFill>
              <a:srgbClr val="FF0000"/>
            </a:solidFill>
            <a:ln>
              <a:solidFill>
                <a:srgbClr val="000000"/>
              </a:solidFill>
            </a:ln>
            <a:effectLst/>
          </p:spPr>
        </p:sp>
        <p:sp>
          <p:nvSpPr>
            <p:cNvPr id="92" name="Line 60">
              <a:extLst>
                <a:ext uri="{FF2B5EF4-FFF2-40B4-BE49-F238E27FC236}">
                  <a16:creationId xmlns:a16="http://schemas.microsoft.com/office/drawing/2014/main" id="{97041B88-30FB-EB9C-6120-B77FC9E58A12}"/>
                </a:ext>
              </a:extLst>
            </p:cNvPr>
            <p:cNvSpPr/>
            <p:nvPr/>
          </p:nvSpPr>
          <p:spPr>
            <a:xfrm>
              <a:off x="3888750" y="2610090"/>
              <a:ext cx="514620" cy="1350"/>
            </a:xfrm>
            <a:prstGeom prst="line">
              <a:avLst/>
            </a:prstGeom>
            <a:noFill/>
            <a:ln w="34925">
              <a:solidFill>
                <a:srgbClr val="000000"/>
              </a:solidFill>
              <a:round/>
              <a:tailEnd type="triangle" w="med" len="med"/>
            </a:ln>
            <a:effectLst/>
          </p:spPr>
        </p:sp>
        <p:sp>
          <p:nvSpPr>
            <p:cNvPr id="93" name="CustomShape 61">
              <a:extLst>
                <a:ext uri="{FF2B5EF4-FFF2-40B4-BE49-F238E27FC236}">
                  <a16:creationId xmlns:a16="http://schemas.microsoft.com/office/drawing/2014/main" id="{0F775C28-2962-7B8F-9705-E341AE3D1223}"/>
                </a:ext>
              </a:extLst>
            </p:cNvPr>
            <p:cNvSpPr/>
            <p:nvPr/>
          </p:nvSpPr>
          <p:spPr>
            <a:xfrm>
              <a:off x="6665610" y="2561070"/>
              <a:ext cx="108000" cy="108000"/>
            </a:xfrm>
            <a:prstGeom prst="ellipse">
              <a:avLst/>
            </a:prstGeom>
            <a:solidFill>
              <a:srgbClr val="FF0000"/>
            </a:solidFill>
            <a:ln>
              <a:solidFill>
                <a:srgbClr val="000000"/>
              </a:solidFill>
            </a:ln>
            <a:effectLst/>
          </p:spPr>
        </p:sp>
        <p:sp>
          <p:nvSpPr>
            <p:cNvPr id="94" name="CustomShape 62">
              <a:extLst>
                <a:ext uri="{FF2B5EF4-FFF2-40B4-BE49-F238E27FC236}">
                  <a16:creationId xmlns:a16="http://schemas.microsoft.com/office/drawing/2014/main" id="{7C024044-C2E7-C8C2-584F-07797BB632F2}"/>
                </a:ext>
              </a:extLst>
            </p:cNvPr>
            <p:cNvSpPr/>
            <p:nvPr/>
          </p:nvSpPr>
          <p:spPr>
            <a:xfrm>
              <a:off x="3830070" y="2553780"/>
              <a:ext cx="108000" cy="108000"/>
            </a:xfrm>
            <a:prstGeom prst="ellipse">
              <a:avLst/>
            </a:prstGeom>
            <a:solidFill>
              <a:srgbClr val="FF0000"/>
            </a:solidFill>
            <a:ln>
              <a:solidFill>
                <a:srgbClr val="000000"/>
              </a:solidFill>
            </a:ln>
            <a:effectLst/>
          </p:spPr>
        </p:sp>
        <p:sp>
          <p:nvSpPr>
            <p:cNvPr id="95" name="Line 64">
              <a:extLst>
                <a:ext uri="{FF2B5EF4-FFF2-40B4-BE49-F238E27FC236}">
                  <a16:creationId xmlns:a16="http://schemas.microsoft.com/office/drawing/2014/main" id="{EEB6BF9C-02A9-8128-2BFD-40B22356FA4F}"/>
                </a:ext>
              </a:extLst>
            </p:cNvPr>
            <p:cNvSpPr/>
            <p:nvPr/>
          </p:nvSpPr>
          <p:spPr>
            <a:xfrm>
              <a:off x="4993400" y="2611170"/>
              <a:ext cx="520830" cy="1350"/>
            </a:xfrm>
            <a:prstGeom prst="line">
              <a:avLst/>
            </a:prstGeom>
            <a:noFill/>
            <a:ln w="34925">
              <a:solidFill>
                <a:srgbClr val="000000"/>
              </a:solidFill>
              <a:round/>
              <a:tailEnd type="triangle" w="med" len="med"/>
            </a:ln>
            <a:effectLst/>
          </p:spPr>
        </p:sp>
        <p:sp>
          <p:nvSpPr>
            <p:cNvPr id="96" name="CustomShape 65">
              <a:extLst>
                <a:ext uri="{FF2B5EF4-FFF2-40B4-BE49-F238E27FC236}">
                  <a16:creationId xmlns:a16="http://schemas.microsoft.com/office/drawing/2014/main" id="{4788F223-646B-E773-629D-B9AF7974FBE1}"/>
                </a:ext>
              </a:extLst>
            </p:cNvPr>
            <p:cNvSpPr/>
            <p:nvPr/>
          </p:nvSpPr>
          <p:spPr>
            <a:xfrm>
              <a:off x="4968660" y="2560530"/>
              <a:ext cx="108000" cy="108000"/>
            </a:xfrm>
            <a:prstGeom prst="ellipse">
              <a:avLst/>
            </a:prstGeom>
            <a:solidFill>
              <a:srgbClr val="FF0000"/>
            </a:solidFill>
            <a:ln>
              <a:solidFill>
                <a:srgbClr val="000000"/>
              </a:solidFill>
            </a:ln>
            <a:effectLst/>
          </p:spPr>
        </p:sp>
        <p:sp>
          <p:nvSpPr>
            <p:cNvPr id="97" name="Line 66">
              <a:extLst>
                <a:ext uri="{FF2B5EF4-FFF2-40B4-BE49-F238E27FC236}">
                  <a16:creationId xmlns:a16="http://schemas.microsoft.com/office/drawing/2014/main" id="{C8EED390-3124-AC43-5483-212F5458560C}"/>
                </a:ext>
              </a:extLst>
            </p:cNvPr>
            <p:cNvSpPr/>
            <p:nvPr/>
          </p:nvSpPr>
          <p:spPr>
            <a:xfrm>
              <a:off x="5550094" y="2611710"/>
              <a:ext cx="520830" cy="1350"/>
            </a:xfrm>
            <a:prstGeom prst="line">
              <a:avLst/>
            </a:prstGeom>
            <a:noFill/>
            <a:ln w="34925">
              <a:solidFill>
                <a:srgbClr val="000000"/>
              </a:solidFill>
              <a:round/>
              <a:tailEnd type="triangle" w="med" len="med"/>
            </a:ln>
            <a:effectLst/>
          </p:spPr>
        </p:sp>
        <p:sp>
          <p:nvSpPr>
            <p:cNvPr id="98" name="CustomShape 67">
              <a:extLst>
                <a:ext uri="{FF2B5EF4-FFF2-40B4-BE49-F238E27FC236}">
                  <a16:creationId xmlns:a16="http://schemas.microsoft.com/office/drawing/2014/main" id="{A126D23D-9C9D-61B5-DFD5-0B0B5E2326B2}"/>
                </a:ext>
              </a:extLst>
            </p:cNvPr>
            <p:cNvSpPr/>
            <p:nvPr/>
          </p:nvSpPr>
          <p:spPr>
            <a:xfrm>
              <a:off x="5506770" y="2556750"/>
              <a:ext cx="108000" cy="108000"/>
            </a:xfrm>
            <a:prstGeom prst="ellipse">
              <a:avLst/>
            </a:prstGeom>
            <a:solidFill>
              <a:srgbClr val="FF0000"/>
            </a:solidFill>
            <a:ln>
              <a:solidFill>
                <a:srgbClr val="000000"/>
              </a:solidFill>
            </a:ln>
            <a:effectLst/>
          </p:spPr>
        </p:sp>
        <p:sp>
          <p:nvSpPr>
            <p:cNvPr id="99" name="Line 68">
              <a:extLst>
                <a:ext uri="{FF2B5EF4-FFF2-40B4-BE49-F238E27FC236}">
                  <a16:creationId xmlns:a16="http://schemas.microsoft.com/office/drawing/2014/main" id="{82A2850B-C187-D64B-94C4-CA985A6A05E2}"/>
                </a:ext>
              </a:extLst>
            </p:cNvPr>
            <p:cNvSpPr/>
            <p:nvPr/>
          </p:nvSpPr>
          <p:spPr>
            <a:xfrm>
              <a:off x="6122790" y="2612250"/>
              <a:ext cx="557550" cy="1350"/>
            </a:xfrm>
            <a:prstGeom prst="line">
              <a:avLst/>
            </a:prstGeom>
            <a:noFill/>
            <a:ln w="34925">
              <a:solidFill>
                <a:srgbClr val="000000"/>
              </a:solidFill>
              <a:round/>
              <a:tailEnd type="triangle" w="med" len="med"/>
            </a:ln>
            <a:effectLst/>
          </p:spPr>
        </p:sp>
        <p:sp>
          <p:nvSpPr>
            <p:cNvPr id="100" name="CustomShape 69">
              <a:extLst>
                <a:ext uri="{FF2B5EF4-FFF2-40B4-BE49-F238E27FC236}">
                  <a16:creationId xmlns:a16="http://schemas.microsoft.com/office/drawing/2014/main" id="{9B191B1F-7799-79DC-6EED-2AAA73FE515A}"/>
                </a:ext>
              </a:extLst>
            </p:cNvPr>
            <p:cNvSpPr/>
            <p:nvPr/>
          </p:nvSpPr>
          <p:spPr>
            <a:xfrm>
              <a:off x="6062430" y="2552700"/>
              <a:ext cx="108000" cy="108000"/>
            </a:xfrm>
            <a:prstGeom prst="ellipse">
              <a:avLst/>
            </a:prstGeom>
            <a:solidFill>
              <a:srgbClr val="FF0000"/>
            </a:solidFill>
            <a:ln>
              <a:solidFill>
                <a:srgbClr val="000000"/>
              </a:solidFill>
            </a:ln>
            <a:effectLst/>
          </p:spPr>
        </p:sp>
        <p:sp>
          <p:nvSpPr>
            <p:cNvPr id="101" name="CustomShape 70">
              <a:extLst>
                <a:ext uri="{FF2B5EF4-FFF2-40B4-BE49-F238E27FC236}">
                  <a16:creationId xmlns:a16="http://schemas.microsoft.com/office/drawing/2014/main" id="{4444AAF2-17BF-346F-BB34-B2E4B88ACBE7}"/>
                </a:ext>
              </a:extLst>
            </p:cNvPr>
            <p:cNvSpPr/>
            <p:nvPr/>
          </p:nvSpPr>
          <p:spPr>
            <a:xfrm>
              <a:off x="5476950" y="304587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2" name="CustomShape 71">
              <a:extLst>
                <a:ext uri="{FF2B5EF4-FFF2-40B4-BE49-F238E27FC236}">
                  <a16:creationId xmlns:a16="http://schemas.microsoft.com/office/drawing/2014/main" id="{0D4DEB21-9128-A1FB-6762-E73C40C2B297}"/>
                </a:ext>
              </a:extLst>
            </p:cNvPr>
            <p:cNvSpPr/>
            <p:nvPr/>
          </p:nvSpPr>
          <p:spPr>
            <a:xfrm>
              <a:off x="5260950" y="174987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3" name="CustomShape 72">
              <a:extLst>
                <a:ext uri="{FF2B5EF4-FFF2-40B4-BE49-F238E27FC236}">
                  <a16:creationId xmlns:a16="http://schemas.microsoft.com/office/drawing/2014/main" id="{C7901F28-F231-D8C8-B639-BB9EB4DE1461}"/>
                </a:ext>
              </a:extLst>
            </p:cNvPr>
            <p:cNvSpPr/>
            <p:nvPr/>
          </p:nvSpPr>
          <p:spPr>
            <a:xfrm>
              <a:off x="4666950" y="174987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4" name="CustomShape 73">
              <a:extLst>
                <a:ext uri="{FF2B5EF4-FFF2-40B4-BE49-F238E27FC236}">
                  <a16:creationId xmlns:a16="http://schemas.microsoft.com/office/drawing/2014/main" id="{8C85B29B-D80E-F73B-1AFA-369283980FCD}"/>
                </a:ext>
              </a:extLst>
            </p:cNvPr>
            <p:cNvSpPr/>
            <p:nvPr/>
          </p:nvSpPr>
          <p:spPr>
            <a:xfrm>
              <a:off x="4909950" y="304587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5" name="CustomShape 74">
              <a:extLst>
                <a:ext uri="{FF2B5EF4-FFF2-40B4-BE49-F238E27FC236}">
                  <a16:creationId xmlns:a16="http://schemas.microsoft.com/office/drawing/2014/main" id="{C61EC9CD-59BF-4D1E-FB97-4850A1F9B629}"/>
                </a:ext>
              </a:extLst>
            </p:cNvPr>
            <p:cNvSpPr/>
            <p:nvPr/>
          </p:nvSpPr>
          <p:spPr>
            <a:xfrm>
              <a:off x="5260950" y="326187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6" name="CustomShape 75">
              <a:extLst>
                <a:ext uri="{FF2B5EF4-FFF2-40B4-BE49-F238E27FC236}">
                  <a16:creationId xmlns:a16="http://schemas.microsoft.com/office/drawing/2014/main" id="{755FE5EF-EBD3-8506-3AD1-2F2F034ACD38}"/>
                </a:ext>
              </a:extLst>
            </p:cNvPr>
            <p:cNvSpPr/>
            <p:nvPr/>
          </p:nvSpPr>
          <p:spPr>
            <a:xfrm>
              <a:off x="5854950" y="1749870"/>
              <a:ext cx="11853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7" name="CustomShape 89">
              <a:extLst>
                <a:ext uri="{FF2B5EF4-FFF2-40B4-BE49-F238E27FC236}">
                  <a16:creationId xmlns:a16="http://schemas.microsoft.com/office/drawing/2014/main" id="{A1AD9F43-6578-8F8E-9702-D4A233F5D3F5}"/>
                </a:ext>
              </a:extLst>
            </p:cNvPr>
            <p:cNvSpPr/>
            <p:nvPr/>
          </p:nvSpPr>
          <p:spPr>
            <a:xfrm>
              <a:off x="4465310" y="2614474"/>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1</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8" name="CustomShape 89">
              <a:extLst>
                <a:ext uri="{FF2B5EF4-FFF2-40B4-BE49-F238E27FC236}">
                  <a16:creationId xmlns:a16="http://schemas.microsoft.com/office/drawing/2014/main" id="{F3F689ED-2602-02D1-1E94-F8B4AC558F45}"/>
                </a:ext>
              </a:extLst>
            </p:cNvPr>
            <p:cNvSpPr/>
            <p:nvPr/>
          </p:nvSpPr>
          <p:spPr>
            <a:xfrm>
              <a:off x="5057149" y="2624805"/>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2</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09" name="CustomShape 89">
              <a:extLst>
                <a:ext uri="{FF2B5EF4-FFF2-40B4-BE49-F238E27FC236}">
                  <a16:creationId xmlns:a16="http://schemas.microsoft.com/office/drawing/2014/main" id="{B96C9982-6ED0-220D-34D3-47070F72FC55}"/>
                </a:ext>
              </a:extLst>
            </p:cNvPr>
            <p:cNvSpPr/>
            <p:nvPr/>
          </p:nvSpPr>
          <p:spPr>
            <a:xfrm>
              <a:off x="5610433" y="2644045"/>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3</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10" name="CustomShape 89">
              <a:extLst>
                <a:ext uri="{FF2B5EF4-FFF2-40B4-BE49-F238E27FC236}">
                  <a16:creationId xmlns:a16="http://schemas.microsoft.com/office/drawing/2014/main" id="{8509E46A-7AB4-7CC4-CBDC-0BB838F0E911}"/>
                </a:ext>
              </a:extLst>
            </p:cNvPr>
            <p:cNvSpPr/>
            <p:nvPr/>
          </p:nvSpPr>
          <p:spPr>
            <a:xfrm>
              <a:off x="6173610" y="2642220"/>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4</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sp>
          <p:nvSpPr>
            <p:cNvPr id="111" name="CustomShape 89">
              <a:extLst>
                <a:ext uri="{FF2B5EF4-FFF2-40B4-BE49-F238E27FC236}">
                  <a16:creationId xmlns:a16="http://schemas.microsoft.com/office/drawing/2014/main" id="{C0D0E5C6-43F9-E539-DA1C-42BBAB0073BF}"/>
                </a:ext>
              </a:extLst>
            </p:cNvPr>
            <p:cNvSpPr/>
            <p:nvPr/>
          </p:nvSpPr>
          <p:spPr>
            <a:xfrm>
              <a:off x="6747780" y="2656301"/>
              <a:ext cx="95850" cy="160110"/>
            </a:xfrm>
            <a:prstGeom prst="rect">
              <a:avLst/>
            </a:prstGeom>
            <a:noFill/>
            <a:ln>
              <a:noFill/>
            </a:ln>
            <a:effectLst/>
          </p:spPr>
          <p:txBody>
            <a:bodyPr wrap="none" lIns="0" tIns="0" rIns="0" bIns="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1" normalizeH="0" baseline="0" noProof="0" smtClean="0">
                  <a:ln>
                    <a:noFill/>
                  </a:ln>
                  <a:solidFill>
                    <a:srgbClr val="000000"/>
                  </a:solidFill>
                  <a:effectLst/>
                  <a:uLnTx/>
                  <a:uFill>
                    <a:solidFill>
                      <a:srgbClr val="FFFFFF"/>
                    </a:solidFill>
                  </a:uFill>
                  <a:latin typeface="Arial"/>
                  <a:ea typeface="+mn-ea"/>
                  <a:cs typeface="+mn-cs"/>
                </a:rPr>
                <a:t>5</a:t>
              </a:r>
              <a:endParaRPr kumimoji="0" lang="en-US" sz="1200" b="0" i="0" u="none" strike="noStrike" kern="0" cap="none" spc="-1" normalizeH="0" baseline="0" noProof="0" smtClean="0">
                <a:ln>
                  <a:noFill/>
                </a:ln>
                <a:solidFill>
                  <a:srgbClr val="000000"/>
                </a:solidFill>
                <a:effectLst/>
                <a:uLnTx/>
                <a:uFill>
                  <a:solidFill>
                    <a:srgbClr val="FFFFFF"/>
                  </a:solidFill>
                </a:uFill>
                <a:latin typeface="Arial"/>
                <a:ea typeface="+mn-ea"/>
                <a:cs typeface="+mn-cs"/>
              </a:endParaRPr>
            </a:p>
          </p:txBody>
        </p:sp>
      </p:grpSp>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CD994FAF-B6D0-C259-2499-11F8EC2F2DEB}"/>
                  </a:ext>
                </a:extLst>
              </p:cNvPr>
              <p:cNvSpPr/>
              <p:nvPr/>
            </p:nvSpPr>
            <p:spPr>
              <a:xfrm>
                <a:off x="8057984" y="3489600"/>
                <a:ext cx="2354491" cy="697307"/>
              </a:xfrm>
              <a:prstGeom prst="rect">
                <a:avLst/>
              </a:prstGeom>
              <a:noFill/>
              <a:ln>
                <a:solidFill>
                  <a:srgbClr val="FF0000"/>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𝑇</m:t>
                      </m:r>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𝐹</m:t>
                          </m:r>
                        </m:e>
                        <m: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6−</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𝑆𝑇𝐴𝐺𝐸</m:t>
                          </m:r>
                        </m:sub>
                      </m:s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f>
                        <m:f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fPr>
                        <m:num>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up>
                          </m:s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−2)</m:t>
                          </m:r>
                        </m:num>
                        <m:den>
                          <m:sSup>
                            <m:s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𝐻</m:t>
                              </m:r>
                            </m:e>
                            <m: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up>
                          </m:s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+6</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m:t>
                          </m:r>
                        </m:den>
                      </m:f>
                    </m:oMath>
                  </m:oMathPara>
                </a14:m>
                <a:endParaRPr kumimoji="0" lang="en-IN" sz="1800" b="0" i="0" u="none" strike="noStrike" kern="0" cap="none" spc="0" normalizeH="0" baseline="0" noProof="0" dirty="0" smtClean="0">
                  <a:ln>
                    <a:noFill/>
                  </a:ln>
                  <a:solidFill>
                    <a:srgbClr val="00407A"/>
                  </a:solidFill>
                  <a:effectLst/>
                  <a:uLnTx/>
                  <a:uFillTx/>
                </a:endParaRPr>
              </a:p>
            </p:txBody>
          </p:sp>
        </mc:Choice>
        <mc:Fallback xmlns="">
          <p:sp>
            <p:nvSpPr>
              <p:cNvPr id="112" name="Rectangle 111">
                <a:extLst>
                  <a:ext uri="{FF2B5EF4-FFF2-40B4-BE49-F238E27FC236}">
                    <a16:creationId xmlns:a16="http://schemas.microsoft.com/office/drawing/2014/main" id="{CD994FAF-B6D0-C259-2499-11F8EC2F2DEB}"/>
                  </a:ext>
                </a:extLst>
              </p:cNvPr>
              <p:cNvSpPr>
                <a:spLocks noRot="1" noChangeAspect="1" noMove="1" noResize="1" noEditPoints="1" noAdjustHandles="1" noChangeArrowheads="1" noChangeShapeType="1" noTextEdit="1"/>
              </p:cNvSpPr>
              <p:nvPr/>
            </p:nvSpPr>
            <p:spPr>
              <a:xfrm>
                <a:off x="8057984" y="3489600"/>
                <a:ext cx="2354491" cy="697307"/>
              </a:xfrm>
              <a:prstGeom prst="rect">
                <a:avLst/>
              </a:prstGeom>
              <a:blipFill>
                <a:blip r:embed="rId3"/>
                <a:stretch>
                  <a:fillRect/>
                </a:stretch>
              </a:blipFill>
              <a:ln>
                <a:solidFill>
                  <a:srgbClr val="FF0000"/>
                </a:solidFill>
              </a:ln>
            </p:spPr>
            <p:txBody>
              <a:bodyPr/>
              <a:lstStyle/>
              <a:p>
                <a:r>
                  <a:rPr lang="en-US">
                    <a:noFill/>
                  </a:rPr>
                  <a:t> </a:t>
                </a:r>
              </a:p>
            </p:txBody>
          </p:sp>
        </mc:Fallback>
      </mc:AlternateContent>
      <p:sp>
        <p:nvSpPr>
          <p:cNvPr id="113" name="Rectangle 112">
            <a:extLst>
              <a:ext uri="{FF2B5EF4-FFF2-40B4-BE49-F238E27FC236}">
                <a16:creationId xmlns:a16="http://schemas.microsoft.com/office/drawing/2014/main" id="{0F270987-97C0-84C3-A1D9-F8F8DC5B8C89}"/>
              </a:ext>
            </a:extLst>
          </p:cNvPr>
          <p:cNvSpPr/>
          <p:nvPr/>
        </p:nvSpPr>
        <p:spPr>
          <a:xfrm>
            <a:off x="2429399" y="2591928"/>
            <a:ext cx="495649"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2060"/>
                </a:solidFill>
                <a:effectLst/>
                <a:uLnTx/>
                <a:uFillTx/>
                <a:cs typeface="Calibri" panose="020F0502020204030204" pitchFamily="34" charset="0"/>
              </a:rPr>
              <a:t>(a) </a:t>
            </a:r>
            <a:endParaRPr kumimoji="0" lang="en-IN" sz="1800" b="0" i="0" u="none" strike="noStrike" kern="0" cap="none" spc="0" normalizeH="0" baseline="0" noProof="0" dirty="0" smtClean="0">
              <a:ln>
                <a:noFill/>
              </a:ln>
              <a:solidFill>
                <a:srgbClr val="00407A"/>
              </a:solidFill>
              <a:effectLst/>
              <a:uLnTx/>
              <a:uFillTx/>
            </a:endParaRPr>
          </a:p>
        </p:txBody>
      </p:sp>
      <p:sp>
        <p:nvSpPr>
          <p:cNvPr id="114" name="Rectangle 113">
            <a:extLst>
              <a:ext uri="{FF2B5EF4-FFF2-40B4-BE49-F238E27FC236}">
                <a16:creationId xmlns:a16="http://schemas.microsoft.com/office/drawing/2014/main" id="{BA69204F-D7A9-A9A2-EC65-A98D1C80D540}"/>
              </a:ext>
            </a:extLst>
          </p:cNvPr>
          <p:cNvSpPr/>
          <p:nvPr/>
        </p:nvSpPr>
        <p:spPr>
          <a:xfrm>
            <a:off x="8958846" y="2533247"/>
            <a:ext cx="505267"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2060"/>
                </a:solidFill>
                <a:effectLst/>
                <a:uLnTx/>
                <a:uFillTx/>
                <a:cs typeface="Calibri" panose="020F0502020204030204" pitchFamily="34" charset="0"/>
              </a:rPr>
              <a:t>(b) </a:t>
            </a:r>
            <a:endParaRPr kumimoji="0" lang="en-IN" sz="1800" b="0" i="0" u="none" strike="noStrike" kern="0" cap="none" spc="0" normalizeH="0" baseline="0" noProof="0" dirty="0" smtClean="0">
              <a:ln>
                <a:noFill/>
              </a:ln>
              <a:solidFill>
                <a:srgbClr val="00407A"/>
              </a:solidFill>
              <a:effectLst/>
              <a:uLnTx/>
              <a:uFillTx/>
            </a:endParaRPr>
          </a:p>
        </p:txBody>
      </p:sp>
      <p:cxnSp>
        <p:nvCxnSpPr>
          <p:cNvPr id="115" name="Straight Connector 114">
            <a:extLst>
              <a:ext uri="{FF2B5EF4-FFF2-40B4-BE49-F238E27FC236}">
                <a16:creationId xmlns:a16="http://schemas.microsoft.com/office/drawing/2014/main" id="{5904BEA7-2CE0-94AB-5C74-9018339E8082}"/>
              </a:ext>
            </a:extLst>
          </p:cNvPr>
          <p:cNvCxnSpPr/>
          <p:nvPr/>
        </p:nvCxnSpPr>
        <p:spPr>
          <a:xfrm flipV="1">
            <a:off x="0" y="639298"/>
            <a:ext cx="12192000" cy="0"/>
          </a:xfrm>
          <a:prstGeom prst="line">
            <a:avLst/>
          </a:prstGeom>
          <a:noFill/>
          <a:ln w="63500" cap="flat" cmpd="sng" algn="ctr">
            <a:solidFill>
              <a:srgbClr val="002060"/>
            </a:solidFill>
            <a:prstDash val="solid"/>
          </a:ln>
          <a:effectLst/>
        </p:spPr>
      </p:cxnSp>
      <p:sp>
        <p:nvSpPr>
          <p:cNvPr id="116" name="TextBox 115">
            <a:extLst>
              <a:ext uri="{FF2B5EF4-FFF2-40B4-BE49-F238E27FC236}">
                <a16:creationId xmlns:a16="http://schemas.microsoft.com/office/drawing/2014/main" id="{406BF95E-6876-D7BD-BB01-E2D49865AACB}"/>
              </a:ext>
            </a:extLst>
          </p:cNvPr>
          <p:cNvSpPr txBox="1"/>
          <p:nvPr/>
        </p:nvSpPr>
        <p:spPr>
          <a:xfrm>
            <a:off x="7361944" y="4514204"/>
            <a:ext cx="4573280" cy="1200329"/>
          </a:xfrm>
          <a:prstGeom prst="rect">
            <a:avLst/>
          </a:prstGeom>
          <a:noFill/>
          <a:ln>
            <a:noFill/>
          </a:ln>
        </p:spPr>
        <p:txBody>
          <a:bodyPr wrap="square">
            <a:spAutoFit/>
          </a:bodyPr>
          <a:lstStyle/>
          <a:p>
            <a:pPr algn="just">
              <a:spcBef>
                <a:spcPct val="0"/>
              </a:spcBef>
            </a:pPr>
            <a:r>
              <a:rPr lang="en-US" dirty="0">
                <a:solidFill>
                  <a:srgbClr val="002060"/>
                </a:solidFill>
                <a:latin typeface="Times New Roman" panose="02020603050405020304" pitchFamily="18" charset="0"/>
                <a:ea typeface="MS Mincho" panose="02020609040205080304" pitchFamily="49" charset="-128"/>
                <a:cs typeface="Times New Roman" panose="02020603050405020304" pitchFamily="18" charset="0"/>
              </a:rPr>
              <a:t>As we increase the number of stages in MSSRO, the number of loops increases, reducing the overall small signals gain and, therefore, improving the phase noise.</a:t>
            </a:r>
          </a:p>
        </p:txBody>
      </p:sp>
      <p:sp>
        <p:nvSpPr>
          <p:cNvPr id="117" name="TextBox 116">
            <a:extLst>
              <a:ext uri="{FF2B5EF4-FFF2-40B4-BE49-F238E27FC236}">
                <a16:creationId xmlns:a16="http://schemas.microsoft.com/office/drawing/2014/main" id="{2D7E08B3-D58F-9ED0-85A8-91065E073090}"/>
              </a:ext>
            </a:extLst>
          </p:cNvPr>
          <p:cNvSpPr txBox="1"/>
          <p:nvPr/>
        </p:nvSpPr>
        <p:spPr>
          <a:xfrm>
            <a:off x="1263238" y="4731288"/>
            <a:ext cx="4540277" cy="923330"/>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smtClean="0">
                <a:ln>
                  <a:noFill/>
                </a:ln>
                <a:solidFill>
                  <a:srgbClr val="002060"/>
                </a:solidFill>
                <a:effectLst/>
                <a:uLnTx/>
                <a:uFillTx/>
              </a:rPr>
              <a:t>The small signal noise is amplified less as the denominator is larger compared to the nominator.</a:t>
            </a:r>
            <a:endParaRPr kumimoji="0" lang="en-IN" sz="1800" b="0" i="0" u="none" strike="noStrike" kern="0" cap="none" spc="0" normalizeH="0" baseline="0" noProof="0" dirty="0" smtClean="0">
              <a:ln>
                <a:noFill/>
              </a:ln>
              <a:solidFill>
                <a:srgbClr val="002060"/>
              </a:solidFill>
              <a:effectLst/>
              <a:uLnTx/>
              <a:uFillTx/>
            </a:endParaRPr>
          </a:p>
        </p:txBody>
      </p:sp>
      <p:grpSp>
        <p:nvGrpSpPr>
          <p:cNvPr id="118" name="Group 117">
            <a:extLst>
              <a:ext uri="{FF2B5EF4-FFF2-40B4-BE49-F238E27FC236}">
                <a16:creationId xmlns:a16="http://schemas.microsoft.com/office/drawing/2014/main" id="{B1405A20-CE57-2E3A-ACEF-CB8CCADB243E}"/>
              </a:ext>
            </a:extLst>
          </p:cNvPr>
          <p:cNvGrpSpPr/>
          <p:nvPr/>
        </p:nvGrpSpPr>
        <p:grpSpPr>
          <a:xfrm>
            <a:off x="723524" y="4833270"/>
            <a:ext cx="435826" cy="459337"/>
            <a:chOff x="1776139" y="3223476"/>
            <a:chExt cx="462237" cy="475491"/>
          </a:xfrm>
        </p:grpSpPr>
        <p:sp>
          <p:nvSpPr>
            <p:cNvPr id="119" name="Oval 118">
              <a:extLst>
                <a:ext uri="{FF2B5EF4-FFF2-40B4-BE49-F238E27FC236}">
                  <a16:creationId xmlns:a16="http://schemas.microsoft.com/office/drawing/2014/main" id="{B08100F4-3103-3CE9-1C21-53834AD0FD0B}"/>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20" name="Oval 119">
              <a:extLst>
                <a:ext uri="{FF2B5EF4-FFF2-40B4-BE49-F238E27FC236}">
                  <a16:creationId xmlns:a16="http://schemas.microsoft.com/office/drawing/2014/main" id="{A9F0B3DB-FF13-03C1-05A4-3A2024B0D5AD}"/>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21" name="Oval 120">
              <a:extLst>
                <a:ext uri="{FF2B5EF4-FFF2-40B4-BE49-F238E27FC236}">
                  <a16:creationId xmlns:a16="http://schemas.microsoft.com/office/drawing/2014/main" id="{0F14A98E-6DE9-1FD8-AFA9-C242B05CD49C}"/>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22" name="Arc 121">
              <a:extLst>
                <a:ext uri="{FF2B5EF4-FFF2-40B4-BE49-F238E27FC236}">
                  <a16:creationId xmlns:a16="http://schemas.microsoft.com/office/drawing/2014/main" id="{5EF38134-0882-4421-EA52-21131054EE92}"/>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cxnSp>
        <p:nvCxnSpPr>
          <p:cNvPr id="123" name="Straight Connector 122">
            <a:extLst>
              <a:ext uri="{FF2B5EF4-FFF2-40B4-BE49-F238E27FC236}">
                <a16:creationId xmlns:a16="http://schemas.microsoft.com/office/drawing/2014/main" id="{41D23ECF-3750-A97C-3143-F2CA1256890D}"/>
              </a:ext>
            </a:extLst>
          </p:cNvPr>
          <p:cNvCxnSpPr>
            <a:cxnSpLocks/>
          </p:cNvCxnSpPr>
          <p:nvPr/>
        </p:nvCxnSpPr>
        <p:spPr>
          <a:xfrm>
            <a:off x="41175" y="3344841"/>
            <a:ext cx="12150825" cy="0"/>
          </a:xfrm>
          <a:prstGeom prst="line">
            <a:avLst/>
          </a:prstGeom>
          <a:noFill/>
          <a:ln w="63500" cap="flat" cmpd="sng" algn="ctr">
            <a:solidFill>
              <a:srgbClr val="002060"/>
            </a:solidFill>
            <a:prstDash val="solid"/>
          </a:ln>
          <a:effectLst/>
        </p:spPr>
      </p:cxnSp>
      <p:grpSp>
        <p:nvGrpSpPr>
          <p:cNvPr id="124" name="Group 123">
            <a:extLst>
              <a:ext uri="{FF2B5EF4-FFF2-40B4-BE49-F238E27FC236}">
                <a16:creationId xmlns:a16="http://schemas.microsoft.com/office/drawing/2014/main" id="{3E993E8E-00D9-E833-784D-45BD76F4959F}"/>
              </a:ext>
            </a:extLst>
          </p:cNvPr>
          <p:cNvGrpSpPr/>
          <p:nvPr/>
        </p:nvGrpSpPr>
        <p:grpSpPr>
          <a:xfrm>
            <a:off x="6799419" y="4696855"/>
            <a:ext cx="435826" cy="459337"/>
            <a:chOff x="1776139" y="3223476"/>
            <a:chExt cx="462237" cy="475491"/>
          </a:xfrm>
        </p:grpSpPr>
        <p:sp>
          <p:nvSpPr>
            <p:cNvPr id="125" name="Oval 124">
              <a:extLst>
                <a:ext uri="{FF2B5EF4-FFF2-40B4-BE49-F238E27FC236}">
                  <a16:creationId xmlns:a16="http://schemas.microsoft.com/office/drawing/2014/main" id="{FFDDCE28-7975-380B-0298-548B4C715F38}"/>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26" name="Oval 125">
              <a:extLst>
                <a:ext uri="{FF2B5EF4-FFF2-40B4-BE49-F238E27FC236}">
                  <a16:creationId xmlns:a16="http://schemas.microsoft.com/office/drawing/2014/main" id="{25595166-51A6-7A94-118C-4E9508A9F843}"/>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27" name="Oval 126">
              <a:extLst>
                <a:ext uri="{FF2B5EF4-FFF2-40B4-BE49-F238E27FC236}">
                  <a16:creationId xmlns:a16="http://schemas.microsoft.com/office/drawing/2014/main" id="{3ADF8C75-01EE-D50F-6C0E-6FA6049F7402}"/>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28" name="Arc 127">
              <a:extLst>
                <a:ext uri="{FF2B5EF4-FFF2-40B4-BE49-F238E27FC236}">
                  <a16:creationId xmlns:a16="http://schemas.microsoft.com/office/drawing/2014/main" id="{63DC431A-96EB-7672-1552-0667B8E66907}"/>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cxnSp>
        <p:nvCxnSpPr>
          <p:cNvPr id="130" name="Straight Connector 129">
            <a:extLst>
              <a:ext uri="{FF2B5EF4-FFF2-40B4-BE49-F238E27FC236}">
                <a16:creationId xmlns:a16="http://schemas.microsoft.com/office/drawing/2014/main" id="{AFA06182-2572-8BB4-D241-B47A1EE59957}"/>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131" name="Straight Connector 130">
            <a:extLst>
              <a:ext uri="{FF2B5EF4-FFF2-40B4-BE49-F238E27FC236}">
                <a16:creationId xmlns:a16="http://schemas.microsoft.com/office/drawing/2014/main" id="{E775B956-E4F0-4D3A-B8A8-3FB7AB05E67A}"/>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132" name="Straight Connector 131">
            <a:extLst>
              <a:ext uri="{FF2B5EF4-FFF2-40B4-BE49-F238E27FC236}">
                <a16:creationId xmlns:a16="http://schemas.microsoft.com/office/drawing/2014/main" id="{B17C64CA-1527-85D2-53FA-C5BEA940E4F8}"/>
              </a:ext>
            </a:extLst>
          </p:cNvPr>
          <p:cNvCxnSpPr/>
          <p:nvPr/>
        </p:nvCxnSpPr>
        <p:spPr>
          <a:xfrm flipV="1">
            <a:off x="0" y="30424"/>
            <a:ext cx="12192000" cy="0"/>
          </a:xfrm>
          <a:prstGeom prst="line">
            <a:avLst/>
          </a:prstGeom>
          <a:noFill/>
          <a:ln w="63500" cap="flat" cmpd="sng" algn="ctr">
            <a:solidFill>
              <a:srgbClr val="002060"/>
            </a:solidFill>
            <a:prstDash val="solid"/>
          </a:ln>
          <a:effectLst/>
        </p:spPr>
      </p:cxnSp>
      <p:pic>
        <p:nvPicPr>
          <p:cNvPr id="133" name="Picture 132" descr="Icon&#10;&#10;Description automatically generated">
            <a:extLst>
              <a:ext uri="{FF2B5EF4-FFF2-40B4-BE49-F238E27FC236}">
                <a16:creationId xmlns:a16="http://schemas.microsoft.com/office/drawing/2014/main" id="{1B65FA06-68FF-B18A-A6CA-383ABB2A20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623" y="4808680"/>
            <a:ext cx="548247" cy="548247"/>
          </a:xfrm>
          <a:prstGeom prst="rect">
            <a:avLst/>
          </a:prstGeom>
        </p:spPr>
      </p:pic>
      <p:pic>
        <p:nvPicPr>
          <p:cNvPr id="134" name="Picture 133" descr="Icon&#10;&#10;Description automatically generated">
            <a:extLst>
              <a:ext uri="{FF2B5EF4-FFF2-40B4-BE49-F238E27FC236}">
                <a16:creationId xmlns:a16="http://schemas.microsoft.com/office/drawing/2014/main" id="{E60389E5-DFA6-902C-687B-C44797057B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67287" y="4652400"/>
            <a:ext cx="548247" cy="548247"/>
          </a:xfrm>
          <a:prstGeom prst="rect">
            <a:avLst/>
          </a:prstGeom>
        </p:spPr>
      </p:pic>
      <p:cxnSp>
        <p:nvCxnSpPr>
          <p:cNvPr id="135" name="Straight Connector 134">
            <a:extLst>
              <a:ext uri="{FF2B5EF4-FFF2-40B4-BE49-F238E27FC236}">
                <a16:creationId xmlns:a16="http://schemas.microsoft.com/office/drawing/2014/main" id="{F9BAFE36-406F-608E-E95F-8FEF4CD17141}"/>
              </a:ext>
            </a:extLst>
          </p:cNvPr>
          <p:cNvCxnSpPr>
            <a:cxnSpLocks/>
          </p:cNvCxnSpPr>
          <p:nvPr/>
        </p:nvCxnSpPr>
        <p:spPr>
          <a:xfrm flipH="1" flipV="1">
            <a:off x="6057414" y="675058"/>
            <a:ext cx="0" cy="2669783"/>
          </a:xfrm>
          <a:prstGeom prst="line">
            <a:avLst/>
          </a:prstGeom>
          <a:noFill/>
          <a:ln w="63500" cap="flat" cmpd="sng" algn="ctr">
            <a:solidFill>
              <a:srgbClr val="002060"/>
            </a:solidFill>
            <a:prstDash val="solid"/>
          </a:ln>
          <a:effectLst/>
        </p:spPr>
      </p:cxnSp>
      <p:sp>
        <p:nvSpPr>
          <p:cNvPr id="136" name="Rectangle 4">
            <a:extLst>
              <a:ext uri="{FF2B5EF4-FFF2-40B4-BE49-F238E27FC236}">
                <a16:creationId xmlns:a16="http://schemas.microsoft.com/office/drawing/2014/main" id="{9C479293-3E84-805A-03C5-1AF3FDCB8A30}"/>
              </a:ext>
            </a:extLst>
          </p:cNvPr>
          <p:cNvSpPr>
            <a:spLocks noChangeArrowheads="1"/>
          </p:cNvSpPr>
          <p:nvPr/>
        </p:nvSpPr>
        <p:spPr bwMode="auto">
          <a:xfrm>
            <a:off x="3156089" y="2804484"/>
            <a:ext cx="6002744" cy="338554"/>
          </a:xfrm>
          <a:prstGeom prst="rect">
            <a:avLst/>
          </a:prstGeom>
          <a:solidFill>
            <a:srgbClr val="FFFFFF"/>
          </a:solidFill>
          <a:ln>
            <a:noFill/>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sng" strike="noStrike" kern="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rPr>
              <a:t>Signal flow diagram of (a)5 stage (NSO), and (b) 6 stage (ZSO) MSSRO</a:t>
            </a:r>
          </a:p>
        </p:txBody>
      </p:sp>
    </p:spTree>
    <p:extLst>
      <p:ext uri="{BB962C8B-B14F-4D97-AF65-F5344CB8AC3E}">
        <p14:creationId xmlns:p14="http://schemas.microsoft.com/office/powerpoint/2010/main" val="37324478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12" grpId="0" animBg="1"/>
      <p:bldP spid="113" grpId="0"/>
      <p:bldP spid="114" grpId="0"/>
      <p:bldP spid="116" grpId="0"/>
      <p:bldP spid="117" grpId="0"/>
      <p:bldP spid="13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328F51-7E37-44D1-98FF-3DBCBA22D498}"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dirty="0"/>
          </a:p>
        </p:txBody>
      </p:sp>
      <p:sp>
        <p:nvSpPr>
          <p:cNvPr id="4" name="Slide Number Placeholder 3"/>
          <p:cNvSpPr>
            <a:spLocks noGrp="1"/>
          </p:cNvSpPr>
          <p:nvPr>
            <p:ph type="sldNum" sz="quarter" idx="12"/>
          </p:nvPr>
        </p:nvSpPr>
        <p:spPr/>
        <p:txBody>
          <a:bodyPr/>
          <a:lstStyle/>
          <a:p>
            <a:fld id="{60331F8A-FA1D-427D-B40D-66DA77956C52}" type="slidenum">
              <a:rPr lang="en-BE" smtClean="0"/>
              <a:t>45</a:t>
            </a:fld>
            <a:endParaRPr lang="en-BE"/>
          </a:p>
        </p:txBody>
      </p:sp>
      <p:sp>
        <p:nvSpPr>
          <p:cNvPr id="5" name="Rectangle 4">
            <a:extLst>
              <a:ext uri="{FF2B5EF4-FFF2-40B4-BE49-F238E27FC236}">
                <a16:creationId xmlns:a16="http://schemas.microsoft.com/office/drawing/2014/main" id="{9F95A134-D915-E9A3-C876-01261AF9B0BB}"/>
              </a:ext>
            </a:extLst>
          </p:cNvPr>
          <p:cNvSpPr/>
          <p:nvPr/>
        </p:nvSpPr>
        <p:spPr>
          <a:xfrm>
            <a:off x="9147438" y="547868"/>
            <a:ext cx="2646140" cy="2697106"/>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236D950E-23EC-2144-A3A7-9FE719ABD2A9}"/>
              </a:ext>
            </a:extLst>
          </p:cNvPr>
          <p:cNvGrpSpPr/>
          <p:nvPr/>
        </p:nvGrpSpPr>
        <p:grpSpPr>
          <a:xfrm>
            <a:off x="212104" y="487215"/>
            <a:ext cx="8712681" cy="5308951"/>
            <a:chOff x="253882" y="1093362"/>
            <a:chExt cx="8712681" cy="5308951"/>
          </a:xfrm>
        </p:grpSpPr>
        <p:grpSp>
          <p:nvGrpSpPr>
            <p:cNvPr id="7" name="Group 6">
              <a:extLst>
                <a:ext uri="{FF2B5EF4-FFF2-40B4-BE49-F238E27FC236}">
                  <a16:creationId xmlns:a16="http://schemas.microsoft.com/office/drawing/2014/main" id="{C6E8B579-47BC-01AA-FE64-52D8A9925FDA}"/>
                </a:ext>
              </a:extLst>
            </p:cNvPr>
            <p:cNvGrpSpPr/>
            <p:nvPr/>
          </p:nvGrpSpPr>
          <p:grpSpPr>
            <a:xfrm>
              <a:off x="253882" y="1093362"/>
              <a:ext cx="8712681" cy="5308951"/>
              <a:chOff x="253882" y="1093362"/>
              <a:chExt cx="8712681" cy="5308951"/>
            </a:xfrm>
          </p:grpSpPr>
          <p:grpSp>
            <p:nvGrpSpPr>
              <p:cNvPr id="9" name="Group 8">
                <a:extLst>
                  <a:ext uri="{FF2B5EF4-FFF2-40B4-BE49-F238E27FC236}">
                    <a16:creationId xmlns:a16="http://schemas.microsoft.com/office/drawing/2014/main" id="{0B90291F-AFE4-FF1C-B86E-1807F6E84433}"/>
                  </a:ext>
                </a:extLst>
              </p:cNvPr>
              <p:cNvGrpSpPr/>
              <p:nvPr/>
            </p:nvGrpSpPr>
            <p:grpSpPr>
              <a:xfrm>
                <a:off x="4693230" y="1093362"/>
                <a:ext cx="4273333" cy="5296147"/>
                <a:chOff x="4000735" y="1088511"/>
                <a:chExt cx="4273333" cy="5296147"/>
              </a:xfrm>
            </p:grpSpPr>
            <p:sp>
              <p:nvSpPr>
                <p:cNvPr id="138" name="Rectangle 137">
                  <a:extLst>
                    <a:ext uri="{FF2B5EF4-FFF2-40B4-BE49-F238E27FC236}">
                      <a16:creationId xmlns:a16="http://schemas.microsoft.com/office/drawing/2014/main" id="{F5435B43-B0FB-FDBC-18D8-ED03A53B8CC1}"/>
                    </a:ext>
                  </a:extLst>
                </p:cNvPr>
                <p:cNvSpPr/>
                <p:nvPr/>
              </p:nvSpPr>
              <p:spPr>
                <a:xfrm>
                  <a:off x="4064152" y="1161718"/>
                  <a:ext cx="4137808" cy="5222940"/>
                </a:xfrm>
                <a:prstGeom prst="rect">
                  <a:avLst/>
                </a:prstGeom>
                <a:solidFill>
                  <a:srgbClr val="FBE5D6"/>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panose="020F0502020204030204"/>
                  </a:endParaRPr>
                </a:p>
              </p:txBody>
            </p:sp>
            <p:sp>
              <p:nvSpPr>
                <p:cNvPr id="139" name="Rectangle 138">
                  <a:extLst>
                    <a:ext uri="{FF2B5EF4-FFF2-40B4-BE49-F238E27FC236}">
                      <a16:creationId xmlns:a16="http://schemas.microsoft.com/office/drawing/2014/main" id="{DB4C6213-BE60-107C-BC35-2F8880D7005D}"/>
                    </a:ext>
                  </a:extLst>
                </p:cNvPr>
                <p:cNvSpPr/>
                <p:nvPr/>
              </p:nvSpPr>
              <p:spPr>
                <a:xfrm>
                  <a:off x="5401324" y="3616238"/>
                  <a:ext cx="1010183" cy="2393434"/>
                </a:xfrm>
                <a:prstGeom prst="rect">
                  <a:avLst/>
                </a:prstGeom>
                <a:solidFill>
                  <a:srgbClr val="ED7D31">
                    <a:lumMod val="20000"/>
                    <a:lumOff val="80000"/>
                  </a:srgbClr>
                </a:solidFill>
                <a:ln w="15875"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140" name="Rectangle 139">
                  <a:extLst>
                    <a:ext uri="{FF2B5EF4-FFF2-40B4-BE49-F238E27FC236}">
                      <a16:creationId xmlns:a16="http://schemas.microsoft.com/office/drawing/2014/main" id="{6D83EEED-6C37-B5DB-9FBD-BBD82AA76F7D}"/>
                    </a:ext>
                  </a:extLst>
                </p:cNvPr>
                <p:cNvSpPr/>
                <p:nvPr/>
              </p:nvSpPr>
              <p:spPr>
                <a:xfrm>
                  <a:off x="5571941" y="1397551"/>
                  <a:ext cx="1571816" cy="2116976"/>
                </a:xfrm>
                <a:prstGeom prst="rect">
                  <a:avLst/>
                </a:prstGeom>
                <a:solidFill>
                  <a:sysClr val="window" lastClr="FFFFFF">
                    <a:lumMod val="85000"/>
                  </a:sysClr>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141" name="Freeform 16">
                  <a:extLst>
                    <a:ext uri="{FF2B5EF4-FFF2-40B4-BE49-F238E27FC236}">
                      <a16:creationId xmlns:a16="http://schemas.microsoft.com/office/drawing/2014/main" id="{E266C7BC-4F66-B335-D230-DEC2F52D8E7F}"/>
                    </a:ext>
                  </a:extLst>
                </p:cNvPr>
                <p:cNvSpPr/>
                <p:nvPr/>
              </p:nvSpPr>
              <p:spPr>
                <a:xfrm>
                  <a:off x="4834370" y="1460786"/>
                  <a:ext cx="2220906" cy="890763"/>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317788"/>
                    <a:gd name="connsiteY0" fmla="*/ 1963864 h 1963864"/>
                    <a:gd name="connsiteX1" fmla="*/ 391708 w 3317788"/>
                    <a:gd name="connsiteY1" fmla="*/ 1400251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51694 w 3317788"/>
                    <a:gd name="connsiteY5" fmla="*/ 109221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30453 w 3317788"/>
                    <a:gd name="connsiteY5" fmla="*/ 53803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2531 h 1962531"/>
                    <a:gd name="connsiteX1" fmla="*/ 264258 w 3317788"/>
                    <a:gd name="connsiteY1" fmla="*/ 1301936 h 1962531"/>
                    <a:gd name="connsiteX2" fmla="*/ 373215 w 3317788"/>
                    <a:gd name="connsiteY2" fmla="*/ 1054046 h 1962531"/>
                    <a:gd name="connsiteX3" fmla="*/ 549480 w 3317788"/>
                    <a:gd name="connsiteY3" fmla="*/ 627113 h 1962531"/>
                    <a:gd name="connsiteX4" fmla="*/ 753741 w 3317788"/>
                    <a:gd name="connsiteY4" fmla="*/ 282933 h 1962531"/>
                    <a:gd name="connsiteX5" fmla="*/ 930453 w 3317788"/>
                    <a:gd name="connsiteY5" fmla="*/ 52470 h 1962531"/>
                    <a:gd name="connsiteX6" fmla="*/ 1045432 w 3317788"/>
                    <a:gd name="connsiteY6" fmla="*/ 13010 h 1962531"/>
                    <a:gd name="connsiteX7" fmla="*/ 1263904 w 3317788"/>
                    <a:gd name="connsiteY7" fmla="*/ 514 h 1962531"/>
                    <a:gd name="connsiteX8" fmla="*/ 1467887 w 3317788"/>
                    <a:gd name="connsiteY8" fmla="*/ 27318 h 1962531"/>
                    <a:gd name="connsiteX9" fmla="*/ 1664833 w 3317788"/>
                    <a:gd name="connsiteY9" fmla="*/ 190429 h 1962531"/>
                    <a:gd name="connsiteX10" fmla="*/ 1812545 w 3317788"/>
                    <a:gd name="connsiteY10" fmla="*/ 575958 h 1962531"/>
                    <a:gd name="connsiteX11" fmla="*/ 2037627 w 3317788"/>
                    <a:gd name="connsiteY11" fmla="*/ 1428384 h 1962531"/>
                    <a:gd name="connsiteX12" fmla="*/ 2192372 w 3317788"/>
                    <a:gd name="connsiteY12" fmla="*/ 1773043 h 1962531"/>
                    <a:gd name="connsiteX13" fmla="*/ 2361184 w 3317788"/>
                    <a:gd name="connsiteY13" fmla="*/ 1906686 h 1962531"/>
                    <a:gd name="connsiteX14" fmla="*/ 2621436 w 3317788"/>
                    <a:gd name="connsiteY14" fmla="*/ 1794145 h 1962531"/>
                    <a:gd name="connsiteX15" fmla="*/ 2909825 w 3317788"/>
                    <a:gd name="connsiteY15" fmla="*/ 1209004 h 1962531"/>
                    <a:gd name="connsiteX16" fmla="*/ 3036433 w 3317788"/>
                    <a:gd name="connsiteY16" fmla="*/ 921947 h 1962531"/>
                    <a:gd name="connsiteX17" fmla="*/ 3141942 w 3317788"/>
                    <a:gd name="connsiteY17" fmla="*/ 575958 h 1962531"/>
                    <a:gd name="connsiteX18" fmla="*/ 3275585 w 3317788"/>
                    <a:gd name="connsiteY18" fmla="*/ 203164 h 1962531"/>
                    <a:gd name="connsiteX19" fmla="*/ 3317788 w 3317788"/>
                    <a:gd name="connsiteY19" fmla="*/ 49751 h 1962531"/>
                    <a:gd name="connsiteX0" fmla="*/ 0 w 3317788"/>
                    <a:gd name="connsiteY0" fmla="*/ 1976836 h 1976836"/>
                    <a:gd name="connsiteX1" fmla="*/ 264258 w 3317788"/>
                    <a:gd name="connsiteY1" fmla="*/ 1316241 h 1976836"/>
                    <a:gd name="connsiteX2" fmla="*/ 373215 w 3317788"/>
                    <a:gd name="connsiteY2" fmla="*/ 1068351 h 1976836"/>
                    <a:gd name="connsiteX3" fmla="*/ 549480 w 3317788"/>
                    <a:gd name="connsiteY3" fmla="*/ 641418 h 1976836"/>
                    <a:gd name="connsiteX4" fmla="*/ 753741 w 3317788"/>
                    <a:gd name="connsiteY4" fmla="*/ 297238 h 1976836"/>
                    <a:gd name="connsiteX5" fmla="*/ 930453 w 3317788"/>
                    <a:gd name="connsiteY5" fmla="*/ 66775 h 1976836"/>
                    <a:gd name="connsiteX6" fmla="*/ 1045432 w 3317788"/>
                    <a:gd name="connsiteY6" fmla="*/ 27315 h 1976836"/>
                    <a:gd name="connsiteX7" fmla="*/ 1263904 w 3317788"/>
                    <a:gd name="connsiteY7" fmla="*/ 14819 h 1976836"/>
                    <a:gd name="connsiteX8" fmla="*/ 1467887 w 3317788"/>
                    <a:gd name="connsiteY8" fmla="*/ 12440 h 1976836"/>
                    <a:gd name="connsiteX9" fmla="*/ 1664833 w 3317788"/>
                    <a:gd name="connsiteY9" fmla="*/ 204734 h 1976836"/>
                    <a:gd name="connsiteX10" fmla="*/ 1812545 w 3317788"/>
                    <a:gd name="connsiteY10" fmla="*/ 590263 h 1976836"/>
                    <a:gd name="connsiteX11" fmla="*/ 2037627 w 3317788"/>
                    <a:gd name="connsiteY11" fmla="*/ 1442689 h 1976836"/>
                    <a:gd name="connsiteX12" fmla="*/ 2192372 w 3317788"/>
                    <a:gd name="connsiteY12" fmla="*/ 1787348 h 1976836"/>
                    <a:gd name="connsiteX13" fmla="*/ 2361184 w 3317788"/>
                    <a:gd name="connsiteY13" fmla="*/ 1920991 h 1976836"/>
                    <a:gd name="connsiteX14" fmla="*/ 2621436 w 3317788"/>
                    <a:gd name="connsiteY14" fmla="*/ 1808450 h 1976836"/>
                    <a:gd name="connsiteX15" fmla="*/ 2909825 w 3317788"/>
                    <a:gd name="connsiteY15" fmla="*/ 1223309 h 1976836"/>
                    <a:gd name="connsiteX16" fmla="*/ 3036433 w 3317788"/>
                    <a:gd name="connsiteY16" fmla="*/ 936252 h 1976836"/>
                    <a:gd name="connsiteX17" fmla="*/ 3141942 w 3317788"/>
                    <a:gd name="connsiteY17" fmla="*/ 590263 h 1976836"/>
                    <a:gd name="connsiteX18" fmla="*/ 3275585 w 3317788"/>
                    <a:gd name="connsiteY18" fmla="*/ 217469 h 1976836"/>
                    <a:gd name="connsiteX19" fmla="*/ 3317788 w 3317788"/>
                    <a:gd name="connsiteY19" fmla="*/ 64056 h 1976836"/>
                    <a:gd name="connsiteX0" fmla="*/ 0 w 3317788"/>
                    <a:gd name="connsiteY0" fmla="*/ 1997415 h 1997415"/>
                    <a:gd name="connsiteX1" fmla="*/ 264258 w 3317788"/>
                    <a:gd name="connsiteY1" fmla="*/ 1336820 h 1997415"/>
                    <a:gd name="connsiteX2" fmla="*/ 373215 w 3317788"/>
                    <a:gd name="connsiteY2" fmla="*/ 1088930 h 1997415"/>
                    <a:gd name="connsiteX3" fmla="*/ 549480 w 3317788"/>
                    <a:gd name="connsiteY3" fmla="*/ 661997 h 1997415"/>
                    <a:gd name="connsiteX4" fmla="*/ 753741 w 3317788"/>
                    <a:gd name="connsiteY4" fmla="*/ 317817 h 1997415"/>
                    <a:gd name="connsiteX5" fmla="*/ 930453 w 3317788"/>
                    <a:gd name="connsiteY5" fmla="*/ 87354 h 1997415"/>
                    <a:gd name="connsiteX6" fmla="*/ 1045432 w 3317788"/>
                    <a:gd name="connsiteY6" fmla="*/ 47894 h 1997415"/>
                    <a:gd name="connsiteX7" fmla="*/ 1263904 w 3317788"/>
                    <a:gd name="connsiteY7" fmla="*/ 1351 h 1997415"/>
                    <a:gd name="connsiteX8" fmla="*/ 1467887 w 3317788"/>
                    <a:gd name="connsiteY8" fmla="*/ 33019 h 1997415"/>
                    <a:gd name="connsiteX9" fmla="*/ 1664833 w 3317788"/>
                    <a:gd name="connsiteY9" fmla="*/ 225313 h 1997415"/>
                    <a:gd name="connsiteX10" fmla="*/ 1812545 w 3317788"/>
                    <a:gd name="connsiteY10" fmla="*/ 610842 h 1997415"/>
                    <a:gd name="connsiteX11" fmla="*/ 2037627 w 3317788"/>
                    <a:gd name="connsiteY11" fmla="*/ 1463268 h 1997415"/>
                    <a:gd name="connsiteX12" fmla="*/ 2192372 w 3317788"/>
                    <a:gd name="connsiteY12" fmla="*/ 1807927 h 1997415"/>
                    <a:gd name="connsiteX13" fmla="*/ 2361184 w 3317788"/>
                    <a:gd name="connsiteY13" fmla="*/ 1941570 h 1997415"/>
                    <a:gd name="connsiteX14" fmla="*/ 2621436 w 3317788"/>
                    <a:gd name="connsiteY14" fmla="*/ 1829029 h 1997415"/>
                    <a:gd name="connsiteX15" fmla="*/ 2909825 w 3317788"/>
                    <a:gd name="connsiteY15" fmla="*/ 1243888 h 1997415"/>
                    <a:gd name="connsiteX16" fmla="*/ 3036433 w 3317788"/>
                    <a:gd name="connsiteY16" fmla="*/ 956831 h 1997415"/>
                    <a:gd name="connsiteX17" fmla="*/ 3141942 w 3317788"/>
                    <a:gd name="connsiteY17" fmla="*/ 610842 h 1997415"/>
                    <a:gd name="connsiteX18" fmla="*/ 3275585 w 3317788"/>
                    <a:gd name="connsiteY18" fmla="*/ 238048 h 1997415"/>
                    <a:gd name="connsiteX19" fmla="*/ 3317788 w 3317788"/>
                    <a:gd name="connsiteY19" fmla="*/ 84635 h 199741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8933"/>
                    <a:gd name="connsiteX1" fmla="*/ 264258 w 3317788"/>
                    <a:gd name="connsiteY1" fmla="*/ 1335640 h 1998933"/>
                    <a:gd name="connsiteX2" fmla="*/ 373215 w 3317788"/>
                    <a:gd name="connsiteY2" fmla="*/ 1087750 h 1998933"/>
                    <a:gd name="connsiteX3" fmla="*/ 549480 w 3317788"/>
                    <a:gd name="connsiteY3" fmla="*/ 660817 h 1998933"/>
                    <a:gd name="connsiteX4" fmla="*/ 753741 w 3317788"/>
                    <a:gd name="connsiteY4" fmla="*/ 316637 h 1998933"/>
                    <a:gd name="connsiteX5" fmla="*/ 930453 w 3317788"/>
                    <a:gd name="connsiteY5" fmla="*/ 86174 h 1998933"/>
                    <a:gd name="connsiteX6" fmla="*/ 1045432 w 3317788"/>
                    <a:gd name="connsiteY6" fmla="*/ 22395 h 1998933"/>
                    <a:gd name="connsiteX7" fmla="*/ 1263904 w 3317788"/>
                    <a:gd name="connsiteY7" fmla="*/ 171 h 1998933"/>
                    <a:gd name="connsiteX8" fmla="*/ 1467887 w 3317788"/>
                    <a:gd name="connsiteY8" fmla="*/ 31839 h 1998933"/>
                    <a:gd name="connsiteX9" fmla="*/ 1664833 w 3317788"/>
                    <a:gd name="connsiteY9" fmla="*/ 224133 h 1998933"/>
                    <a:gd name="connsiteX10" fmla="*/ 1812545 w 3317788"/>
                    <a:gd name="connsiteY10" fmla="*/ 609662 h 1998933"/>
                    <a:gd name="connsiteX11" fmla="*/ 2037627 w 3317788"/>
                    <a:gd name="connsiteY11" fmla="*/ 1462088 h 1998933"/>
                    <a:gd name="connsiteX12" fmla="*/ 2192372 w 3317788"/>
                    <a:gd name="connsiteY12" fmla="*/ 1806747 h 1998933"/>
                    <a:gd name="connsiteX13" fmla="*/ 2364912 w 3317788"/>
                    <a:gd name="connsiteY13" fmla="*/ 1998756 h 1998933"/>
                    <a:gd name="connsiteX14" fmla="*/ 2621436 w 3317788"/>
                    <a:gd name="connsiteY14" fmla="*/ 1827849 h 1998933"/>
                    <a:gd name="connsiteX15" fmla="*/ 2909825 w 3317788"/>
                    <a:gd name="connsiteY15" fmla="*/ 1242708 h 1998933"/>
                    <a:gd name="connsiteX16" fmla="*/ 3036433 w 3317788"/>
                    <a:gd name="connsiteY16" fmla="*/ 955651 h 1998933"/>
                    <a:gd name="connsiteX17" fmla="*/ 3141942 w 3317788"/>
                    <a:gd name="connsiteY17" fmla="*/ 609662 h 1998933"/>
                    <a:gd name="connsiteX18" fmla="*/ 3275585 w 3317788"/>
                    <a:gd name="connsiteY18" fmla="*/ 236868 h 1998933"/>
                    <a:gd name="connsiteX19" fmla="*/ 3317788 w 3317788"/>
                    <a:gd name="connsiteY19" fmla="*/ 83455 h 1998933"/>
                    <a:gd name="connsiteX0" fmla="*/ 0 w 3317788"/>
                    <a:gd name="connsiteY0" fmla="*/ 1996235 h 2008638"/>
                    <a:gd name="connsiteX1" fmla="*/ 264258 w 3317788"/>
                    <a:gd name="connsiteY1" fmla="*/ 1335640 h 2008638"/>
                    <a:gd name="connsiteX2" fmla="*/ 373215 w 3317788"/>
                    <a:gd name="connsiteY2" fmla="*/ 1087750 h 2008638"/>
                    <a:gd name="connsiteX3" fmla="*/ 549480 w 3317788"/>
                    <a:gd name="connsiteY3" fmla="*/ 660817 h 2008638"/>
                    <a:gd name="connsiteX4" fmla="*/ 753741 w 3317788"/>
                    <a:gd name="connsiteY4" fmla="*/ 316637 h 2008638"/>
                    <a:gd name="connsiteX5" fmla="*/ 930453 w 3317788"/>
                    <a:gd name="connsiteY5" fmla="*/ 86174 h 2008638"/>
                    <a:gd name="connsiteX6" fmla="*/ 1045432 w 3317788"/>
                    <a:gd name="connsiteY6" fmla="*/ 22395 h 2008638"/>
                    <a:gd name="connsiteX7" fmla="*/ 1263904 w 3317788"/>
                    <a:gd name="connsiteY7" fmla="*/ 171 h 2008638"/>
                    <a:gd name="connsiteX8" fmla="*/ 1467887 w 3317788"/>
                    <a:gd name="connsiteY8" fmla="*/ 31839 h 2008638"/>
                    <a:gd name="connsiteX9" fmla="*/ 1664833 w 3317788"/>
                    <a:gd name="connsiteY9" fmla="*/ 224133 h 2008638"/>
                    <a:gd name="connsiteX10" fmla="*/ 1812545 w 3317788"/>
                    <a:gd name="connsiteY10" fmla="*/ 609662 h 2008638"/>
                    <a:gd name="connsiteX11" fmla="*/ 2037627 w 3317788"/>
                    <a:gd name="connsiteY11" fmla="*/ 1462088 h 2008638"/>
                    <a:gd name="connsiteX12" fmla="*/ 2192372 w 3317788"/>
                    <a:gd name="connsiteY12" fmla="*/ 1806747 h 2008638"/>
                    <a:gd name="connsiteX13" fmla="*/ 2394741 w 3317788"/>
                    <a:gd name="connsiteY13" fmla="*/ 2008484 h 2008638"/>
                    <a:gd name="connsiteX14" fmla="*/ 2621436 w 3317788"/>
                    <a:gd name="connsiteY14" fmla="*/ 1827849 h 2008638"/>
                    <a:gd name="connsiteX15" fmla="*/ 2909825 w 3317788"/>
                    <a:gd name="connsiteY15" fmla="*/ 1242708 h 2008638"/>
                    <a:gd name="connsiteX16" fmla="*/ 3036433 w 3317788"/>
                    <a:gd name="connsiteY16" fmla="*/ 955651 h 2008638"/>
                    <a:gd name="connsiteX17" fmla="*/ 3141942 w 3317788"/>
                    <a:gd name="connsiteY17" fmla="*/ 609662 h 2008638"/>
                    <a:gd name="connsiteX18" fmla="*/ 3275585 w 3317788"/>
                    <a:gd name="connsiteY18" fmla="*/ 236868 h 2008638"/>
                    <a:gd name="connsiteX19" fmla="*/ 3317788 w 3317788"/>
                    <a:gd name="connsiteY19" fmla="*/ 83455 h 2008638"/>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413384 w 3317788"/>
                    <a:gd name="connsiteY13" fmla="*/ 1989029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2057214"/>
                    <a:gd name="connsiteX1" fmla="*/ 264258 w 3317788"/>
                    <a:gd name="connsiteY1" fmla="*/ 1335640 h 2057214"/>
                    <a:gd name="connsiteX2" fmla="*/ 373215 w 3317788"/>
                    <a:gd name="connsiteY2" fmla="*/ 1087750 h 2057214"/>
                    <a:gd name="connsiteX3" fmla="*/ 549480 w 3317788"/>
                    <a:gd name="connsiteY3" fmla="*/ 660817 h 2057214"/>
                    <a:gd name="connsiteX4" fmla="*/ 753741 w 3317788"/>
                    <a:gd name="connsiteY4" fmla="*/ 316637 h 2057214"/>
                    <a:gd name="connsiteX5" fmla="*/ 930453 w 3317788"/>
                    <a:gd name="connsiteY5" fmla="*/ 86174 h 2057214"/>
                    <a:gd name="connsiteX6" fmla="*/ 1045432 w 3317788"/>
                    <a:gd name="connsiteY6" fmla="*/ 22395 h 2057214"/>
                    <a:gd name="connsiteX7" fmla="*/ 1263904 w 3317788"/>
                    <a:gd name="connsiteY7" fmla="*/ 171 h 2057214"/>
                    <a:gd name="connsiteX8" fmla="*/ 1467887 w 3317788"/>
                    <a:gd name="connsiteY8" fmla="*/ 31839 h 2057214"/>
                    <a:gd name="connsiteX9" fmla="*/ 1664833 w 3317788"/>
                    <a:gd name="connsiteY9" fmla="*/ 224133 h 2057214"/>
                    <a:gd name="connsiteX10" fmla="*/ 1812545 w 3317788"/>
                    <a:gd name="connsiteY10" fmla="*/ 609662 h 2057214"/>
                    <a:gd name="connsiteX11" fmla="*/ 2037627 w 3317788"/>
                    <a:gd name="connsiteY11" fmla="*/ 1462088 h 2057214"/>
                    <a:gd name="connsiteX12" fmla="*/ 2192372 w 3317788"/>
                    <a:gd name="connsiteY12" fmla="*/ 1806747 h 2057214"/>
                    <a:gd name="connsiteX13" fmla="*/ 2394741 w 3317788"/>
                    <a:gd name="connsiteY13" fmla="*/ 2057122 h 2057214"/>
                    <a:gd name="connsiteX14" fmla="*/ 2621436 w 3317788"/>
                    <a:gd name="connsiteY14" fmla="*/ 1827849 h 2057214"/>
                    <a:gd name="connsiteX15" fmla="*/ 2909825 w 3317788"/>
                    <a:gd name="connsiteY15" fmla="*/ 1242708 h 2057214"/>
                    <a:gd name="connsiteX16" fmla="*/ 3036433 w 3317788"/>
                    <a:gd name="connsiteY16" fmla="*/ 955651 h 2057214"/>
                    <a:gd name="connsiteX17" fmla="*/ 3141942 w 3317788"/>
                    <a:gd name="connsiteY17" fmla="*/ 609662 h 2057214"/>
                    <a:gd name="connsiteX18" fmla="*/ 3275585 w 3317788"/>
                    <a:gd name="connsiteY18" fmla="*/ 236868 h 2057214"/>
                    <a:gd name="connsiteX19" fmla="*/ 3317788 w 3317788"/>
                    <a:gd name="connsiteY19" fmla="*/ 83455 h 2057214"/>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1012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8470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42643"/>
                    <a:gd name="connsiteX1" fmla="*/ 264258 w 3317788"/>
                    <a:gd name="connsiteY1" fmla="*/ 1335640 h 2042643"/>
                    <a:gd name="connsiteX2" fmla="*/ 373215 w 3317788"/>
                    <a:gd name="connsiteY2" fmla="*/ 1087750 h 2042643"/>
                    <a:gd name="connsiteX3" fmla="*/ 549480 w 3317788"/>
                    <a:gd name="connsiteY3" fmla="*/ 660817 h 2042643"/>
                    <a:gd name="connsiteX4" fmla="*/ 753741 w 3317788"/>
                    <a:gd name="connsiteY4" fmla="*/ 316637 h 2042643"/>
                    <a:gd name="connsiteX5" fmla="*/ 930453 w 3317788"/>
                    <a:gd name="connsiteY5" fmla="*/ 86174 h 2042643"/>
                    <a:gd name="connsiteX6" fmla="*/ 1045432 w 3317788"/>
                    <a:gd name="connsiteY6" fmla="*/ 22395 h 2042643"/>
                    <a:gd name="connsiteX7" fmla="*/ 1263904 w 3317788"/>
                    <a:gd name="connsiteY7" fmla="*/ 171 h 2042643"/>
                    <a:gd name="connsiteX8" fmla="*/ 1467887 w 3317788"/>
                    <a:gd name="connsiteY8" fmla="*/ 31839 h 2042643"/>
                    <a:gd name="connsiteX9" fmla="*/ 1664833 w 3317788"/>
                    <a:gd name="connsiteY9" fmla="*/ 224133 h 2042643"/>
                    <a:gd name="connsiteX10" fmla="*/ 1812545 w 3317788"/>
                    <a:gd name="connsiteY10" fmla="*/ 609662 h 2042643"/>
                    <a:gd name="connsiteX11" fmla="*/ 2037627 w 3317788"/>
                    <a:gd name="connsiteY11" fmla="*/ 1462088 h 2042643"/>
                    <a:gd name="connsiteX12" fmla="*/ 2192372 w 3317788"/>
                    <a:gd name="connsiteY12" fmla="*/ 1806747 h 2042643"/>
                    <a:gd name="connsiteX13" fmla="*/ 2346289 w 3317788"/>
                    <a:gd name="connsiteY13" fmla="*/ 2002930 h 2042643"/>
                    <a:gd name="connsiteX14" fmla="*/ 2398470 w 3317788"/>
                    <a:gd name="connsiteY14" fmla="*/ 2027939 h 2042643"/>
                    <a:gd name="connsiteX15" fmla="*/ 2621436 w 3317788"/>
                    <a:gd name="connsiteY15" fmla="*/ 1827849 h 2042643"/>
                    <a:gd name="connsiteX16" fmla="*/ 2909825 w 3317788"/>
                    <a:gd name="connsiteY16" fmla="*/ 1242708 h 2042643"/>
                    <a:gd name="connsiteX17" fmla="*/ 3036433 w 3317788"/>
                    <a:gd name="connsiteY17" fmla="*/ 955651 h 2042643"/>
                    <a:gd name="connsiteX18" fmla="*/ 3141942 w 3317788"/>
                    <a:gd name="connsiteY18" fmla="*/ 609662 h 2042643"/>
                    <a:gd name="connsiteX19" fmla="*/ 3275585 w 3317788"/>
                    <a:gd name="connsiteY19" fmla="*/ 236868 h 2042643"/>
                    <a:gd name="connsiteX20" fmla="*/ 3317788 w 3317788"/>
                    <a:gd name="connsiteY20" fmla="*/ 83455 h 2042643"/>
                    <a:gd name="connsiteX0" fmla="*/ 0 w 3317788"/>
                    <a:gd name="connsiteY0" fmla="*/ 1996235 h 2033151"/>
                    <a:gd name="connsiteX1" fmla="*/ 264258 w 3317788"/>
                    <a:gd name="connsiteY1" fmla="*/ 1335640 h 2033151"/>
                    <a:gd name="connsiteX2" fmla="*/ 373215 w 3317788"/>
                    <a:gd name="connsiteY2" fmla="*/ 1087750 h 2033151"/>
                    <a:gd name="connsiteX3" fmla="*/ 549480 w 3317788"/>
                    <a:gd name="connsiteY3" fmla="*/ 660817 h 2033151"/>
                    <a:gd name="connsiteX4" fmla="*/ 753741 w 3317788"/>
                    <a:gd name="connsiteY4" fmla="*/ 316637 h 2033151"/>
                    <a:gd name="connsiteX5" fmla="*/ 930453 w 3317788"/>
                    <a:gd name="connsiteY5" fmla="*/ 86174 h 2033151"/>
                    <a:gd name="connsiteX6" fmla="*/ 1045432 w 3317788"/>
                    <a:gd name="connsiteY6" fmla="*/ 22395 h 2033151"/>
                    <a:gd name="connsiteX7" fmla="*/ 1263904 w 3317788"/>
                    <a:gd name="connsiteY7" fmla="*/ 171 h 2033151"/>
                    <a:gd name="connsiteX8" fmla="*/ 1467887 w 3317788"/>
                    <a:gd name="connsiteY8" fmla="*/ 31839 h 2033151"/>
                    <a:gd name="connsiteX9" fmla="*/ 1664833 w 3317788"/>
                    <a:gd name="connsiteY9" fmla="*/ 224133 h 2033151"/>
                    <a:gd name="connsiteX10" fmla="*/ 1812545 w 3317788"/>
                    <a:gd name="connsiteY10" fmla="*/ 609662 h 2033151"/>
                    <a:gd name="connsiteX11" fmla="*/ 2037627 w 3317788"/>
                    <a:gd name="connsiteY11" fmla="*/ 1462088 h 2033151"/>
                    <a:gd name="connsiteX12" fmla="*/ 2192372 w 3317788"/>
                    <a:gd name="connsiteY12" fmla="*/ 1806747 h 2033151"/>
                    <a:gd name="connsiteX13" fmla="*/ 2346289 w 3317788"/>
                    <a:gd name="connsiteY13" fmla="*/ 2002930 h 2033151"/>
                    <a:gd name="connsiteX14" fmla="*/ 2435756 w 3317788"/>
                    <a:gd name="connsiteY14" fmla="*/ 2013347 h 2033151"/>
                    <a:gd name="connsiteX15" fmla="*/ 2621436 w 3317788"/>
                    <a:gd name="connsiteY15" fmla="*/ 1827849 h 2033151"/>
                    <a:gd name="connsiteX16" fmla="*/ 2909825 w 3317788"/>
                    <a:gd name="connsiteY16" fmla="*/ 1242708 h 2033151"/>
                    <a:gd name="connsiteX17" fmla="*/ 3036433 w 3317788"/>
                    <a:gd name="connsiteY17" fmla="*/ 955651 h 2033151"/>
                    <a:gd name="connsiteX18" fmla="*/ 3141942 w 3317788"/>
                    <a:gd name="connsiteY18" fmla="*/ 609662 h 2033151"/>
                    <a:gd name="connsiteX19" fmla="*/ 3275585 w 3317788"/>
                    <a:gd name="connsiteY19" fmla="*/ 236868 h 2033151"/>
                    <a:gd name="connsiteX20" fmla="*/ 3317788 w 3317788"/>
                    <a:gd name="connsiteY20" fmla="*/ 83455 h 2033151"/>
                    <a:gd name="connsiteX0" fmla="*/ 0 w 3317788"/>
                    <a:gd name="connsiteY0" fmla="*/ 1996235 h 2028097"/>
                    <a:gd name="connsiteX1" fmla="*/ 264258 w 3317788"/>
                    <a:gd name="connsiteY1" fmla="*/ 1335640 h 2028097"/>
                    <a:gd name="connsiteX2" fmla="*/ 373215 w 3317788"/>
                    <a:gd name="connsiteY2" fmla="*/ 1087750 h 2028097"/>
                    <a:gd name="connsiteX3" fmla="*/ 549480 w 3317788"/>
                    <a:gd name="connsiteY3" fmla="*/ 660817 h 2028097"/>
                    <a:gd name="connsiteX4" fmla="*/ 753741 w 3317788"/>
                    <a:gd name="connsiteY4" fmla="*/ 316637 h 2028097"/>
                    <a:gd name="connsiteX5" fmla="*/ 930453 w 3317788"/>
                    <a:gd name="connsiteY5" fmla="*/ 86174 h 2028097"/>
                    <a:gd name="connsiteX6" fmla="*/ 1045432 w 3317788"/>
                    <a:gd name="connsiteY6" fmla="*/ 22395 h 2028097"/>
                    <a:gd name="connsiteX7" fmla="*/ 1263904 w 3317788"/>
                    <a:gd name="connsiteY7" fmla="*/ 171 h 2028097"/>
                    <a:gd name="connsiteX8" fmla="*/ 1467887 w 3317788"/>
                    <a:gd name="connsiteY8" fmla="*/ 31839 h 2028097"/>
                    <a:gd name="connsiteX9" fmla="*/ 1664833 w 3317788"/>
                    <a:gd name="connsiteY9" fmla="*/ 224133 h 2028097"/>
                    <a:gd name="connsiteX10" fmla="*/ 1812545 w 3317788"/>
                    <a:gd name="connsiteY10" fmla="*/ 609662 h 2028097"/>
                    <a:gd name="connsiteX11" fmla="*/ 2037627 w 3317788"/>
                    <a:gd name="connsiteY11" fmla="*/ 1462088 h 2028097"/>
                    <a:gd name="connsiteX12" fmla="*/ 2192372 w 3317788"/>
                    <a:gd name="connsiteY12" fmla="*/ 1806747 h 2028097"/>
                    <a:gd name="connsiteX13" fmla="*/ 2346289 w 3317788"/>
                    <a:gd name="connsiteY13" fmla="*/ 2002930 h 2028097"/>
                    <a:gd name="connsiteX14" fmla="*/ 2461856 w 3317788"/>
                    <a:gd name="connsiteY14" fmla="*/ 2003619 h 2028097"/>
                    <a:gd name="connsiteX15" fmla="*/ 2621436 w 3317788"/>
                    <a:gd name="connsiteY15" fmla="*/ 1827849 h 2028097"/>
                    <a:gd name="connsiteX16" fmla="*/ 2909825 w 3317788"/>
                    <a:gd name="connsiteY16" fmla="*/ 1242708 h 2028097"/>
                    <a:gd name="connsiteX17" fmla="*/ 3036433 w 3317788"/>
                    <a:gd name="connsiteY17" fmla="*/ 955651 h 2028097"/>
                    <a:gd name="connsiteX18" fmla="*/ 3141942 w 3317788"/>
                    <a:gd name="connsiteY18" fmla="*/ 609662 h 2028097"/>
                    <a:gd name="connsiteX19" fmla="*/ 3275585 w 3317788"/>
                    <a:gd name="connsiteY19" fmla="*/ 236868 h 2028097"/>
                    <a:gd name="connsiteX20" fmla="*/ 3317788 w 3317788"/>
                    <a:gd name="connsiteY20" fmla="*/ 83455 h 2028097"/>
                    <a:gd name="connsiteX0" fmla="*/ 0 w 3317788"/>
                    <a:gd name="connsiteY0" fmla="*/ 1996235 h 2024084"/>
                    <a:gd name="connsiteX1" fmla="*/ 264258 w 3317788"/>
                    <a:gd name="connsiteY1" fmla="*/ 1335640 h 2024084"/>
                    <a:gd name="connsiteX2" fmla="*/ 373215 w 3317788"/>
                    <a:gd name="connsiteY2" fmla="*/ 1087750 h 2024084"/>
                    <a:gd name="connsiteX3" fmla="*/ 549480 w 3317788"/>
                    <a:gd name="connsiteY3" fmla="*/ 660817 h 2024084"/>
                    <a:gd name="connsiteX4" fmla="*/ 753741 w 3317788"/>
                    <a:gd name="connsiteY4" fmla="*/ 316637 h 2024084"/>
                    <a:gd name="connsiteX5" fmla="*/ 930453 w 3317788"/>
                    <a:gd name="connsiteY5" fmla="*/ 86174 h 2024084"/>
                    <a:gd name="connsiteX6" fmla="*/ 1045432 w 3317788"/>
                    <a:gd name="connsiteY6" fmla="*/ 22395 h 2024084"/>
                    <a:gd name="connsiteX7" fmla="*/ 1263904 w 3317788"/>
                    <a:gd name="connsiteY7" fmla="*/ 171 h 2024084"/>
                    <a:gd name="connsiteX8" fmla="*/ 1467887 w 3317788"/>
                    <a:gd name="connsiteY8" fmla="*/ 31839 h 2024084"/>
                    <a:gd name="connsiteX9" fmla="*/ 1664833 w 3317788"/>
                    <a:gd name="connsiteY9" fmla="*/ 224133 h 2024084"/>
                    <a:gd name="connsiteX10" fmla="*/ 1812545 w 3317788"/>
                    <a:gd name="connsiteY10" fmla="*/ 609662 h 2024084"/>
                    <a:gd name="connsiteX11" fmla="*/ 2037627 w 3317788"/>
                    <a:gd name="connsiteY11" fmla="*/ 1462088 h 2024084"/>
                    <a:gd name="connsiteX12" fmla="*/ 2192372 w 3317788"/>
                    <a:gd name="connsiteY12" fmla="*/ 1806747 h 2024084"/>
                    <a:gd name="connsiteX13" fmla="*/ 2346289 w 3317788"/>
                    <a:gd name="connsiteY13" fmla="*/ 2002930 h 2024084"/>
                    <a:gd name="connsiteX14" fmla="*/ 2476771 w 3317788"/>
                    <a:gd name="connsiteY14" fmla="*/ 1993891 h 2024084"/>
                    <a:gd name="connsiteX15" fmla="*/ 2621436 w 3317788"/>
                    <a:gd name="connsiteY15" fmla="*/ 1827849 h 2024084"/>
                    <a:gd name="connsiteX16" fmla="*/ 2909825 w 3317788"/>
                    <a:gd name="connsiteY16" fmla="*/ 1242708 h 2024084"/>
                    <a:gd name="connsiteX17" fmla="*/ 3036433 w 3317788"/>
                    <a:gd name="connsiteY17" fmla="*/ 955651 h 2024084"/>
                    <a:gd name="connsiteX18" fmla="*/ 3141942 w 3317788"/>
                    <a:gd name="connsiteY18" fmla="*/ 609662 h 2024084"/>
                    <a:gd name="connsiteX19" fmla="*/ 3275585 w 3317788"/>
                    <a:gd name="connsiteY19" fmla="*/ 236868 h 2024084"/>
                    <a:gd name="connsiteX20" fmla="*/ 3317788 w 3317788"/>
                    <a:gd name="connsiteY20" fmla="*/ 83455 h 2024084"/>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37627 w 3317788"/>
                    <a:gd name="connsiteY11" fmla="*/ 1462088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211015 w 3317788"/>
                    <a:gd name="connsiteY12" fmla="*/ 1801883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07199"/>
                    <a:gd name="connsiteX1" fmla="*/ 264258 w 3317788"/>
                    <a:gd name="connsiteY1" fmla="*/ 1335640 h 2007199"/>
                    <a:gd name="connsiteX2" fmla="*/ 373215 w 3317788"/>
                    <a:gd name="connsiteY2" fmla="*/ 1087750 h 2007199"/>
                    <a:gd name="connsiteX3" fmla="*/ 549480 w 3317788"/>
                    <a:gd name="connsiteY3" fmla="*/ 660817 h 2007199"/>
                    <a:gd name="connsiteX4" fmla="*/ 753741 w 3317788"/>
                    <a:gd name="connsiteY4" fmla="*/ 316637 h 2007199"/>
                    <a:gd name="connsiteX5" fmla="*/ 930453 w 3317788"/>
                    <a:gd name="connsiteY5" fmla="*/ 86174 h 2007199"/>
                    <a:gd name="connsiteX6" fmla="*/ 1045432 w 3317788"/>
                    <a:gd name="connsiteY6" fmla="*/ 22395 h 2007199"/>
                    <a:gd name="connsiteX7" fmla="*/ 1263904 w 3317788"/>
                    <a:gd name="connsiteY7" fmla="*/ 171 h 2007199"/>
                    <a:gd name="connsiteX8" fmla="*/ 1467887 w 3317788"/>
                    <a:gd name="connsiteY8" fmla="*/ 31839 h 2007199"/>
                    <a:gd name="connsiteX9" fmla="*/ 1664833 w 3317788"/>
                    <a:gd name="connsiteY9" fmla="*/ 224133 h 2007199"/>
                    <a:gd name="connsiteX10" fmla="*/ 1812545 w 3317788"/>
                    <a:gd name="connsiteY10" fmla="*/ 609662 h 2007199"/>
                    <a:gd name="connsiteX11" fmla="*/ 2063727 w 3317788"/>
                    <a:gd name="connsiteY11" fmla="*/ 1447497 h 2007199"/>
                    <a:gd name="connsiteX12" fmla="*/ 2211015 w 3317788"/>
                    <a:gd name="connsiteY12" fmla="*/ 1801883 h 2007199"/>
                    <a:gd name="connsiteX13" fmla="*/ 2346289 w 3317788"/>
                    <a:gd name="connsiteY13" fmla="*/ 1988338 h 2007199"/>
                    <a:gd name="connsiteX14" fmla="*/ 2510328 w 3317788"/>
                    <a:gd name="connsiteY14" fmla="*/ 1974436 h 2007199"/>
                    <a:gd name="connsiteX15" fmla="*/ 2621436 w 3317788"/>
                    <a:gd name="connsiteY15" fmla="*/ 1827849 h 2007199"/>
                    <a:gd name="connsiteX16" fmla="*/ 2909825 w 3317788"/>
                    <a:gd name="connsiteY16" fmla="*/ 1242708 h 2007199"/>
                    <a:gd name="connsiteX17" fmla="*/ 3036433 w 3317788"/>
                    <a:gd name="connsiteY17" fmla="*/ 955651 h 2007199"/>
                    <a:gd name="connsiteX18" fmla="*/ 3141942 w 3317788"/>
                    <a:gd name="connsiteY18" fmla="*/ 609662 h 2007199"/>
                    <a:gd name="connsiteX19" fmla="*/ 3275585 w 3317788"/>
                    <a:gd name="connsiteY19" fmla="*/ 236868 h 2007199"/>
                    <a:gd name="connsiteX20" fmla="*/ 3317788 w 3317788"/>
                    <a:gd name="connsiteY20" fmla="*/ 83455 h 2007199"/>
                    <a:gd name="connsiteX0" fmla="*/ 0 w 3317788"/>
                    <a:gd name="connsiteY0" fmla="*/ 1996235 h 2003500"/>
                    <a:gd name="connsiteX1" fmla="*/ 264258 w 3317788"/>
                    <a:gd name="connsiteY1" fmla="*/ 1335640 h 2003500"/>
                    <a:gd name="connsiteX2" fmla="*/ 373215 w 3317788"/>
                    <a:gd name="connsiteY2" fmla="*/ 1087750 h 2003500"/>
                    <a:gd name="connsiteX3" fmla="*/ 549480 w 3317788"/>
                    <a:gd name="connsiteY3" fmla="*/ 660817 h 2003500"/>
                    <a:gd name="connsiteX4" fmla="*/ 753741 w 3317788"/>
                    <a:gd name="connsiteY4" fmla="*/ 316637 h 2003500"/>
                    <a:gd name="connsiteX5" fmla="*/ 930453 w 3317788"/>
                    <a:gd name="connsiteY5" fmla="*/ 86174 h 2003500"/>
                    <a:gd name="connsiteX6" fmla="*/ 1045432 w 3317788"/>
                    <a:gd name="connsiteY6" fmla="*/ 22395 h 2003500"/>
                    <a:gd name="connsiteX7" fmla="*/ 1263904 w 3317788"/>
                    <a:gd name="connsiteY7" fmla="*/ 171 h 2003500"/>
                    <a:gd name="connsiteX8" fmla="*/ 1467887 w 3317788"/>
                    <a:gd name="connsiteY8" fmla="*/ 31839 h 2003500"/>
                    <a:gd name="connsiteX9" fmla="*/ 1664833 w 3317788"/>
                    <a:gd name="connsiteY9" fmla="*/ 224133 h 2003500"/>
                    <a:gd name="connsiteX10" fmla="*/ 1812545 w 3317788"/>
                    <a:gd name="connsiteY10" fmla="*/ 609662 h 2003500"/>
                    <a:gd name="connsiteX11" fmla="*/ 2063727 w 3317788"/>
                    <a:gd name="connsiteY11" fmla="*/ 1447497 h 2003500"/>
                    <a:gd name="connsiteX12" fmla="*/ 2211015 w 3317788"/>
                    <a:gd name="connsiteY12" fmla="*/ 1801883 h 2003500"/>
                    <a:gd name="connsiteX13" fmla="*/ 2346289 w 3317788"/>
                    <a:gd name="connsiteY13" fmla="*/ 1988338 h 2003500"/>
                    <a:gd name="connsiteX14" fmla="*/ 2525242 w 3317788"/>
                    <a:gd name="connsiteY14" fmla="*/ 1959844 h 2003500"/>
                    <a:gd name="connsiteX15" fmla="*/ 2621436 w 3317788"/>
                    <a:gd name="connsiteY15" fmla="*/ 1827849 h 2003500"/>
                    <a:gd name="connsiteX16" fmla="*/ 2909825 w 3317788"/>
                    <a:gd name="connsiteY16" fmla="*/ 1242708 h 2003500"/>
                    <a:gd name="connsiteX17" fmla="*/ 3036433 w 3317788"/>
                    <a:gd name="connsiteY17" fmla="*/ 955651 h 2003500"/>
                    <a:gd name="connsiteX18" fmla="*/ 3141942 w 3317788"/>
                    <a:gd name="connsiteY18" fmla="*/ 609662 h 2003500"/>
                    <a:gd name="connsiteX19" fmla="*/ 3275585 w 3317788"/>
                    <a:gd name="connsiteY19" fmla="*/ 236868 h 2003500"/>
                    <a:gd name="connsiteX20" fmla="*/ 3317788 w 3317788"/>
                    <a:gd name="connsiteY20" fmla="*/ 83455 h 2003500"/>
                    <a:gd name="connsiteX0" fmla="*/ 0 w 3317788"/>
                    <a:gd name="connsiteY0" fmla="*/ 1996235 h 2035035"/>
                    <a:gd name="connsiteX1" fmla="*/ 264258 w 3317788"/>
                    <a:gd name="connsiteY1" fmla="*/ 1335640 h 2035035"/>
                    <a:gd name="connsiteX2" fmla="*/ 373215 w 3317788"/>
                    <a:gd name="connsiteY2" fmla="*/ 1087750 h 2035035"/>
                    <a:gd name="connsiteX3" fmla="*/ 549480 w 3317788"/>
                    <a:gd name="connsiteY3" fmla="*/ 660817 h 2035035"/>
                    <a:gd name="connsiteX4" fmla="*/ 753741 w 3317788"/>
                    <a:gd name="connsiteY4" fmla="*/ 316637 h 2035035"/>
                    <a:gd name="connsiteX5" fmla="*/ 930453 w 3317788"/>
                    <a:gd name="connsiteY5" fmla="*/ 86174 h 2035035"/>
                    <a:gd name="connsiteX6" fmla="*/ 1045432 w 3317788"/>
                    <a:gd name="connsiteY6" fmla="*/ 22395 h 2035035"/>
                    <a:gd name="connsiteX7" fmla="*/ 1263904 w 3317788"/>
                    <a:gd name="connsiteY7" fmla="*/ 171 h 2035035"/>
                    <a:gd name="connsiteX8" fmla="*/ 1467887 w 3317788"/>
                    <a:gd name="connsiteY8" fmla="*/ 31839 h 2035035"/>
                    <a:gd name="connsiteX9" fmla="*/ 1664833 w 3317788"/>
                    <a:gd name="connsiteY9" fmla="*/ 224133 h 2035035"/>
                    <a:gd name="connsiteX10" fmla="*/ 1812545 w 3317788"/>
                    <a:gd name="connsiteY10" fmla="*/ 609662 h 2035035"/>
                    <a:gd name="connsiteX11" fmla="*/ 2063727 w 3317788"/>
                    <a:gd name="connsiteY11" fmla="*/ 1447497 h 2035035"/>
                    <a:gd name="connsiteX12" fmla="*/ 2211015 w 3317788"/>
                    <a:gd name="connsiteY12" fmla="*/ 1801883 h 2035035"/>
                    <a:gd name="connsiteX13" fmla="*/ 2346289 w 3317788"/>
                    <a:gd name="connsiteY13" fmla="*/ 1988338 h 2035035"/>
                    <a:gd name="connsiteX14" fmla="*/ 2525242 w 3317788"/>
                    <a:gd name="connsiteY14" fmla="*/ 1959844 h 2035035"/>
                    <a:gd name="connsiteX15" fmla="*/ 2909825 w 3317788"/>
                    <a:gd name="connsiteY15" fmla="*/ 1242708 h 2035035"/>
                    <a:gd name="connsiteX16" fmla="*/ 3036433 w 3317788"/>
                    <a:gd name="connsiteY16" fmla="*/ 955651 h 2035035"/>
                    <a:gd name="connsiteX17" fmla="*/ 3141942 w 3317788"/>
                    <a:gd name="connsiteY17" fmla="*/ 609662 h 2035035"/>
                    <a:gd name="connsiteX18" fmla="*/ 3275585 w 3317788"/>
                    <a:gd name="connsiteY18" fmla="*/ 236868 h 2035035"/>
                    <a:gd name="connsiteX19" fmla="*/ 3317788 w 3317788"/>
                    <a:gd name="connsiteY19" fmla="*/ 83455 h 2035035"/>
                    <a:gd name="connsiteX0" fmla="*/ 0 w 3317788"/>
                    <a:gd name="connsiteY0" fmla="*/ 1996235 h 2016424"/>
                    <a:gd name="connsiteX1" fmla="*/ 264258 w 3317788"/>
                    <a:gd name="connsiteY1" fmla="*/ 1335640 h 2016424"/>
                    <a:gd name="connsiteX2" fmla="*/ 373215 w 3317788"/>
                    <a:gd name="connsiteY2" fmla="*/ 1087750 h 2016424"/>
                    <a:gd name="connsiteX3" fmla="*/ 549480 w 3317788"/>
                    <a:gd name="connsiteY3" fmla="*/ 660817 h 2016424"/>
                    <a:gd name="connsiteX4" fmla="*/ 753741 w 3317788"/>
                    <a:gd name="connsiteY4" fmla="*/ 316637 h 2016424"/>
                    <a:gd name="connsiteX5" fmla="*/ 930453 w 3317788"/>
                    <a:gd name="connsiteY5" fmla="*/ 86174 h 2016424"/>
                    <a:gd name="connsiteX6" fmla="*/ 1045432 w 3317788"/>
                    <a:gd name="connsiteY6" fmla="*/ 22395 h 2016424"/>
                    <a:gd name="connsiteX7" fmla="*/ 1263904 w 3317788"/>
                    <a:gd name="connsiteY7" fmla="*/ 171 h 2016424"/>
                    <a:gd name="connsiteX8" fmla="*/ 1467887 w 3317788"/>
                    <a:gd name="connsiteY8" fmla="*/ 31839 h 2016424"/>
                    <a:gd name="connsiteX9" fmla="*/ 1664833 w 3317788"/>
                    <a:gd name="connsiteY9" fmla="*/ 224133 h 2016424"/>
                    <a:gd name="connsiteX10" fmla="*/ 1812545 w 3317788"/>
                    <a:gd name="connsiteY10" fmla="*/ 609662 h 2016424"/>
                    <a:gd name="connsiteX11" fmla="*/ 2063727 w 3317788"/>
                    <a:gd name="connsiteY11" fmla="*/ 1447497 h 2016424"/>
                    <a:gd name="connsiteX12" fmla="*/ 2211015 w 3317788"/>
                    <a:gd name="connsiteY12" fmla="*/ 1801883 h 2016424"/>
                    <a:gd name="connsiteX13" fmla="*/ 2346289 w 3317788"/>
                    <a:gd name="connsiteY13" fmla="*/ 1988338 h 2016424"/>
                    <a:gd name="connsiteX14" fmla="*/ 2625913 w 3317788"/>
                    <a:gd name="connsiteY14" fmla="*/ 1920933 h 2016424"/>
                    <a:gd name="connsiteX15" fmla="*/ 2909825 w 3317788"/>
                    <a:gd name="connsiteY15" fmla="*/ 1242708 h 2016424"/>
                    <a:gd name="connsiteX16" fmla="*/ 3036433 w 3317788"/>
                    <a:gd name="connsiteY16" fmla="*/ 955651 h 2016424"/>
                    <a:gd name="connsiteX17" fmla="*/ 3141942 w 3317788"/>
                    <a:gd name="connsiteY17" fmla="*/ 609662 h 2016424"/>
                    <a:gd name="connsiteX18" fmla="*/ 3275585 w 3317788"/>
                    <a:gd name="connsiteY18" fmla="*/ 236868 h 2016424"/>
                    <a:gd name="connsiteX19" fmla="*/ 3317788 w 3317788"/>
                    <a:gd name="connsiteY19" fmla="*/ 83455 h 2016424"/>
                    <a:gd name="connsiteX0" fmla="*/ 0 w 3317788"/>
                    <a:gd name="connsiteY0" fmla="*/ 1996235 h 2001733"/>
                    <a:gd name="connsiteX1" fmla="*/ 264258 w 3317788"/>
                    <a:gd name="connsiteY1" fmla="*/ 1335640 h 2001733"/>
                    <a:gd name="connsiteX2" fmla="*/ 373215 w 3317788"/>
                    <a:gd name="connsiteY2" fmla="*/ 1087750 h 2001733"/>
                    <a:gd name="connsiteX3" fmla="*/ 549480 w 3317788"/>
                    <a:gd name="connsiteY3" fmla="*/ 660817 h 2001733"/>
                    <a:gd name="connsiteX4" fmla="*/ 753741 w 3317788"/>
                    <a:gd name="connsiteY4" fmla="*/ 316637 h 2001733"/>
                    <a:gd name="connsiteX5" fmla="*/ 930453 w 3317788"/>
                    <a:gd name="connsiteY5" fmla="*/ 86174 h 2001733"/>
                    <a:gd name="connsiteX6" fmla="*/ 1045432 w 3317788"/>
                    <a:gd name="connsiteY6" fmla="*/ 22395 h 2001733"/>
                    <a:gd name="connsiteX7" fmla="*/ 1263904 w 3317788"/>
                    <a:gd name="connsiteY7" fmla="*/ 171 h 2001733"/>
                    <a:gd name="connsiteX8" fmla="*/ 1467887 w 3317788"/>
                    <a:gd name="connsiteY8" fmla="*/ 31839 h 2001733"/>
                    <a:gd name="connsiteX9" fmla="*/ 1664833 w 3317788"/>
                    <a:gd name="connsiteY9" fmla="*/ 224133 h 2001733"/>
                    <a:gd name="connsiteX10" fmla="*/ 1812545 w 3317788"/>
                    <a:gd name="connsiteY10" fmla="*/ 609662 h 2001733"/>
                    <a:gd name="connsiteX11" fmla="*/ 2063727 w 3317788"/>
                    <a:gd name="connsiteY11" fmla="*/ 1447497 h 2001733"/>
                    <a:gd name="connsiteX12" fmla="*/ 2211015 w 3317788"/>
                    <a:gd name="connsiteY12" fmla="*/ 1801883 h 2001733"/>
                    <a:gd name="connsiteX13" fmla="*/ 2346289 w 3317788"/>
                    <a:gd name="connsiteY13" fmla="*/ 1988338 h 2001733"/>
                    <a:gd name="connsiteX14" fmla="*/ 2599813 w 3317788"/>
                    <a:gd name="connsiteY14" fmla="*/ 1862567 h 2001733"/>
                    <a:gd name="connsiteX15" fmla="*/ 2909825 w 3317788"/>
                    <a:gd name="connsiteY15" fmla="*/ 1242708 h 2001733"/>
                    <a:gd name="connsiteX16" fmla="*/ 3036433 w 3317788"/>
                    <a:gd name="connsiteY16" fmla="*/ 955651 h 2001733"/>
                    <a:gd name="connsiteX17" fmla="*/ 3141942 w 3317788"/>
                    <a:gd name="connsiteY17" fmla="*/ 609662 h 2001733"/>
                    <a:gd name="connsiteX18" fmla="*/ 3275585 w 3317788"/>
                    <a:gd name="connsiteY18" fmla="*/ 236868 h 2001733"/>
                    <a:gd name="connsiteX19" fmla="*/ 3317788 w 3317788"/>
                    <a:gd name="connsiteY19" fmla="*/ 83455 h 2001733"/>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036433 w 3317788"/>
                    <a:gd name="connsiteY16" fmla="*/ 955651 h 2022554"/>
                    <a:gd name="connsiteX17" fmla="*/ 3141942 w 3317788"/>
                    <a:gd name="connsiteY17" fmla="*/ 609662 h 2022554"/>
                    <a:gd name="connsiteX18" fmla="*/ 3275585 w 3317788"/>
                    <a:gd name="connsiteY18" fmla="*/ 236868 h 2022554"/>
                    <a:gd name="connsiteX19" fmla="*/ 3317788 w 3317788"/>
                    <a:gd name="connsiteY19"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141942 w 3317788"/>
                    <a:gd name="connsiteY16" fmla="*/ 609662 h 2022554"/>
                    <a:gd name="connsiteX17" fmla="*/ 3275585 w 3317788"/>
                    <a:gd name="connsiteY17" fmla="*/ 236868 h 2022554"/>
                    <a:gd name="connsiteX18" fmla="*/ 3317788 w 3317788"/>
                    <a:gd name="connsiteY18"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753741 w 3317788"/>
                    <a:gd name="connsiteY3" fmla="*/ 316637 h 2022554"/>
                    <a:gd name="connsiteX4" fmla="*/ 930453 w 3317788"/>
                    <a:gd name="connsiteY4" fmla="*/ 86174 h 2022554"/>
                    <a:gd name="connsiteX5" fmla="*/ 1045432 w 3317788"/>
                    <a:gd name="connsiteY5" fmla="*/ 22395 h 2022554"/>
                    <a:gd name="connsiteX6" fmla="*/ 1263904 w 3317788"/>
                    <a:gd name="connsiteY6" fmla="*/ 171 h 2022554"/>
                    <a:gd name="connsiteX7" fmla="*/ 1467887 w 3317788"/>
                    <a:gd name="connsiteY7" fmla="*/ 31839 h 2022554"/>
                    <a:gd name="connsiteX8" fmla="*/ 1664833 w 3317788"/>
                    <a:gd name="connsiteY8" fmla="*/ 224133 h 2022554"/>
                    <a:gd name="connsiteX9" fmla="*/ 1812545 w 3317788"/>
                    <a:gd name="connsiteY9" fmla="*/ 609662 h 2022554"/>
                    <a:gd name="connsiteX10" fmla="*/ 2063727 w 3317788"/>
                    <a:gd name="connsiteY10" fmla="*/ 1447497 h 2022554"/>
                    <a:gd name="connsiteX11" fmla="*/ 2211015 w 3317788"/>
                    <a:gd name="connsiteY11" fmla="*/ 1801883 h 2022554"/>
                    <a:gd name="connsiteX12" fmla="*/ 2346289 w 3317788"/>
                    <a:gd name="connsiteY12" fmla="*/ 1988338 h 2022554"/>
                    <a:gd name="connsiteX13" fmla="*/ 2569985 w 3317788"/>
                    <a:gd name="connsiteY13" fmla="*/ 1935525 h 2022554"/>
                    <a:gd name="connsiteX14" fmla="*/ 2909825 w 3317788"/>
                    <a:gd name="connsiteY14" fmla="*/ 1242708 h 2022554"/>
                    <a:gd name="connsiteX15" fmla="*/ 3141942 w 3317788"/>
                    <a:gd name="connsiteY15" fmla="*/ 609662 h 2022554"/>
                    <a:gd name="connsiteX16" fmla="*/ 3275585 w 3317788"/>
                    <a:gd name="connsiteY16" fmla="*/ 236868 h 2022554"/>
                    <a:gd name="connsiteX17" fmla="*/ 3317788 w 3317788"/>
                    <a:gd name="connsiteY17" fmla="*/ 83455 h 2022554"/>
                    <a:gd name="connsiteX0" fmla="*/ 0 w 3317788"/>
                    <a:gd name="connsiteY0" fmla="*/ 1996235 h 2022554"/>
                    <a:gd name="connsiteX1" fmla="*/ 264258 w 3317788"/>
                    <a:gd name="connsiteY1" fmla="*/ 1335640 h 2022554"/>
                    <a:gd name="connsiteX2" fmla="*/ 753741 w 3317788"/>
                    <a:gd name="connsiteY2" fmla="*/ 316637 h 2022554"/>
                    <a:gd name="connsiteX3" fmla="*/ 930453 w 3317788"/>
                    <a:gd name="connsiteY3" fmla="*/ 86174 h 2022554"/>
                    <a:gd name="connsiteX4" fmla="*/ 1045432 w 3317788"/>
                    <a:gd name="connsiteY4" fmla="*/ 22395 h 2022554"/>
                    <a:gd name="connsiteX5" fmla="*/ 1263904 w 3317788"/>
                    <a:gd name="connsiteY5" fmla="*/ 171 h 2022554"/>
                    <a:gd name="connsiteX6" fmla="*/ 1467887 w 3317788"/>
                    <a:gd name="connsiteY6" fmla="*/ 31839 h 2022554"/>
                    <a:gd name="connsiteX7" fmla="*/ 1664833 w 3317788"/>
                    <a:gd name="connsiteY7" fmla="*/ 224133 h 2022554"/>
                    <a:gd name="connsiteX8" fmla="*/ 1812545 w 3317788"/>
                    <a:gd name="connsiteY8" fmla="*/ 609662 h 2022554"/>
                    <a:gd name="connsiteX9" fmla="*/ 2063727 w 3317788"/>
                    <a:gd name="connsiteY9" fmla="*/ 1447497 h 2022554"/>
                    <a:gd name="connsiteX10" fmla="*/ 2211015 w 3317788"/>
                    <a:gd name="connsiteY10" fmla="*/ 1801883 h 2022554"/>
                    <a:gd name="connsiteX11" fmla="*/ 2346289 w 3317788"/>
                    <a:gd name="connsiteY11" fmla="*/ 1988338 h 2022554"/>
                    <a:gd name="connsiteX12" fmla="*/ 2569985 w 3317788"/>
                    <a:gd name="connsiteY12" fmla="*/ 1935525 h 2022554"/>
                    <a:gd name="connsiteX13" fmla="*/ 2909825 w 3317788"/>
                    <a:gd name="connsiteY13" fmla="*/ 1242708 h 2022554"/>
                    <a:gd name="connsiteX14" fmla="*/ 3141942 w 3317788"/>
                    <a:gd name="connsiteY14" fmla="*/ 609662 h 2022554"/>
                    <a:gd name="connsiteX15" fmla="*/ 3275585 w 3317788"/>
                    <a:gd name="connsiteY15" fmla="*/ 236868 h 2022554"/>
                    <a:gd name="connsiteX16" fmla="*/ 3317788 w 3317788"/>
                    <a:gd name="connsiteY16" fmla="*/ 83455 h 2022554"/>
                    <a:gd name="connsiteX0" fmla="*/ 0 w 3317788"/>
                    <a:gd name="connsiteY0" fmla="*/ 2005396 h 2031715"/>
                    <a:gd name="connsiteX1" fmla="*/ 264258 w 3317788"/>
                    <a:gd name="connsiteY1" fmla="*/ 1344801 h 2031715"/>
                    <a:gd name="connsiteX2" fmla="*/ 753741 w 3317788"/>
                    <a:gd name="connsiteY2" fmla="*/ 325798 h 2031715"/>
                    <a:gd name="connsiteX3" fmla="*/ 1045432 w 3317788"/>
                    <a:gd name="connsiteY3" fmla="*/ 31556 h 2031715"/>
                    <a:gd name="connsiteX4" fmla="*/ 1263904 w 3317788"/>
                    <a:gd name="connsiteY4" fmla="*/ 9332 h 2031715"/>
                    <a:gd name="connsiteX5" fmla="*/ 1467887 w 3317788"/>
                    <a:gd name="connsiteY5" fmla="*/ 41000 h 2031715"/>
                    <a:gd name="connsiteX6" fmla="*/ 1664833 w 3317788"/>
                    <a:gd name="connsiteY6" fmla="*/ 233294 h 2031715"/>
                    <a:gd name="connsiteX7" fmla="*/ 1812545 w 3317788"/>
                    <a:gd name="connsiteY7" fmla="*/ 618823 h 2031715"/>
                    <a:gd name="connsiteX8" fmla="*/ 2063727 w 3317788"/>
                    <a:gd name="connsiteY8" fmla="*/ 1456658 h 2031715"/>
                    <a:gd name="connsiteX9" fmla="*/ 2211015 w 3317788"/>
                    <a:gd name="connsiteY9" fmla="*/ 1811044 h 2031715"/>
                    <a:gd name="connsiteX10" fmla="*/ 2346289 w 3317788"/>
                    <a:gd name="connsiteY10" fmla="*/ 1997499 h 2031715"/>
                    <a:gd name="connsiteX11" fmla="*/ 2569985 w 3317788"/>
                    <a:gd name="connsiteY11" fmla="*/ 1944686 h 2031715"/>
                    <a:gd name="connsiteX12" fmla="*/ 2909825 w 3317788"/>
                    <a:gd name="connsiteY12" fmla="*/ 1251869 h 2031715"/>
                    <a:gd name="connsiteX13" fmla="*/ 3141942 w 3317788"/>
                    <a:gd name="connsiteY13" fmla="*/ 618823 h 2031715"/>
                    <a:gd name="connsiteX14" fmla="*/ 3275585 w 3317788"/>
                    <a:gd name="connsiteY14" fmla="*/ 246029 h 2031715"/>
                    <a:gd name="connsiteX15" fmla="*/ 3317788 w 3317788"/>
                    <a:gd name="connsiteY15" fmla="*/ 92616 h 2031715"/>
                    <a:gd name="connsiteX0" fmla="*/ 0 w 3317788"/>
                    <a:gd name="connsiteY0" fmla="*/ 2000709 h 2027028"/>
                    <a:gd name="connsiteX1" fmla="*/ 264258 w 3317788"/>
                    <a:gd name="connsiteY1" fmla="*/ 1340114 h 2027028"/>
                    <a:gd name="connsiteX2" fmla="*/ 753741 w 3317788"/>
                    <a:gd name="connsiteY2" fmla="*/ 321111 h 2027028"/>
                    <a:gd name="connsiteX3" fmla="*/ 1045432 w 3317788"/>
                    <a:gd name="connsiteY3" fmla="*/ 26869 h 2027028"/>
                    <a:gd name="connsiteX4" fmla="*/ 1467887 w 3317788"/>
                    <a:gd name="connsiteY4" fmla="*/ 36313 h 2027028"/>
                    <a:gd name="connsiteX5" fmla="*/ 1664833 w 3317788"/>
                    <a:gd name="connsiteY5" fmla="*/ 228607 h 2027028"/>
                    <a:gd name="connsiteX6" fmla="*/ 1812545 w 3317788"/>
                    <a:gd name="connsiteY6" fmla="*/ 614136 h 2027028"/>
                    <a:gd name="connsiteX7" fmla="*/ 2063727 w 3317788"/>
                    <a:gd name="connsiteY7" fmla="*/ 1451971 h 2027028"/>
                    <a:gd name="connsiteX8" fmla="*/ 2211015 w 3317788"/>
                    <a:gd name="connsiteY8" fmla="*/ 1806357 h 2027028"/>
                    <a:gd name="connsiteX9" fmla="*/ 2346289 w 3317788"/>
                    <a:gd name="connsiteY9" fmla="*/ 1992812 h 2027028"/>
                    <a:gd name="connsiteX10" fmla="*/ 2569985 w 3317788"/>
                    <a:gd name="connsiteY10" fmla="*/ 1939999 h 2027028"/>
                    <a:gd name="connsiteX11" fmla="*/ 2909825 w 3317788"/>
                    <a:gd name="connsiteY11" fmla="*/ 1247182 h 2027028"/>
                    <a:gd name="connsiteX12" fmla="*/ 3141942 w 3317788"/>
                    <a:gd name="connsiteY12" fmla="*/ 614136 h 2027028"/>
                    <a:gd name="connsiteX13" fmla="*/ 3275585 w 3317788"/>
                    <a:gd name="connsiteY13" fmla="*/ 241342 h 2027028"/>
                    <a:gd name="connsiteX14" fmla="*/ 3317788 w 3317788"/>
                    <a:gd name="connsiteY14" fmla="*/ 87929 h 2027028"/>
                    <a:gd name="connsiteX0" fmla="*/ 0 w 3317788"/>
                    <a:gd name="connsiteY0" fmla="*/ 1997433 h 2023752"/>
                    <a:gd name="connsiteX1" fmla="*/ 264258 w 3317788"/>
                    <a:gd name="connsiteY1" fmla="*/ 1336838 h 2023752"/>
                    <a:gd name="connsiteX2" fmla="*/ 753741 w 3317788"/>
                    <a:gd name="connsiteY2" fmla="*/ 317835 h 2023752"/>
                    <a:gd name="connsiteX3" fmla="*/ 1045432 w 3317788"/>
                    <a:gd name="connsiteY3" fmla="*/ 28457 h 2023752"/>
                    <a:gd name="connsiteX4" fmla="*/ 1467887 w 3317788"/>
                    <a:gd name="connsiteY4" fmla="*/ 33037 h 2023752"/>
                    <a:gd name="connsiteX5" fmla="*/ 1664833 w 3317788"/>
                    <a:gd name="connsiteY5" fmla="*/ 225331 h 2023752"/>
                    <a:gd name="connsiteX6" fmla="*/ 1812545 w 3317788"/>
                    <a:gd name="connsiteY6" fmla="*/ 610860 h 2023752"/>
                    <a:gd name="connsiteX7" fmla="*/ 2063727 w 3317788"/>
                    <a:gd name="connsiteY7" fmla="*/ 1448695 h 2023752"/>
                    <a:gd name="connsiteX8" fmla="*/ 2211015 w 3317788"/>
                    <a:gd name="connsiteY8" fmla="*/ 1803081 h 2023752"/>
                    <a:gd name="connsiteX9" fmla="*/ 2346289 w 3317788"/>
                    <a:gd name="connsiteY9" fmla="*/ 1989536 h 2023752"/>
                    <a:gd name="connsiteX10" fmla="*/ 2569985 w 3317788"/>
                    <a:gd name="connsiteY10" fmla="*/ 1936723 h 2023752"/>
                    <a:gd name="connsiteX11" fmla="*/ 2909825 w 3317788"/>
                    <a:gd name="connsiteY11" fmla="*/ 1243906 h 2023752"/>
                    <a:gd name="connsiteX12" fmla="*/ 3141942 w 3317788"/>
                    <a:gd name="connsiteY12" fmla="*/ 610860 h 2023752"/>
                    <a:gd name="connsiteX13" fmla="*/ 3275585 w 3317788"/>
                    <a:gd name="connsiteY13" fmla="*/ 238066 h 2023752"/>
                    <a:gd name="connsiteX14" fmla="*/ 3317788 w 3317788"/>
                    <a:gd name="connsiteY14" fmla="*/ 84653 h 2023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17788" h="2023752">
                      <a:moveTo>
                        <a:pt x="0" y="1997433"/>
                      </a:moveTo>
                      <a:cubicBezTo>
                        <a:pt x="31652" y="1908116"/>
                        <a:pt x="138635" y="1616771"/>
                        <a:pt x="264258" y="1336838"/>
                      </a:cubicBezTo>
                      <a:cubicBezTo>
                        <a:pt x="389881" y="1056905"/>
                        <a:pt x="623545" y="535898"/>
                        <a:pt x="753741" y="317835"/>
                      </a:cubicBezTo>
                      <a:cubicBezTo>
                        <a:pt x="883937" y="99772"/>
                        <a:pt x="926408" y="75923"/>
                        <a:pt x="1045432" y="28457"/>
                      </a:cubicBezTo>
                      <a:cubicBezTo>
                        <a:pt x="1164456" y="-19009"/>
                        <a:pt x="1364654" y="225"/>
                        <a:pt x="1467887" y="33037"/>
                      </a:cubicBezTo>
                      <a:cubicBezTo>
                        <a:pt x="1571121" y="65849"/>
                        <a:pt x="1607390" y="129027"/>
                        <a:pt x="1664833" y="225331"/>
                      </a:cubicBezTo>
                      <a:cubicBezTo>
                        <a:pt x="1722276" y="321635"/>
                        <a:pt x="1746063" y="406966"/>
                        <a:pt x="1812545" y="610860"/>
                      </a:cubicBezTo>
                      <a:cubicBezTo>
                        <a:pt x="1879027" y="814754"/>
                        <a:pt x="1997315" y="1249992"/>
                        <a:pt x="2063727" y="1448695"/>
                      </a:cubicBezTo>
                      <a:cubicBezTo>
                        <a:pt x="2130139" y="1647398"/>
                        <a:pt x="2163921" y="1712941"/>
                        <a:pt x="2211015" y="1803081"/>
                      </a:cubicBezTo>
                      <a:cubicBezTo>
                        <a:pt x="2258109" y="1893221"/>
                        <a:pt x="2311939" y="1952671"/>
                        <a:pt x="2346289" y="1989536"/>
                      </a:cubicBezTo>
                      <a:cubicBezTo>
                        <a:pt x="2380639" y="2026401"/>
                        <a:pt x="2476062" y="2060995"/>
                        <a:pt x="2569985" y="1936723"/>
                      </a:cubicBezTo>
                      <a:cubicBezTo>
                        <a:pt x="2663908" y="1812451"/>
                        <a:pt x="2824626" y="1411272"/>
                        <a:pt x="2909825" y="1243906"/>
                      </a:cubicBezTo>
                      <a:lnTo>
                        <a:pt x="3141942" y="610860"/>
                      </a:lnTo>
                      <a:lnTo>
                        <a:pt x="3275585" y="238066"/>
                      </a:lnTo>
                      <a:lnTo>
                        <a:pt x="3317788" y="84653"/>
                      </a:lnTo>
                    </a:path>
                  </a:pathLst>
                </a:custGeom>
                <a:noFill/>
                <a:ln w="38100" cap="rnd"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42" name="Freeform 17">
                  <a:extLst>
                    <a:ext uri="{FF2B5EF4-FFF2-40B4-BE49-F238E27FC236}">
                      <a16:creationId xmlns:a16="http://schemas.microsoft.com/office/drawing/2014/main" id="{92B3D6B7-57F2-D301-553B-A4264454BDE4}"/>
                    </a:ext>
                  </a:extLst>
                </p:cNvPr>
                <p:cNvSpPr/>
                <p:nvPr/>
              </p:nvSpPr>
              <p:spPr>
                <a:xfrm>
                  <a:off x="5185608" y="1463210"/>
                  <a:ext cx="2220906" cy="890763"/>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317788"/>
                    <a:gd name="connsiteY0" fmla="*/ 1963864 h 1963864"/>
                    <a:gd name="connsiteX1" fmla="*/ 391708 w 3317788"/>
                    <a:gd name="connsiteY1" fmla="*/ 1400251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51694 w 3317788"/>
                    <a:gd name="connsiteY5" fmla="*/ 109221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30453 w 3317788"/>
                    <a:gd name="connsiteY5" fmla="*/ 53803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2531 h 1962531"/>
                    <a:gd name="connsiteX1" fmla="*/ 264258 w 3317788"/>
                    <a:gd name="connsiteY1" fmla="*/ 1301936 h 1962531"/>
                    <a:gd name="connsiteX2" fmla="*/ 373215 w 3317788"/>
                    <a:gd name="connsiteY2" fmla="*/ 1054046 h 1962531"/>
                    <a:gd name="connsiteX3" fmla="*/ 549480 w 3317788"/>
                    <a:gd name="connsiteY3" fmla="*/ 627113 h 1962531"/>
                    <a:gd name="connsiteX4" fmla="*/ 753741 w 3317788"/>
                    <a:gd name="connsiteY4" fmla="*/ 282933 h 1962531"/>
                    <a:gd name="connsiteX5" fmla="*/ 930453 w 3317788"/>
                    <a:gd name="connsiteY5" fmla="*/ 52470 h 1962531"/>
                    <a:gd name="connsiteX6" fmla="*/ 1045432 w 3317788"/>
                    <a:gd name="connsiteY6" fmla="*/ 13010 h 1962531"/>
                    <a:gd name="connsiteX7" fmla="*/ 1263904 w 3317788"/>
                    <a:gd name="connsiteY7" fmla="*/ 514 h 1962531"/>
                    <a:gd name="connsiteX8" fmla="*/ 1467887 w 3317788"/>
                    <a:gd name="connsiteY8" fmla="*/ 27318 h 1962531"/>
                    <a:gd name="connsiteX9" fmla="*/ 1664833 w 3317788"/>
                    <a:gd name="connsiteY9" fmla="*/ 190429 h 1962531"/>
                    <a:gd name="connsiteX10" fmla="*/ 1812545 w 3317788"/>
                    <a:gd name="connsiteY10" fmla="*/ 575958 h 1962531"/>
                    <a:gd name="connsiteX11" fmla="*/ 2037627 w 3317788"/>
                    <a:gd name="connsiteY11" fmla="*/ 1428384 h 1962531"/>
                    <a:gd name="connsiteX12" fmla="*/ 2192372 w 3317788"/>
                    <a:gd name="connsiteY12" fmla="*/ 1773043 h 1962531"/>
                    <a:gd name="connsiteX13" fmla="*/ 2361184 w 3317788"/>
                    <a:gd name="connsiteY13" fmla="*/ 1906686 h 1962531"/>
                    <a:gd name="connsiteX14" fmla="*/ 2621436 w 3317788"/>
                    <a:gd name="connsiteY14" fmla="*/ 1794145 h 1962531"/>
                    <a:gd name="connsiteX15" fmla="*/ 2909825 w 3317788"/>
                    <a:gd name="connsiteY15" fmla="*/ 1209004 h 1962531"/>
                    <a:gd name="connsiteX16" fmla="*/ 3036433 w 3317788"/>
                    <a:gd name="connsiteY16" fmla="*/ 921947 h 1962531"/>
                    <a:gd name="connsiteX17" fmla="*/ 3141942 w 3317788"/>
                    <a:gd name="connsiteY17" fmla="*/ 575958 h 1962531"/>
                    <a:gd name="connsiteX18" fmla="*/ 3275585 w 3317788"/>
                    <a:gd name="connsiteY18" fmla="*/ 203164 h 1962531"/>
                    <a:gd name="connsiteX19" fmla="*/ 3317788 w 3317788"/>
                    <a:gd name="connsiteY19" fmla="*/ 49751 h 1962531"/>
                    <a:gd name="connsiteX0" fmla="*/ 0 w 3317788"/>
                    <a:gd name="connsiteY0" fmla="*/ 1976836 h 1976836"/>
                    <a:gd name="connsiteX1" fmla="*/ 264258 w 3317788"/>
                    <a:gd name="connsiteY1" fmla="*/ 1316241 h 1976836"/>
                    <a:gd name="connsiteX2" fmla="*/ 373215 w 3317788"/>
                    <a:gd name="connsiteY2" fmla="*/ 1068351 h 1976836"/>
                    <a:gd name="connsiteX3" fmla="*/ 549480 w 3317788"/>
                    <a:gd name="connsiteY3" fmla="*/ 641418 h 1976836"/>
                    <a:gd name="connsiteX4" fmla="*/ 753741 w 3317788"/>
                    <a:gd name="connsiteY4" fmla="*/ 297238 h 1976836"/>
                    <a:gd name="connsiteX5" fmla="*/ 930453 w 3317788"/>
                    <a:gd name="connsiteY5" fmla="*/ 66775 h 1976836"/>
                    <a:gd name="connsiteX6" fmla="*/ 1045432 w 3317788"/>
                    <a:gd name="connsiteY6" fmla="*/ 27315 h 1976836"/>
                    <a:gd name="connsiteX7" fmla="*/ 1263904 w 3317788"/>
                    <a:gd name="connsiteY7" fmla="*/ 14819 h 1976836"/>
                    <a:gd name="connsiteX8" fmla="*/ 1467887 w 3317788"/>
                    <a:gd name="connsiteY8" fmla="*/ 12440 h 1976836"/>
                    <a:gd name="connsiteX9" fmla="*/ 1664833 w 3317788"/>
                    <a:gd name="connsiteY9" fmla="*/ 204734 h 1976836"/>
                    <a:gd name="connsiteX10" fmla="*/ 1812545 w 3317788"/>
                    <a:gd name="connsiteY10" fmla="*/ 590263 h 1976836"/>
                    <a:gd name="connsiteX11" fmla="*/ 2037627 w 3317788"/>
                    <a:gd name="connsiteY11" fmla="*/ 1442689 h 1976836"/>
                    <a:gd name="connsiteX12" fmla="*/ 2192372 w 3317788"/>
                    <a:gd name="connsiteY12" fmla="*/ 1787348 h 1976836"/>
                    <a:gd name="connsiteX13" fmla="*/ 2361184 w 3317788"/>
                    <a:gd name="connsiteY13" fmla="*/ 1920991 h 1976836"/>
                    <a:gd name="connsiteX14" fmla="*/ 2621436 w 3317788"/>
                    <a:gd name="connsiteY14" fmla="*/ 1808450 h 1976836"/>
                    <a:gd name="connsiteX15" fmla="*/ 2909825 w 3317788"/>
                    <a:gd name="connsiteY15" fmla="*/ 1223309 h 1976836"/>
                    <a:gd name="connsiteX16" fmla="*/ 3036433 w 3317788"/>
                    <a:gd name="connsiteY16" fmla="*/ 936252 h 1976836"/>
                    <a:gd name="connsiteX17" fmla="*/ 3141942 w 3317788"/>
                    <a:gd name="connsiteY17" fmla="*/ 590263 h 1976836"/>
                    <a:gd name="connsiteX18" fmla="*/ 3275585 w 3317788"/>
                    <a:gd name="connsiteY18" fmla="*/ 217469 h 1976836"/>
                    <a:gd name="connsiteX19" fmla="*/ 3317788 w 3317788"/>
                    <a:gd name="connsiteY19" fmla="*/ 64056 h 1976836"/>
                    <a:gd name="connsiteX0" fmla="*/ 0 w 3317788"/>
                    <a:gd name="connsiteY0" fmla="*/ 1997415 h 1997415"/>
                    <a:gd name="connsiteX1" fmla="*/ 264258 w 3317788"/>
                    <a:gd name="connsiteY1" fmla="*/ 1336820 h 1997415"/>
                    <a:gd name="connsiteX2" fmla="*/ 373215 w 3317788"/>
                    <a:gd name="connsiteY2" fmla="*/ 1088930 h 1997415"/>
                    <a:gd name="connsiteX3" fmla="*/ 549480 w 3317788"/>
                    <a:gd name="connsiteY3" fmla="*/ 661997 h 1997415"/>
                    <a:gd name="connsiteX4" fmla="*/ 753741 w 3317788"/>
                    <a:gd name="connsiteY4" fmla="*/ 317817 h 1997415"/>
                    <a:gd name="connsiteX5" fmla="*/ 930453 w 3317788"/>
                    <a:gd name="connsiteY5" fmla="*/ 87354 h 1997415"/>
                    <a:gd name="connsiteX6" fmla="*/ 1045432 w 3317788"/>
                    <a:gd name="connsiteY6" fmla="*/ 47894 h 1997415"/>
                    <a:gd name="connsiteX7" fmla="*/ 1263904 w 3317788"/>
                    <a:gd name="connsiteY7" fmla="*/ 1351 h 1997415"/>
                    <a:gd name="connsiteX8" fmla="*/ 1467887 w 3317788"/>
                    <a:gd name="connsiteY8" fmla="*/ 33019 h 1997415"/>
                    <a:gd name="connsiteX9" fmla="*/ 1664833 w 3317788"/>
                    <a:gd name="connsiteY9" fmla="*/ 225313 h 1997415"/>
                    <a:gd name="connsiteX10" fmla="*/ 1812545 w 3317788"/>
                    <a:gd name="connsiteY10" fmla="*/ 610842 h 1997415"/>
                    <a:gd name="connsiteX11" fmla="*/ 2037627 w 3317788"/>
                    <a:gd name="connsiteY11" fmla="*/ 1463268 h 1997415"/>
                    <a:gd name="connsiteX12" fmla="*/ 2192372 w 3317788"/>
                    <a:gd name="connsiteY12" fmla="*/ 1807927 h 1997415"/>
                    <a:gd name="connsiteX13" fmla="*/ 2361184 w 3317788"/>
                    <a:gd name="connsiteY13" fmla="*/ 1941570 h 1997415"/>
                    <a:gd name="connsiteX14" fmla="*/ 2621436 w 3317788"/>
                    <a:gd name="connsiteY14" fmla="*/ 1829029 h 1997415"/>
                    <a:gd name="connsiteX15" fmla="*/ 2909825 w 3317788"/>
                    <a:gd name="connsiteY15" fmla="*/ 1243888 h 1997415"/>
                    <a:gd name="connsiteX16" fmla="*/ 3036433 w 3317788"/>
                    <a:gd name="connsiteY16" fmla="*/ 956831 h 1997415"/>
                    <a:gd name="connsiteX17" fmla="*/ 3141942 w 3317788"/>
                    <a:gd name="connsiteY17" fmla="*/ 610842 h 1997415"/>
                    <a:gd name="connsiteX18" fmla="*/ 3275585 w 3317788"/>
                    <a:gd name="connsiteY18" fmla="*/ 238048 h 1997415"/>
                    <a:gd name="connsiteX19" fmla="*/ 3317788 w 3317788"/>
                    <a:gd name="connsiteY19" fmla="*/ 84635 h 199741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8933"/>
                    <a:gd name="connsiteX1" fmla="*/ 264258 w 3317788"/>
                    <a:gd name="connsiteY1" fmla="*/ 1335640 h 1998933"/>
                    <a:gd name="connsiteX2" fmla="*/ 373215 w 3317788"/>
                    <a:gd name="connsiteY2" fmla="*/ 1087750 h 1998933"/>
                    <a:gd name="connsiteX3" fmla="*/ 549480 w 3317788"/>
                    <a:gd name="connsiteY3" fmla="*/ 660817 h 1998933"/>
                    <a:gd name="connsiteX4" fmla="*/ 753741 w 3317788"/>
                    <a:gd name="connsiteY4" fmla="*/ 316637 h 1998933"/>
                    <a:gd name="connsiteX5" fmla="*/ 930453 w 3317788"/>
                    <a:gd name="connsiteY5" fmla="*/ 86174 h 1998933"/>
                    <a:gd name="connsiteX6" fmla="*/ 1045432 w 3317788"/>
                    <a:gd name="connsiteY6" fmla="*/ 22395 h 1998933"/>
                    <a:gd name="connsiteX7" fmla="*/ 1263904 w 3317788"/>
                    <a:gd name="connsiteY7" fmla="*/ 171 h 1998933"/>
                    <a:gd name="connsiteX8" fmla="*/ 1467887 w 3317788"/>
                    <a:gd name="connsiteY8" fmla="*/ 31839 h 1998933"/>
                    <a:gd name="connsiteX9" fmla="*/ 1664833 w 3317788"/>
                    <a:gd name="connsiteY9" fmla="*/ 224133 h 1998933"/>
                    <a:gd name="connsiteX10" fmla="*/ 1812545 w 3317788"/>
                    <a:gd name="connsiteY10" fmla="*/ 609662 h 1998933"/>
                    <a:gd name="connsiteX11" fmla="*/ 2037627 w 3317788"/>
                    <a:gd name="connsiteY11" fmla="*/ 1462088 h 1998933"/>
                    <a:gd name="connsiteX12" fmla="*/ 2192372 w 3317788"/>
                    <a:gd name="connsiteY12" fmla="*/ 1806747 h 1998933"/>
                    <a:gd name="connsiteX13" fmla="*/ 2364912 w 3317788"/>
                    <a:gd name="connsiteY13" fmla="*/ 1998756 h 1998933"/>
                    <a:gd name="connsiteX14" fmla="*/ 2621436 w 3317788"/>
                    <a:gd name="connsiteY14" fmla="*/ 1827849 h 1998933"/>
                    <a:gd name="connsiteX15" fmla="*/ 2909825 w 3317788"/>
                    <a:gd name="connsiteY15" fmla="*/ 1242708 h 1998933"/>
                    <a:gd name="connsiteX16" fmla="*/ 3036433 w 3317788"/>
                    <a:gd name="connsiteY16" fmla="*/ 955651 h 1998933"/>
                    <a:gd name="connsiteX17" fmla="*/ 3141942 w 3317788"/>
                    <a:gd name="connsiteY17" fmla="*/ 609662 h 1998933"/>
                    <a:gd name="connsiteX18" fmla="*/ 3275585 w 3317788"/>
                    <a:gd name="connsiteY18" fmla="*/ 236868 h 1998933"/>
                    <a:gd name="connsiteX19" fmla="*/ 3317788 w 3317788"/>
                    <a:gd name="connsiteY19" fmla="*/ 83455 h 1998933"/>
                    <a:gd name="connsiteX0" fmla="*/ 0 w 3317788"/>
                    <a:gd name="connsiteY0" fmla="*/ 1996235 h 2008638"/>
                    <a:gd name="connsiteX1" fmla="*/ 264258 w 3317788"/>
                    <a:gd name="connsiteY1" fmla="*/ 1335640 h 2008638"/>
                    <a:gd name="connsiteX2" fmla="*/ 373215 w 3317788"/>
                    <a:gd name="connsiteY2" fmla="*/ 1087750 h 2008638"/>
                    <a:gd name="connsiteX3" fmla="*/ 549480 w 3317788"/>
                    <a:gd name="connsiteY3" fmla="*/ 660817 h 2008638"/>
                    <a:gd name="connsiteX4" fmla="*/ 753741 w 3317788"/>
                    <a:gd name="connsiteY4" fmla="*/ 316637 h 2008638"/>
                    <a:gd name="connsiteX5" fmla="*/ 930453 w 3317788"/>
                    <a:gd name="connsiteY5" fmla="*/ 86174 h 2008638"/>
                    <a:gd name="connsiteX6" fmla="*/ 1045432 w 3317788"/>
                    <a:gd name="connsiteY6" fmla="*/ 22395 h 2008638"/>
                    <a:gd name="connsiteX7" fmla="*/ 1263904 w 3317788"/>
                    <a:gd name="connsiteY7" fmla="*/ 171 h 2008638"/>
                    <a:gd name="connsiteX8" fmla="*/ 1467887 w 3317788"/>
                    <a:gd name="connsiteY8" fmla="*/ 31839 h 2008638"/>
                    <a:gd name="connsiteX9" fmla="*/ 1664833 w 3317788"/>
                    <a:gd name="connsiteY9" fmla="*/ 224133 h 2008638"/>
                    <a:gd name="connsiteX10" fmla="*/ 1812545 w 3317788"/>
                    <a:gd name="connsiteY10" fmla="*/ 609662 h 2008638"/>
                    <a:gd name="connsiteX11" fmla="*/ 2037627 w 3317788"/>
                    <a:gd name="connsiteY11" fmla="*/ 1462088 h 2008638"/>
                    <a:gd name="connsiteX12" fmla="*/ 2192372 w 3317788"/>
                    <a:gd name="connsiteY12" fmla="*/ 1806747 h 2008638"/>
                    <a:gd name="connsiteX13" fmla="*/ 2394741 w 3317788"/>
                    <a:gd name="connsiteY13" fmla="*/ 2008484 h 2008638"/>
                    <a:gd name="connsiteX14" fmla="*/ 2621436 w 3317788"/>
                    <a:gd name="connsiteY14" fmla="*/ 1827849 h 2008638"/>
                    <a:gd name="connsiteX15" fmla="*/ 2909825 w 3317788"/>
                    <a:gd name="connsiteY15" fmla="*/ 1242708 h 2008638"/>
                    <a:gd name="connsiteX16" fmla="*/ 3036433 w 3317788"/>
                    <a:gd name="connsiteY16" fmla="*/ 955651 h 2008638"/>
                    <a:gd name="connsiteX17" fmla="*/ 3141942 w 3317788"/>
                    <a:gd name="connsiteY17" fmla="*/ 609662 h 2008638"/>
                    <a:gd name="connsiteX18" fmla="*/ 3275585 w 3317788"/>
                    <a:gd name="connsiteY18" fmla="*/ 236868 h 2008638"/>
                    <a:gd name="connsiteX19" fmla="*/ 3317788 w 3317788"/>
                    <a:gd name="connsiteY19" fmla="*/ 83455 h 2008638"/>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413384 w 3317788"/>
                    <a:gd name="connsiteY13" fmla="*/ 1989029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2057214"/>
                    <a:gd name="connsiteX1" fmla="*/ 264258 w 3317788"/>
                    <a:gd name="connsiteY1" fmla="*/ 1335640 h 2057214"/>
                    <a:gd name="connsiteX2" fmla="*/ 373215 w 3317788"/>
                    <a:gd name="connsiteY2" fmla="*/ 1087750 h 2057214"/>
                    <a:gd name="connsiteX3" fmla="*/ 549480 w 3317788"/>
                    <a:gd name="connsiteY3" fmla="*/ 660817 h 2057214"/>
                    <a:gd name="connsiteX4" fmla="*/ 753741 w 3317788"/>
                    <a:gd name="connsiteY4" fmla="*/ 316637 h 2057214"/>
                    <a:gd name="connsiteX5" fmla="*/ 930453 w 3317788"/>
                    <a:gd name="connsiteY5" fmla="*/ 86174 h 2057214"/>
                    <a:gd name="connsiteX6" fmla="*/ 1045432 w 3317788"/>
                    <a:gd name="connsiteY6" fmla="*/ 22395 h 2057214"/>
                    <a:gd name="connsiteX7" fmla="*/ 1263904 w 3317788"/>
                    <a:gd name="connsiteY7" fmla="*/ 171 h 2057214"/>
                    <a:gd name="connsiteX8" fmla="*/ 1467887 w 3317788"/>
                    <a:gd name="connsiteY8" fmla="*/ 31839 h 2057214"/>
                    <a:gd name="connsiteX9" fmla="*/ 1664833 w 3317788"/>
                    <a:gd name="connsiteY9" fmla="*/ 224133 h 2057214"/>
                    <a:gd name="connsiteX10" fmla="*/ 1812545 w 3317788"/>
                    <a:gd name="connsiteY10" fmla="*/ 609662 h 2057214"/>
                    <a:gd name="connsiteX11" fmla="*/ 2037627 w 3317788"/>
                    <a:gd name="connsiteY11" fmla="*/ 1462088 h 2057214"/>
                    <a:gd name="connsiteX12" fmla="*/ 2192372 w 3317788"/>
                    <a:gd name="connsiteY12" fmla="*/ 1806747 h 2057214"/>
                    <a:gd name="connsiteX13" fmla="*/ 2394741 w 3317788"/>
                    <a:gd name="connsiteY13" fmla="*/ 2057122 h 2057214"/>
                    <a:gd name="connsiteX14" fmla="*/ 2621436 w 3317788"/>
                    <a:gd name="connsiteY14" fmla="*/ 1827849 h 2057214"/>
                    <a:gd name="connsiteX15" fmla="*/ 2909825 w 3317788"/>
                    <a:gd name="connsiteY15" fmla="*/ 1242708 h 2057214"/>
                    <a:gd name="connsiteX16" fmla="*/ 3036433 w 3317788"/>
                    <a:gd name="connsiteY16" fmla="*/ 955651 h 2057214"/>
                    <a:gd name="connsiteX17" fmla="*/ 3141942 w 3317788"/>
                    <a:gd name="connsiteY17" fmla="*/ 609662 h 2057214"/>
                    <a:gd name="connsiteX18" fmla="*/ 3275585 w 3317788"/>
                    <a:gd name="connsiteY18" fmla="*/ 236868 h 2057214"/>
                    <a:gd name="connsiteX19" fmla="*/ 3317788 w 3317788"/>
                    <a:gd name="connsiteY19" fmla="*/ 83455 h 2057214"/>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1012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8470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42643"/>
                    <a:gd name="connsiteX1" fmla="*/ 264258 w 3317788"/>
                    <a:gd name="connsiteY1" fmla="*/ 1335640 h 2042643"/>
                    <a:gd name="connsiteX2" fmla="*/ 373215 w 3317788"/>
                    <a:gd name="connsiteY2" fmla="*/ 1087750 h 2042643"/>
                    <a:gd name="connsiteX3" fmla="*/ 549480 w 3317788"/>
                    <a:gd name="connsiteY3" fmla="*/ 660817 h 2042643"/>
                    <a:gd name="connsiteX4" fmla="*/ 753741 w 3317788"/>
                    <a:gd name="connsiteY4" fmla="*/ 316637 h 2042643"/>
                    <a:gd name="connsiteX5" fmla="*/ 930453 w 3317788"/>
                    <a:gd name="connsiteY5" fmla="*/ 86174 h 2042643"/>
                    <a:gd name="connsiteX6" fmla="*/ 1045432 w 3317788"/>
                    <a:gd name="connsiteY6" fmla="*/ 22395 h 2042643"/>
                    <a:gd name="connsiteX7" fmla="*/ 1263904 w 3317788"/>
                    <a:gd name="connsiteY7" fmla="*/ 171 h 2042643"/>
                    <a:gd name="connsiteX8" fmla="*/ 1467887 w 3317788"/>
                    <a:gd name="connsiteY8" fmla="*/ 31839 h 2042643"/>
                    <a:gd name="connsiteX9" fmla="*/ 1664833 w 3317788"/>
                    <a:gd name="connsiteY9" fmla="*/ 224133 h 2042643"/>
                    <a:gd name="connsiteX10" fmla="*/ 1812545 w 3317788"/>
                    <a:gd name="connsiteY10" fmla="*/ 609662 h 2042643"/>
                    <a:gd name="connsiteX11" fmla="*/ 2037627 w 3317788"/>
                    <a:gd name="connsiteY11" fmla="*/ 1462088 h 2042643"/>
                    <a:gd name="connsiteX12" fmla="*/ 2192372 w 3317788"/>
                    <a:gd name="connsiteY12" fmla="*/ 1806747 h 2042643"/>
                    <a:gd name="connsiteX13" fmla="*/ 2346289 w 3317788"/>
                    <a:gd name="connsiteY13" fmla="*/ 2002930 h 2042643"/>
                    <a:gd name="connsiteX14" fmla="*/ 2398470 w 3317788"/>
                    <a:gd name="connsiteY14" fmla="*/ 2027939 h 2042643"/>
                    <a:gd name="connsiteX15" fmla="*/ 2621436 w 3317788"/>
                    <a:gd name="connsiteY15" fmla="*/ 1827849 h 2042643"/>
                    <a:gd name="connsiteX16" fmla="*/ 2909825 w 3317788"/>
                    <a:gd name="connsiteY16" fmla="*/ 1242708 h 2042643"/>
                    <a:gd name="connsiteX17" fmla="*/ 3036433 w 3317788"/>
                    <a:gd name="connsiteY17" fmla="*/ 955651 h 2042643"/>
                    <a:gd name="connsiteX18" fmla="*/ 3141942 w 3317788"/>
                    <a:gd name="connsiteY18" fmla="*/ 609662 h 2042643"/>
                    <a:gd name="connsiteX19" fmla="*/ 3275585 w 3317788"/>
                    <a:gd name="connsiteY19" fmla="*/ 236868 h 2042643"/>
                    <a:gd name="connsiteX20" fmla="*/ 3317788 w 3317788"/>
                    <a:gd name="connsiteY20" fmla="*/ 83455 h 2042643"/>
                    <a:gd name="connsiteX0" fmla="*/ 0 w 3317788"/>
                    <a:gd name="connsiteY0" fmla="*/ 1996235 h 2033151"/>
                    <a:gd name="connsiteX1" fmla="*/ 264258 w 3317788"/>
                    <a:gd name="connsiteY1" fmla="*/ 1335640 h 2033151"/>
                    <a:gd name="connsiteX2" fmla="*/ 373215 w 3317788"/>
                    <a:gd name="connsiteY2" fmla="*/ 1087750 h 2033151"/>
                    <a:gd name="connsiteX3" fmla="*/ 549480 w 3317788"/>
                    <a:gd name="connsiteY3" fmla="*/ 660817 h 2033151"/>
                    <a:gd name="connsiteX4" fmla="*/ 753741 w 3317788"/>
                    <a:gd name="connsiteY4" fmla="*/ 316637 h 2033151"/>
                    <a:gd name="connsiteX5" fmla="*/ 930453 w 3317788"/>
                    <a:gd name="connsiteY5" fmla="*/ 86174 h 2033151"/>
                    <a:gd name="connsiteX6" fmla="*/ 1045432 w 3317788"/>
                    <a:gd name="connsiteY6" fmla="*/ 22395 h 2033151"/>
                    <a:gd name="connsiteX7" fmla="*/ 1263904 w 3317788"/>
                    <a:gd name="connsiteY7" fmla="*/ 171 h 2033151"/>
                    <a:gd name="connsiteX8" fmla="*/ 1467887 w 3317788"/>
                    <a:gd name="connsiteY8" fmla="*/ 31839 h 2033151"/>
                    <a:gd name="connsiteX9" fmla="*/ 1664833 w 3317788"/>
                    <a:gd name="connsiteY9" fmla="*/ 224133 h 2033151"/>
                    <a:gd name="connsiteX10" fmla="*/ 1812545 w 3317788"/>
                    <a:gd name="connsiteY10" fmla="*/ 609662 h 2033151"/>
                    <a:gd name="connsiteX11" fmla="*/ 2037627 w 3317788"/>
                    <a:gd name="connsiteY11" fmla="*/ 1462088 h 2033151"/>
                    <a:gd name="connsiteX12" fmla="*/ 2192372 w 3317788"/>
                    <a:gd name="connsiteY12" fmla="*/ 1806747 h 2033151"/>
                    <a:gd name="connsiteX13" fmla="*/ 2346289 w 3317788"/>
                    <a:gd name="connsiteY13" fmla="*/ 2002930 h 2033151"/>
                    <a:gd name="connsiteX14" fmla="*/ 2435756 w 3317788"/>
                    <a:gd name="connsiteY14" fmla="*/ 2013347 h 2033151"/>
                    <a:gd name="connsiteX15" fmla="*/ 2621436 w 3317788"/>
                    <a:gd name="connsiteY15" fmla="*/ 1827849 h 2033151"/>
                    <a:gd name="connsiteX16" fmla="*/ 2909825 w 3317788"/>
                    <a:gd name="connsiteY16" fmla="*/ 1242708 h 2033151"/>
                    <a:gd name="connsiteX17" fmla="*/ 3036433 w 3317788"/>
                    <a:gd name="connsiteY17" fmla="*/ 955651 h 2033151"/>
                    <a:gd name="connsiteX18" fmla="*/ 3141942 w 3317788"/>
                    <a:gd name="connsiteY18" fmla="*/ 609662 h 2033151"/>
                    <a:gd name="connsiteX19" fmla="*/ 3275585 w 3317788"/>
                    <a:gd name="connsiteY19" fmla="*/ 236868 h 2033151"/>
                    <a:gd name="connsiteX20" fmla="*/ 3317788 w 3317788"/>
                    <a:gd name="connsiteY20" fmla="*/ 83455 h 2033151"/>
                    <a:gd name="connsiteX0" fmla="*/ 0 w 3317788"/>
                    <a:gd name="connsiteY0" fmla="*/ 1996235 h 2028097"/>
                    <a:gd name="connsiteX1" fmla="*/ 264258 w 3317788"/>
                    <a:gd name="connsiteY1" fmla="*/ 1335640 h 2028097"/>
                    <a:gd name="connsiteX2" fmla="*/ 373215 w 3317788"/>
                    <a:gd name="connsiteY2" fmla="*/ 1087750 h 2028097"/>
                    <a:gd name="connsiteX3" fmla="*/ 549480 w 3317788"/>
                    <a:gd name="connsiteY3" fmla="*/ 660817 h 2028097"/>
                    <a:gd name="connsiteX4" fmla="*/ 753741 w 3317788"/>
                    <a:gd name="connsiteY4" fmla="*/ 316637 h 2028097"/>
                    <a:gd name="connsiteX5" fmla="*/ 930453 w 3317788"/>
                    <a:gd name="connsiteY5" fmla="*/ 86174 h 2028097"/>
                    <a:gd name="connsiteX6" fmla="*/ 1045432 w 3317788"/>
                    <a:gd name="connsiteY6" fmla="*/ 22395 h 2028097"/>
                    <a:gd name="connsiteX7" fmla="*/ 1263904 w 3317788"/>
                    <a:gd name="connsiteY7" fmla="*/ 171 h 2028097"/>
                    <a:gd name="connsiteX8" fmla="*/ 1467887 w 3317788"/>
                    <a:gd name="connsiteY8" fmla="*/ 31839 h 2028097"/>
                    <a:gd name="connsiteX9" fmla="*/ 1664833 w 3317788"/>
                    <a:gd name="connsiteY9" fmla="*/ 224133 h 2028097"/>
                    <a:gd name="connsiteX10" fmla="*/ 1812545 w 3317788"/>
                    <a:gd name="connsiteY10" fmla="*/ 609662 h 2028097"/>
                    <a:gd name="connsiteX11" fmla="*/ 2037627 w 3317788"/>
                    <a:gd name="connsiteY11" fmla="*/ 1462088 h 2028097"/>
                    <a:gd name="connsiteX12" fmla="*/ 2192372 w 3317788"/>
                    <a:gd name="connsiteY12" fmla="*/ 1806747 h 2028097"/>
                    <a:gd name="connsiteX13" fmla="*/ 2346289 w 3317788"/>
                    <a:gd name="connsiteY13" fmla="*/ 2002930 h 2028097"/>
                    <a:gd name="connsiteX14" fmla="*/ 2461856 w 3317788"/>
                    <a:gd name="connsiteY14" fmla="*/ 2003619 h 2028097"/>
                    <a:gd name="connsiteX15" fmla="*/ 2621436 w 3317788"/>
                    <a:gd name="connsiteY15" fmla="*/ 1827849 h 2028097"/>
                    <a:gd name="connsiteX16" fmla="*/ 2909825 w 3317788"/>
                    <a:gd name="connsiteY16" fmla="*/ 1242708 h 2028097"/>
                    <a:gd name="connsiteX17" fmla="*/ 3036433 w 3317788"/>
                    <a:gd name="connsiteY17" fmla="*/ 955651 h 2028097"/>
                    <a:gd name="connsiteX18" fmla="*/ 3141942 w 3317788"/>
                    <a:gd name="connsiteY18" fmla="*/ 609662 h 2028097"/>
                    <a:gd name="connsiteX19" fmla="*/ 3275585 w 3317788"/>
                    <a:gd name="connsiteY19" fmla="*/ 236868 h 2028097"/>
                    <a:gd name="connsiteX20" fmla="*/ 3317788 w 3317788"/>
                    <a:gd name="connsiteY20" fmla="*/ 83455 h 2028097"/>
                    <a:gd name="connsiteX0" fmla="*/ 0 w 3317788"/>
                    <a:gd name="connsiteY0" fmla="*/ 1996235 h 2024084"/>
                    <a:gd name="connsiteX1" fmla="*/ 264258 w 3317788"/>
                    <a:gd name="connsiteY1" fmla="*/ 1335640 h 2024084"/>
                    <a:gd name="connsiteX2" fmla="*/ 373215 w 3317788"/>
                    <a:gd name="connsiteY2" fmla="*/ 1087750 h 2024084"/>
                    <a:gd name="connsiteX3" fmla="*/ 549480 w 3317788"/>
                    <a:gd name="connsiteY3" fmla="*/ 660817 h 2024084"/>
                    <a:gd name="connsiteX4" fmla="*/ 753741 w 3317788"/>
                    <a:gd name="connsiteY4" fmla="*/ 316637 h 2024084"/>
                    <a:gd name="connsiteX5" fmla="*/ 930453 w 3317788"/>
                    <a:gd name="connsiteY5" fmla="*/ 86174 h 2024084"/>
                    <a:gd name="connsiteX6" fmla="*/ 1045432 w 3317788"/>
                    <a:gd name="connsiteY6" fmla="*/ 22395 h 2024084"/>
                    <a:gd name="connsiteX7" fmla="*/ 1263904 w 3317788"/>
                    <a:gd name="connsiteY7" fmla="*/ 171 h 2024084"/>
                    <a:gd name="connsiteX8" fmla="*/ 1467887 w 3317788"/>
                    <a:gd name="connsiteY8" fmla="*/ 31839 h 2024084"/>
                    <a:gd name="connsiteX9" fmla="*/ 1664833 w 3317788"/>
                    <a:gd name="connsiteY9" fmla="*/ 224133 h 2024084"/>
                    <a:gd name="connsiteX10" fmla="*/ 1812545 w 3317788"/>
                    <a:gd name="connsiteY10" fmla="*/ 609662 h 2024084"/>
                    <a:gd name="connsiteX11" fmla="*/ 2037627 w 3317788"/>
                    <a:gd name="connsiteY11" fmla="*/ 1462088 h 2024084"/>
                    <a:gd name="connsiteX12" fmla="*/ 2192372 w 3317788"/>
                    <a:gd name="connsiteY12" fmla="*/ 1806747 h 2024084"/>
                    <a:gd name="connsiteX13" fmla="*/ 2346289 w 3317788"/>
                    <a:gd name="connsiteY13" fmla="*/ 2002930 h 2024084"/>
                    <a:gd name="connsiteX14" fmla="*/ 2476771 w 3317788"/>
                    <a:gd name="connsiteY14" fmla="*/ 1993891 h 2024084"/>
                    <a:gd name="connsiteX15" fmla="*/ 2621436 w 3317788"/>
                    <a:gd name="connsiteY15" fmla="*/ 1827849 h 2024084"/>
                    <a:gd name="connsiteX16" fmla="*/ 2909825 w 3317788"/>
                    <a:gd name="connsiteY16" fmla="*/ 1242708 h 2024084"/>
                    <a:gd name="connsiteX17" fmla="*/ 3036433 w 3317788"/>
                    <a:gd name="connsiteY17" fmla="*/ 955651 h 2024084"/>
                    <a:gd name="connsiteX18" fmla="*/ 3141942 w 3317788"/>
                    <a:gd name="connsiteY18" fmla="*/ 609662 h 2024084"/>
                    <a:gd name="connsiteX19" fmla="*/ 3275585 w 3317788"/>
                    <a:gd name="connsiteY19" fmla="*/ 236868 h 2024084"/>
                    <a:gd name="connsiteX20" fmla="*/ 3317788 w 3317788"/>
                    <a:gd name="connsiteY20" fmla="*/ 83455 h 2024084"/>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37627 w 3317788"/>
                    <a:gd name="connsiteY11" fmla="*/ 1462088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211015 w 3317788"/>
                    <a:gd name="connsiteY12" fmla="*/ 1801883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07199"/>
                    <a:gd name="connsiteX1" fmla="*/ 264258 w 3317788"/>
                    <a:gd name="connsiteY1" fmla="*/ 1335640 h 2007199"/>
                    <a:gd name="connsiteX2" fmla="*/ 373215 w 3317788"/>
                    <a:gd name="connsiteY2" fmla="*/ 1087750 h 2007199"/>
                    <a:gd name="connsiteX3" fmla="*/ 549480 w 3317788"/>
                    <a:gd name="connsiteY3" fmla="*/ 660817 h 2007199"/>
                    <a:gd name="connsiteX4" fmla="*/ 753741 w 3317788"/>
                    <a:gd name="connsiteY4" fmla="*/ 316637 h 2007199"/>
                    <a:gd name="connsiteX5" fmla="*/ 930453 w 3317788"/>
                    <a:gd name="connsiteY5" fmla="*/ 86174 h 2007199"/>
                    <a:gd name="connsiteX6" fmla="*/ 1045432 w 3317788"/>
                    <a:gd name="connsiteY6" fmla="*/ 22395 h 2007199"/>
                    <a:gd name="connsiteX7" fmla="*/ 1263904 w 3317788"/>
                    <a:gd name="connsiteY7" fmla="*/ 171 h 2007199"/>
                    <a:gd name="connsiteX8" fmla="*/ 1467887 w 3317788"/>
                    <a:gd name="connsiteY8" fmla="*/ 31839 h 2007199"/>
                    <a:gd name="connsiteX9" fmla="*/ 1664833 w 3317788"/>
                    <a:gd name="connsiteY9" fmla="*/ 224133 h 2007199"/>
                    <a:gd name="connsiteX10" fmla="*/ 1812545 w 3317788"/>
                    <a:gd name="connsiteY10" fmla="*/ 609662 h 2007199"/>
                    <a:gd name="connsiteX11" fmla="*/ 2063727 w 3317788"/>
                    <a:gd name="connsiteY11" fmla="*/ 1447497 h 2007199"/>
                    <a:gd name="connsiteX12" fmla="*/ 2211015 w 3317788"/>
                    <a:gd name="connsiteY12" fmla="*/ 1801883 h 2007199"/>
                    <a:gd name="connsiteX13" fmla="*/ 2346289 w 3317788"/>
                    <a:gd name="connsiteY13" fmla="*/ 1988338 h 2007199"/>
                    <a:gd name="connsiteX14" fmla="*/ 2510328 w 3317788"/>
                    <a:gd name="connsiteY14" fmla="*/ 1974436 h 2007199"/>
                    <a:gd name="connsiteX15" fmla="*/ 2621436 w 3317788"/>
                    <a:gd name="connsiteY15" fmla="*/ 1827849 h 2007199"/>
                    <a:gd name="connsiteX16" fmla="*/ 2909825 w 3317788"/>
                    <a:gd name="connsiteY16" fmla="*/ 1242708 h 2007199"/>
                    <a:gd name="connsiteX17" fmla="*/ 3036433 w 3317788"/>
                    <a:gd name="connsiteY17" fmla="*/ 955651 h 2007199"/>
                    <a:gd name="connsiteX18" fmla="*/ 3141942 w 3317788"/>
                    <a:gd name="connsiteY18" fmla="*/ 609662 h 2007199"/>
                    <a:gd name="connsiteX19" fmla="*/ 3275585 w 3317788"/>
                    <a:gd name="connsiteY19" fmla="*/ 236868 h 2007199"/>
                    <a:gd name="connsiteX20" fmla="*/ 3317788 w 3317788"/>
                    <a:gd name="connsiteY20" fmla="*/ 83455 h 2007199"/>
                    <a:gd name="connsiteX0" fmla="*/ 0 w 3317788"/>
                    <a:gd name="connsiteY0" fmla="*/ 1996235 h 2003500"/>
                    <a:gd name="connsiteX1" fmla="*/ 264258 w 3317788"/>
                    <a:gd name="connsiteY1" fmla="*/ 1335640 h 2003500"/>
                    <a:gd name="connsiteX2" fmla="*/ 373215 w 3317788"/>
                    <a:gd name="connsiteY2" fmla="*/ 1087750 h 2003500"/>
                    <a:gd name="connsiteX3" fmla="*/ 549480 w 3317788"/>
                    <a:gd name="connsiteY3" fmla="*/ 660817 h 2003500"/>
                    <a:gd name="connsiteX4" fmla="*/ 753741 w 3317788"/>
                    <a:gd name="connsiteY4" fmla="*/ 316637 h 2003500"/>
                    <a:gd name="connsiteX5" fmla="*/ 930453 w 3317788"/>
                    <a:gd name="connsiteY5" fmla="*/ 86174 h 2003500"/>
                    <a:gd name="connsiteX6" fmla="*/ 1045432 w 3317788"/>
                    <a:gd name="connsiteY6" fmla="*/ 22395 h 2003500"/>
                    <a:gd name="connsiteX7" fmla="*/ 1263904 w 3317788"/>
                    <a:gd name="connsiteY7" fmla="*/ 171 h 2003500"/>
                    <a:gd name="connsiteX8" fmla="*/ 1467887 w 3317788"/>
                    <a:gd name="connsiteY8" fmla="*/ 31839 h 2003500"/>
                    <a:gd name="connsiteX9" fmla="*/ 1664833 w 3317788"/>
                    <a:gd name="connsiteY9" fmla="*/ 224133 h 2003500"/>
                    <a:gd name="connsiteX10" fmla="*/ 1812545 w 3317788"/>
                    <a:gd name="connsiteY10" fmla="*/ 609662 h 2003500"/>
                    <a:gd name="connsiteX11" fmla="*/ 2063727 w 3317788"/>
                    <a:gd name="connsiteY11" fmla="*/ 1447497 h 2003500"/>
                    <a:gd name="connsiteX12" fmla="*/ 2211015 w 3317788"/>
                    <a:gd name="connsiteY12" fmla="*/ 1801883 h 2003500"/>
                    <a:gd name="connsiteX13" fmla="*/ 2346289 w 3317788"/>
                    <a:gd name="connsiteY13" fmla="*/ 1988338 h 2003500"/>
                    <a:gd name="connsiteX14" fmla="*/ 2525242 w 3317788"/>
                    <a:gd name="connsiteY14" fmla="*/ 1959844 h 2003500"/>
                    <a:gd name="connsiteX15" fmla="*/ 2621436 w 3317788"/>
                    <a:gd name="connsiteY15" fmla="*/ 1827849 h 2003500"/>
                    <a:gd name="connsiteX16" fmla="*/ 2909825 w 3317788"/>
                    <a:gd name="connsiteY16" fmla="*/ 1242708 h 2003500"/>
                    <a:gd name="connsiteX17" fmla="*/ 3036433 w 3317788"/>
                    <a:gd name="connsiteY17" fmla="*/ 955651 h 2003500"/>
                    <a:gd name="connsiteX18" fmla="*/ 3141942 w 3317788"/>
                    <a:gd name="connsiteY18" fmla="*/ 609662 h 2003500"/>
                    <a:gd name="connsiteX19" fmla="*/ 3275585 w 3317788"/>
                    <a:gd name="connsiteY19" fmla="*/ 236868 h 2003500"/>
                    <a:gd name="connsiteX20" fmla="*/ 3317788 w 3317788"/>
                    <a:gd name="connsiteY20" fmla="*/ 83455 h 2003500"/>
                    <a:gd name="connsiteX0" fmla="*/ 0 w 3317788"/>
                    <a:gd name="connsiteY0" fmla="*/ 1996235 h 2035035"/>
                    <a:gd name="connsiteX1" fmla="*/ 264258 w 3317788"/>
                    <a:gd name="connsiteY1" fmla="*/ 1335640 h 2035035"/>
                    <a:gd name="connsiteX2" fmla="*/ 373215 w 3317788"/>
                    <a:gd name="connsiteY2" fmla="*/ 1087750 h 2035035"/>
                    <a:gd name="connsiteX3" fmla="*/ 549480 w 3317788"/>
                    <a:gd name="connsiteY3" fmla="*/ 660817 h 2035035"/>
                    <a:gd name="connsiteX4" fmla="*/ 753741 w 3317788"/>
                    <a:gd name="connsiteY4" fmla="*/ 316637 h 2035035"/>
                    <a:gd name="connsiteX5" fmla="*/ 930453 w 3317788"/>
                    <a:gd name="connsiteY5" fmla="*/ 86174 h 2035035"/>
                    <a:gd name="connsiteX6" fmla="*/ 1045432 w 3317788"/>
                    <a:gd name="connsiteY6" fmla="*/ 22395 h 2035035"/>
                    <a:gd name="connsiteX7" fmla="*/ 1263904 w 3317788"/>
                    <a:gd name="connsiteY7" fmla="*/ 171 h 2035035"/>
                    <a:gd name="connsiteX8" fmla="*/ 1467887 w 3317788"/>
                    <a:gd name="connsiteY8" fmla="*/ 31839 h 2035035"/>
                    <a:gd name="connsiteX9" fmla="*/ 1664833 w 3317788"/>
                    <a:gd name="connsiteY9" fmla="*/ 224133 h 2035035"/>
                    <a:gd name="connsiteX10" fmla="*/ 1812545 w 3317788"/>
                    <a:gd name="connsiteY10" fmla="*/ 609662 h 2035035"/>
                    <a:gd name="connsiteX11" fmla="*/ 2063727 w 3317788"/>
                    <a:gd name="connsiteY11" fmla="*/ 1447497 h 2035035"/>
                    <a:gd name="connsiteX12" fmla="*/ 2211015 w 3317788"/>
                    <a:gd name="connsiteY12" fmla="*/ 1801883 h 2035035"/>
                    <a:gd name="connsiteX13" fmla="*/ 2346289 w 3317788"/>
                    <a:gd name="connsiteY13" fmla="*/ 1988338 h 2035035"/>
                    <a:gd name="connsiteX14" fmla="*/ 2525242 w 3317788"/>
                    <a:gd name="connsiteY14" fmla="*/ 1959844 h 2035035"/>
                    <a:gd name="connsiteX15" fmla="*/ 2909825 w 3317788"/>
                    <a:gd name="connsiteY15" fmla="*/ 1242708 h 2035035"/>
                    <a:gd name="connsiteX16" fmla="*/ 3036433 w 3317788"/>
                    <a:gd name="connsiteY16" fmla="*/ 955651 h 2035035"/>
                    <a:gd name="connsiteX17" fmla="*/ 3141942 w 3317788"/>
                    <a:gd name="connsiteY17" fmla="*/ 609662 h 2035035"/>
                    <a:gd name="connsiteX18" fmla="*/ 3275585 w 3317788"/>
                    <a:gd name="connsiteY18" fmla="*/ 236868 h 2035035"/>
                    <a:gd name="connsiteX19" fmla="*/ 3317788 w 3317788"/>
                    <a:gd name="connsiteY19" fmla="*/ 83455 h 2035035"/>
                    <a:gd name="connsiteX0" fmla="*/ 0 w 3317788"/>
                    <a:gd name="connsiteY0" fmla="*/ 1996235 h 2016424"/>
                    <a:gd name="connsiteX1" fmla="*/ 264258 w 3317788"/>
                    <a:gd name="connsiteY1" fmla="*/ 1335640 h 2016424"/>
                    <a:gd name="connsiteX2" fmla="*/ 373215 w 3317788"/>
                    <a:gd name="connsiteY2" fmla="*/ 1087750 h 2016424"/>
                    <a:gd name="connsiteX3" fmla="*/ 549480 w 3317788"/>
                    <a:gd name="connsiteY3" fmla="*/ 660817 h 2016424"/>
                    <a:gd name="connsiteX4" fmla="*/ 753741 w 3317788"/>
                    <a:gd name="connsiteY4" fmla="*/ 316637 h 2016424"/>
                    <a:gd name="connsiteX5" fmla="*/ 930453 w 3317788"/>
                    <a:gd name="connsiteY5" fmla="*/ 86174 h 2016424"/>
                    <a:gd name="connsiteX6" fmla="*/ 1045432 w 3317788"/>
                    <a:gd name="connsiteY6" fmla="*/ 22395 h 2016424"/>
                    <a:gd name="connsiteX7" fmla="*/ 1263904 w 3317788"/>
                    <a:gd name="connsiteY7" fmla="*/ 171 h 2016424"/>
                    <a:gd name="connsiteX8" fmla="*/ 1467887 w 3317788"/>
                    <a:gd name="connsiteY8" fmla="*/ 31839 h 2016424"/>
                    <a:gd name="connsiteX9" fmla="*/ 1664833 w 3317788"/>
                    <a:gd name="connsiteY9" fmla="*/ 224133 h 2016424"/>
                    <a:gd name="connsiteX10" fmla="*/ 1812545 w 3317788"/>
                    <a:gd name="connsiteY10" fmla="*/ 609662 h 2016424"/>
                    <a:gd name="connsiteX11" fmla="*/ 2063727 w 3317788"/>
                    <a:gd name="connsiteY11" fmla="*/ 1447497 h 2016424"/>
                    <a:gd name="connsiteX12" fmla="*/ 2211015 w 3317788"/>
                    <a:gd name="connsiteY12" fmla="*/ 1801883 h 2016424"/>
                    <a:gd name="connsiteX13" fmla="*/ 2346289 w 3317788"/>
                    <a:gd name="connsiteY13" fmla="*/ 1988338 h 2016424"/>
                    <a:gd name="connsiteX14" fmla="*/ 2625913 w 3317788"/>
                    <a:gd name="connsiteY14" fmla="*/ 1920933 h 2016424"/>
                    <a:gd name="connsiteX15" fmla="*/ 2909825 w 3317788"/>
                    <a:gd name="connsiteY15" fmla="*/ 1242708 h 2016424"/>
                    <a:gd name="connsiteX16" fmla="*/ 3036433 w 3317788"/>
                    <a:gd name="connsiteY16" fmla="*/ 955651 h 2016424"/>
                    <a:gd name="connsiteX17" fmla="*/ 3141942 w 3317788"/>
                    <a:gd name="connsiteY17" fmla="*/ 609662 h 2016424"/>
                    <a:gd name="connsiteX18" fmla="*/ 3275585 w 3317788"/>
                    <a:gd name="connsiteY18" fmla="*/ 236868 h 2016424"/>
                    <a:gd name="connsiteX19" fmla="*/ 3317788 w 3317788"/>
                    <a:gd name="connsiteY19" fmla="*/ 83455 h 2016424"/>
                    <a:gd name="connsiteX0" fmla="*/ 0 w 3317788"/>
                    <a:gd name="connsiteY0" fmla="*/ 1996235 h 2001733"/>
                    <a:gd name="connsiteX1" fmla="*/ 264258 w 3317788"/>
                    <a:gd name="connsiteY1" fmla="*/ 1335640 h 2001733"/>
                    <a:gd name="connsiteX2" fmla="*/ 373215 w 3317788"/>
                    <a:gd name="connsiteY2" fmla="*/ 1087750 h 2001733"/>
                    <a:gd name="connsiteX3" fmla="*/ 549480 w 3317788"/>
                    <a:gd name="connsiteY3" fmla="*/ 660817 h 2001733"/>
                    <a:gd name="connsiteX4" fmla="*/ 753741 w 3317788"/>
                    <a:gd name="connsiteY4" fmla="*/ 316637 h 2001733"/>
                    <a:gd name="connsiteX5" fmla="*/ 930453 w 3317788"/>
                    <a:gd name="connsiteY5" fmla="*/ 86174 h 2001733"/>
                    <a:gd name="connsiteX6" fmla="*/ 1045432 w 3317788"/>
                    <a:gd name="connsiteY6" fmla="*/ 22395 h 2001733"/>
                    <a:gd name="connsiteX7" fmla="*/ 1263904 w 3317788"/>
                    <a:gd name="connsiteY7" fmla="*/ 171 h 2001733"/>
                    <a:gd name="connsiteX8" fmla="*/ 1467887 w 3317788"/>
                    <a:gd name="connsiteY8" fmla="*/ 31839 h 2001733"/>
                    <a:gd name="connsiteX9" fmla="*/ 1664833 w 3317788"/>
                    <a:gd name="connsiteY9" fmla="*/ 224133 h 2001733"/>
                    <a:gd name="connsiteX10" fmla="*/ 1812545 w 3317788"/>
                    <a:gd name="connsiteY10" fmla="*/ 609662 h 2001733"/>
                    <a:gd name="connsiteX11" fmla="*/ 2063727 w 3317788"/>
                    <a:gd name="connsiteY11" fmla="*/ 1447497 h 2001733"/>
                    <a:gd name="connsiteX12" fmla="*/ 2211015 w 3317788"/>
                    <a:gd name="connsiteY12" fmla="*/ 1801883 h 2001733"/>
                    <a:gd name="connsiteX13" fmla="*/ 2346289 w 3317788"/>
                    <a:gd name="connsiteY13" fmla="*/ 1988338 h 2001733"/>
                    <a:gd name="connsiteX14" fmla="*/ 2599813 w 3317788"/>
                    <a:gd name="connsiteY14" fmla="*/ 1862567 h 2001733"/>
                    <a:gd name="connsiteX15" fmla="*/ 2909825 w 3317788"/>
                    <a:gd name="connsiteY15" fmla="*/ 1242708 h 2001733"/>
                    <a:gd name="connsiteX16" fmla="*/ 3036433 w 3317788"/>
                    <a:gd name="connsiteY16" fmla="*/ 955651 h 2001733"/>
                    <a:gd name="connsiteX17" fmla="*/ 3141942 w 3317788"/>
                    <a:gd name="connsiteY17" fmla="*/ 609662 h 2001733"/>
                    <a:gd name="connsiteX18" fmla="*/ 3275585 w 3317788"/>
                    <a:gd name="connsiteY18" fmla="*/ 236868 h 2001733"/>
                    <a:gd name="connsiteX19" fmla="*/ 3317788 w 3317788"/>
                    <a:gd name="connsiteY19" fmla="*/ 83455 h 2001733"/>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036433 w 3317788"/>
                    <a:gd name="connsiteY16" fmla="*/ 955651 h 2022554"/>
                    <a:gd name="connsiteX17" fmla="*/ 3141942 w 3317788"/>
                    <a:gd name="connsiteY17" fmla="*/ 609662 h 2022554"/>
                    <a:gd name="connsiteX18" fmla="*/ 3275585 w 3317788"/>
                    <a:gd name="connsiteY18" fmla="*/ 236868 h 2022554"/>
                    <a:gd name="connsiteX19" fmla="*/ 3317788 w 3317788"/>
                    <a:gd name="connsiteY19"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141942 w 3317788"/>
                    <a:gd name="connsiteY16" fmla="*/ 609662 h 2022554"/>
                    <a:gd name="connsiteX17" fmla="*/ 3275585 w 3317788"/>
                    <a:gd name="connsiteY17" fmla="*/ 236868 h 2022554"/>
                    <a:gd name="connsiteX18" fmla="*/ 3317788 w 3317788"/>
                    <a:gd name="connsiteY18"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753741 w 3317788"/>
                    <a:gd name="connsiteY3" fmla="*/ 316637 h 2022554"/>
                    <a:gd name="connsiteX4" fmla="*/ 930453 w 3317788"/>
                    <a:gd name="connsiteY4" fmla="*/ 86174 h 2022554"/>
                    <a:gd name="connsiteX5" fmla="*/ 1045432 w 3317788"/>
                    <a:gd name="connsiteY5" fmla="*/ 22395 h 2022554"/>
                    <a:gd name="connsiteX6" fmla="*/ 1263904 w 3317788"/>
                    <a:gd name="connsiteY6" fmla="*/ 171 h 2022554"/>
                    <a:gd name="connsiteX7" fmla="*/ 1467887 w 3317788"/>
                    <a:gd name="connsiteY7" fmla="*/ 31839 h 2022554"/>
                    <a:gd name="connsiteX8" fmla="*/ 1664833 w 3317788"/>
                    <a:gd name="connsiteY8" fmla="*/ 224133 h 2022554"/>
                    <a:gd name="connsiteX9" fmla="*/ 1812545 w 3317788"/>
                    <a:gd name="connsiteY9" fmla="*/ 609662 h 2022554"/>
                    <a:gd name="connsiteX10" fmla="*/ 2063727 w 3317788"/>
                    <a:gd name="connsiteY10" fmla="*/ 1447497 h 2022554"/>
                    <a:gd name="connsiteX11" fmla="*/ 2211015 w 3317788"/>
                    <a:gd name="connsiteY11" fmla="*/ 1801883 h 2022554"/>
                    <a:gd name="connsiteX12" fmla="*/ 2346289 w 3317788"/>
                    <a:gd name="connsiteY12" fmla="*/ 1988338 h 2022554"/>
                    <a:gd name="connsiteX13" fmla="*/ 2569985 w 3317788"/>
                    <a:gd name="connsiteY13" fmla="*/ 1935525 h 2022554"/>
                    <a:gd name="connsiteX14" fmla="*/ 2909825 w 3317788"/>
                    <a:gd name="connsiteY14" fmla="*/ 1242708 h 2022554"/>
                    <a:gd name="connsiteX15" fmla="*/ 3141942 w 3317788"/>
                    <a:gd name="connsiteY15" fmla="*/ 609662 h 2022554"/>
                    <a:gd name="connsiteX16" fmla="*/ 3275585 w 3317788"/>
                    <a:gd name="connsiteY16" fmla="*/ 236868 h 2022554"/>
                    <a:gd name="connsiteX17" fmla="*/ 3317788 w 3317788"/>
                    <a:gd name="connsiteY17" fmla="*/ 83455 h 2022554"/>
                    <a:gd name="connsiteX0" fmla="*/ 0 w 3317788"/>
                    <a:gd name="connsiteY0" fmla="*/ 1996235 h 2022554"/>
                    <a:gd name="connsiteX1" fmla="*/ 264258 w 3317788"/>
                    <a:gd name="connsiteY1" fmla="*/ 1335640 h 2022554"/>
                    <a:gd name="connsiteX2" fmla="*/ 753741 w 3317788"/>
                    <a:gd name="connsiteY2" fmla="*/ 316637 h 2022554"/>
                    <a:gd name="connsiteX3" fmla="*/ 930453 w 3317788"/>
                    <a:gd name="connsiteY3" fmla="*/ 86174 h 2022554"/>
                    <a:gd name="connsiteX4" fmla="*/ 1045432 w 3317788"/>
                    <a:gd name="connsiteY4" fmla="*/ 22395 h 2022554"/>
                    <a:gd name="connsiteX5" fmla="*/ 1263904 w 3317788"/>
                    <a:gd name="connsiteY5" fmla="*/ 171 h 2022554"/>
                    <a:gd name="connsiteX6" fmla="*/ 1467887 w 3317788"/>
                    <a:gd name="connsiteY6" fmla="*/ 31839 h 2022554"/>
                    <a:gd name="connsiteX7" fmla="*/ 1664833 w 3317788"/>
                    <a:gd name="connsiteY7" fmla="*/ 224133 h 2022554"/>
                    <a:gd name="connsiteX8" fmla="*/ 1812545 w 3317788"/>
                    <a:gd name="connsiteY8" fmla="*/ 609662 h 2022554"/>
                    <a:gd name="connsiteX9" fmla="*/ 2063727 w 3317788"/>
                    <a:gd name="connsiteY9" fmla="*/ 1447497 h 2022554"/>
                    <a:gd name="connsiteX10" fmla="*/ 2211015 w 3317788"/>
                    <a:gd name="connsiteY10" fmla="*/ 1801883 h 2022554"/>
                    <a:gd name="connsiteX11" fmla="*/ 2346289 w 3317788"/>
                    <a:gd name="connsiteY11" fmla="*/ 1988338 h 2022554"/>
                    <a:gd name="connsiteX12" fmla="*/ 2569985 w 3317788"/>
                    <a:gd name="connsiteY12" fmla="*/ 1935525 h 2022554"/>
                    <a:gd name="connsiteX13" fmla="*/ 2909825 w 3317788"/>
                    <a:gd name="connsiteY13" fmla="*/ 1242708 h 2022554"/>
                    <a:gd name="connsiteX14" fmla="*/ 3141942 w 3317788"/>
                    <a:gd name="connsiteY14" fmla="*/ 609662 h 2022554"/>
                    <a:gd name="connsiteX15" fmla="*/ 3275585 w 3317788"/>
                    <a:gd name="connsiteY15" fmla="*/ 236868 h 2022554"/>
                    <a:gd name="connsiteX16" fmla="*/ 3317788 w 3317788"/>
                    <a:gd name="connsiteY16" fmla="*/ 83455 h 2022554"/>
                    <a:gd name="connsiteX0" fmla="*/ 0 w 3317788"/>
                    <a:gd name="connsiteY0" fmla="*/ 2005396 h 2031715"/>
                    <a:gd name="connsiteX1" fmla="*/ 264258 w 3317788"/>
                    <a:gd name="connsiteY1" fmla="*/ 1344801 h 2031715"/>
                    <a:gd name="connsiteX2" fmla="*/ 753741 w 3317788"/>
                    <a:gd name="connsiteY2" fmla="*/ 325798 h 2031715"/>
                    <a:gd name="connsiteX3" fmla="*/ 1045432 w 3317788"/>
                    <a:gd name="connsiteY3" fmla="*/ 31556 h 2031715"/>
                    <a:gd name="connsiteX4" fmla="*/ 1263904 w 3317788"/>
                    <a:gd name="connsiteY4" fmla="*/ 9332 h 2031715"/>
                    <a:gd name="connsiteX5" fmla="*/ 1467887 w 3317788"/>
                    <a:gd name="connsiteY5" fmla="*/ 41000 h 2031715"/>
                    <a:gd name="connsiteX6" fmla="*/ 1664833 w 3317788"/>
                    <a:gd name="connsiteY6" fmla="*/ 233294 h 2031715"/>
                    <a:gd name="connsiteX7" fmla="*/ 1812545 w 3317788"/>
                    <a:gd name="connsiteY7" fmla="*/ 618823 h 2031715"/>
                    <a:gd name="connsiteX8" fmla="*/ 2063727 w 3317788"/>
                    <a:gd name="connsiteY8" fmla="*/ 1456658 h 2031715"/>
                    <a:gd name="connsiteX9" fmla="*/ 2211015 w 3317788"/>
                    <a:gd name="connsiteY9" fmla="*/ 1811044 h 2031715"/>
                    <a:gd name="connsiteX10" fmla="*/ 2346289 w 3317788"/>
                    <a:gd name="connsiteY10" fmla="*/ 1997499 h 2031715"/>
                    <a:gd name="connsiteX11" fmla="*/ 2569985 w 3317788"/>
                    <a:gd name="connsiteY11" fmla="*/ 1944686 h 2031715"/>
                    <a:gd name="connsiteX12" fmla="*/ 2909825 w 3317788"/>
                    <a:gd name="connsiteY12" fmla="*/ 1251869 h 2031715"/>
                    <a:gd name="connsiteX13" fmla="*/ 3141942 w 3317788"/>
                    <a:gd name="connsiteY13" fmla="*/ 618823 h 2031715"/>
                    <a:gd name="connsiteX14" fmla="*/ 3275585 w 3317788"/>
                    <a:gd name="connsiteY14" fmla="*/ 246029 h 2031715"/>
                    <a:gd name="connsiteX15" fmla="*/ 3317788 w 3317788"/>
                    <a:gd name="connsiteY15" fmla="*/ 92616 h 2031715"/>
                    <a:gd name="connsiteX0" fmla="*/ 0 w 3317788"/>
                    <a:gd name="connsiteY0" fmla="*/ 2000709 h 2027028"/>
                    <a:gd name="connsiteX1" fmla="*/ 264258 w 3317788"/>
                    <a:gd name="connsiteY1" fmla="*/ 1340114 h 2027028"/>
                    <a:gd name="connsiteX2" fmla="*/ 753741 w 3317788"/>
                    <a:gd name="connsiteY2" fmla="*/ 321111 h 2027028"/>
                    <a:gd name="connsiteX3" fmla="*/ 1045432 w 3317788"/>
                    <a:gd name="connsiteY3" fmla="*/ 26869 h 2027028"/>
                    <a:gd name="connsiteX4" fmla="*/ 1467887 w 3317788"/>
                    <a:gd name="connsiteY4" fmla="*/ 36313 h 2027028"/>
                    <a:gd name="connsiteX5" fmla="*/ 1664833 w 3317788"/>
                    <a:gd name="connsiteY5" fmla="*/ 228607 h 2027028"/>
                    <a:gd name="connsiteX6" fmla="*/ 1812545 w 3317788"/>
                    <a:gd name="connsiteY6" fmla="*/ 614136 h 2027028"/>
                    <a:gd name="connsiteX7" fmla="*/ 2063727 w 3317788"/>
                    <a:gd name="connsiteY7" fmla="*/ 1451971 h 2027028"/>
                    <a:gd name="connsiteX8" fmla="*/ 2211015 w 3317788"/>
                    <a:gd name="connsiteY8" fmla="*/ 1806357 h 2027028"/>
                    <a:gd name="connsiteX9" fmla="*/ 2346289 w 3317788"/>
                    <a:gd name="connsiteY9" fmla="*/ 1992812 h 2027028"/>
                    <a:gd name="connsiteX10" fmla="*/ 2569985 w 3317788"/>
                    <a:gd name="connsiteY10" fmla="*/ 1939999 h 2027028"/>
                    <a:gd name="connsiteX11" fmla="*/ 2909825 w 3317788"/>
                    <a:gd name="connsiteY11" fmla="*/ 1247182 h 2027028"/>
                    <a:gd name="connsiteX12" fmla="*/ 3141942 w 3317788"/>
                    <a:gd name="connsiteY12" fmla="*/ 614136 h 2027028"/>
                    <a:gd name="connsiteX13" fmla="*/ 3275585 w 3317788"/>
                    <a:gd name="connsiteY13" fmla="*/ 241342 h 2027028"/>
                    <a:gd name="connsiteX14" fmla="*/ 3317788 w 3317788"/>
                    <a:gd name="connsiteY14" fmla="*/ 87929 h 2027028"/>
                    <a:gd name="connsiteX0" fmla="*/ 0 w 3317788"/>
                    <a:gd name="connsiteY0" fmla="*/ 1997433 h 2023752"/>
                    <a:gd name="connsiteX1" fmla="*/ 264258 w 3317788"/>
                    <a:gd name="connsiteY1" fmla="*/ 1336838 h 2023752"/>
                    <a:gd name="connsiteX2" fmla="*/ 753741 w 3317788"/>
                    <a:gd name="connsiteY2" fmla="*/ 317835 h 2023752"/>
                    <a:gd name="connsiteX3" fmla="*/ 1045432 w 3317788"/>
                    <a:gd name="connsiteY3" fmla="*/ 28457 h 2023752"/>
                    <a:gd name="connsiteX4" fmla="*/ 1467887 w 3317788"/>
                    <a:gd name="connsiteY4" fmla="*/ 33037 h 2023752"/>
                    <a:gd name="connsiteX5" fmla="*/ 1664833 w 3317788"/>
                    <a:gd name="connsiteY5" fmla="*/ 225331 h 2023752"/>
                    <a:gd name="connsiteX6" fmla="*/ 1812545 w 3317788"/>
                    <a:gd name="connsiteY6" fmla="*/ 610860 h 2023752"/>
                    <a:gd name="connsiteX7" fmla="*/ 2063727 w 3317788"/>
                    <a:gd name="connsiteY7" fmla="*/ 1448695 h 2023752"/>
                    <a:gd name="connsiteX8" fmla="*/ 2211015 w 3317788"/>
                    <a:gd name="connsiteY8" fmla="*/ 1803081 h 2023752"/>
                    <a:gd name="connsiteX9" fmla="*/ 2346289 w 3317788"/>
                    <a:gd name="connsiteY9" fmla="*/ 1989536 h 2023752"/>
                    <a:gd name="connsiteX10" fmla="*/ 2569985 w 3317788"/>
                    <a:gd name="connsiteY10" fmla="*/ 1936723 h 2023752"/>
                    <a:gd name="connsiteX11" fmla="*/ 2909825 w 3317788"/>
                    <a:gd name="connsiteY11" fmla="*/ 1243906 h 2023752"/>
                    <a:gd name="connsiteX12" fmla="*/ 3141942 w 3317788"/>
                    <a:gd name="connsiteY12" fmla="*/ 610860 h 2023752"/>
                    <a:gd name="connsiteX13" fmla="*/ 3275585 w 3317788"/>
                    <a:gd name="connsiteY13" fmla="*/ 238066 h 2023752"/>
                    <a:gd name="connsiteX14" fmla="*/ 3317788 w 3317788"/>
                    <a:gd name="connsiteY14" fmla="*/ 84653 h 2023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17788" h="2023752">
                      <a:moveTo>
                        <a:pt x="0" y="1997433"/>
                      </a:moveTo>
                      <a:cubicBezTo>
                        <a:pt x="31652" y="1908116"/>
                        <a:pt x="138635" y="1616771"/>
                        <a:pt x="264258" y="1336838"/>
                      </a:cubicBezTo>
                      <a:cubicBezTo>
                        <a:pt x="389881" y="1056905"/>
                        <a:pt x="623545" y="535898"/>
                        <a:pt x="753741" y="317835"/>
                      </a:cubicBezTo>
                      <a:cubicBezTo>
                        <a:pt x="883937" y="99772"/>
                        <a:pt x="926408" y="75923"/>
                        <a:pt x="1045432" y="28457"/>
                      </a:cubicBezTo>
                      <a:cubicBezTo>
                        <a:pt x="1164456" y="-19009"/>
                        <a:pt x="1364654" y="225"/>
                        <a:pt x="1467887" y="33037"/>
                      </a:cubicBezTo>
                      <a:cubicBezTo>
                        <a:pt x="1571121" y="65849"/>
                        <a:pt x="1607390" y="129027"/>
                        <a:pt x="1664833" y="225331"/>
                      </a:cubicBezTo>
                      <a:cubicBezTo>
                        <a:pt x="1722276" y="321635"/>
                        <a:pt x="1746063" y="406966"/>
                        <a:pt x="1812545" y="610860"/>
                      </a:cubicBezTo>
                      <a:cubicBezTo>
                        <a:pt x="1879027" y="814754"/>
                        <a:pt x="1997315" y="1249992"/>
                        <a:pt x="2063727" y="1448695"/>
                      </a:cubicBezTo>
                      <a:cubicBezTo>
                        <a:pt x="2130139" y="1647398"/>
                        <a:pt x="2163921" y="1712941"/>
                        <a:pt x="2211015" y="1803081"/>
                      </a:cubicBezTo>
                      <a:cubicBezTo>
                        <a:pt x="2258109" y="1893221"/>
                        <a:pt x="2311939" y="1952671"/>
                        <a:pt x="2346289" y="1989536"/>
                      </a:cubicBezTo>
                      <a:cubicBezTo>
                        <a:pt x="2380639" y="2026401"/>
                        <a:pt x="2476062" y="2060995"/>
                        <a:pt x="2569985" y="1936723"/>
                      </a:cubicBezTo>
                      <a:cubicBezTo>
                        <a:pt x="2663908" y="1812451"/>
                        <a:pt x="2824626" y="1411272"/>
                        <a:pt x="2909825" y="1243906"/>
                      </a:cubicBezTo>
                      <a:lnTo>
                        <a:pt x="3141942" y="610860"/>
                      </a:lnTo>
                      <a:lnTo>
                        <a:pt x="3275585" y="238066"/>
                      </a:lnTo>
                      <a:lnTo>
                        <a:pt x="3317788" y="84653"/>
                      </a:lnTo>
                    </a:path>
                  </a:pathLst>
                </a:custGeom>
                <a:noFill/>
                <a:ln w="38100" cap="rnd"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43" name="Freeform 18">
                  <a:extLst>
                    <a:ext uri="{FF2B5EF4-FFF2-40B4-BE49-F238E27FC236}">
                      <a16:creationId xmlns:a16="http://schemas.microsoft.com/office/drawing/2014/main" id="{33961805-3515-94C2-FCDB-AB1A0D268FDA}"/>
                    </a:ext>
                  </a:extLst>
                </p:cNvPr>
                <p:cNvSpPr/>
                <p:nvPr/>
              </p:nvSpPr>
              <p:spPr>
                <a:xfrm>
                  <a:off x="5525126" y="1463210"/>
                  <a:ext cx="2220906" cy="890763"/>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317788"/>
                    <a:gd name="connsiteY0" fmla="*/ 1963864 h 1963864"/>
                    <a:gd name="connsiteX1" fmla="*/ 391708 w 3317788"/>
                    <a:gd name="connsiteY1" fmla="*/ 1400251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51694 w 3317788"/>
                    <a:gd name="connsiteY5" fmla="*/ 109221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30453 w 3317788"/>
                    <a:gd name="connsiteY5" fmla="*/ 53803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2531 h 1962531"/>
                    <a:gd name="connsiteX1" fmla="*/ 264258 w 3317788"/>
                    <a:gd name="connsiteY1" fmla="*/ 1301936 h 1962531"/>
                    <a:gd name="connsiteX2" fmla="*/ 373215 w 3317788"/>
                    <a:gd name="connsiteY2" fmla="*/ 1054046 h 1962531"/>
                    <a:gd name="connsiteX3" fmla="*/ 549480 w 3317788"/>
                    <a:gd name="connsiteY3" fmla="*/ 627113 h 1962531"/>
                    <a:gd name="connsiteX4" fmla="*/ 753741 w 3317788"/>
                    <a:gd name="connsiteY4" fmla="*/ 282933 h 1962531"/>
                    <a:gd name="connsiteX5" fmla="*/ 930453 w 3317788"/>
                    <a:gd name="connsiteY5" fmla="*/ 52470 h 1962531"/>
                    <a:gd name="connsiteX6" fmla="*/ 1045432 w 3317788"/>
                    <a:gd name="connsiteY6" fmla="*/ 13010 h 1962531"/>
                    <a:gd name="connsiteX7" fmla="*/ 1263904 w 3317788"/>
                    <a:gd name="connsiteY7" fmla="*/ 514 h 1962531"/>
                    <a:gd name="connsiteX8" fmla="*/ 1467887 w 3317788"/>
                    <a:gd name="connsiteY8" fmla="*/ 27318 h 1962531"/>
                    <a:gd name="connsiteX9" fmla="*/ 1664833 w 3317788"/>
                    <a:gd name="connsiteY9" fmla="*/ 190429 h 1962531"/>
                    <a:gd name="connsiteX10" fmla="*/ 1812545 w 3317788"/>
                    <a:gd name="connsiteY10" fmla="*/ 575958 h 1962531"/>
                    <a:gd name="connsiteX11" fmla="*/ 2037627 w 3317788"/>
                    <a:gd name="connsiteY11" fmla="*/ 1428384 h 1962531"/>
                    <a:gd name="connsiteX12" fmla="*/ 2192372 w 3317788"/>
                    <a:gd name="connsiteY12" fmla="*/ 1773043 h 1962531"/>
                    <a:gd name="connsiteX13" fmla="*/ 2361184 w 3317788"/>
                    <a:gd name="connsiteY13" fmla="*/ 1906686 h 1962531"/>
                    <a:gd name="connsiteX14" fmla="*/ 2621436 w 3317788"/>
                    <a:gd name="connsiteY14" fmla="*/ 1794145 h 1962531"/>
                    <a:gd name="connsiteX15" fmla="*/ 2909825 w 3317788"/>
                    <a:gd name="connsiteY15" fmla="*/ 1209004 h 1962531"/>
                    <a:gd name="connsiteX16" fmla="*/ 3036433 w 3317788"/>
                    <a:gd name="connsiteY16" fmla="*/ 921947 h 1962531"/>
                    <a:gd name="connsiteX17" fmla="*/ 3141942 w 3317788"/>
                    <a:gd name="connsiteY17" fmla="*/ 575958 h 1962531"/>
                    <a:gd name="connsiteX18" fmla="*/ 3275585 w 3317788"/>
                    <a:gd name="connsiteY18" fmla="*/ 203164 h 1962531"/>
                    <a:gd name="connsiteX19" fmla="*/ 3317788 w 3317788"/>
                    <a:gd name="connsiteY19" fmla="*/ 49751 h 1962531"/>
                    <a:gd name="connsiteX0" fmla="*/ 0 w 3317788"/>
                    <a:gd name="connsiteY0" fmla="*/ 1976836 h 1976836"/>
                    <a:gd name="connsiteX1" fmla="*/ 264258 w 3317788"/>
                    <a:gd name="connsiteY1" fmla="*/ 1316241 h 1976836"/>
                    <a:gd name="connsiteX2" fmla="*/ 373215 w 3317788"/>
                    <a:gd name="connsiteY2" fmla="*/ 1068351 h 1976836"/>
                    <a:gd name="connsiteX3" fmla="*/ 549480 w 3317788"/>
                    <a:gd name="connsiteY3" fmla="*/ 641418 h 1976836"/>
                    <a:gd name="connsiteX4" fmla="*/ 753741 w 3317788"/>
                    <a:gd name="connsiteY4" fmla="*/ 297238 h 1976836"/>
                    <a:gd name="connsiteX5" fmla="*/ 930453 w 3317788"/>
                    <a:gd name="connsiteY5" fmla="*/ 66775 h 1976836"/>
                    <a:gd name="connsiteX6" fmla="*/ 1045432 w 3317788"/>
                    <a:gd name="connsiteY6" fmla="*/ 27315 h 1976836"/>
                    <a:gd name="connsiteX7" fmla="*/ 1263904 w 3317788"/>
                    <a:gd name="connsiteY7" fmla="*/ 14819 h 1976836"/>
                    <a:gd name="connsiteX8" fmla="*/ 1467887 w 3317788"/>
                    <a:gd name="connsiteY8" fmla="*/ 12440 h 1976836"/>
                    <a:gd name="connsiteX9" fmla="*/ 1664833 w 3317788"/>
                    <a:gd name="connsiteY9" fmla="*/ 204734 h 1976836"/>
                    <a:gd name="connsiteX10" fmla="*/ 1812545 w 3317788"/>
                    <a:gd name="connsiteY10" fmla="*/ 590263 h 1976836"/>
                    <a:gd name="connsiteX11" fmla="*/ 2037627 w 3317788"/>
                    <a:gd name="connsiteY11" fmla="*/ 1442689 h 1976836"/>
                    <a:gd name="connsiteX12" fmla="*/ 2192372 w 3317788"/>
                    <a:gd name="connsiteY12" fmla="*/ 1787348 h 1976836"/>
                    <a:gd name="connsiteX13" fmla="*/ 2361184 w 3317788"/>
                    <a:gd name="connsiteY13" fmla="*/ 1920991 h 1976836"/>
                    <a:gd name="connsiteX14" fmla="*/ 2621436 w 3317788"/>
                    <a:gd name="connsiteY14" fmla="*/ 1808450 h 1976836"/>
                    <a:gd name="connsiteX15" fmla="*/ 2909825 w 3317788"/>
                    <a:gd name="connsiteY15" fmla="*/ 1223309 h 1976836"/>
                    <a:gd name="connsiteX16" fmla="*/ 3036433 w 3317788"/>
                    <a:gd name="connsiteY16" fmla="*/ 936252 h 1976836"/>
                    <a:gd name="connsiteX17" fmla="*/ 3141942 w 3317788"/>
                    <a:gd name="connsiteY17" fmla="*/ 590263 h 1976836"/>
                    <a:gd name="connsiteX18" fmla="*/ 3275585 w 3317788"/>
                    <a:gd name="connsiteY18" fmla="*/ 217469 h 1976836"/>
                    <a:gd name="connsiteX19" fmla="*/ 3317788 w 3317788"/>
                    <a:gd name="connsiteY19" fmla="*/ 64056 h 1976836"/>
                    <a:gd name="connsiteX0" fmla="*/ 0 w 3317788"/>
                    <a:gd name="connsiteY0" fmla="*/ 1997415 h 1997415"/>
                    <a:gd name="connsiteX1" fmla="*/ 264258 w 3317788"/>
                    <a:gd name="connsiteY1" fmla="*/ 1336820 h 1997415"/>
                    <a:gd name="connsiteX2" fmla="*/ 373215 w 3317788"/>
                    <a:gd name="connsiteY2" fmla="*/ 1088930 h 1997415"/>
                    <a:gd name="connsiteX3" fmla="*/ 549480 w 3317788"/>
                    <a:gd name="connsiteY3" fmla="*/ 661997 h 1997415"/>
                    <a:gd name="connsiteX4" fmla="*/ 753741 w 3317788"/>
                    <a:gd name="connsiteY4" fmla="*/ 317817 h 1997415"/>
                    <a:gd name="connsiteX5" fmla="*/ 930453 w 3317788"/>
                    <a:gd name="connsiteY5" fmla="*/ 87354 h 1997415"/>
                    <a:gd name="connsiteX6" fmla="*/ 1045432 w 3317788"/>
                    <a:gd name="connsiteY6" fmla="*/ 47894 h 1997415"/>
                    <a:gd name="connsiteX7" fmla="*/ 1263904 w 3317788"/>
                    <a:gd name="connsiteY7" fmla="*/ 1351 h 1997415"/>
                    <a:gd name="connsiteX8" fmla="*/ 1467887 w 3317788"/>
                    <a:gd name="connsiteY8" fmla="*/ 33019 h 1997415"/>
                    <a:gd name="connsiteX9" fmla="*/ 1664833 w 3317788"/>
                    <a:gd name="connsiteY9" fmla="*/ 225313 h 1997415"/>
                    <a:gd name="connsiteX10" fmla="*/ 1812545 w 3317788"/>
                    <a:gd name="connsiteY10" fmla="*/ 610842 h 1997415"/>
                    <a:gd name="connsiteX11" fmla="*/ 2037627 w 3317788"/>
                    <a:gd name="connsiteY11" fmla="*/ 1463268 h 1997415"/>
                    <a:gd name="connsiteX12" fmla="*/ 2192372 w 3317788"/>
                    <a:gd name="connsiteY12" fmla="*/ 1807927 h 1997415"/>
                    <a:gd name="connsiteX13" fmla="*/ 2361184 w 3317788"/>
                    <a:gd name="connsiteY13" fmla="*/ 1941570 h 1997415"/>
                    <a:gd name="connsiteX14" fmla="*/ 2621436 w 3317788"/>
                    <a:gd name="connsiteY14" fmla="*/ 1829029 h 1997415"/>
                    <a:gd name="connsiteX15" fmla="*/ 2909825 w 3317788"/>
                    <a:gd name="connsiteY15" fmla="*/ 1243888 h 1997415"/>
                    <a:gd name="connsiteX16" fmla="*/ 3036433 w 3317788"/>
                    <a:gd name="connsiteY16" fmla="*/ 956831 h 1997415"/>
                    <a:gd name="connsiteX17" fmla="*/ 3141942 w 3317788"/>
                    <a:gd name="connsiteY17" fmla="*/ 610842 h 1997415"/>
                    <a:gd name="connsiteX18" fmla="*/ 3275585 w 3317788"/>
                    <a:gd name="connsiteY18" fmla="*/ 238048 h 1997415"/>
                    <a:gd name="connsiteX19" fmla="*/ 3317788 w 3317788"/>
                    <a:gd name="connsiteY19" fmla="*/ 84635 h 199741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8933"/>
                    <a:gd name="connsiteX1" fmla="*/ 264258 w 3317788"/>
                    <a:gd name="connsiteY1" fmla="*/ 1335640 h 1998933"/>
                    <a:gd name="connsiteX2" fmla="*/ 373215 w 3317788"/>
                    <a:gd name="connsiteY2" fmla="*/ 1087750 h 1998933"/>
                    <a:gd name="connsiteX3" fmla="*/ 549480 w 3317788"/>
                    <a:gd name="connsiteY3" fmla="*/ 660817 h 1998933"/>
                    <a:gd name="connsiteX4" fmla="*/ 753741 w 3317788"/>
                    <a:gd name="connsiteY4" fmla="*/ 316637 h 1998933"/>
                    <a:gd name="connsiteX5" fmla="*/ 930453 w 3317788"/>
                    <a:gd name="connsiteY5" fmla="*/ 86174 h 1998933"/>
                    <a:gd name="connsiteX6" fmla="*/ 1045432 w 3317788"/>
                    <a:gd name="connsiteY6" fmla="*/ 22395 h 1998933"/>
                    <a:gd name="connsiteX7" fmla="*/ 1263904 w 3317788"/>
                    <a:gd name="connsiteY7" fmla="*/ 171 h 1998933"/>
                    <a:gd name="connsiteX8" fmla="*/ 1467887 w 3317788"/>
                    <a:gd name="connsiteY8" fmla="*/ 31839 h 1998933"/>
                    <a:gd name="connsiteX9" fmla="*/ 1664833 w 3317788"/>
                    <a:gd name="connsiteY9" fmla="*/ 224133 h 1998933"/>
                    <a:gd name="connsiteX10" fmla="*/ 1812545 w 3317788"/>
                    <a:gd name="connsiteY10" fmla="*/ 609662 h 1998933"/>
                    <a:gd name="connsiteX11" fmla="*/ 2037627 w 3317788"/>
                    <a:gd name="connsiteY11" fmla="*/ 1462088 h 1998933"/>
                    <a:gd name="connsiteX12" fmla="*/ 2192372 w 3317788"/>
                    <a:gd name="connsiteY12" fmla="*/ 1806747 h 1998933"/>
                    <a:gd name="connsiteX13" fmla="*/ 2364912 w 3317788"/>
                    <a:gd name="connsiteY13" fmla="*/ 1998756 h 1998933"/>
                    <a:gd name="connsiteX14" fmla="*/ 2621436 w 3317788"/>
                    <a:gd name="connsiteY14" fmla="*/ 1827849 h 1998933"/>
                    <a:gd name="connsiteX15" fmla="*/ 2909825 w 3317788"/>
                    <a:gd name="connsiteY15" fmla="*/ 1242708 h 1998933"/>
                    <a:gd name="connsiteX16" fmla="*/ 3036433 w 3317788"/>
                    <a:gd name="connsiteY16" fmla="*/ 955651 h 1998933"/>
                    <a:gd name="connsiteX17" fmla="*/ 3141942 w 3317788"/>
                    <a:gd name="connsiteY17" fmla="*/ 609662 h 1998933"/>
                    <a:gd name="connsiteX18" fmla="*/ 3275585 w 3317788"/>
                    <a:gd name="connsiteY18" fmla="*/ 236868 h 1998933"/>
                    <a:gd name="connsiteX19" fmla="*/ 3317788 w 3317788"/>
                    <a:gd name="connsiteY19" fmla="*/ 83455 h 1998933"/>
                    <a:gd name="connsiteX0" fmla="*/ 0 w 3317788"/>
                    <a:gd name="connsiteY0" fmla="*/ 1996235 h 2008638"/>
                    <a:gd name="connsiteX1" fmla="*/ 264258 w 3317788"/>
                    <a:gd name="connsiteY1" fmla="*/ 1335640 h 2008638"/>
                    <a:gd name="connsiteX2" fmla="*/ 373215 w 3317788"/>
                    <a:gd name="connsiteY2" fmla="*/ 1087750 h 2008638"/>
                    <a:gd name="connsiteX3" fmla="*/ 549480 w 3317788"/>
                    <a:gd name="connsiteY3" fmla="*/ 660817 h 2008638"/>
                    <a:gd name="connsiteX4" fmla="*/ 753741 w 3317788"/>
                    <a:gd name="connsiteY4" fmla="*/ 316637 h 2008638"/>
                    <a:gd name="connsiteX5" fmla="*/ 930453 w 3317788"/>
                    <a:gd name="connsiteY5" fmla="*/ 86174 h 2008638"/>
                    <a:gd name="connsiteX6" fmla="*/ 1045432 w 3317788"/>
                    <a:gd name="connsiteY6" fmla="*/ 22395 h 2008638"/>
                    <a:gd name="connsiteX7" fmla="*/ 1263904 w 3317788"/>
                    <a:gd name="connsiteY7" fmla="*/ 171 h 2008638"/>
                    <a:gd name="connsiteX8" fmla="*/ 1467887 w 3317788"/>
                    <a:gd name="connsiteY8" fmla="*/ 31839 h 2008638"/>
                    <a:gd name="connsiteX9" fmla="*/ 1664833 w 3317788"/>
                    <a:gd name="connsiteY9" fmla="*/ 224133 h 2008638"/>
                    <a:gd name="connsiteX10" fmla="*/ 1812545 w 3317788"/>
                    <a:gd name="connsiteY10" fmla="*/ 609662 h 2008638"/>
                    <a:gd name="connsiteX11" fmla="*/ 2037627 w 3317788"/>
                    <a:gd name="connsiteY11" fmla="*/ 1462088 h 2008638"/>
                    <a:gd name="connsiteX12" fmla="*/ 2192372 w 3317788"/>
                    <a:gd name="connsiteY12" fmla="*/ 1806747 h 2008638"/>
                    <a:gd name="connsiteX13" fmla="*/ 2394741 w 3317788"/>
                    <a:gd name="connsiteY13" fmla="*/ 2008484 h 2008638"/>
                    <a:gd name="connsiteX14" fmla="*/ 2621436 w 3317788"/>
                    <a:gd name="connsiteY14" fmla="*/ 1827849 h 2008638"/>
                    <a:gd name="connsiteX15" fmla="*/ 2909825 w 3317788"/>
                    <a:gd name="connsiteY15" fmla="*/ 1242708 h 2008638"/>
                    <a:gd name="connsiteX16" fmla="*/ 3036433 w 3317788"/>
                    <a:gd name="connsiteY16" fmla="*/ 955651 h 2008638"/>
                    <a:gd name="connsiteX17" fmla="*/ 3141942 w 3317788"/>
                    <a:gd name="connsiteY17" fmla="*/ 609662 h 2008638"/>
                    <a:gd name="connsiteX18" fmla="*/ 3275585 w 3317788"/>
                    <a:gd name="connsiteY18" fmla="*/ 236868 h 2008638"/>
                    <a:gd name="connsiteX19" fmla="*/ 3317788 w 3317788"/>
                    <a:gd name="connsiteY19" fmla="*/ 83455 h 2008638"/>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413384 w 3317788"/>
                    <a:gd name="connsiteY13" fmla="*/ 1989029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2057214"/>
                    <a:gd name="connsiteX1" fmla="*/ 264258 w 3317788"/>
                    <a:gd name="connsiteY1" fmla="*/ 1335640 h 2057214"/>
                    <a:gd name="connsiteX2" fmla="*/ 373215 w 3317788"/>
                    <a:gd name="connsiteY2" fmla="*/ 1087750 h 2057214"/>
                    <a:gd name="connsiteX3" fmla="*/ 549480 w 3317788"/>
                    <a:gd name="connsiteY3" fmla="*/ 660817 h 2057214"/>
                    <a:gd name="connsiteX4" fmla="*/ 753741 w 3317788"/>
                    <a:gd name="connsiteY4" fmla="*/ 316637 h 2057214"/>
                    <a:gd name="connsiteX5" fmla="*/ 930453 w 3317788"/>
                    <a:gd name="connsiteY5" fmla="*/ 86174 h 2057214"/>
                    <a:gd name="connsiteX6" fmla="*/ 1045432 w 3317788"/>
                    <a:gd name="connsiteY6" fmla="*/ 22395 h 2057214"/>
                    <a:gd name="connsiteX7" fmla="*/ 1263904 w 3317788"/>
                    <a:gd name="connsiteY7" fmla="*/ 171 h 2057214"/>
                    <a:gd name="connsiteX8" fmla="*/ 1467887 w 3317788"/>
                    <a:gd name="connsiteY8" fmla="*/ 31839 h 2057214"/>
                    <a:gd name="connsiteX9" fmla="*/ 1664833 w 3317788"/>
                    <a:gd name="connsiteY9" fmla="*/ 224133 h 2057214"/>
                    <a:gd name="connsiteX10" fmla="*/ 1812545 w 3317788"/>
                    <a:gd name="connsiteY10" fmla="*/ 609662 h 2057214"/>
                    <a:gd name="connsiteX11" fmla="*/ 2037627 w 3317788"/>
                    <a:gd name="connsiteY11" fmla="*/ 1462088 h 2057214"/>
                    <a:gd name="connsiteX12" fmla="*/ 2192372 w 3317788"/>
                    <a:gd name="connsiteY12" fmla="*/ 1806747 h 2057214"/>
                    <a:gd name="connsiteX13" fmla="*/ 2394741 w 3317788"/>
                    <a:gd name="connsiteY13" fmla="*/ 2057122 h 2057214"/>
                    <a:gd name="connsiteX14" fmla="*/ 2621436 w 3317788"/>
                    <a:gd name="connsiteY14" fmla="*/ 1827849 h 2057214"/>
                    <a:gd name="connsiteX15" fmla="*/ 2909825 w 3317788"/>
                    <a:gd name="connsiteY15" fmla="*/ 1242708 h 2057214"/>
                    <a:gd name="connsiteX16" fmla="*/ 3036433 w 3317788"/>
                    <a:gd name="connsiteY16" fmla="*/ 955651 h 2057214"/>
                    <a:gd name="connsiteX17" fmla="*/ 3141942 w 3317788"/>
                    <a:gd name="connsiteY17" fmla="*/ 609662 h 2057214"/>
                    <a:gd name="connsiteX18" fmla="*/ 3275585 w 3317788"/>
                    <a:gd name="connsiteY18" fmla="*/ 236868 h 2057214"/>
                    <a:gd name="connsiteX19" fmla="*/ 3317788 w 3317788"/>
                    <a:gd name="connsiteY19" fmla="*/ 83455 h 2057214"/>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1012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8470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42643"/>
                    <a:gd name="connsiteX1" fmla="*/ 264258 w 3317788"/>
                    <a:gd name="connsiteY1" fmla="*/ 1335640 h 2042643"/>
                    <a:gd name="connsiteX2" fmla="*/ 373215 w 3317788"/>
                    <a:gd name="connsiteY2" fmla="*/ 1087750 h 2042643"/>
                    <a:gd name="connsiteX3" fmla="*/ 549480 w 3317788"/>
                    <a:gd name="connsiteY3" fmla="*/ 660817 h 2042643"/>
                    <a:gd name="connsiteX4" fmla="*/ 753741 w 3317788"/>
                    <a:gd name="connsiteY4" fmla="*/ 316637 h 2042643"/>
                    <a:gd name="connsiteX5" fmla="*/ 930453 w 3317788"/>
                    <a:gd name="connsiteY5" fmla="*/ 86174 h 2042643"/>
                    <a:gd name="connsiteX6" fmla="*/ 1045432 w 3317788"/>
                    <a:gd name="connsiteY6" fmla="*/ 22395 h 2042643"/>
                    <a:gd name="connsiteX7" fmla="*/ 1263904 w 3317788"/>
                    <a:gd name="connsiteY7" fmla="*/ 171 h 2042643"/>
                    <a:gd name="connsiteX8" fmla="*/ 1467887 w 3317788"/>
                    <a:gd name="connsiteY8" fmla="*/ 31839 h 2042643"/>
                    <a:gd name="connsiteX9" fmla="*/ 1664833 w 3317788"/>
                    <a:gd name="connsiteY9" fmla="*/ 224133 h 2042643"/>
                    <a:gd name="connsiteX10" fmla="*/ 1812545 w 3317788"/>
                    <a:gd name="connsiteY10" fmla="*/ 609662 h 2042643"/>
                    <a:gd name="connsiteX11" fmla="*/ 2037627 w 3317788"/>
                    <a:gd name="connsiteY11" fmla="*/ 1462088 h 2042643"/>
                    <a:gd name="connsiteX12" fmla="*/ 2192372 w 3317788"/>
                    <a:gd name="connsiteY12" fmla="*/ 1806747 h 2042643"/>
                    <a:gd name="connsiteX13" fmla="*/ 2346289 w 3317788"/>
                    <a:gd name="connsiteY13" fmla="*/ 2002930 h 2042643"/>
                    <a:gd name="connsiteX14" fmla="*/ 2398470 w 3317788"/>
                    <a:gd name="connsiteY14" fmla="*/ 2027939 h 2042643"/>
                    <a:gd name="connsiteX15" fmla="*/ 2621436 w 3317788"/>
                    <a:gd name="connsiteY15" fmla="*/ 1827849 h 2042643"/>
                    <a:gd name="connsiteX16" fmla="*/ 2909825 w 3317788"/>
                    <a:gd name="connsiteY16" fmla="*/ 1242708 h 2042643"/>
                    <a:gd name="connsiteX17" fmla="*/ 3036433 w 3317788"/>
                    <a:gd name="connsiteY17" fmla="*/ 955651 h 2042643"/>
                    <a:gd name="connsiteX18" fmla="*/ 3141942 w 3317788"/>
                    <a:gd name="connsiteY18" fmla="*/ 609662 h 2042643"/>
                    <a:gd name="connsiteX19" fmla="*/ 3275585 w 3317788"/>
                    <a:gd name="connsiteY19" fmla="*/ 236868 h 2042643"/>
                    <a:gd name="connsiteX20" fmla="*/ 3317788 w 3317788"/>
                    <a:gd name="connsiteY20" fmla="*/ 83455 h 2042643"/>
                    <a:gd name="connsiteX0" fmla="*/ 0 w 3317788"/>
                    <a:gd name="connsiteY0" fmla="*/ 1996235 h 2033151"/>
                    <a:gd name="connsiteX1" fmla="*/ 264258 w 3317788"/>
                    <a:gd name="connsiteY1" fmla="*/ 1335640 h 2033151"/>
                    <a:gd name="connsiteX2" fmla="*/ 373215 w 3317788"/>
                    <a:gd name="connsiteY2" fmla="*/ 1087750 h 2033151"/>
                    <a:gd name="connsiteX3" fmla="*/ 549480 w 3317788"/>
                    <a:gd name="connsiteY3" fmla="*/ 660817 h 2033151"/>
                    <a:gd name="connsiteX4" fmla="*/ 753741 w 3317788"/>
                    <a:gd name="connsiteY4" fmla="*/ 316637 h 2033151"/>
                    <a:gd name="connsiteX5" fmla="*/ 930453 w 3317788"/>
                    <a:gd name="connsiteY5" fmla="*/ 86174 h 2033151"/>
                    <a:gd name="connsiteX6" fmla="*/ 1045432 w 3317788"/>
                    <a:gd name="connsiteY6" fmla="*/ 22395 h 2033151"/>
                    <a:gd name="connsiteX7" fmla="*/ 1263904 w 3317788"/>
                    <a:gd name="connsiteY7" fmla="*/ 171 h 2033151"/>
                    <a:gd name="connsiteX8" fmla="*/ 1467887 w 3317788"/>
                    <a:gd name="connsiteY8" fmla="*/ 31839 h 2033151"/>
                    <a:gd name="connsiteX9" fmla="*/ 1664833 w 3317788"/>
                    <a:gd name="connsiteY9" fmla="*/ 224133 h 2033151"/>
                    <a:gd name="connsiteX10" fmla="*/ 1812545 w 3317788"/>
                    <a:gd name="connsiteY10" fmla="*/ 609662 h 2033151"/>
                    <a:gd name="connsiteX11" fmla="*/ 2037627 w 3317788"/>
                    <a:gd name="connsiteY11" fmla="*/ 1462088 h 2033151"/>
                    <a:gd name="connsiteX12" fmla="*/ 2192372 w 3317788"/>
                    <a:gd name="connsiteY12" fmla="*/ 1806747 h 2033151"/>
                    <a:gd name="connsiteX13" fmla="*/ 2346289 w 3317788"/>
                    <a:gd name="connsiteY13" fmla="*/ 2002930 h 2033151"/>
                    <a:gd name="connsiteX14" fmla="*/ 2435756 w 3317788"/>
                    <a:gd name="connsiteY14" fmla="*/ 2013347 h 2033151"/>
                    <a:gd name="connsiteX15" fmla="*/ 2621436 w 3317788"/>
                    <a:gd name="connsiteY15" fmla="*/ 1827849 h 2033151"/>
                    <a:gd name="connsiteX16" fmla="*/ 2909825 w 3317788"/>
                    <a:gd name="connsiteY16" fmla="*/ 1242708 h 2033151"/>
                    <a:gd name="connsiteX17" fmla="*/ 3036433 w 3317788"/>
                    <a:gd name="connsiteY17" fmla="*/ 955651 h 2033151"/>
                    <a:gd name="connsiteX18" fmla="*/ 3141942 w 3317788"/>
                    <a:gd name="connsiteY18" fmla="*/ 609662 h 2033151"/>
                    <a:gd name="connsiteX19" fmla="*/ 3275585 w 3317788"/>
                    <a:gd name="connsiteY19" fmla="*/ 236868 h 2033151"/>
                    <a:gd name="connsiteX20" fmla="*/ 3317788 w 3317788"/>
                    <a:gd name="connsiteY20" fmla="*/ 83455 h 2033151"/>
                    <a:gd name="connsiteX0" fmla="*/ 0 w 3317788"/>
                    <a:gd name="connsiteY0" fmla="*/ 1996235 h 2028097"/>
                    <a:gd name="connsiteX1" fmla="*/ 264258 w 3317788"/>
                    <a:gd name="connsiteY1" fmla="*/ 1335640 h 2028097"/>
                    <a:gd name="connsiteX2" fmla="*/ 373215 w 3317788"/>
                    <a:gd name="connsiteY2" fmla="*/ 1087750 h 2028097"/>
                    <a:gd name="connsiteX3" fmla="*/ 549480 w 3317788"/>
                    <a:gd name="connsiteY3" fmla="*/ 660817 h 2028097"/>
                    <a:gd name="connsiteX4" fmla="*/ 753741 w 3317788"/>
                    <a:gd name="connsiteY4" fmla="*/ 316637 h 2028097"/>
                    <a:gd name="connsiteX5" fmla="*/ 930453 w 3317788"/>
                    <a:gd name="connsiteY5" fmla="*/ 86174 h 2028097"/>
                    <a:gd name="connsiteX6" fmla="*/ 1045432 w 3317788"/>
                    <a:gd name="connsiteY6" fmla="*/ 22395 h 2028097"/>
                    <a:gd name="connsiteX7" fmla="*/ 1263904 w 3317788"/>
                    <a:gd name="connsiteY7" fmla="*/ 171 h 2028097"/>
                    <a:gd name="connsiteX8" fmla="*/ 1467887 w 3317788"/>
                    <a:gd name="connsiteY8" fmla="*/ 31839 h 2028097"/>
                    <a:gd name="connsiteX9" fmla="*/ 1664833 w 3317788"/>
                    <a:gd name="connsiteY9" fmla="*/ 224133 h 2028097"/>
                    <a:gd name="connsiteX10" fmla="*/ 1812545 w 3317788"/>
                    <a:gd name="connsiteY10" fmla="*/ 609662 h 2028097"/>
                    <a:gd name="connsiteX11" fmla="*/ 2037627 w 3317788"/>
                    <a:gd name="connsiteY11" fmla="*/ 1462088 h 2028097"/>
                    <a:gd name="connsiteX12" fmla="*/ 2192372 w 3317788"/>
                    <a:gd name="connsiteY12" fmla="*/ 1806747 h 2028097"/>
                    <a:gd name="connsiteX13" fmla="*/ 2346289 w 3317788"/>
                    <a:gd name="connsiteY13" fmla="*/ 2002930 h 2028097"/>
                    <a:gd name="connsiteX14" fmla="*/ 2461856 w 3317788"/>
                    <a:gd name="connsiteY14" fmla="*/ 2003619 h 2028097"/>
                    <a:gd name="connsiteX15" fmla="*/ 2621436 w 3317788"/>
                    <a:gd name="connsiteY15" fmla="*/ 1827849 h 2028097"/>
                    <a:gd name="connsiteX16" fmla="*/ 2909825 w 3317788"/>
                    <a:gd name="connsiteY16" fmla="*/ 1242708 h 2028097"/>
                    <a:gd name="connsiteX17" fmla="*/ 3036433 w 3317788"/>
                    <a:gd name="connsiteY17" fmla="*/ 955651 h 2028097"/>
                    <a:gd name="connsiteX18" fmla="*/ 3141942 w 3317788"/>
                    <a:gd name="connsiteY18" fmla="*/ 609662 h 2028097"/>
                    <a:gd name="connsiteX19" fmla="*/ 3275585 w 3317788"/>
                    <a:gd name="connsiteY19" fmla="*/ 236868 h 2028097"/>
                    <a:gd name="connsiteX20" fmla="*/ 3317788 w 3317788"/>
                    <a:gd name="connsiteY20" fmla="*/ 83455 h 2028097"/>
                    <a:gd name="connsiteX0" fmla="*/ 0 w 3317788"/>
                    <a:gd name="connsiteY0" fmla="*/ 1996235 h 2024084"/>
                    <a:gd name="connsiteX1" fmla="*/ 264258 w 3317788"/>
                    <a:gd name="connsiteY1" fmla="*/ 1335640 h 2024084"/>
                    <a:gd name="connsiteX2" fmla="*/ 373215 w 3317788"/>
                    <a:gd name="connsiteY2" fmla="*/ 1087750 h 2024084"/>
                    <a:gd name="connsiteX3" fmla="*/ 549480 w 3317788"/>
                    <a:gd name="connsiteY3" fmla="*/ 660817 h 2024084"/>
                    <a:gd name="connsiteX4" fmla="*/ 753741 w 3317788"/>
                    <a:gd name="connsiteY4" fmla="*/ 316637 h 2024084"/>
                    <a:gd name="connsiteX5" fmla="*/ 930453 w 3317788"/>
                    <a:gd name="connsiteY5" fmla="*/ 86174 h 2024084"/>
                    <a:gd name="connsiteX6" fmla="*/ 1045432 w 3317788"/>
                    <a:gd name="connsiteY6" fmla="*/ 22395 h 2024084"/>
                    <a:gd name="connsiteX7" fmla="*/ 1263904 w 3317788"/>
                    <a:gd name="connsiteY7" fmla="*/ 171 h 2024084"/>
                    <a:gd name="connsiteX8" fmla="*/ 1467887 w 3317788"/>
                    <a:gd name="connsiteY8" fmla="*/ 31839 h 2024084"/>
                    <a:gd name="connsiteX9" fmla="*/ 1664833 w 3317788"/>
                    <a:gd name="connsiteY9" fmla="*/ 224133 h 2024084"/>
                    <a:gd name="connsiteX10" fmla="*/ 1812545 w 3317788"/>
                    <a:gd name="connsiteY10" fmla="*/ 609662 h 2024084"/>
                    <a:gd name="connsiteX11" fmla="*/ 2037627 w 3317788"/>
                    <a:gd name="connsiteY11" fmla="*/ 1462088 h 2024084"/>
                    <a:gd name="connsiteX12" fmla="*/ 2192372 w 3317788"/>
                    <a:gd name="connsiteY12" fmla="*/ 1806747 h 2024084"/>
                    <a:gd name="connsiteX13" fmla="*/ 2346289 w 3317788"/>
                    <a:gd name="connsiteY13" fmla="*/ 2002930 h 2024084"/>
                    <a:gd name="connsiteX14" fmla="*/ 2476771 w 3317788"/>
                    <a:gd name="connsiteY14" fmla="*/ 1993891 h 2024084"/>
                    <a:gd name="connsiteX15" fmla="*/ 2621436 w 3317788"/>
                    <a:gd name="connsiteY15" fmla="*/ 1827849 h 2024084"/>
                    <a:gd name="connsiteX16" fmla="*/ 2909825 w 3317788"/>
                    <a:gd name="connsiteY16" fmla="*/ 1242708 h 2024084"/>
                    <a:gd name="connsiteX17" fmla="*/ 3036433 w 3317788"/>
                    <a:gd name="connsiteY17" fmla="*/ 955651 h 2024084"/>
                    <a:gd name="connsiteX18" fmla="*/ 3141942 w 3317788"/>
                    <a:gd name="connsiteY18" fmla="*/ 609662 h 2024084"/>
                    <a:gd name="connsiteX19" fmla="*/ 3275585 w 3317788"/>
                    <a:gd name="connsiteY19" fmla="*/ 236868 h 2024084"/>
                    <a:gd name="connsiteX20" fmla="*/ 3317788 w 3317788"/>
                    <a:gd name="connsiteY20" fmla="*/ 83455 h 2024084"/>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37627 w 3317788"/>
                    <a:gd name="connsiteY11" fmla="*/ 1462088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211015 w 3317788"/>
                    <a:gd name="connsiteY12" fmla="*/ 1801883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07199"/>
                    <a:gd name="connsiteX1" fmla="*/ 264258 w 3317788"/>
                    <a:gd name="connsiteY1" fmla="*/ 1335640 h 2007199"/>
                    <a:gd name="connsiteX2" fmla="*/ 373215 w 3317788"/>
                    <a:gd name="connsiteY2" fmla="*/ 1087750 h 2007199"/>
                    <a:gd name="connsiteX3" fmla="*/ 549480 w 3317788"/>
                    <a:gd name="connsiteY3" fmla="*/ 660817 h 2007199"/>
                    <a:gd name="connsiteX4" fmla="*/ 753741 w 3317788"/>
                    <a:gd name="connsiteY4" fmla="*/ 316637 h 2007199"/>
                    <a:gd name="connsiteX5" fmla="*/ 930453 w 3317788"/>
                    <a:gd name="connsiteY5" fmla="*/ 86174 h 2007199"/>
                    <a:gd name="connsiteX6" fmla="*/ 1045432 w 3317788"/>
                    <a:gd name="connsiteY6" fmla="*/ 22395 h 2007199"/>
                    <a:gd name="connsiteX7" fmla="*/ 1263904 w 3317788"/>
                    <a:gd name="connsiteY7" fmla="*/ 171 h 2007199"/>
                    <a:gd name="connsiteX8" fmla="*/ 1467887 w 3317788"/>
                    <a:gd name="connsiteY8" fmla="*/ 31839 h 2007199"/>
                    <a:gd name="connsiteX9" fmla="*/ 1664833 w 3317788"/>
                    <a:gd name="connsiteY9" fmla="*/ 224133 h 2007199"/>
                    <a:gd name="connsiteX10" fmla="*/ 1812545 w 3317788"/>
                    <a:gd name="connsiteY10" fmla="*/ 609662 h 2007199"/>
                    <a:gd name="connsiteX11" fmla="*/ 2063727 w 3317788"/>
                    <a:gd name="connsiteY11" fmla="*/ 1447497 h 2007199"/>
                    <a:gd name="connsiteX12" fmla="*/ 2211015 w 3317788"/>
                    <a:gd name="connsiteY12" fmla="*/ 1801883 h 2007199"/>
                    <a:gd name="connsiteX13" fmla="*/ 2346289 w 3317788"/>
                    <a:gd name="connsiteY13" fmla="*/ 1988338 h 2007199"/>
                    <a:gd name="connsiteX14" fmla="*/ 2510328 w 3317788"/>
                    <a:gd name="connsiteY14" fmla="*/ 1974436 h 2007199"/>
                    <a:gd name="connsiteX15" fmla="*/ 2621436 w 3317788"/>
                    <a:gd name="connsiteY15" fmla="*/ 1827849 h 2007199"/>
                    <a:gd name="connsiteX16" fmla="*/ 2909825 w 3317788"/>
                    <a:gd name="connsiteY16" fmla="*/ 1242708 h 2007199"/>
                    <a:gd name="connsiteX17" fmla="*/ 3036433 w 3317788"/>
                    <a:gd name="connsiteY17" fmla="*/ 955651 h 2007199"/>
                    <a:gd name="connsiteX18" fmla="*/ 3141942 w 3317788"/>
                    <a:gd name="connsiteY18" fmla="*/ 609662 h 2007199"/>
                    <a:gd name="connsiteX19" fmla="*/ 3275585 w 3317788"/>
                    <a:gd name="connsiteY19" fmla="*/ 236868 h 2007199"/>
                    <a:gd name="connsiteX20" fmla="*/ 3317788 w 3317788"/>
                    <a:gd name="connsiteY20" fmla="*/ 83455 h 2007199"/>
                    <a:gd name="connsiteX0" fmla="*/ 0 w 3317788"/>
                    <a:gd name="connsiteY0" fmla="*/ 1996235 h 2003500"/>
                    <a:gd name="connsiteX1" fmla="*/ 264258 w 3317788"/>
                    <a:gd name="connsiteY1" fmla="*/ 1335640 h 2003500"/>
                    <a:gd name="connsiteX2" fmla="*/ 373215 w 3317788"/>
                    <a:gd name="connsiteY2" fmla="*/ 1087750 h 2003500"/>
                    <a:gd name="connsiteX3" fmla="*/ 549480 w 3317788"/>
                    <a:gd name="connsiteY3" fmla="*/ 660817 h 2003500"/>
                    <a:gd name="connsiteX4" fmla="*/ 753741 w 3317788"/>
                    <a:gd name="connsiteY4" fmla="*/ 316637 h 2003500"/>
                    <a:gd name="connsiteX5" fmla="*/ 930453 w 3317788"/>
                    <a:gd name="connsiteY5" fmla="*/ 86174 h 2003500"/>
                    <a:gd name="connsiteX6" fmla="*/ 1045432 w 3317788"/>
                    <a:gd name="connsiteY6" fmla="*/ 22395 h 2003500"/>
                    <a:gd name="connsiteX7" fmla="*/ 1263904 w 3317788"/>
                    <a:gd name="connsiteY7" fmla="*/ 171 h 2003500"/>
                    <a:gd name="connsiteX8" fmla="*/ 1467887 w 3317788"/>
                    <a:gd name="connsiteY8" fmla="*/ 31839 h 2003500"/>
                    <a:gd name="connsiteX9" fmla="*/ 1664833 w 3317788"/>
                    <a:gd name="connsiteY9" fmla="*/ 224133 h 2003500"/>
                    <a:gd name="connsiteX10" fmla="*/ 1812545 w 3317788"/>
                    <a:gd name="connsiteY10" fmla="*/ 609662 h 2003500"/>
                    <a:gd name="connsiteX11" fmla="*/ 2063727 w 3317788"/>
                    <a:gd name="connsiteY11" fmla="*/ 1447497 h 2003500"/>
                    <a:gd name="connsiteX12" fmla="*/ 2211015 w 3317788"/>
                    <a:gd name="connsiteY12" fmla="*/ 1801883 h 2003500"/>
                    <a:gd name="connsiteX13" fmla="*/ 2346289 w 3317788"/>
                    <a:gd name="connsiteY13" fmla="*/ 1988338 h 2003500"/>
                    <a:gd name="connsiteX14" fmla="*/ 2525242 w 3317788"/>
                    <a:gd name="connsiteY14" fmla="*/ 1959844 h 2003500"/>
                    <a:gd name="connsiteX15" fmla="*/ 2621436 w 3317788"/>
                    <a:gd name="connsiteY15" fmla="*/ 1827849 h 2003500"/>
                    <a:gd name="connsiteX16" fmla="*/ 2909825 w 3317788"/>
                    <a:gd name="connsiteY16" fmla="*/ 1242708 h 2003500"/>
                    <a:gd name="connsiteX17" fmla="*/ 3036433 w 3317788"/>
                    <a:gd name="connsiteY17" fmla="*/ 955651 h 2003500"/>
                    <a:gd name="connsiteX18" fmla="*/ 3141942 w 3317788"/>
                    <a:gd name="connsiteY18" fmla="*/ 609662 h 2003500"/>
                    <a:gd name="connsiteX19" fmla="*/ 3275585 w 3317788"/>
                    <a:gd name="connsiteY19" fmla="*/ 236868 h 2003500"/>
                    <a:gd name="connsiteX20" fmla="*/ 3317788 w 3317788"/>
                    <a:gd name="connsiteY20" fmla="*/ 83455 h 2003500"/>
                    <a:gd name="connsiteX0" fmla="*/ 0 w 3317788"/>
                    <a:gd name="connsiteY0" fmla="*/ 1996235 h 2035035"/>
                    <a:gd name="connsiteX1" fmla="*/ 264258 w 3317788"/>
                    <a:gd name="connsiteY1" fmla="*/ 1335640 h 2035035"/>
                    <a:gd name="connsiteX2" fmla="*/ 373215 w 3317788"/>
                    <a:gd name="connsiteY2" fmla="*/ 1087750 h 2035035"/>
                    <a:gd name="connsiteX3" fmla="*/ 549480 w 3317788"/>
                    <a:gd name="connsiteY3" fmla="*/ 660817 h 2035035"/>
                    <a:gd name="connsiteX4" fmla="*/ 753741 w 3317788"/>
                    <a:gd name="connsiteY4" fmla="*/ 316637 h 2035035"/>
                    <a:gd name="connsiteX5" fmla="*/ 930453 w 3317788"/>
                    <a:gd name="connsiteY5" fmla="*/ 86174 h 2035035"/>
                    <a:gd name="connsiteX6" fmla="*/ 1045432 w 3317788"/>
                    <a:gd name="connsiteY6" fmla="*/ 22395 h 2035035"/>
                    <a:gd name="connsiteX7" fmla="*/ 1263904 w 3317788"/>
                    <a:gd name="connsiteY7" fmla="*/ 171 h 2035035"/>
                    <a:gd name="connsiteX8" fmla="*/ 1467887 w 3317788"/>
                    <a:gd name="connsiteY8" fmla="*/ 31839 h 2035035"/>
                    <a:gd name="connsiteX9" fmla="*/ 1664833 w 3317788"/>
                    <a:gd name="connsiteY9" fmla="*/ 224133 h 2035035"/>
                    <a:gd name="connsiteX10" fmla="*/ 1812545 w 3317788"/>
                    <a:gd name="connsiteY10" fmla="*/ 609662 h 2035035"/>
                    <a:gd name="connsiteX11" fmla="*/ 2063727 w 3317788"/>
                    <a:gd name="connsiteY11" fmla="*/ 1447497 h 2035035"/>
                    <a:gd name="connsiteX12" fmla="*/ 2211015 w 3317788"/>
                    <a:gd name="connsiteY12" fmla="*/ 1801883 h 2035035"/>
                    <a:gd name="connsiteX13" fmla="*/ 2346289 w 3317788"/>
                    <a:gd name="connsiteY13" fmla="*/ 1988338 h 2035035"/>
                    <a:gd name="connsiteX14" fmla="*/ 2525242 w 3317788"/>
                    <a:gd name="connsiteY14" fmla="*/ 1959844 h 2035035"/>
                    <a:gd name="connsiteX15" fmla="*/ 2909825 w 3317788"/>
                    <a:gd name="connsiteY15" fmla="*/ 1242708 h 2035035"/>
                    <a:gd name="connsiteX16" fmla="*/ 3036433 w 3317788"/>
                    <a:gd name="connsiteY16" fmla="*/ 955651 h 2035035"/>
                    <a:gd name="connsiteX17" fmla="*/ 3141942 w 3317788"/>
                    <a:gd name="connsiteY17" fmla="*/ 609662 h 2035035"/>
                    <a:gd name="connsiteX18" fmla="*/ 3275585 w 3317788"/>
                    <a:gd name="connsiteY18" fmla="*/ 236868 h 2035035"/>
                    <a:gd name="connsiteX19" fmla="*/ 3317788 w 3317788"/>
                    <a:gd name="connsiteY19" fmla="*/ 83455 h 2035035"/>
                    <a:gd name="connsiteX0" fmla="*/ 0 w 3317788"/>
                    <a:gd name="connsiteY0" fmla="*/ 1996235 h 2016424"/>
                    <a:gd name="connsiteX1" fmla="*/ 264258 w 3317788"/>
                    <a:gd name="connsiteY1" fmla="*/ 1335640 h 2016424"/>
                    <a:gd name="connsiteX2" fmla="*/ 373215 w 3317788"/>
                    <a:gd name="connsiteY2" fmla="*/ 1087750 h 2016424"/>
                    <a:gd name="connsiteX3" fmla="*/ 549480 w 3317788"/>
                    <a:gd name="connsiteY3" fmla="*/ 660817 h 2016424"/>
                    <a:gd name="connsiteX4" fmla="*/ 753741 w 3317788"/>
                    <a:gd name="connsiteY4" fmla="*/ 316637 h 2016424"/>
                    <a:gd name="connsiteX5" fmla="*/ 930453 w 3317788"/>
                    <a:gd name="connsiteY5" fmla="*/ 86174 h 2016424"/>
                    <a:gd name="connsiteX6" fmla="*/ 1045432 w 3317788"/>
                    <a:gd name="connsiteY6" fmla="*/ 22395 h 2016424"/>
                    <a:gd name="connsiteX7" fmla="*/ 1263904 w 3317788"/>
                    <a:gd name="connsiteY7" fmla="*/ 171 h 2016424"/>
                    <a:gd name="connsiteX8" fmla="*/ 1467887 w 3317788"/>
                    <a:gd name="connsiteY8" fmla="*/ 31839 h 2016424"/>
                    <a:gd name="connsiteX9" fmla="*/ 1664833 w 3317788"/>
                    <a:gd name="connsiteY9" fmla="*/ 224133 h 2016424"/>
                    <a:gd name="connsiteX10" fmla="*/ 1812545 w 3317788"/>
                    <a:gd name="connsiteY10" fmla="*/ 609662 h 2016424"/>
                    <a:gd name="connsiteX11" fmla="*/ 2063727 w 3317788"/>
                    <a:gd name="connsiteY11" fmla="*/ 1447497 h 2016424"/>
                    <a:gd name="connsiteX12" fmla="*/ 2211015 w 3317788"/>
                    <a:gd name="connsiteY12" fmla="*/ 1801883 h 2016424"/>
                    <a:gd name="connsiteX13" fmla="*/ 2346289 w 3317788"/>
                    <a:gd name="connsiteY13" fmla="*/ 1988338 h 2016424"/>
                    <a:gd name="connsiteX14" fmla="*/ 2625913 w 3317788"/>
                    <a:gd name="connsiteY14" fmla="*/ 1920933 h 2016424"/>
                    <a:gd name="connsiteX15" fmla="*/ 2909825 w 3317788"/>
                    <a:gd name="connsiteY15" fmla="*/ 1242708 h 2016424"/>
                    <a:gd name="connsiteX16" fmla="*/ 3036433 w 3317788"/>
                    <a:gd name="connsiteY16" fmla="*/ 955651 h 2016424"/>
                    <a:gd name="connsiteX17" fmla="*/ 3141942 w 3317788"/>
                    <a:gd name="connsiteY17" fmla="*/ 609662 h 2016424"/>
                    <a:gd name="connsiteX18" fmla="*/ 3275585 w 3317788"/>
                    <a:gd name="connsiteY18" fmla="*/ 236868 h 2016424"/>
                    <a:gd name="connsiteX19" fmla="*/ 3317788 w 3317788"/>
                    <a:gd name="connsiteY19" fmla="*/ 83455 h 2016424"/>
                    <a:gd name="connsiteX0" fmla="*/ 0 w 3317788"/>
                    <a:gd name="connsiteY0" fmla="*/ 1996235 h 2001733"/>
                    <a:gd name="connsiteX1" fmla="*/ 264258 w 3317788"/>
                    <a:gd name="connsiteY1" fmla="*/ 1335640 h 2001733"/>
                    <a:gd name="connsiteX2" fmla="*/ 373215 w 3317788"/>
                    <a:gd name="connsiteY2" fmla="*/ 1087750 h 2001733"/>
                    <a:gd name="connsiteX3" fmla="*/ 549480 w 3317788"/>
                    <a:gd name="connsiteY3" fmla="*/ 660817 h 2001733"/>
                    <a:gd name="connsiteX4" fmla="*/ 753741 w 3317788"/>
                    <a:gd name="connsiteY4" fmla="*/ 316637 h 2001733"/>
                    <a:gd name="connsiteX5" fmla="*/ 930453 w 3317788"/>
                    <a:gd name="connsiteY5" fmla="*/ 86174 h 2001733"/>
                    <a:gd name="connsiteX6" fmla="*/ 1045432 w 3317788"/>
                    <a:gd name="connsiteY6" fmla="*/ 22395 h 2001733"/>
                    <a:gd name="connsiteX7" fmla="*/ 1263904 w 3317788"/>
                    <a:gd name="connsiteY7" fmla="*/ 171 h 2001733"/>
                    <a:gd name="connsiteX8" fmla="*/ 1467887 w 3317788"/>
                    <a:gd name="connsiteY8" fmla="*/ 31839 h 2001733"/>
                    <a:gd name="connsiteX9" fmla="*/ 1664833 w 3317788"/>
                    <a:gd name="connsiteY9" fmla="*/ 224133 h 2001733"/>
                    <a:gd name="connsiteX10" fmla="*/ 1812545 w 3317788"/>
                    <a:gd name="connsiteY10" fmla="*/ 609662 h 2001733"/>
                    <a:gd name="connsiteX11" fmla="*/ 2063727 w 3317788"/>
                    <a:gd name="connsiteY11" fmla="*/ 1447497 h 2001733"/>
                    <a:gd name="connsiteX12" fmla="*/ 2211015 w 3317788"/>
                    <a:gd name="connsiteY12" fmla="*/ 1801883 h 2001733"/>
                    <a:gd name="connsiteX13" fmla="*/ 2346289 w 3317788"/>
                    <a:gd name="connsiteY13" fmla="*/ 1988338 h 2001733"/>
                    <a:gd name="connsiteX14" fmla="*/ 2599813 w 3317788"/>
                    <a:gd name="connsiteY14" fmla="*/ 1862567 h 2001733"/>
                    <a:gd name="connsiteX15" fmla="*/ 2909825 w 3317788"/>
                    <a:gd name="connsiteY15" fmla="*/ 1242708 h 2001733"/>
                    <a:gd name="connsiteX16" fmla="*/ 3036433 w 3317788"/>
                    <a:gd name="connsiteY16" fmla="*/ 955651 h 2001733"/>
                    <a:gd name="connsiteX17" fmla="*/ 3141942 w 3317788"/>
                    <a:gd name="connsiteY17" fmla="*/ 609662 h 2001733"/>
                    <a:gd name="connsiteX18" fmla="*/ 3275585 w 3317788"/>
                    <a:gd name="connsiteY18" fmla="*/ 236868 h 2001733"/>
                    <a:gd name="connsiteX19" fmla="*/ 3317788 w 3317788"/>
                    <a:gd name="connsiteY19" fmla="*/ 83455 h 2001733"/>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036433 w 3317788"/>
                    <a:gd name="connsiteY16" fmla="*/ 955651 h 2022554"/>
                    <a:gd name="connsiteX17" fmla="*/ 3141942 w 3317788"/>
                    <a:gd name="connsiteY17" fmla="*/ 609662 h 2022554"/>
                    <a:gd name="connsiteX18" fmla="*/ 3275585 w 3317788"/>
                    <a:gd name="connsiteY18" fmla="*/ 236868 h 2022554"/>
                    <a:gd name="connsiteX19" fmla="*/ 3317788 w 3317788"/>
                    <a:gd name="connsiteY19"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141942 w 3317788"/>
                    <a:gd name="connsiteY16" fmla="*/ 609662 h 2022554"/>
                    <a:gd name="connsiteX17" fmla="*/ 3275585 w 3317788"/>
                    <a:gd name="connsiteY17" fmla="*/ 236868 h 2022554"/>
                    <a:gd name="connsiteX18" fmla="*/ 3317788 w 3317788"/>
                    <a:gd name="connsiteY18"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753741 w 3317788"/>
                    <a:gd name="connsiteY3" fmla="*/ 316637 h 2022554"/>
                    <a:gd name="connsiteX4" fmla="*/ 930453 w 3317788"/>
                    <a:gd name="connsiteY4" fmla="*/ 86174 h 2022554"/>
                    <a:gd name="connsiteX5" fmla="*/ 1045432 w 3317788"/>
                    <a:gd name="connsiteY5" fmla="*/ 22395 h 2022554"/>
                    <a:gd name="connsiteX6" fmla="*/ 1263904 w 3317788"/>
                    <a:gd name="connsiteY6" fmla="*/ 171 h 2022554"/>
                    <a:gd name="connsiteX7" fmla="*/ 1467887 w 3317788"/>
                    <a:gd name="connsiteY7" fmla="*/ 31839 h 2022554"/>
                    <a:gd name="connsiteX8" fmla="*/ 1664833 w 3317788"/>
                    <a:gd name="connsiteY8" fmla="*/ 224133 h 2022554"/>
                    <a:gd name="connsiteX9" fmla="*/ 1812545 w 3317788"/>
                    <a:gd name="connsiteY9" fmla="*/ 609662 h 2022554"/>
                    <a:gd name="connsiteX10" fmla="*/ 2063727 w 3317788"/>
                    <a:gd name="connsiteY10" fmla="*/ 1447497 h 2022554"/>
                    <a:gd name="connsiteX11" fmla="*/ 2211015 w 3317788"/>
                    <a:gd name="connsiteY11" fmla="*/ 1801883 h 2022554"/>
                    <a:gd name="connsiteX12" fmla="*/ 2346289 w 3317788"/>
                    <a:gd name="connsiteY12" fmla="*/ 1988338 h 2022554"/>
                    <a:gd name="connsiteX13" fmla="*/ 2569985 w 3317788"/>
                    <a:gd name="connsiteY13" fmla="*/ 1935525 h 2022554"/>
                    <a:gd name="connsiteX14" fmla="*/ 2909825 w 3317788"/>
                    <a:gd name="connsiteY14" fmla="*/ 1242708 h 2022554"/>
                    <a:gd name="connsiteX15" fmla="*/ 3141942 w 3317788"/>
                    <a:gd name="connsiteY15" fmla="*/ 609662 h 2022554"/>
                    <a:gd name="connsiteX16" fmla="*/ 3275585 w 3317788"/>
                    <a:gd name="connsiteY16" fmla="*/ 236868 h 2022554"/>
                    <a:gd name="connsiteX17" fmla="*/ 3317788 w 3317788"/>
                    <a:gd name="connsiteY17" fmla="*/ 83455 h 2022554"/>
                    <a:gd name="connsiteX0" fmla="*/ 0 w 3317788"/>
                    <a:gd name="connsiteY0" fmla="*/ 1996235 h 2022554"/>
                    <a:gd name="connsiteX1" fmla="*/ 264258 w 3317788"/>
                    <a:gd name="connsiteY1" fmla="*/ 1335640 h 2022554"/>
                    <a:gd name="connsiteX2" fmla="*/ 753741 w 3317788"/>
                    <a:gd name="connsiteY2" fmla="*/ 316637 h 2022554"/>
                    <a:gd name="connsiteX3" fmla="*/ 930453 w 3317788"/>
                    <a:gd name="connsiteY3" fmla="*/ 86174 h 2022554"/>
                    <a:gd name="connsiteX4" fmla="*/ 1045432 w 3317788"/>
                    <a:gd name="connsiteY4" fmla="*/ 22395 h 2022554"/>
                    <a:gd name="connsiteX5" fmla="*/ 1263904 w 3317788"/>
                    <a:gd name="connsiteY5" fmla="*/ 171 h 2022554"/>
                    <a:gd name="connsiteX6" fmla="*/ 1467887 w 3317788"/>
                    <a:gd name="connsiteY6" fmla="*/ 31839 h 2022554"/>
                    <a:gd name="connsiteX7" fmla="*/ 1664833 w 3317788"/>
                    <a:gd name="connsiteY7" fmla="*/ 224133 h 2022554"/>
                    <a:gd name="connsiteX8" fmla="*/ 1812545 w 3317788"/>
                    <a:gd name="connsiteY8" fmla="*/ 609662 h 2022554"/>
                    <a:gd name="connsiteX9" fmla="*/ 2063727 w 3317788"/>
                    <a:gd name="connsiteY9" fmla="*/ 1447497 h 2022554"/>
                    <a:gd name="connsiteX10" fmla="*/ 2211015 w 3317788"/>
                    <a:gd name="connsiteY10" fmla="*/ 1801883 h 2022554"/>
                    <a:gd name="connsiteX11" fmla="*/ 2346289 w 3317788"/>
                    <a:gd name="connsiteY11" fmla="*/ 1988338 h 2022554"/>
                    <a:gd name="connsiteX12" fmla="*/ 2569985 w 3317788"/>
                    <a:gd name="connsiteY12" fmla="*/ 1935525 h 2022554"/>
                    <a:gd name="connsiteX13" fmla="*/ 2909825 w 3317788"/>
                    <a:gd name="connsiteY13" fmla="*/ 1242708 h 2022554"/>
                    <a:gd name="connsiteX14" fmla="*/ 3141942 w 3317788"/>
                    <a:gd name="connsiteY14" fmla="*/ 609662 h 2022554"/>
                    <a:gd name="connsiteX15" fmla="*/ 3275585 w 3317788"/>
                    <a:gd name="connsiteY15" fmla="*/ 236868 h 2022554"/>
                    <a:gd name="connsiteX16" fmla="*/ 3317788 w 3317788"/>
                    <a:gd name="connsiteY16" fmla="*/ 83455 h 2022554"/>
                    <a:gd name="connsiteX0" fmla="*/ 0 w 3317788"/>
                    <a:gd name="connsiteY0" fmla="*/ 2005396 h 2031715"/>
                    <a:gd name="connsiteX1" fmla="*/ 264258 w 3317788"/>
                    <a:gd name="connsiteY1" fmla="*/ 1344801 h 2031715"/>
                    <a:gd name="connsiteX2" fmla="*/ 753741 w 3317788"/>
                    <a:gd name="connsiteY2" fmla="*/ 325798 h 2031715"/>
                    <a:gd name="connsiteX3" fmla="*/ 1045432 w 3317788"/>
                    <a:gd name="connsiteY3" fmla="*/ 31556 h 2031715"/>
                    <a:gd name="connsiteX4" fmla="*/ 1263904 w 3317788"/>
                    <a:gd name="connsiteY4" fmla="*/ 9332 h 2031715"/>
                    <a:gd name="connsiteX5" fmla="*/ 1467887 w 3317788"/>
                    <a:gd name="connsiteY5" fmla="*/ 41000 h 2031715"/>
                    <a:gd name="connsiteX6" fmla="*/ 1664833 w 3317788"/>
                    <a:gd name="connsiteY6" fmla="*/ 233294 h 2031715"/>
                    <a:gd name="connsiteX7" fmla="*/ 1812545 w 3317788"/>
                    <a:gd name="connsiteY7" fmla="*/ 618823 h 2031715"/>
                    <a:gd name="connsiteX8" fmla="*/ 2063727 w 3317788"/>
                    <a:gd name="connsiteY8" fmla="*/ 1456658 h 2031715"/>
                    <a:gd name="connsiteX9" fmla="*/ 2211015 w 3317788"/>
                    <a:gd name="connsiteY9" fmla="*/ 1811044 h 2031715"/>
                    <a:gd name="connsiteX10" fmla="*/ 2346289 w 3317788"/>
                    <a:gd name="connsiteY10" fmla="*/ 1997499 h 2031715"/>
                    <a:gd name="connsiteX11" fmla="*/ 2569985 w 3317788"/>
                    <a:gd name="connsiteY11" fmla="*/ 1944686 h 2031715"/>
                    <a:gd name="connsiteX12" fmla="*/ 2909825 w 3317788"/>
                    <a:gd name="connsiteY12" fmla="*/ 1251869 h 2031715"/>
                    <a:gd name="connsiteX13" fmla="*/ 3141942 w 3317788"/>
                    <a:gd name="connsiteY13" fmla="*/ 618823 h 2031715"/>
                    <a:gd name="connsiteX14" fmla="*/ 3275585 w 3317788"/>
                    <a:gd name="connsiteY14" fmla="*/ 246029 h 2031715"/>
                    <a:gd name="connsiteX15" fmla="*/ 3317788 w 3317788"/>
                    <a:gd name="connsiteY15" fmla="*/ 92616 h 2031715"/>
                    <a:gd name="connsiteX0" fmla="*/ 0 w 3317788"/>
                    <a:gd name="connsiteY0" fmla="*/ 2000709 h 2027028"/>
                    <a:gd name="connsiteX1" fmla="*/ 264258 w 3317788"/>
                    <a:gd name="connsiteY1" fmla="*/ 1340114 h 2027028"/>
                    <a:gd name="connsiteX2" fmla="*/ 753741 w 3317788"/>
                    <a:gd name="connsiteY2" fmla="*/ 321111 h 2027028"/>
                    <a:gd name="connsiteX3" fmla="*/ 1045432 w 3317788"/>
                    <a:gd name="connsiteY3" fmla="*/ 26869 h 2027028"/>
                    <a:gd name="connsiteX4" fmla="*/ 1467887 w 3317788"/>
                    <a:gd name="connsiteY4" fmla="*/ 36313 h 2027028"/>
                    <a:gd name="connsiteX5" fmla="*/ 1664833 w 3317788"/>
                    <a:gd name="connsiteY5" fmla="*/ 228607 h 2027028"/>
                    <a:gd name="connsiteX6" fmla="*/ 1812545 w 3317788"/>
                    <a:gd name="connsiteY6" fmla="*/ 614136 h 2027028"/>
                    <a:gd name="connsiteX7" fmla="*/ 2063727 w 3317788"/>
                    <a:gd name="connsiteY7" fmla="*/ 1451971 h 2027028"/>
                    <a:gd name="connsiteX8" fmla="*/ 2211015 w 3317788"/>
                    <a:gd name="connsiteY8" fmla="*/ 1806357 h 2027028"/>
                    <a:gd name="connsiteX9" fmla="*/ 2346289 w 3317788"/>
                    <a:gd name="connsiteY9" fmla="*/ 1992812 h 2027028"/>
                    <a:gd name="connsiteX10" fmla="*/ 2569985 w 3317788"/>
                    <a:gd name="connsiteY10" fmla="*/ 1939999 h 2027028"/>
                    <a:gd name="connsiteX11" fmla="*/ 2909825 w 3317788"/>
                    <a:gd name="connsiteY11" fmla="*/ 1247182 h 2027028"/>
                    <a:gd name="connsiteX12" fmla="*/ 3141942 w 3317788"/>
                    <a:gd name="connsiteY12" fmla="*/ 614136 h 2027028"/>
                    <a:gd name="connsiteX13" fmla="*/ 3275585 w 3317788"/>
                    <a:gd name="connsiteY13" fmla="*/ 241342 h 2027028"/>
                    <a:gd name="connsiteX14" fmla="*/ 3317788 w 3317788"/>
                    <a:gd name="connsiteY14" fmla="*/ 87929 h 2027028"/>
                    <a:gd name="connsiteX0" fmla="*/ 0 w 3317788"/>
                    <a:gd name="connsiteY0" fmla="*/ 1997433 h 2023752"/>
                    <a:gd name="connsiteX1" fmla="*/ 264258 w 3317788"/>
                    <a:gd name="connsiteY1" fmla="*/ 1336838 h 2023752"/>
                    <a:gd name="connsiteX2" fmla="*/ 753741 w 3317788"/>
                    <a:gd name="connsiteY2" fmla="*/ 317835 h 2023752"/>
                    <a:gd name="connsiteX3" fmla="*/ 1045432 w 3317788"/>
                    <a:gd name="connsiteY3" fmla="*/ 28457 h 2023752"/>
                    <a:gd name="connsiteX4" fmla="*/ 1467887 w 3317788"/>
                    <a:gd name="connsiteY4" fmla="*/ 33037 h 2023752"/>
                    <a:gd name="connsiteX5" fmla="*/ 1664833 w 3317788"/>
                    <a:gd name="connsiteY5" fmla="*/ 225331 h 2023752"/>
                    <a:gd name="connsiteX6" fmla="*/ 1812545 w 3317788"/>
                    <a:gd name="connsiteY6" fmla="*/ 610860 h 2023752"/>
                    <a:gd name="connsiteX7" fmla="*/ 2063727 w 3317788"/>
                    <a:gd name="connsiteY7" fmla="*/ 1448695 h 2023752"/>
                    <a:gd name="connsiteX8" fmla="*/ 2211015 w 3317788"/>
                    <a:gd name="connsiteY8" fmla="*/ 1803081 h 2023752"/>
                    <a:gd name="connsiteX9" fmla="*/ 2346289 w 3317788"/>
                    <a:gd name="connsiteY9" fmla="*/ 1989536 h 2023752"/>
                    <a:gd name="connsiteX10" fmla="*/ 2569985 w 3317788"/>
                    <a:gd name="connsiteY10" fmla="*/ 1936723 h 2023752"/>
                    <a:gd name="connsiteX11" fmla="*/ 2909825 w 3317788"/>
                    <a:gd name="connsiteY11" fmla="*/ 1243906 h 2023752"/>
                    <a:gd name="connsiteX12" fmla="*/ 3141942 w 3317788"/>
                    <a:gd name="connsiteY12" fmla="*/ 610860 h 2023752"/>
                    <a:gd name="connsiteX13" fmla="*/ 3275585 w 3317788"/>
                    <a:gd name="connsiteY13" fmla="*/ 238066 h 2023752"/>
                    <a:gd name="connsiteX14" fmla="*/ 3317788 w 3317788"/>
                    <a:gd name="connsiteY14" fmla="*/ 84653 h 2023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17788" h="2023752">
                      <a:moveTo>
                        <a:pt x="0" y="1997433"/>
                      </a:moveTo>
                      <a:cubicBezTo>
                        <a:pt x="31652" y="1908116"/>
                        <a:pt x="138635" y="1616771"/>
                        <a:pt x="264258" y="1336838"/>
                      </a:cubicBezTo>
                      <a:cubicBezTo>
                        <a:pt x="389881" y="1056905"/>
                        <a:pt x="623545" y="535898"/>
                        <a:pt x="753741" y="317835"/>
                      </a:cubicBezTo>
                      <a:cubicBezTo>
                        <a:pt x="883937" y="99772"/>
                        <a:pt x="926408" y="75923"/>
                        <a:pt x="1045432" y="28457"/>
                      </a:cubicBezTo>
                      <a:cubicBezTo>
                        <a:pt x="1164456" y="-19009"/>
                        <a:pt x="1364654" y="225"/>
                        <a:pt x="1467887" y="33037"/>
                      </a:cubicBezTo>
                      <a:cubicBezTo>
                        <a:pt x="1571121" y="65849"/>
                        <a:pt x="1607390" y="129027"/>
                        <a:pt x="1664833" y="225331"/>
                      </a:cubicBezTo>
                      <a:cubicBezTo>
                        <a:pt x="1722276" y="321635"/>
                        <a:pt x="1746063" y="406966"/>
                        <a:pt x="1812545" y="610860"/>
                      </a:cubicBezTo>
                      <a:cubicBezTo>
                        <a:pt x="1879027" y="814754"/>
                        <a:pt x="1997315" y="1249992"/>
                        <a:pt x="2063727" y="1448695"/>
                      </a:cubicBezTo>
                      <a:cubicBezTo>
                        <a:pt x="2130139" y="1647398"/>
                        <a:pt x="2163921" y="1712941"/>
                        <a:pt x="2211015" y="1803081"/>
                      </a:cubicBezTo>
                      <a:cubicBezTo>
                        <a:pt x="2258109" y="1893221"/>
                        <a:pt x="2311939" y="1952671"/>
                        <a:pt x="2346289" y="1989536"/>
                      </a:cubicBezTo>
                      <a:cubicBezTo>
                        <a:pt x="2380639" y="2026401"/>
                        <a:pt x="2476062" y="2060995"/>
                        <a:pt x="2569985" y="1936723"/>
                      </a:cubicBezTo>
                      <a:cubicBezTo>
                        <a:pt x="2663908" y="1812451"/>
                        <a:pt x="2824626" y="1411272"/>
                        <a:pt x="2909825" y="1243906"/>
                      </a:cubicBezTo>
                      <a:lnTo>
                        <a:pt x="3141942" y="610860"/>
                      </a:lnTo>
                      <a:lnTo>
                        <a:pt x="3275585" y="238066"/>
                      </a:lnTo>
                      <a:lnTo>
                        <a:pt x="3317788" y="84653"/>
                      </a:lnTo>
                    </a:path>
                  </a:pathLst>
                </a:custGeom>
                <a:noFill/>
                <a:ln w="38100" cap="rnd"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144" name="Straight Connector 143">
                  <a:extLst>
                    <a:ext uri="{FF2B5EF4-FFF2-40B4-BE49-F238E27FC236}">
                      <a16:creationId xmlns:a16="http://schemas.microsoft.com/office/drawing/2014/main" id="{E690C2BA-969A-D843-9D23-59D1E64DA8E2}"/>
                    </a:ext>
                  </a:extLst>
                </p:cNvPr>
                <p:cNvCxnSpPr/>
                <p:nvPr/>
              </p:nvCxnSpPr>
              <p:spPr>
                <a:xfrm>
                  <a:off x="5010825" y="1886101"/>
                  <a:ext cx="2657757" cy="0"/>
                </a:xfrm>
                <a:prstGeom prst="line">
                  <a:avLst/>
                </a:prstGeom>
                <a:noFill/>
                <a:ln w="25400" cap="flat" cmpd="sng" algn="ctr">
                  <a:solidFill>
                    <a:srgbClr val="00B050"/>
                  </a:solidFill>
                  <a:prstDash val="sysDot"/>
                  <a:miter lim="800000"/>
                </a:ln>
                <a:effectLst/>
              </p:spPr>
            </p:cxnSp>
            <p:cxnSp>
              <p:nvCxnSpPr>
                <p:cNvPr id="145" name="Straight Connector 144">
                  <a:extLst>
                    <a:ext uri="{FF2B5EF4-FFF2-40B4-BE49-F238E27FC236}">
                      <a16:creationId xmlns:a16="http://schemas.microsoft.com/office/drawing/2014/main" id="{253937F7-7AF9-F3D0-9B49-F2E1A74B0212}"/>
                    </a:ext>
                  </a:extLst>
                </p:cNvPr>
                <p:cNvCxnSpPr/>
                <p:nvPr/>
              </p:nvCxnSpPr>
              <p:spPr>
                <a:xfrm>
                  <a:off x="5249297" y="1659362"/>
                  <a:ext cx="2454382" cy="0"/>
                </a:xfrm>
                <a:prstGeom prst="line">
                  <a:avLst/>
                </a:prstGeom>
                <a:noFill/>
                <a:ln w="25400" cap="flat" cmpd="sng" algn="ctr">
                  <a:solidFill>
                    <a:srgbClr val="00B050"/>
                  </a:solidFill>
                  <a:prstDash val="sysDot"/>
                  <a:miter lim="800000"/>
                </a:ln>
                <a:effectLst/>
              </p:spPr>
            </p:cxnSp>
            <p:cxnSp>
              <p:nvCxnSpPr>
                <p:cNvPr id="146" name="Straight Connector 145">
                  <a:extLst>
                    <a:ext uri="{FF2B5EF4-FFF2-40B4-BE49-F238E27FC236}">
                      <a16:creationId xmlns:a16="http://schemas.microsoft.com/office/drawing/2014/main" id="{4E6CE916-4A8F-8E73-0A8A-C4624D8AB9FC}"/>
                    </a:ext>
                  </a:extLst>
                </p:cNvPr>
                <p:cNvCxnSpPr/>
                <p:nvPr/>
              </p:nvCxnSpPr>
              <p:spPr>
                <a:xfrm>
                  <a:off x="4905334" y="2133111"/>
                  <a:ext cx="2657757" cy="0"/>
                </a:xfrm>
                <a:prstGeom prst="line">
                  <a:avLst/>
                </a:prstGeom>
                <a:noFill/>
                <a:ln w="25400" cap="flat" cmpd="sng" algn="ctr">
                  <a:solidFill>
                    <a:srgbClr val="00B050"/>
                  </a:solidFill>
                  <a:prstDash val="sysDot"/>
                  <a:miter lim="800000"/>
                </a:ln>
                <a:effectLst/>
              </p:spPr>
            </p:cxnSp>
            <p:sp>
              <p:nvSpPr>
                <p:cNvPr id="147" name="Freeform 22">
                  <a:extLst>
                    <a:ext uri="{FF2B5EF4-FFF2-40B4-BE49-F238E27FC236}">
                      <a16:creationId xmlns:a16="http://schemas.microsoft.com/office/drawing/2014/main" id="{87BBDB4C-16F0-E102-B66F-9989393472D0}"/>
                    </a:ext>
                  </a:extLst>
                </p:cNvPr>
                <p:cNvSpPr/>
                <p:nvPr/>
              </p:nvSpPr>
              <p:spPr>
                <a:xfrm>
                  <a:off x="5568466" y="2407400"/>
                  <a:ext cx="422594" cy="571080"/>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Lst>
                  <a:ahLst/>
                  <a:cxnLst>
                    <a:cxn ang="0">
                      <a:pos x="connsiteX0" y="connsiteY0"/>
                    </a:cxn>
                    <a:cxn ang="0">
                      <a:pos x="connsiteX1" y="connsiteY1"/>
                    </a:cxn>
                    <a:cxn ang="0">
                      <a:pos x="connsiteX2" y="connsiteY2"/>
                    </a:cxn>
                    <a:cxn ang="0">
                      <a:pos x="connsiteX3" y="connsiteY3"/>
                    </a:cxn>
                  </a:cxnLst>
                  <a:rect l="l" t="t" r="r" b="b"/>
                  <a:pathLst>
                    <a:path w="515968" h="637005">
                      <a:moveTo>
                        <a:pt x="0" y="637005"/>
                      </a:moveTo>
                      <a:cubicBezTo>
                        <a:pt x="118446" y="621212"/>
                        <a:pt x="94610" y="585076"/>
                        <a:pt x="156991" y="505323"/>
                      </a:cubicBezTo>
                      <a:cubicBezTo>
                        <a:pt x="219372" y="425570"/>
                        <a:pt x="321382" y="239028"/>
                        <a:pt x="374288" y="158485"/>
                      </a:cubicBezTo>
                      <a:cubicBezTo>
                        <a:pt x="427194" y="77942"/>
                        <a:pt x="459904" y="-8079"/>
                        <a:pt x="515968" y="607"/>
                      </a:cubicBezTo>
                    </a:path>
                  </a:pathLst>
                </a:cu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48" name="Freeform 23">
                  <a:extLst>
                    <a:ext uri="{FF2B5EF4-FFF2-40B4-BE49-F238E27FC236}">
                      <a16:creationId xmlns:a16="http://schemas.microsoft.com/office/drawing/2014/main" id="{3B35553B-5DF4-0685-CB3A-7F245C6D044C}"/>
                    </a:ext>
                  </a:extLst>
                </p:cNvPr>
                <p:cNvSpPr/>
                <p:nvPr/>
              </p:nvSpPr>
              <p:spPr>
                <a:xfrm flipH="1">
                  <a:off x="5993271" y="2401429"/>
                  <a:ext cx="362605" cy="562002"/>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406919"/>
                    <a:gd name="connsiteY0" fmla="*/ 631554 h 631554"/>
                    <a:gd name="connsiteX1" fmla="*/ 63289 w 406919"/>
                    <a:gd name="connsiteY1" fmla="*/ 538800 h 631554"/>
                    <a:gd name="connsiteX2" fmla="*/ 286011 w 406919"/>
                    <a:gd name="connsiteY2" fmla="*/ 174492 h 631554"/>
                    <a:gd name="connsiteX3" fmla="*/ 406919 w 406919"/>
                    <a:gd name="connsiteY3" fmla="*/ 519 h 631554"/>
                    <a:gd name="connsiteX0" fmla="*/ 0 w 442725"/>
                    <a:gd name="connsiteY0" fmla="*/ 626878 h 626878"/>
                    <a:gd name="connsiteX1" fmla="*/ 99095 w 442725"/>
                    <a:gd name="connsiteY1" fmla="*/ 538800 h 626878"/>
                    <a:gd name="connsiteX2" fmla="*/ 321817 w 442725"/>
                    <a:gd name="connsiteY2" fmla="*/ 174492 h 626878"/>
                    <a:gd name="connsiteX3" fmla="*/ 442725 w 442725"/>
                    <a:gd name="connsiteY3" fmla="*/ 519 h 626878"/>
                    <a:gd name="connsiteX0" fmla="*/ 0 w 442725"/>
                    <a:gd name="connsiteY0" fmla="*/ 626878 h 626878"/>
                    <a:gd name="connsiteX1" fmla="*/ 99095 w 442725"/>
                    <a:gd name="connsiteY1" fmla="*/ 538800 h 626878"/>
                    <a:gd name="connsiteX2" fmla="*/ 291978 w 442725"/>
                    <a:gd name="connsiteY2" fmla="*/ 174492 h 626878"/>
                    <a:gd name="connsiteX3" fmla="*/ 442725 w 442725"/>
                    <a:gd name="connsiteY3" fmla="*/ 519 h 626878"/>
                  </a:gdLst>
                  <a:ahLst/>
                  <a:cxnLst>
                    <a:cxn ang="0">
                      <a:pos x="connsiteX0" y="connsiteY0"/>
                    </a:cxn>
                    <a:cxn ang="0">
                      <a:pos x="connsiteX1" y="connsiteY1"/>
                    </a:cxn>
                    <a:cxn ang="0">
                      <a:pos x="connsiteX2" y="connsiteY2"/>
                    </a:cxn>
                    <a:cxn ang="0">
                      <a:pos x="connsiteX3" y="connsiteY3"/>
                    </a:cxn>
                  </a:cxnLst>
                  <a:rect l="l" t="t" r="r" b="b"/>
                  <a:pathLst>
                    <a:path w="442725" h="626878">
                      <a:moveTo>
                        <a:pt x="0" y="626878"/>
                      </a:moveTo>
                      <a:cubicBezTo>
                        <a:pt x="70208" y="608301"/>
                        <a:pt x="50432" y="614198"/>
                        <a:pt x="99095" y="538800"/>
                      </a:cubicBezTo>
                      <a:cubicBezTo>
                        <a:pt x="147758" y="463402"/>
                        <a:pt x="239072" y="255035"/>
                        <a:pt x="291978" y="174492"/>
                      </a:cubicBezTo>
                      <a:cubicBezTo>
                        <a:pt x="344884" y="93949"/>
                        <a:pt x="386661" y="-8167"/>
                        <a:pt x="442725" y="519"/>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49" name="Freeform 24">
                  <a:extLst>
                    <a:ext uri="{FF2B5EF4-FFF2-40B4-BE49-F238E27FC236}">
                      <a16:creationId xmlns:a16="http://schemas.microsoft.com/office/drawing/2014/main" id="{B1963C48-5438-1C90-D22F-41E214500C32}"/>
                    </a:ext>
                  </a:extLst>
                </p:cNvPr>
                <p:cNvSpPr/>
                <p:nvPr/>
              </p:nvSpPr>
              <p:spPr>
                <a:xfrm>
                  <a:off x="6386058" y="2500703"/>
                  <a:ext cx="311909" cy="457560"/>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 name="connsiteX0" fmla="*/ 0 w 553927"/>
                    <a:gd name="connsiteY0" fmla="*/ 619963 h 619963"/>
                    <a:gd name="connsiteX1" fmla="*/ 194950 w 553927"/>
                    <a:gd name="connsiteY1" fmla="*/ 505323 h 619963"/>
                    <a:gd name="connsiteX2" fmla="*/ 41224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41224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6648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49464 w 553927"/>
                    <a:gd name="connsiteY2" fmla="*/ 193148 h 619963"/>
                    <a:gd name="connsiteX3" fmla="*/ 383777 w 553927"/>
                    <a:gd name="connsiteY3" fmla="*/ 158485 h 619963"/>
                    <a:gd name="connsiteX4" fmla="*/ 553927 w 553927"/>
                    <a:gd name="connsiteY4" fmla="*/ 607 h 619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927" h="619963">
                      <a:moveTo>
                        <a:pt x="0" y="619963"/>
                      </a:moveTo>
                      <a:cubicBezTo>
                        <a:pt x="118446" y="604170"/>
                        <a:pt x="89257" y="576459"/>
                        <a:pt x="147501" y="505323"/>
                      </a:cubicBezTo>
                      <a:cubicBezTo>
                        <a:pt x="205745" y="434187"/>
                        <a:pt x="310085" y="250954"/>
                        <a:pt x="349464" y="193148"/>
                      </a:cubicBezTo>
                      <a:cubicBezTo>
                        <a:pt x="388843" y="135342"/>
                        <a:pt x="352863" y="190575"/>
                        <a:pt x="383777" y="158485"/>
                      </a:cubicBezTo>
                      <a:cubicBezTo>
                        <a:pt x="436683" y="77942"/>
                        <a:pt x="497863" y="-8079"/>
                        <a:pt x="553927" y="607"/>
                      </a:cubicBezTo>
                    </a:path>
                  </a:pathLst>
                </a:cu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50" name="Freeform 25">
                  <a:extLst>
                    <a:ext uri="{FF2B5EF4-FFF2-40B4-BE49-F238E27FC236}">
                      <a16:creationId xmlns:a16="http://schemas.microsoft.com/office/drawing/2014/main" id="{B51DF038-2F0E-A167-08F4-4B21098A151C}"/>
                    </a:ext>
                  </a:extLst>
                </p:cNvPr>
                <p:cNvSpPr/>
                <p:nvPr/>
              </p:nvSpPr>
              <p:spPr>
                <a:xfrm flipH="1">
                  <a:off x="6700122" y="2496409"/>
                  <a:ext cx="509129" cy="486666"/>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683322"/>
                    <a:gd name="connsiteY0" fmla="*/ 659399 h 659399"/>
                    <a:gd name="connsiteX1" fmla="*/ 381466 w 683322"/>
                    <a:gd name="connsiteY1" fmla="*/ 548153 h 659399"/>
                    <a:gd name="connsiteX2" fmla="*/ 562414 w 683322"/>
                    <a:gd name="connsiteY2" fmla="*/ 174492 h 659399"/>
                    <a:gd name="connsiteX3" fmla="*/ 683322 w 683322"/>
                    <a:gd name="connsiteY3" fmla="*/ 519 h 659399"/>
                  </a:gdLst>
                  <a:ahLst/>
                  <a:cxnLst>
                    <a:cxn ang="0">
                      <a:pos x="connsiteX0" y="connsiteY0"/>
                    </a:cxn>
                    <a:cxn ang="0">
                      <a:pos x="connsiteX1" y="connsiteY1"/>
                    </a:cxn>
                    <a:cxn ang="0">
                      <a:pos x="connsiteX2" y="connsiteY2"/>
                    </a:cxn>
                    <a:cxn ang="0">
                      <a:pos x="connsiteX3" y="connsiteY3"/>
                    </a:cxn>
                  </a:cxnLst>
                  <a:rect l="l" t="t" r="r" b="b"/>
                  <a:pathLst>
                    <a:path w="683322" h="659399">
                      <a:moveTo>
                        <a:pt x="0" y="659399"/>
                      </a:moveTo>
                      <a:cubicBezTo>
                        <a:pt x="70208" y="640822"/>
                        <a:pt x="287730" y="628971"/>
                        <a:pt x="381466" y="548153"/>
                      </a:cubicBezTo>
                      <a:cubicBezTo>
                        <a:pt x="475202" y="467335"/>
                        <a:pt x="509508" y="255035"/>
                        <a:pt x="562414" y="174492"/>
                      </a:cubicBezTo>
                      <a:cubicBezTo>
                        <a:pt x="615320" y="93949"/>
                        <a:pt x="627258" y="-8167"/>
                        <a:pt x="683322" y="519"/>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51" name="Freeform 26">
                  <a:extLst>
                    <a:ext uri="{FF2B5EF4-FFF2-40B4-BE49-F238E27FC236}">
                      <a16:creationId xmlns:a16="http://schemas.microsoft.com/office/drawing/2014/main" id="{72F73A70-414A-D817-A2EB-76A65B15BB6F}"/>
                    </a:ext>
                  </a:extLst>
                </p:cNvPr>
                <p:cNvSpPr/>
                <p:nvPr/>
              </p:nvSpPr>
              <p:spPr>
                <a:xfrm flipV="1">
                  <a:off x="5600464" y="2953749"/>
                  <a:ext cx="1016713" cy="509870"/>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 name="connsiteX0" fmla="*/ 0 w 604157"/>
                    <a:gd name="connsiteY0" fmla="*/ 650672 h 650672"/>
                    <a:gd name="connsiteX1" fmla="*/ 245180 w 604157"/>
                    <a:gd name="connsiteY1" fmla="*/ 505323 h 650672"/>
                    <a:gd name="connsiteX2" fmla="*/ 462477 w 604157"/>
                    <a:gd name="connsiteY2" fmla="*/ 158485 h 650672"/>
                    <a:gd name="connsiteX3" fmla="*/ 604157 w 604157"/>
                    <a:gd name="connsiteY3" fmla="*/ 607 h 650672"/>
                    <a:gd name="connsiteX0" fmla="*/ 0 w 702144"/>
                    <a:gd name="connsiteY0" fmla="*/ 650672 h 650672"/>
                    <a:gd name="connsiteX1" fmla="*/ 343167 w 702144"/>
                    <a:gd name="connsiteY1" fmla="*/ 505323 h 650672"/>
                    <a:gd name="connsiteX2" fmla="*/ 560464 w 702144"/>
                    <a:gd name="connsiteY2" fmla="*/ 158485 h 650672"/>
                    <a:gd name="connsiteX3" fmla="*/ 702144 w 702144"/>
                    <a:gd name="connsiteY3" fmla="*/ 607 h 650672"/>
                    <a:gd name="connsiteX0" fmla="*/ 0 w 702144"/>
                    <a:gd name="connsiteY0" fmla="*/ 650672 h 650672"/>
                    <a:gd name="connsiteX1" fmla="*/ 195579 w 702144"/>
                    <a:gd name="connsiteY1" fmla="*/ 601831 h 650672"/>
                    <a:gd name="connsiteX2" fmla="*/ 343167 w 702144"/>
                    <a:gd name="connsiteY2" fmla="*/ 505323 h 650672"/>
                    <a:gd name="connsiteX3" fmla="*/ 560464 w 702144"/>
                    <a:gd name="connsiteY3" fmla="*/ 158485 h 650672"/>
                    <a:gd name="connsiteX4" fmla="*/ 702144 w 702144"/>
                    <a:gd name="connsiteY4" fmla="*/ 607 h 650672"/>
                    <a:gd name="connsiteX0" fmla="*/ 0 w 839327"/>
                    <a:gd name="connsiteY0" fmla="*/ 507167 h 604907"/>
                    <a:gd name="connsiteX1" fmla="*/ 332762 w 839327"/>
                    <a:gd name="connsiteY1" fmla="*/ 601831 h 604907"/>
                    <a:gd name="connsiteX2" fmla="*/ 480350 w 839327"/>
                    <a:gd name="connsiteY2" fmla="*/ 505323 h 604907"/>
                    <a:gd name="connsiteX3" fmla="*/ 697647 w 839327"/>
                    <a:gd name="connsiteY3" fmla="*/ 158485 h 604907"/>
                    <a:gd name="connsiteX4" fmla="*/ 839327 w 839327"/>
                    <a:gd name="connsiteY4" fmla="*/ 607 h 604907"/>
                    <a:gd name="connsiteX0" fmla="*/ 0 w 1216579"/>
                    <a:gd name="connsiteY0" fmla="*/ 623338 h 623338"/>
                    <a:gd name="connsiteX1" fmla="*/ 710014 w 1216579"/>
                    <a:gd name="connsiteY1" fmla="*/ 601831 h 623338"/>
                    <a:gd name="connsiteX2" fmla="*/ 857602 w 1216579"/>
                    <a:gd name="connsiteY2" fmla="*/ 505323 h 623338"/>
                    <a:gd name="connsiteX3" fmla="*/ 1074899 w 1216579"/>
                    <a:gd name="connsiteY3" fmla="*/ 158485 h 623338"/>
                    <a:gd name="connsiteX4" fmla="*/ 1216579 w 1216579"/>
                    <a:gd name="connsiteY4"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469946 w 1216579"/>
                    <a:gd name="connsiteY1" fmla="*/ 5198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533637 w 1216579"/>
                    <a:gd name="connsiteY1" fmla="*/ 499327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293568 w 1216579"/>
                    <a:gd name="connsiteY1" fmla="*/ 5403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65573"/>
                    <a:gd name="connsiteY0" fmla="*/ 643838 h 643838"/>
                    <a:gd name="connsiteX1" fmla="*/ 342562 w 1265573"/>
                    <a:gd name="connsiteY1" fmla="*/ 540328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812901 w 1265573"/>
                    <a:gd name="connsiteY3" fmla="*/ 622332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59259 h 659259"/>
                    <a:gd name="connsiteX1" fmla="*/ 313166 w 1265573"/>
                    <a:gd name="connsiteY1" fmla="*/ 466912 h 659259"/>
                    <a:gd name="connsiteX2" fmla="*/ 582631 w 1265573"/>
                    <a:gd name="connsiteY2" fmla="*/ 514748 h 659259"/>
                    <a:gd name="connsiteX3" fmla="*/ 812901 w 1265573"/>
                    <a:gd name="connsiteY3" fmla="*/ 637753 h 659259"/>
                    <a:gd name="connsiteX4" fmla="*/ 906596 w 1265573"/>
                    <a:gd name="connsiteY4" fmla="*/ 520744 h 659259"/>
                    <a:gd name="connsiteX5" fmla="*/ 1035704 w 1265573"/>
                    <a:gd name="connsiteY5" fmla="*/ 50902 h 659259"/>
                    <a:gd name="connsiteX6" fmla="*/ 1265573 w 1265573"/>
                    <a:gd name="connsiteY6" fmla="*/ 16028 h 659259"/>
                    <a:gd name="connsiteX0" fmla="*/ 0 w 1265573"/>
                    <a:gd name="connsiteY0" fmla="*/ 693563 h 693563"/>
                    <a:gd name="connsiteX1" fmla="*/ 313166 w 1265573"/>
                    <a:gd name="connsiteY1" fmla="*/ 501216 h 693563"/>
                    <a:gd name="connsiteX2" fmla="*/ 582631 w 1265573"/>
                    <a:gd name="connsiteY2" fmla="*/ 549052 h 693563"/>
                    <a:gd name="connsiteX3" fmla="*/ 812901 w 1265573"/>
                    <a:gd name="connsiteY3" fmla="*/ 672057 h 693563"/>
                    <a:gd name="connsiteX4" fmla="*/ 906596 w 1265573"/>
                    <a:gd name="connsiteY4" fmla="*/ 555048 h 693563"/>
                    <a:gd name="connsiteX5" fmla="*/ 1035704 w 1265573"/>
                    <a:gd name="connsiteY5" fmla="*/ 85206 h 693563"/>
                    <a:gd name="connsiteX6" fmla="*/ 1265573 w 1265573"/>
                    <a:gd name="connsiteY6" fmla="*/ 2498 h 693563"/>
                    <a:gd name="connsiteX0" fmla="*/ 0 w 1265573"/>
                    <a:gd name="connsiteY0" fmla="*/ 698599 h 698599"/>
                    <a:gd name="connsiteX1" fmla="*/ 313166 w 1265573"/>
                    <a:gd name="connsiteY1" fmla="*/ 506252 h 698599"/>
                    <a:gd name="connsiteX2" fmla="*/ 582631 w 1265573"/>
                    <a:gd name="connsiteY2" fmla="*/ 554088 h 698599"/>
                    <a:gd name="connsiteX3" fmla="*/ 812901 w 1265573"/>
                    <a:gd name="connsiteY3" fmla="*/ 677093 h 698599"/>
                    <a:gd name="connsiteX4" fmla="*/ 906596 w 1265573"/>
                    <a:gd name="connsiteY4" fmla="*/ 560084 h 698599"/>
                    <a:gd name="connsiteX5" fmla="*/ 1035704 w 1265573"/>
                    <a:gd name="connsiteY5" fmla="*/ 62908 h 698599"/>
                    <a:gd name="connsiteX6" fmla="*/ 1265573 w 1265573"/>
                    <a:gd name="connsiteY6" fmla="*/ 7534 h 698599"/>
                    <a:gd name="connsiteX0" fmla="*/ 0 w 1265573"/>
                    <a:gd name="connsiteY0" fmla="*/ 695887 h 695887"/>
                    <a:gd name="connsiteX1" fmla="*/ 313166 w 1265573"/>
                    <a:gd name="connsiteY1" fmla="*/ 503540 h 695887"/>
                    <a:gd name="connsiteX2" fmla="*/ 582631 w 1265573"/>
                    <a:gd name="connsiteY2" fmla="*/ 551376 h 695887"/>
                    <a:gd name="connsiteX3" fmla="*/ 812901 w 1265573"/>
                    <a:gd name="connsiteY3" fmla="*/ 674381 h 695887"/>
                    <a:gd name="connsiteX4" fmla="*/ 906596 w 1265573"/>
                    <a:gd name="connsiteY4" fmla="*/ 557372 h 695887"/>
                    <a:gd name="connsiteX5" fmla="*/ 1035704 w 1265573"/>
                    <a:gd name="connsiteY5" fmla="*/ 60196 h 695887"/>
                    <a:gd name="connsiteX6" fmla="*/ 1151247 w 1265573"/>
                    <a:gd name="connsiteY6" fmla="*/ 3909 h 695887"/>
                    <a:gd name="connsiteX7" fmla="*/ 1265573 w 1265573"/>
                    <a:gd name="connsiteY7" fmla="*/ 4822 h 69588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906596 w 1265573"/>
                    <a:gd name="connsiteY4" fmla="*/ 575702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883644 w 1265573"/>
                    <a:gd name="connsiteY4" fmla="*/ 567698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25407"/>
                    <a:gd name="connsiteY0" fmla="*/ 713270 h 713270"/>
                    <a:gd name="connsiteX1" fmla="*/ 313166 w 1225407"/>
                    <a:gd name="connsiteY1" fmla="*/ 520923 h 713270"/>
                    <a:gd name="connsiteX2" fmla="*/ 582631 w 1225407"/>
                    <a:gd name="connsiteY2" fmla="*/ 568759 h 713270"/>
                    <a:gd name="connsiteX3" fmla="*/ 812901 w 1225407"/>
                    <a:gd name="connsiteY3" fmla="*/ 691764 h 713270"/>
                    <a:gd name="connsiteX4" fmla="*/ 883644 w 1225407"/>
                    <a:gd name="connsiteY4" fmla="*/ 566751 h 713270"/>
                    <a:gd name="connsiteX5" fmla="*/ 1035704 w 1225407"/>
                    <a:gd name="connsiteY5" fmla="*/ 77579 h 713270"/>
                    <a:gd name="connsiteX6" fmla="*/ 1151247 w 1225407"/>
                    <a:gd name="connsiteY6" fmla="*/ 792 h 713270"/>
                    <a:gd name="connsiteX7" fmla="*/ 1225407 w 1225407"/>
                    <a:gd name="connsiteY7" fmla="*/ 66223 h 713270"/>
                    <a:gd name="connsiteX0" fmla="*/ 0 w 1225407"/>
                    <a:gd name="connsiteY0" fmla="*/ 695387 h 695387"/>
                    <a:gd name="connsiteX1" fmla="*/ 313166 w 1225407"/>
                    <a:gd name="connsiteY1" fmla="*/ 503040 h 695387"/>
                    <a:gd name="connsiteX2" fmla="*/ 582631 w 1225407"/>
                    <a:gd name="connsiteY2" fmla="*/ 550876 h 695387"/>
                    <a:gd name="connsiteX3" fmla="*/ 812901 w 1225407"/>
                    <a:gd name="connsiteY3" fmla="*/ 673881 h 695387"/>
                    <a:gd name="connsiteX4" fmla="*/ 883644 w 1225407"/>
                    <a:gd name="connsiteY4" fmla="*/ 548868 h 695387"/>
                    <a:gd name="connsiteX5" fmla="*/ 1035704 w 1225407"/>
                    <a:gd name="connsiteY5" fmla="*/ 59696 h 695387"/>
                    <a:gd name="connsiteX6" fmla="*/ 1134033 w 1225407"/>
                    <a:gd name="connsiteY6" fmla="*/ 2917 h 695387"/>
                    <a:gd name="connsiteX7" fmla="*/ 1225407 w 1225407"/>
                    <a:gd name="connsiteY7" fmla="*/ 48340 h 695387"/>
                    <a:gd name="connsiteX0" fmla="*/ 0 w 1225407"/>
                    <a:gd name="connsiteY0" fmla="*/ 721202 h 721202"/>
                    <a:gd name="connsiteX1" fmla="*/ 313166 w 1225407"/>
                    <a:gd name="connsiteY1" fmla="*/ 528855 h 721202"/>
                    <a:gd name="connsiteX2" fmla="*/ 582631 w 1225407"/>
                    <a:gd name="connsiteY2" fmla="*/ 576691 h 721202"/>
                    <a:gd name="connsiteX3" fmla="*/ 812901 w 1225407"/>
                    <a:gd name="connsiteY3" fmla="*/ 699696 h 721202"/>
                    <a:gd name="connsiteX4" fmla="*/ 883644 w 1225407"/>
                    <a:gd name="connsiteY4" fmla="*/ 574683 h 721202"/>
                    <a:gd name="connsiteX5" fmla="*/ 1035704 w 1225407"/>
                    <a:gd name="connsiteY5" fmla="*/ 85511 h 721202"/>
                    <a:gd name="connsiteX6" fmla="*/ 1136902 w 1225407"/>
                    <a:gd name="connsiteY6" fmla="*/ 720 h 721202"/>
                    <a:gd name="connsiteX7" fmla="*/ 1225407 w 1225407"/>
                    <a:gd name="connsiteY7" fmla="*/ 74155 h 721202"/>
                    <a:gd name="connsiteX0" fmla="*/ 0 w 1222538"/>
                    <a:gd name="connsiteY0" fmla="*/ 721202 h 721202"/>
                    <a:gd name="connsiteX1" fmla="*/ 313166 w 1222538"/>
                    <a:gd name="connsiteY1" fmla="*/ 528855 h 721202"/>
                    <a:gd name="connsiteX2" fmla="*/ 582631 w 1222538"/>
                    <a:gd name="connsiteY2" fmla="*/ 576691 h 721202"/>
                    <a:gd name="connsiteX3" fmla="*/ 812901 w 1222538"/>
                    <a:gd name="connsiteY3" fmla="*/ 699696 h 721202"/>
                    <a:gd name="connsiteX4" fmla="*/ 883644 w 1222538"/>
                    <a:gd name="connsiteY4" fmla="*/ 574683 h 721202"/>
                    <a:gd name="connsiteX5" fmla="*/ 1035704 w 1222538"/>
                    <a:gd name="connsiteY5" fmla="*/ 85511 h 721202"/>
                    <a:gd name="connsiteX6" fmla="*/ 1136902 w 1222538"/>
                    <a:gd name="connsiteY6" fmla="*/ 720 h 721202"/>
                    <a:gd name="connsiteX7" fmla="*/ 1222538 w 1222538"/>
                    <a:gd name="connsiteY7" fmla="*/ 74155 h 721202"/>
                    <a:gd name="connsiteX0" fmla="*/ 0 w 1136902"/>
                    <a:gd name="connsiteY0" fmla="*/ 720482 h 720482"/>
                    <a:gd name="connsiteX1" fmla="*/ 313166 w 1136902"/>
                    <a:gd name="connsiteY1" fmla="*/ 528135 h 720482"/>
                    <a:gd name="connsiteX2" fmla="*/ 582631 w 1136902"/>
                    <a:gd name="connsiteY2" fmla="*/ 575971 h 720482"/>
                    <a:gd name="connsiteX3" fmla="*/ 812901 w 1136902"/>
                    <a:gd name="connsiteY3" fmla="*/ 698976 h 720482"/>
                    <a:gd name="connsiteX4" fmla="*/ 883644 w 1136902"/>
                    <a:gd name="connsiteY4" fmla="*/ 573963 h 720482"/>
                    <a:gd name="connsiteX5" fmla="*/ 1035704 w 1136902"/>
                    <a:gd name="connsiteY5" fmla="*/ 84791 h 720482"/>
                    <a:gd name="connsiteX6" fmla="*/ 1136902 w 1136902"/>
                    <a:gd name="connsiteY6" fmla="*/ 0 h 720482"/>
                    <a:gd name="connsiteX0" fmla="*/ 0 w 1211495"/>
                    <a:gd name="connsiteY0" fmla="*/ 720482 h 720482"/>
                    <a:gd name="connsiteX1" fmla="*/ 387759 w 1211495"/>
                    <a:gd name="connsiteY1" fmla="*/ 528135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9234 w 1211495"/>
                    <a:gd name="connsiteY1" fmla="*/ 588159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1495" h="720482">
                      <a:moveTo>
                        <a:pt x="0" y="720482"/>
                      </a:moveTo>
                      <a:cubicBezTo>
                        <a:pt x="48928" y="706647"/>
                        <a:pt x="310295" y="608827"/>
                        <a:pt x="399234" y="588159"/>
                      </a:cubicBezTo>
                      <a:cubicBezTo>
                        <a:pt x="488173" y="567491"/>
                        <a:pt x="593554" y="601735"/>
                        <a:pt x="662962" y="611985"/>
                      </a:cubicBezTo>
                      <a:cubicBezTo>
                        <a:pt x="732370" y="622235"/>
                        <a:pt x="829417" y="715061"/>
                        <a:pt x="887494" y="698976"/>
                      </a:cubicBezTo>
                      <a:cubicBezTo>
                        <a:pt x="945571" y="682891"/>
                        <a:pt x="921103" y="676327"/>
                        <a:pt x="958237" y="573963"/>
                      </a:cubicBezTo>
                      <a:cubicBezTo>
                        <a:pt x="995371" y="471599"/>
                        <a:pt x="1069522" y="177035"/>
                        <a:pt x="1110297" y="84791"/>
                      </a:cubicBezTo>
                      <a:cubicBezTo>
                        <a:pt x="1151072" y="-7453"/>
                        <a:pt x="1173184" y="9229"/>
                        <a:pt x="1211495" y="0"/>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52" name="Freeform 27">
                  <a:extLst>
                    <a:ext uri="{FF2B5EF4-FFF2-40B4-BE49-F238E27FC236}">
                      <a16:creationId xmlns:a16="http://schemas.microsoft.com/office/drawing/2014/main" id="{D65E8378-519D-7E36-DFE3-6469761F62E8}"/>
                    </a:ext>
                  </a:extLst>
                </p:cNvPr>
                <p:cNvSpPr/>
                <p:nvPr/>
              </p:nvSpPr>
              <p:spPr>
                <a:xfrm flipH="1" flipV="1">
                  <a:off x="6628535" y="2990320"/>
                  <a:ext cx="515222" cy="479023"/>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835268"/>
                    <a:gd name="connsiteY0" fmla="*/ 638388 h 638388"/>
                    <a:gd name="connsiteX1" fmla="*/ 533412 w 835268"/>
                    <a:gd name="connsiteY1" fmla="*/ 548153 h 638388"/>
                    <a:gd name="connsiteX2" fmla="*/ 714360 w 835268"/>
                    <a:gd name="connsiteY2" fmla="*/ 174492 h 638388"/>
                    <a:gd name="connsiteX3" fmla="*/ 835268 w 835268"/>
                    <a:gd name="connsiteY3" fmla="*/ 519 h 638388"/>
                    <a:gd name="connsiteX0" fmla="*/ 0 w 942354"/>
                    <a:gd name="connsiteY0" fmla="*/ 617887 h 617887"/>
                    <a:gd name="connsiteX1" fmla="*/ 640498 w 942354"/>
                    <a:gd name="connsiteY1" fmla="*/ 548153 h 617887"/>
                    <a:gd name="connsiteX2" fmla="*/ 821446 w 942354"/>
                    <a:gd name="connsiteY2" fmla="*/ 174492 h 617887"/>
                    <a:gd name="connsiteX3" fmla="*/ 942354 w 942354"/>
                    <a:gd name="connsiteY3" fmla="*/ 519 h 617887"/>
                    <a:gd name="connsiteX0" fmla="*/ 0 w 1049442"/>
                    <a:gd name="connsiteY0" fmla="*/ 624690 h 624690"/>
                    <a:gd name="connsiteX1" fmla="*/ 640498 w 1049442"/>
                    <a:gd name="connsiteY1" fmla="*/ 554956 h 624690"/>
                    <a:gd name="connsiteX2" fmla="*/ 821446 w 1049442"/>
                    <a:gd name="connsiteY2" fmla="*/ 181295 h 624690"/>
                    <a:gd name="connsiteX3" fmla="*/ 1049442 w 1049442"/>
                    <a:gd name="connsiteY3" fmla="*/ 488 h 624690"/>
                    <a:gd name="connsiteX0" fmla="*/ 0 w 1049442"/>
                    <a:gd name="connsiteY0" fmla="*/ 624690 h 624690"/>
                    <a:gd name="connsiteX1" fmla="*/ 452372 w 1049442"/>
                    <a:gd name="connsiteY1" fmla="*/ 506936 h 624690"/>
                    <a:gd name="connsiteX2" fmla="*/ 821446 w 1049442"/>
                    <a:gd name="connsiteY2" fmla="*/ 181295 h 624690"/>
                    <a:gd name="connsiteX3" fmla="*/ 1049442 w 1049442"/>
                    <a:gd name="connsiteY3" fmla="*/ 488 h 624690"/>
                    <a:gd name="connsiteX0" fmla="*/ 0 w 1049442"/>
                    <a:gd name="connsiteY0" fmla="*/ 624746 h 624746"/>
                    <a:gd name="connsiteX1" fmla="*/ 452372 w 1049442"/>
                    <a:gd name="connsiteY1" fmla="*/ 506992 h 624746"/>
                    <a:gd name="connsiteX2" fmla="*/ 783821 w 1049442"/>
                    <a:gd name="connsiteY2" fmla="*/ 169346 h 624746"/>
                    <a:gd name="connsiteX3" fmla="*/ 1049442 w 1049442"/>
                    <a:gd name="connsiteY3" fmla="*/ 544 h 624746"/>
                    <a:gd name="connsiteX0" fmla="*/ 0 w 1174859"/>
                    <a:gd name="connsiteY0" fmla="*/ 672766 h 672766"/>
                    <a:gd name="connsiteX1" fmla="*/ 577789 w 1174859"/>
                    <a:gd name="connsiteY1" fmla="*/ 506992 h 672766"/>
                    <a:gd name="connsiteX2" fmla="*/ 909238 w 1174859"/>
                    <a:gd name="connsiteY2" fmla="*/ 169346 h 672766"/>
                    <a:gd name="connsiteX3" fmla="*/ 1174859 w 1174859"/>
                    <a:gd name="connsiteY3" fmla="*/ 544 h 672766"/>
                    <a:gd name="connsiteX0" fmla="*/ 0 w 1174859"/>
                    <a:gd name="connsiteY0" fmla="*/ 672766 h 672766"/>
                    <a:gd name="connsiteX1" fmla="*/ 231404 w 1174859"/>
                    <a:gd name="connsiteY1" fmla="*/ 618980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766 h 672766"/>
                    <a:gd name="connsiteX1" fmla="*/ 231404 w 1174859"/>
                    <a:gd name="connsiteY1" fmla="*/ 642991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893 h 672893"/>
                    <a:gd name="connsiteX1" fmla="*/ 231404 w 1174859"/>
                    <a:gd name="connsiteY1" fmla="*/ 643118 h 672893"/>
                    <a:gd name="connsiteX2" fmla="*/ 577789 w 1174859"/>
                    <a:gd name="connsiteY2" fmla="*/ 507119 h 672893"/>
                    <a:gd name="connsiteX3" fmla="*/ 865342 w 1174859"/>
                    <a:gd name="connsiteY3" fmla="*/ 149464 h 672893"/>
                    <a:gd name="connsiteX4" fmla="*/ 1174859 w 1174859"/>
                    <a:gd name="connsiteY4"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714260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58976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218754"/>
                    <a:gd name="connsiteY0" fmla="*/ 676895 h 676895"/>
                    <a:gd name="connsiteX1" fmla="*/ 275299 w 1218754"/>
                    <a:gd name="connsiteY1" fmla="*/ 643118 h 676895"/>
                    <a:gd name="connsiteX2" fmla="*/ 602871 w 1218754"/>
                    <a:gd name="connsiteY2" fmla="*/ 507119 h 676895"/>
                    <a:gd name="connsiteX3" fmla="*/ 733072 w 1218754"/>
                    <a:gd name="connsiteY3" fmla="*/ 363003 h 676895"/>
                    <a:gd name="connsiteX4" fmla="*/ 909237 w 1218754"/>
                    <a:gd name="connsiteY4" fmla="*/ 149464 h 676895"/>
                    <a:gd name="connsiteX5" fmla="*/ 1218754 w 1218754"/>
                    <a:gd name="connsiteY5" fmla="*/ 671 h 67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754" h="676895">
                      <a:moveTo>
                        <a:pt x="0" y="676895"/>
                      </a:moveTo>
                      <a:cubicBezTo>
                        <a:pt x="38567" y="667931"/>
                        <a:pt x="179001" y="670747"/>
                        <a:pt x="275299" y="643118"/>
                      </a:cubicBezTo>
                      <a:cubicBezTo>
                        <a:pt x="371597" y="615489"/>
                        <a:pt x="526575" y="553805"/>
                        <a:pt x="602871" y="507119"/>
                      </a:cubicBezTo>
                      <a:cubicBezTo>
                        <a:pt x="679167" y="460433"/>
                        <a:pt x="685147" y="422612"/>
                        <a:pt x="733072" y="363003"/>
                      </a:cubicBezTo>
                      <a:cubicBezTo>
                        <a:pt x="780997" y="303394"/>
                        <a:pt x="832471" y="209853"/>
                        <a:pt x="909237" y="149464"/>
                      </a:cubicBezTo>
                      <a:cubicBezTo>
                        <a:pt x="962143" y="68921"/>
                        <a:pt x="1162690" y="-8015"/>
                        <a:pt x="1218754" y="671"/>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153" name="Straight Arrow Connector 152">
                  <a:extLst>
                    <a:ext uri="{FF2B5EF4-FFF2-40B4-BE49-F238E27FC236}">
                      <a16:creationId xmlns:a16="http://schemas.microsoft.com/office/drawing/2014/main" id="{70CBDEB0-9C6A-EA06-D16A-FF3EDD60C16A}"/>
                    </a:ext>
                  </a:extLst>
                </p:cNvPr>
                <p:cNvCxnSpPr>
                  <a:cxnSpLocks/>
                  <a:stCxn id="230" idx="2"/>
                </p:cNvCxnSpPr>
                <p:nvPr/>
              </p:nvCxnSpPr>
              <p:spPr>
                <a:xfrm flipH="1" flipV="1">
                  <a:off x="5650405" y="2141263"/>
                  <a:ext cx="0" cy="3027205"/>
                </a:xfrm>
                <a:prstGeom prst="straightConnector1">
                  <a:avLst/>
                </a:prstGeom>
                <a:noFill/>
                <a:ln w="25400" cap="flat" cmpd="sng" algn="ctr">
                  <a:solidFill>
                    <a:srgbClr val="FF0000"/>
                  </a:solidFill>
                  <a:prstDash val="sysDot"/>
                  <a:miter lim="800000"/>
                  <a:tailEnd type="none"/>
                </a:ln>
                <a:effectLst/>
              </p:spPr>
            </p:cxnSp>
            <p:cxnSp>
              <p:nvCxnSpPr>
                <p:cNvPr id="154" name="Straight Arrow Connector 153">
                  <a:extLst>
                    <a:ext uri="{FF2B5EF4-FFF2-40B4-BE49-F238E27FC236}">
                      <a16:creationId xmlns:a16="http://schemas.microsoft.com/office/drawing/2014/main" id="{54AE383C-52B0-87CA-2BFA-D1659E865950}"/>
                    </a:ext>
                  </a:extLst>
                </p:cNvPr>
                <p:cNvCxnSpPr/>
                <p:nvPr/>
              </p:nvCxnSpPr>
              <p:spPr>
                <a:xfrm flipH="1" flipV="1">
                  <a:off x="5997874" y="1659362"/>
                  <a:ext cx="0" cy="2251942"/>
                </a:xfrm>
                <a:prstGeom prst="straightConnector1">
                  <a:avLst/>
                </a:prstGeom>
                <a:noFill/>
                <a:ln w="25400" cap="flat" cmpd="sng" algn="ctr">
                  <a:solidFill>
                    <a:srgbClr val="FF0000"/>
                  </a:solidFill>
                  <a:prstDash val="sysDot"/>
                  <a:miter lim="800000"/>
                  <a:tailEnd type="none"/>
                </a:ln>
                <a:effectLst/>
              </p:spPr>
            </p:cxnSp>
            <p:cxnSp>
              <p:nvCxnSpPr>
                <p:cNvPr id="155" name="Straight Arrow Connector 154">
                  <a:extLst>
                    <a:ext uri="{FF2B5EF4-FFF2-40B4-BE49-F238E27FC236}">
                      <a16:creationId xmlns:a16="http://schemas.microsoft.com/office/drawing/2014/main" id="{14CAED6B-7829-71F4-EF02-4CCF89418767}"/>
                    </a:ext>
                  </a:extLst>
                </p:cNvPr>
                <p:cNvCxnSpPr>
                  <a:stCxn id="139" idx="3"/>
                </p:cNvCxnSpPr>
                <p:nvPr/>
              </p:nvCxnSpPr>
              <p:spPr>
                <a:xfrm flipH="1" flipV="1">
                  <a:off x="6358817" y="1495630"/>
                  <a:ext cx="0" cy="3317325"/>
                </a:xfrm>
                <a:prstGeom prst="straightConnector1">
                  <a:avLst/>
                </a:prstGeom>
                <a:noFill/>
                <a:ln w="25400" cap="flat" cmpd="sng" algn="ctr">
                  <a:solidFill>
                    <a:srgbClr val="FF0000"/>
                  </a:solidFill>
                  <a:prstDash val="sysDot"/>
                  <a:miter lim="800000"/>
                  <a:tailEnd type="none"/>
                </a:ln>
                <a:effectLst/>
              </p:spPr>
            </p:cxnSp>
            <p:cxnSp>
              <p:nvCxnSpPr>
                <p:cNvPr id="156" name="Straight Arrow Connector 155">
                  <a:extLst>
                    <a:ext uri="{FF2B5EF4-FFF2-40B4-BE49-F238E27FC236}">
                      <a16:creationId xmlns:a16="http://schemas.microsoft.com/office/drawing/2014/main" id="{E086EC30-A0A8-D0A0-6A45-1EAA56F12495}"/>
                    </a:ext>
                  </a:extLst>
                </p:cNvPr>
                <p:cNvCxnSpPr/>
                <p:nvPr/>
              </p:nvCxnSpPr>
              <p:spPr>
                <a:xfrm flipV="1">
                  <a:off x="6699336" y="1643930"/>
                  <a:ext cx="0" cy="2392689"/>
                </a:xfrm>
                <a:prstGeom prst="straightConnector1">
                  <a:avLst/>
                </a:prstGeom>
                <a:noFill/>
                <a:ln w="25400" cap="flat" cmpd="sng" algn="ctr">
                  <a:solidFill>
                    <a:srgbClr val="FF0000"/>
                  </a:solidFill>
                  <a:prstDash val="sysDot"/>
                  <a:miter lim="800000"/>
                  <a:tailEnd type="none"/>
                </a:ln>
                <a:effectLst/>
              </p:spPr>
            </p:cxnSp>
            <p:grpSp>
              <p:nvGrpSpPr>
                <p:cNvPr id="157" name="Group 156">
                  <a:extLst>
                    <a:ext uri="{FF2B5EF4-FFF2-40B4-BE49-F238E27FC236}">
                      <a16:creationId xmlns:a16="http://schemas.microsoft.com/office/drawing/2014/main" id="{25EF5C1C-708A-8838-1926-98D02B3C1783}"/>
                    </a:ext>
                  </a:extLst>
                </p:cNvPr>
                <p:cNvGrpSpPr/>
                <p:nvPr/>
              </p:nvGrpSpPr>
              <p:grpSpPr>
                <a:xfrm>
                  <a:off x="4536308" y="1227388"/>
                  <a:ext cx="3295670" cy="1152089"/>
                  <a:chOff x="2045473" y="1193656"/>
                  <a:chExt cx="4923363" cy="2617467"/>
                </a:xfrm>
              </p:grpSpPr>
              <p:cxnSp>
                <p:nvCxnSpPr>
                  <p:cNvPr id="293" name="Straight Arrow Connector 292">
                    <a:extLst>
                      <a:ext uri="{FF2B5EF4-FFF2-40B4-BE49-F238E27FC236}">
                        <a16:creationId xmlns:a16="http://schemas.microsoft.com/office/drawing/2014/main" id="{E37AF54A-17E7-A68D-DF0D-B9F9E2D3D823}"/>
                      </a:ext>
                    </a:extLst>
                  </p:cNvPr>
                  <p:cNvCxnSpPr/>
                  <p:nvPr/>
                </p:nvCxnSpPr>
                <p:spPr>
                  <a:xfrm>
                    <a:off x="2045473" y="3811123"/>
                    <a:ext cx="4923363" cy="0"/>
                  </a:xfrm>
                  <a:prstGeom prst="straightConnector1">
                    <a:avLst/>
                  </a:prstGeom>
                  <a:noFill/>
                  <a:ln w="44450" cap="rnd" cmpd="sng" algn="ctr">
                    <a:solidFill>
                      <a:srgbClr val="002060"/>
                    </a:solidFill>
                    <a:prstDash val="solid"/>
                    <a:miter lim="800000"/>
                    <a:tailEnd type="triangle"/>
                  </a:ln>
                  <a:effectLst/>
                </p:spPr>
              </p:cxnSp>
              <p:cxnSp>
                <p:nvCxnSpPr>
                  <p:cNvPr id="294" name="Straight Arrow Connector 293">
                    <a:extLst>
                      <a:ext uri="{FF2B5EF4-FFF2-40B4-BE49-F238E27FC236}">
                        <a16:creationId xmlns:a16="http://schemas.microsoft.com/office/drawing/2014/main" id="{32A32DBC-813D-8921-BF01-FB7809660B23}"/>
                      </a:ext>
                    </a:extLst>
                  </p:cNvPr>
                  <p:cNvCxnSpPr/>
                  <p:nvPr/>
                </p:nvCxnSpPr>
                <p:spPr>
                  <a:xfrm flipH="1" flipV="1">
                    <a:off x="2045473" y="1193656"/>
                    <a:ext cx="0" cy="2617467"/>
                  </a:xfrm>
                  <a:prstGeom prst="straightConnector1">
                    <a:avLst/>
                  </a:prstGeom>
                  <a:noFill/>
                  <a:ln w="44450" cap="rnd" cmpd="sng" algn="ctr">
                    <a:solidFill>
                      <a:srgbClr val="002060"/>
                    </a:solidFill>
                    <a:prstDash val="solid"/>
                    <a:miter lim="800000"/>
                    <a:tailEnd type="triangle"/>
                  </a:ln>
                  <a:effectLst/>
                </p:spPr>
              </p:cxnSp>
            </p:grpSp>
            <p:sp>
              <p:nvSpPr>
                <p:cNvPr id="158" name="TextBox 157">
                  <a:extLst>
                    <a:ext uri="{FF2B5EF4-FFF2-40B4-BE49-F238E27FC236}">
                      <a16:creationId xmlns:a16="http://schemas.microsoft.com/office/drawing/2014/main" id="{8ED7AC3C-F81A-A382-D5EC-4EC00FC79332}"/>
                    </a:ext>
                  </a:extLst>
                </p:cNvPr>
                <p:cNvSpPr txBox="1"/>
                <p:nvPr/>
              </p:nvSpPr>
              <p:spPr>
                <a:xfrm>
                  <a:off x="7105740" y="2367116"/>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159" name="TextBox 158">
                  <a:extLst>
                    <a:ext uri="{FF2B5EF4-FFF2-40B4-BE49-F238E27FC236}">
                      <a16:creationId xmlns:a16="http://schemas.microsoft.com/office/drawing/2014/main" id="{6738B460-323D-38EB-2DAE-2BE85BF9E8FD}"/>
                    </a:ext>
                  </a:extLst>
                </p:cNvPr>
                <p:cNvSpPr txBox="1"/>
                <p:nvPr/>
              </p:nvSpPr>
              <p:spPr>
                <a:xfrm rot="16200000">
                  <a:off x="3814735" y="1682951"/>
                  <a:ext cx="889933" cy="30792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Voltage</a:t>
                  </a:r>
                  <a:r>
                    <a:rPr kumimoji="0" lang="en-US" sz="2000" b="1" i="1" u="none" strike="noStrike" kern="0" cap="none" spc="0" normalizeH="0" baseline="0" noProof="0">
                      <a:ln>
                        <a:noFill/>
                      </a:ln>
                      <a:solidFill>
                        <a:prstClr val="black"/>
                      </a:solidFill>
                      <a:effectLst/>
                      <a:uLnTx/>
                      <a:uFillTx/>
                      <a:latin typeface="Arial Rounded MT Bold" panose="020F0704030504030204" pitchFamily="34" charset="0"/>
                    </a:rPr>
                    <a:t> </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(V)</a:t>
                  </a:r>
                </a:p>
              </p:txBody>
            </p:sp>
            <p:grpSp>
              <p:nvGrpSpPr>
                <p:cNvPr id="160" name="Group 159">
                  <a:extLst>
                    <a:ext uri="{FF2B5EF4-FFF2-40B4-BE49-F238E27FC236}">
                      <a16:creationId xmlns:a16="http://schemas.microsoft.com/office/drawing/2014/main" id="{2CA18AEB-0D02-56A1-5F27-8856CDEAB7DD}"/>
                    </a:ext>
                  </a:extLst>
                </p:cNvPr>
                <p:cNvGrpSpPr/>
                <p:nvPr/>
              </p:nvGrpSpPr>
              <p:grpSpPr>
                <a:xfrm>
                  <a:off x="4536308" y="2392389"/>
                  <a:ext cx="3295663" cy="1152089"/>
                  <a:chOff x="2137258" y="3964565"/>
                  <a:chExt cx="4923361" cy="2617467"/>
                </a:xfrm>
              </p:grpSpPr>
              <p:cxnSp>
                <p:nvCxnSpPr>
                  <p:cNvPr id="291" name="Straight Arrow Connector 290">
                    <a:extLst>
                      <a:ext uri="{FF2B5EF4-FFF2-40B4-BE49-F238E27FC236}">
                        <a16:creationId xmlns:a16="http://schemas.microsoft.com/office/drawing/2014/main" id="{1724B2D5-3ED4-B305-9B4D-9E5DF3BE7A4B}"/>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292" name="Straight Arrow Connector 291">
                    <a:extLst>
                      <a:ext uri="{FF2B5EF4-FFF2-40B4-BE49-F238E27FC236}">
                        <a16:creationId xmlns:a16="http://schemas.microsoft.com/office/drawing/2014/main" id="{D76485E0-33B6-D219-1755-0D31CA7DDA0C}"/>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sp>
              <p:nvSpPr>
                <p:cNvPr id="161" name="TextBox 160">
                  <a:extLst>
                    <a:ext uri="{FF2B5EF4-FFF2-40B4-BE49-F238E27FC236}">
                      <a16:creationId xmlns:a16="http://schemas.microsoft.com/office/drawing/2014/main" id="{54746C6E-4B9B-9080-2ABC-9903659D2045}"/>
                    </a:ext>
                  </a:extLst>
                </p:cNvPr>
                <p:cNvSpPr txBox="1"/>
                <p:nvPr/>
              </p:nvSpPr>
              <p:spPr>
                <a:xfrm rot="16200000">
                  <a:off x="3777363" y="2862075"/>
                  <a:ext cx="1015227" cy="23686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Current (mA)</a:t>
                  </a:r>
                </a:p>
              </p:txBody>
            </p:sp>
            <p:sp>
              <p:nvSpPr>
                <p:cNvPr id="162" name="Oval 161">
                  <a:extLst>
                    <a:ext uri="{FF2B5EF4-FFF2-40B4-BE49-F238E27FC236}">
                      <a16:creationId xmlns:a16="http://schemas.microsoft.com/office/drawing/2014/main" id="{6D709454-0BB7-F6A3-942D-3E51BB1ED153}"/>
                    </a:ext>
                  </a:extLst>
                </p:cNvPr>
                <p:cNvSpPr/>
                <p:nvPr/>
              </p:nvSpPr>
              <p:spPr bwMode="auto">
                <a:xfrm>
                  <a:off x="5627043" y="2111941"/>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63" name="Oval 162">
                  <a:extLst>
                    <a:ext uri="{FF2B5EF4-FFF2-40B4-BE49-F238E27FC236}">
                      <a16:creationId xmlns:a16="http://schemas.microsoft.com/office/drawing/2014/main" id="{D5EF8993-BF0A-E6BE-7403-79EF1C5C43D5}"/>
                    </a:ext>
                  </a:extLst>
                </p:cNvPr>
                <p:cNvSpPr/>
                <p:nvPr/>
              </p:nvSpPr>
              <p:spPr bwMode="auto">
                <a:xfrm>
                  <a:off x="5981466" y="1626812"/>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64" name="Oval 163">
                  <a:extLst>
                    <a:ext uri="{FF2B5EF4-FFF2-40B4-BE49-F238E27FC236}">
                      <a16:creationId xmlns:a16="http://schemas.microsoft.com/office/drawing/2014/main" id="{9A8B640C-FD4B-91D9-6C75-CEAB189D84A5}"/>
                    </a:ext>
                  </a:extLst>
                </p:cNvPr>
                <p:cNvSpPr/>
                <p:nvPr/>
              </p:nvSpPr>
              <p:spPr bwMode="auto">
                <a:xfrm>
                  <a:off x="6340188" y="1641689"/>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65" name="Oval 164">
                  <a:extLst>
                    <a:ext uri="{FF2B5EF4-FFF2-40B4-BE49-F238E27FC236}">
                      <a16:creationId xmlns:a16="http://schemas.microsoft.com/office/drawing/2014/main" id="{B2B2481A-890C-8C31-CED6-A68891BA846A}"/>
                    </a:ext>
                  </a:extLst>
                </p:cNvPr>
                <p:cNvSpPr/>
                <p:nvPr/>
              </p:nvSpPr>
              <p:spPr bwMode="auto">
                <a:xfrm>
                  <a:off x="6682275" y="1643930"/>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66" name="Oval 165">
                  <a:extLst>
                    <a:ext uri="{FF2B5EF4-FFF2-40B4-BE49-F238E27FC236}">
                      <a16:creationId xmlns:a16="http://schemas.microsoft.com/office/drawing/2014/main" id="{8E7E7E7C-237E-ADC1-80C3-C5AC726C8DDE}"/>
                    </a:ext>
                  </a:extLst>
                </p:cNvPr>
                <p:cNvSpPr/>
                <p:nvPr/>
              </p:nvSpPr>
              <p:spPr bwMode="auto">
                <a:xfrm>
                  <a:off x="6912215" y="2118742"/>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67" name="Oval 166">
                  <a:extLst>
                    <a:ext uri="{FF2B5EF4-FFF2-40B4-BE49-F238E27FC236}">
                      <a16:creationId xmlns:a16="http://schemas.microsoft.com/office/drawing/2014/main" id="{0B2B6E69-26DB-45DB-07D2-06EC02D1D8FA}"/>
                    </a:ext>
                  </a:extLst>
                </p:cNvPr>
                <p:cNvSpPr/>
                <p:nvPr/>
              </p:nvSpPr>
              <p:spPr bwMode="auto">
                <a:xfrm>
                  <a:off x="5618388" y="2937058"/>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68" name="Oval 167">
                  <a:extLst>
                    <a:ext uri="{FF2B5EF4-FFF2-40B4-BE49-F238E27FC236}">
                      <a16:creationId xmlns:a16="http://schemas.microsoft.com/office/drawing/2014/main" id="{D939042B-39EB-F618-4960-85F726A04766}"/>
                    </a:ext>
                  </a:extLst>
                </p:cNvPr>
                <p:cNvSpPr/>
                <p:nvPr/>
              </p:nvSpPr>
              <p:spPr bwMode="auto">
                <a:xfrm>
                  <a:off x="5978031" y="2386009"/>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69" name="Oval 168">
                  <a:extLst>
                    <a:ext uri="{FF2B5EF4-FFF2-40B4-BE49-F238E27FC236}">
                      <a16:creationId xmlns:a16="http://schemas.microsoft.com/office/drawing/2014/main" id="{3EBB7E72-A58E-66B9-3BF1-1BFBCB5948AC}"/>
                    </a:ext>
                  </a:extLst>
                </p:cNvPr>
                <p:cNvSpPr/>
                <p:nvPr/>
              </p:nvSpPr>
              <p:spPr bwMode="auto">
                <a:xfrm>
                  <a:off x="6337267" y="2948812"/>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70" name="Oval 169">
                  <a:extLst>
                    <a:ext uri="{FF2B5EF4-FFF2-40B4-BE49-F238E27FC236}">
                      <a16:creationId xmlns:a16="http://schemas.microsoft.com/office/drawing/2014/main" id="{3CA11FD5-3C07-B539-CBFD-2D6A4D30D174}"/>
                    </a:ext>
                  </a:extLst>
                </p:cNvPr>
                <p:cNvSpPr/>
                <p:nvPr/>
              </p:nvSpPr>
              <p:spPr bwMode="auto">
                <a:xfrm>
                  <a:off x="6683716" y="2483267"/>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71" name="Oval 170">
                  <a:extLst>
                    <a:ext uri="{FF2B5EF4-FFF2-40B4-BE49-F238E27FC236}">
                      <a16:creationId xmlns:a16="http://schemas.microsoft.com/office/drawing/2014/main" id="{CADF8A02-BC96-362D-1CDA-87D0DA5295B7}"/>
                    </a:ext>
                  </a:extLst>
                </p:cNvPr>
                <p:cNvSpPr/>
                <p:nvPr/>
              </p:nvSpPr>
              <p:spPr bwMode="auto">
                <a:xfrm>
                  <a:off x="6911511" y="2895834"/>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72" name="Oval 171">
                  <a:extLst>
                    <a:ext uri="{FF2B5EF4-FFF2-40B4-BE49-F238E27FC236}">
                      <a16:creationId xmlns:a16="http://schemas.microsoft.com/office/drawing/2014/main" id="{EC20414A-0FC7-5902-8EE4-39CEF6AEA9C6}"/>
                    </a:ext>
                  </a:extLst>
                </p:cNvPr>
                <p:cNvSpPr/>
                <p:nvPr/>
              </p:nvSpPr>
              <p:spPr bwMode="auto">
                <a:xfrm>
                  <a:off x="6574164" y="2118742"/>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73" name="Oval 172">
                  <a:extLst>
                    <a:ext uri="{FF2B5EF4-FFF2-40B4-BE49-F238E27FC236}">
                      <a16:creationId xmlns:a16="http://schemas.microsoft.com/office/drawing/2014/main" id="{4CD746F0-29B2-B3FD-931F-9205ED7582F7}"/>
                    </a:ext>
                  </a:extLst>
                </p:cNvPr>
                <p:cNvSpPr/>
                <p:nvPr/>
              </p:nvSpPr>
              <p:spPr bwMode="auto">
                <a:xfrm>
                  <a:off x="6579680" y="3439316"/>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74" name="Oval 173">
                  <a:extLst>
                    <a:ext uri="{FF2B5EF4-FFF2-40B4-BE49-F238E27FC236}">
                      <a16:creationId xmlns:a16="http://schemas.microsoft.com/office/drawing/2014/main" id="{C7832FCC-314D-AC54-916D-1632BCE3CA1F}"/>
                    </a:ext>
                  </a:extLst>
                </p:cNvPr>
                <p:cNvSpPr/>
                <p:nvPr/>
              </p:nvSpPr>
              <p:spPr bwMode="auto">
                <a:xfrm>
                  <a:off x="7047211" y="2980580"/>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75" name="Oval 174">
                  <a:extLst>
                    <a:ext uri="{FF2B5EF4-FFF2-40B4-BE49-F238E27FC236}">
                      <a16:creationId xmlns:a16="http://schemas.microsoft.com/office/drawing/2014/main" id="{ABBC26E8-53B8-AE92-1427-A706AE856645}"/>
                    </a:ext>
                  </a:extLst>
                </p:cNvPr>
                <p:cNvSpPr/>
                <p:nvPr/>
              </p:nvSpPr>
              <p:spPr bwMode="auto">
                <a:xfrm>
                  <a:off x="7042774" y="2118742"/>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176" name="Straight Connector 175">
                  <a:extLst>
                    <a:ext uri="{FF2B5EF4-FFF2-40B4-BE49-F238E27FC236}">
                      <a16:creationId xmlns:a16="http://schemas.microsoft.com/office/drawing/2014/main" id="{75F3F92E-FEA8-2865-6B14-413CC98C3E1C}"/>
                    </a:ext>
                  </a:extLst>
                </p:cNvPr>
                <p:cNvCxnSpPr>
                  <a:stCxn id="161" idx="2"/>
                </p:cNvCxnSpPr>
                <p:nvPr/>
              </p:nvCxnSpPr>
              <p:spPr>
                <a:xfrm flipV="1">
                  <a:off x="4403412" y="2972938"/>
                  <a:ext cx="2986156" cy="7572"/>
                </a:xfrm>
                <a:prstGeom prst="line">
                  <a:avLst/>
                </a:prstGeom>
                <a:noFill/>
                <a:ln w="25400" cap="flat" cmpd="sng" algn="ctr">
                  <a:solidFill>
                    <a:srgbClr val="00B050"/>
                  </a:solidFill>
                  <a:prstDash val="sysDot"/>
                  <a:miter lim="800000"/>
                </a:ln>
                <a:effectLst/>
              </p:spPr>
            </p:cxnSp>
            <p:cxnSp>
              <p:nvCxnSpPr>
                <p:cNvPr id="177" name="Straight Connector 176">
                  <a:extLst>
                    <a:ext uri="{FF2B5EF4-FFF2-40B4-BE49-F238E27FC236}">
                      <a16:creationId xmlns:a16="http://schemas.microsoft.com/office/drawing/2014/main" id="{5FC3D8D5-CEE8-D78A-B9C7-B2E011FBC6B6}"/>
                    </a:ext>
                  </a:extLst>
                </p:cNvPr>
                <p:cNvCxnSpPr/>
                <p:nvPr/>
              </p:nvCxnSpPr>
              <p:spPr>
                <a:xfrm flipH="1" flipV="1">
                  <a:off x="4503306" y="2425036"/>
                  <a:ext cx="299" cy="538396"/>
                </a:xfrm>
                <a:prstGeom prst="line">
                  <a:avLst/>
                </a:prstGeom>
                <a:noFill/>
                <a:ln w="25400" cap="flat" cmpd="sng" algn="ctr">
                  <a:solidFill>
                    <a:srgbClr val="00B050"/>
                  </a:solidFill>
                  <a:prstDash val="sysDot"/>
                  <a:miter lim="800000"/>
                  <a:headEnd type="triangle"/>
                  <a:tailEnd type="triangle"/>
                </a:ln>
                <a:effectLst/>
              </p:spPr>
            </p:cxnSp>
            <p:cxnSp>
              <p:nvCxnSpPr>
                <p:cNvPr id="178" name="Straight Connector 177">
                  <a:extLst>
                    <a:ext uri="{FF2B5EF4-FFF2-40B4-BE49-F238E27FC236}">
                      <a16:creationId xmlns:a16="http://schemas.microsoft.com/office/drawing/2014/main" id="{FF471E77-2B81-BF1F-31B4-536525C2706F}"/>
                    </a:ext>
                  </a:extLst>
                </p:cNvPr>
                <p:cNvCxnSpPr/>
                <p:nvPr/>
              </p:nvCxnSpPr>
              <p:spPr>
                <a:xfrm flipH="1" flipV="1">
                  <a:off x="4504509" y="2965116"/>
                  <a:ext cx="299" cy="538396"/>
                </a:xfrm>
                <a:prstGeom prst="line">
                  <a:avLst/>
                </a:prstGeom>
                <a:noFill/>
                <a:ln w="25400" cap="flat" cmpd="sng" algn="ctr">
                  <a:solidFill>
                    <a:srgbClr val="00B050"/>
                  </a:solidFill>
                  <a:prstDash val="sysDot"/>
                  <a:miter lim="800000"/>
                  <a:headEnd type="triangle"/>
                  <a:tailEnd type="triangle"/>
                </a:ln>
                <a:effectLst/>
              </p:spPr>
            </p:cxnSp>
            <p:sp>
              <p:nvSpPr>
                <p:cNvPr id="179" name="TextBox 178">
                  <a:extLst>
                    <a:ext uri="{FF2B5EF4-FFF2-40B4-BE49-F238E27FC236}">
                      <a16:creationId xmlns:a16="http://schemas.microsoft.com/office/drawing/2014/main" id="{75D8895A-25E0-4680-6F0A-B4CF4F86F9D8}"/>
                    </a:ext>
                  </a:extLst>
                </p:cNvPr>
                <p:cNvSpPr txBox="1"/>
                <p:nvPr/>
              </p:nvSpPr>
              <p:spPr>
                <a:xfrm rot="16200000">
                  <a:off x="4535866" y="2396709"/>
                  <a:ext cx="717271"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Positive Current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 (mA)</a:t>
                  </a:r>
                </a:p>
              </p:txBody>
            </p:sp>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EB326B92-55F6-AEEA-2857-0C7505BE48FD}"/>
                        </a:ext>
                      </a:extLst>
                    </p:cNvPr>
                    <p:cNvSpPr txBox="1"/>
                    <p:nvPr/>
                  </p:nvSpPr>
                  <p:spPr>
                    <a:xfrm>
                      <a:off x="4471727" y="1365245"/>
                      <a:ext cx="735180" cy="21318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ea typeface="Cambria Math" panose="02040503050406030204" pitchFamily="18" charset="0"/>
                            </a:rPr>
                            <m:t>𝑫𝑫</m:t>
                          </m:r>
                        </m:oMath>
                      </a14:m>
                      <a:r>
                        <a:rPr kumimoji="0" lang="en-US" sz="1200" b="1" i="0"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1200" b="1" i="0"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ea typeface="Cambria Math" panose="02040503050406030204" pitchFamily="18" charset="0"/>
                                </a:rPr>
                                <m:t>𝑻𝑯𝑷</m:t>
                              </m:r>
                            </m:e>
                          </m:d>
                        </m:oMath>
                      </a14:m>
                      <a:endParaRPr kumimoji="0" lang="en-US"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endParaRPr>
                    </a:p>
                  </p:txBody>
                </p:sp>
              </mc:Choice>
              <mc:Fallback xmlns="">
                <p:sp>
                  <p:nvSpPr>
                    <p:cNvPr id="178" name="TextBox 177">
                      <a:extLst>
                        <a:ext uri="{FF2B5EF4-FFF2-40B4-BE49-F238E27FC236}">
                          <a16:creationId xmlns:a16="http://schemas.microsoft.com/office/drawing/2014/main" id="{EB326B92-55F6-AEEA-2857-0C7505BE48FD}"/>
                        </a:ext>
                      </a:extLst>
                    </p:cNvPr>
                    <p:cNvSpPr txBox="1">
                      <a:spLocks noRot="1" noChangeAspect="1" noMove="1" noResize="1" noEditPoints="1" noAdjustHandles="1" noChangeArrowheads="1" noChangeShapeType="1" noTextEdit="1"/>
                    </p:cNvSpPr>
                    <p:nvPr/>
                  </p:nvSpPr>
                  <p:spPr>
                    <a:xfrm>
                      <a:off x="4471727" y="1365245"/>
                      <a:ext cx="735180" cy="213181"/>
                    </a:xfrm>
                    <a:prstGeom prst="rect">
                      <a:avLst/>
                    </a:prstGeom>
                    <a:blipFill>
                      <a:blip r:embed="rId2"/>
                      <a:stretch>
                        <a:fillRect t="-2857" r="-14876" b="-5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03351A41-DE63-4519-995C-04A833CA3234}"/>
                        </a:ext>
                      </a:extLst>
                    </p:cNvPr>
                    <p:cNvSpPr txBox="1"/>
                    <p:nvPr/>
                  </p:nvSpPr>
                  <p:spPr>
                    <a:xfrm>
                      <a:off x="4612456" y="1632009"/>
                      <a:ext cx="230991" cy="33620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2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rPr>
                                  <m:t>𝑫𝑫</m:t>
                                </m:r>
                                <m:r>
                                  <m:rPr>
                                    <m:nor/>
                                  </m:rPr>
                                  <a:rPr kumimoji="0" lang="en-US" sz="1200" b="0" i="0" u="none" strike="noStrike" kern="0" cap="none" spc="0" normalizeH="0" baseline="0" noProof="0" dirty="0" smtClean="0">
                                    <a:ln>
                                      <a:noFill/>
                                    </a:ln>
                                    <a:solidFill>
                                      <a:prstClr val="black"/>
                                    </a:solidFill>
                                    <a:effectLst/>
                                    <a:uLnTx/>
                                    <a:uFillTx/>
                                    <a:latin typeface="Arial Rounded MT Bold" panose="020F0704030504030204" pitchFamily="34" charset="0"/>
                                  </a:rPr>
                                  <m:t> </m:t>
                                </m:r>
                              </m:num>
                              <m:den>
                                <m:r>
                                  <a:rPr kumimoji="0" lang="en-US" sz="1200" b="0" i="1" u="none" strike="noStrike" kern="0" cap="none" spc="0" normalizeH="0" baseline="0" noProof="0" smtClean="0">
                                    <a:ln>
                                      <a:noFill/>
                                    </a:ln>
                                    <a:solidFill>
                                      <a:prstClr val="black"/>
                                    </a:solidFill>
                                    <a:effectLst/>
                                    <a:uLnTx/>
                                    <a:uFillTx/>
                                    <a:latin typeface="Cambria Math" panose="02040503050406030204" pitchFamily="18" charset="0"/>
                                  </a:rPr>
                                  <m:t>2</m:t>
                                </m:r>
                              </m:den>
                            </m:f>
                          </m:oMath>
                        </m:oMathPara>
                      </a14:m>
                      <a:endParaRPr kumimoji="0" lang="en-US" sz="1200" b="0" i="0" u="none" strike="noStrike" kern="0" cap="none" spc="0" normalizeH="0" baseline="0" noProof="0">
                        <a:ln>
                          <a:noFill/>
                        </a:ln>
                        <a:solidFill>
                          <a:prstClr val="black"/>
                        </a:solidFill>
                        <a:effectLst/>
                        <a:uLnTx/>
                        <a:uFillTx/>
                        <a:latin typeface="Arial Rounded MT Bold" panose="020F0704030504030204" pitchFamily="34" charset="0"/>
                      </a:endParaRPr>
                    </a:p>
                  </p:txBody>
                </p:sp>
              </mc:Choice>
              <mc:Fallback xmlns="">
                <p:sp>
                  <p:nvSpPr>
                    <p:cNvPr id="179" name="TextBox 178">
                      <a:extLst>
                        <a:ext uri="{FF2B5EF4-FFF2-40B4-BE49-F238E27FC236}">
                          <a16:creationId xmlns:a16="http://schemas.microsoft.com/office/drawing/2014/main" id="{03351A41-DE63-4519-995C-04A833CA3234}"/>
                        </a:ext>
                      </a:extLst>
                    </p:cNvPr>
                    <p:cNvSpPr txBox="1">
                      <a:spLocks noRot="1" noChangeAspect="1" noMove="1" noResize="1" noEditPoints="1" noAdjustHandles="1" noChangeArrowheads="1" noChangeShapeType="1" noTextEdit="1"/>
                    </p:cNvSpPr>
                    <p:nvPr/>
                  </p:nvSpPr>
                  <p:spPr>
                    <a:xfrm>
                      <a:off x="4612456" y="1632009"/>
                      <a:ext cx="230991" cy="336205"/>
                    </a:xfrm>
                    <a:prstGeom prst="rect">
                      <a:avLst/>
                    </a:prstGeom>
                    <a:blipFill>
                      <a:blip r:embed="rId3"/>
                      <a:stretch>
                        <a:fillRect r="-68421" b="-30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2" name="Rectangle 181">
                      <a:extLst>
                        <a:ext uri="{FF2B5EF4-FFF2-40B4-BE49-F238E27FC236}">
                          <a16:creationId xmlns:a16="http://schemas.microsoft.com/office/drawing/2014/main" id="{30921C5D-BBF2-A207-3F70-95A37DABCD68}"/>
                        </a:ext>
                      </a:extLst>
                    </p:cNvPr>
                    <p:cNvSpPr/>
                    <p:nvPr/>
                  </p:nvSpPr>
                  <p:spPr>
                    <a:xfrm>
                      <a:off x="4489150" y="1940271"/>
                      <a:ext cx="419701" cy="21318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rPr>
                              <m:t>𝑻𝑯𝑵</m:t>
                            </m:r>
                          </m:oMath>
                        </m:oMathPara>
                      </a14:m>
                      <a:endParaRPr kumimoji="0" lang="en-US" sz="1200" b="1" i="1" u="none" strike="noStrike" kern="0" cap="none" spc="0" normalizeH="0" baseline="0" noProof="0">
                        <a:ln>
                          <a:noFill/>
                        </a:ln>
                        <a:solidFill>
                          <a:prstClr val="black"/>
                        </a:solidFill>
                        <a:effectLst/>
                        <a:uLnTx/>
                        <a:uFillTx/>
                        <a:latin typeface="Arial Rounded MT Bold" panose="020F0704030504030204" pitchFamily="34" charset="0"/>
                      </a:endParaRPr>
                    </a:p>
                  </p:txBody>
                </p:sp>
              </mc:Choice>
              <mc:Fallback xmlns="">
                <p:sp>
                  <p:nvSpPr>
                    <p:cNvPr id="180" name="Rectangle 179">
                      <a:extLst>
                        <a:ext uri="{FF2B5EF4-FFF2-40B4-BE49-F238E27FC236}">
                          <a16:creationId xmlns:a16="http://schemas.microsoft.com/office/drawing/2014/main" id="{30921C5D-BBF2-A207-3F70-95A37DABCD68}"/>
                        </a:ext>
                      </a:extLst>
                    </p:cNvPr>
                    <p:cNvSpPr>
                      <a:spLocks noRot="1" noChangeAspect="1" noMove="1" noResize="1" noEditPoints="1" noAdjustHandles="1" noChangeArrowheads="1" noChangeShapeType="1" noTextEdit="1"/>
                    </p:cNvSpPr>
                    <p:nvPr/>
                  </p:nvSpPr>
                  <p:spPr>
                    <a:xfrm>
                      <a:off x="4489150" y="1940271"/>
                      <a:ext cx="419701" cy="213181"/>
                    </a:xfrm>
                    <a:prstGeom prst="rect">
                      <a:avLst/>
                    </a:prstGeom>
                    <a:blipFill>
                      <a:blip r:embed="rId4"/>
                      <a:stretch>
                        <a:fillRect r="-7246" b="-22857"/>
                      </a:stretch>
                    </a:blipFill>
                  </p:spPr>
                  <p:txBody>
                    <a:bodyPr/>
                    <a:lstStyle/>
                    <a:p>
                      <a:r>
                        <a:rPr lang="en-IN">
                          <a:noFill/>
                        </a:rPr>
                        <a:t> </a:t>
                      </a:r>
                    </a:p>
                  </p:txBody>
                </p:sp>
              </mc:Fallback>
            </mc:AlternateContent>
            <p:sp>
              <p:nvSpPr>
                <p:cNvPr id="183" name="Oval 182">
                  <a:extLst>
                    <a:ext uri="{FF2B5EF4-FFF2-40B4-BE49-F238E27FC236}">
                      <a16:creationId xmlns:a16="http://schemas.microsoft.com/office/drawing/2014/main" id="{C1BFFCA0-E313-324B-60C1-FDEB5FC87956}"/>
                    </a:ext>
                  </a:extLst>
                </p:cNvPr>
                <p:cNvSpPr/>
                <p:nvPr/>
              </p:nvSpPr>
              <p:spPr bwMode="auto">
                <a:xfrm>
                  <a:off x="5582113" y="2999041"/>
                  <a:ext cx="181036" cy="141567"/>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A</a:t>
                  </a:r>
                </a:p>
              </p:txBody>
            </p:sp>
            <p:sp>
              <p:nvSpPr>
                <p:cNvPr id="184" name="Oval 183">
                  <a:extLst>
                    <a:ext uri="{FF2B5EF4-FFF2-40B4-BE49-F238E27FC236}">
                      <a16:creationId xmlns:a16="http://schemas.microsoft.com/office/drawing/2014/main" id="{0B7FA719-76F5-88C2-2510-2D23ECDECD49}"/>
                    </a:ext>
                  </a:extLst>
                </p:cNvPr>
                <p:cNvSpPr/>
                <p:nvPr/>
              </p:nvSpPr>
              <p:spPr bwMode="auto">
                <a:xfrm>
                  <a:off x="6146097" y="2420246"/>
                  <a:ext cx="154541" cy="123773"/>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B</a:t>
                  </a:r>
                </a:p>
              </p:txBody>
            </p:sp>
            <p:sp>
              <p:nvSpPr>
                <p:cNvPr id="185" name="Oval 184">
                  <a:extLst>
                    <a:ext uri="{FF2B5EF4-FFF2-40B4-BE49-F238E27FC236}">
                      <a16:creationId xmlns:a16="http://schemas.microsoft.com/office/drawing/2014/main" id="{F1EF998B-CC7C-6A0B-5A54-8DE63E972690}"/>
                    </a:ext>
                  </a:extLst>
                </p:cNvPr>
                <p:cNvSpPr/>
                <p:nvPr/>
              </p:nvSpPr>
              <p:spPr bwMode="auto">
                <a:xfrm>
                  <a:off x="6216560" y="2998097"/>
                  <a:ext cx="161921" cy="160135"/>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C</a:t>
                  </a:r>
                </a:p>
              </p:txBody>
            </p:sp>
            <p:sp>
              <p:nvSpPr>
                <p:cNvPr id="186" name="Oval 185">
                  <a:extLst>
                    <a:ext uri="{FF2B5EF4-FFF2-40B4-BE49-F238E27FC236}">
                      <a16:creationId xmlns:a16="http://schemas.microsoft.com/office/drawing/2014/main" id="{AB8D2F6D-3486-894D-9F30-A71543219C71}"/>
                    </a:ext>
                  </a:extLst>
                </p:cNvPr>
                <p:cNvSpPr/>
                <p:nvPr/>
              </p:nvSpPr>
              <p:spPr bwMode="auto">
                <a:xfrm>
                  <a:off x="6574164" y="3281630"/>
                  <a:ext cx="146791" cy="136695"/>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D</a:t>
                  </a:r>
                </a:p>
              </p:txBody>
            </p:sp>
            <p:sp>
              <p:nvSpPr>
                <p:cNvPr id="187" name="Oval 186">
                  <a:extLst>
                    <a:ext uri="{FF2B5EF4-FFF2-40B4-BE49-F238E27FC236}">
                      <a16:creationId xmlns:a16="http://schemas.microsoft.com/office/drawing/2014/main" id="{B93CD0F2-150A-C73B-0F9E-204B5805C373}"/>
                    </a:ext>
                  </a:extLst>
                </p:cNvPr>
                <p:cNvSpPr/>
                <p:nvPr/>
              </p:nvSpPr>
              <p:spPr bwMode="auto">
                <a:xfrm>
                  <a:off x="6776755" y="2451202"/>
                  <a:ext cx="109931" cy="114137"/>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E</a:t>
                  </a:r>
                </a:p>
              </p:txBody>
            </p:sp>
            <p:sp>
              <p:nvSpPr>
                <p:cNvPr id="188" name="Oval 187">
                  <a:extLst>
                    <a:ext uri="{FF2B5EF4-FFF2-40B4-BE49-F238E27FC236}">
                      <a16:creationId xmlns:a16="http://schemas.microsoft.com/office/drawing/2014/main" id="{56BC202C-7228-CE12-4DBF-C793DA3F1FC0}"/>
                    </a:ext>
                  </a:extLst>
                </p:cNvPr>
                <p:cNvSpPr/>
                <p:nvPr/>
              </p:nvSpPr>
              <p:spPr bwMode="auto">
                <a:xfrm>
                  <a:off x="6942671" y="2819146"/>
                  <a:ext cx="100103" cy="79784"/>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F</a:t>
                  </a:r>
                </a:p>
              </p:txBody>
            </p:sp>
            <p:sp>
              <p:nvSpPr>
                <p:cNvPr id="189" name="TextBox 188">
                  <a:extLst>
                    <a:ext uri="{FF2B5EF4-FFF2-40B4-BE49-F238E27FC236}">
                      <a16:creationId xmlns:a16="http://schemas.microsoft.com/office/drawing/2014/main" id="{D5BC832C-3D54-7232-D800-48D29FE2D16E}"/>
                    </a:ext>
                  </a:extLst>
                </p:cNvPr>
                <p:cNvSpPr txBox="1"/>
                <p:nvPr/>
              </p:nvSpPr>
              <p:spPr>
                <a:xfrm rot="16200000">
                  <a:off x="4447861" y="2983808"/>
                  <a:ext cx="977164"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Negative Current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 (mA)</a:t>
                  </a:r>
                </a:p>
              </p:txBody>
            </p:sp>
            <p:sp>
              <p:nvSpPr>
                <p:cNvPr id="190" name="TextBox 189">
                  <a:extLst>
                    <a:ext uri="{FF2B5EF4-FFF2-40B4-BE49-F238E27FC236}">
                      <a16:creationId xmlns:a16="http://schemas.microsoft.com/office/drawing/2014/main" id="{96D43E07-AD30-31D8-22A6-440B90D5516C}"/>
                    </a:ext>
                  </a:extLst>
                </p:cNvPr>
                <p:cNvSpPr txBox="1"/>
                <p:nvPr/>
              </p:nvSpPr>
              <p:spPr>
                <a:xfrm>
                  <a:off x="7159271" y="3525691"/>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191" name="TextBox 190">
                  <a:extLst>
                    <a:ext uri="{FF2B5EF4-FFF2-40B4-BE49-F238E27FC236}">
                      <a16:creationId xmlns:a16="http://schemas.microsoft.com/office/drawing/2014/main" id="{2A96263C-57C5-FACB-77D5-85D1631882A6}"/>
                    </a:ext>
                  </a:extLst>
                </p:cNvPr>
                <p:cNvSpPr txBox="1"/>
                <p:nvPr/>
              </p:nvSpPr>
              <p:spPr>
                <a:xfrm>
                  <a:off x="7018104" y="2548886"/>
                  <a:ext cx="1090231" cy="4154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00B050"/>
                      </a:solidFill>
                      <a:effectLst/>
                      <a:uLnTx/>
                      <a:uFillTx/>
                      <a:latin typeface="Arial Rounded MT Bold" panose="020F0704030504030204" pitchFamily="34" charset="0"/>
                    </a:rPr>
                    <a:t>NMOS Current (mA)</a:t>
                  </a:r>
                </a:p>
              </p:txBody>
            </p:sp>
            <p:sp>
              <p:nvSpPr>
                <p:cNvPr id="192" name="TextBox 191">
                  <a:extLst>
                    <a:ext uri="{FF2B5EF4-FFF2-40B4-BE49-F238E27FC236}">
                      <a16:creationId xmlns:a16="http://schemas.microsoft.com/office/drawing/2014/main" id="{7D4C2C15-4ECD-A432-AFBD-4099DD72F544}"/>
                    </a:ext>
                  </a:extLst>
                </p:cNvPr>
                <p:cNvSpPr txBox="1"/>
                <p:nvPr/>
              </p:nvSpPr>
              <p:spPr>
                <a:xfrm>
                  <a:off x="6970816" y="3042405"/>
                  <a:ext cx="1303252"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PMOS Current (mA)</a:t>
                  </a:r>
                </a:p>
              </p:txBody>
            </p:sp>
            <p:cxnSp>
              <p:nvCxnSpPr>
                <p:cNvPr id="193" name="Straight Connector 192">
                  <a:extLst>
                    <a:ext uri="{FF2B5EF4-FFF2-40B4-BE49-F238E27FC236}">
                      <a16:creationId xmlns:a16="http://schemas.microsoft.com/office/drawing/2014/main" id="{4D37E02F-10F1-8CC8-CD4B-1A1E257B810D}"/>
                    </a:ext>
                  </a:extLst>
                </p:cNvPr>
                <p:cNvCxnSpPr>
                  <a:cxnSpLocks/>
                  <a:endCxn id="198" idx="2"/>
                </p:cNvCxnSpPr>
                <p:nvPr/>
              </p:nvCxnSpPr>
              <p:spPr>
                <a:xfrm flipH="1" flipV="1">
                  <a:off x="5382981" y="1258282"/>
                  <a:ext cx="179476" cy="207811"/>
                </a:xfrm>
                <a:prstGeom prst="line">
                  <a:avLst/>
                </a:prstGeom>
                <a:noFill/>
                <a:ln w="25400" cap="flat" cmpd="sng" algn="ctr">
                  <a:solidFill>
                    <a:sysClr val="windowText" lastClr="000000"/>
                  </a:solidFill>
                  <a:prstDash val="sysDot"/>
                  <a:miter lim="800000"/>
                  <a:headEnd type="triangle"/>
                </a:ln>
                <a:effectLst/>
              </p:spPr>
            </p:cxnSp>
            <p:cxnSp>
              <p:nvCxnSpPr>
                <p:cNvPr id="194" name="Straight Connector 193">
                  <a:extLst>
                    <a:ext uri="{FF2B5EF4-FFF2-40B4-BE49-F238E27FC236}">
                      <a16:creationId xmlns:a16="http://schemas.microsoft.com/office/drawing/2014/main" id="{4F31A3AC-7A7C-BAFE-1445-22272D30181C}"/>
                    </a:ext>
                  </a:extLst>
                </p:cNvPr>
                <p:cNvCxnSpPr/>
                <p:nvPr/>
              </p:nvCxnSpPr>
              <p:spPr>
                <a:xfrm flipV="1">
                  <a:off x="5974818" y="1299941"/>
                  <a:ext cx="115730" cy="160991"/>
                </a:xfrm>
                <a:prstGeom prst="line">
                  <a:avLst/>
                </a:prstGeom>
                <a:noFill/>
                <a:ln w="25400" cap="flat" cmpd="sng" algn="ctr">
                  <a:solidFill>
                    <a:sysClr val="windowText" lastClr="000000"/>
                  </a:solidFill>
                  <a:prstDash val="sysDot"/>
                  <a:miter lim="800000"/>
                  <a:headEnd type="triangle"/>
                </a:ln>
                <a:effectLst/>
              </p:spPr>
            </p:cxnSp>
            <p:cxnSp>
              <p:nvCxnSpPr>
                <p:cNvPr id="195" name="Straight Connector 194">
                  <a:extLst>
                    <a:ext uri="{FF2B5EF4-FFF2-40B4-BE49-F238E27FC236}">
                      <a16:creationId xmlns:a16="http://schemas.microsoft.com/office/drawing/2014/main" id="{66C5D548-205E-6671-6275-981352579BCA}"/>
                    </a:ext>
                  </a:extLst>
                </p:cNvPr>
                <p:cNvCxnSpPr/>
                <p:nvPr/>
              </p:nvCxnSpPr>
              <p:spPr>
                <a:xfrm flipV="1">
                  <a:off x="6406274" y="1293852"/>
                  <a:ext cx="119957" cy="161685"/>
                </a:xfrm>
                <a:prstGeom prst="line">
                  <a:avLst/>
                </a:prstGeom>
                <a:noFill/>
                <a:ln w="25400" cap="flat" cmpd="sng" algn="ctr">
                  <a:solidFill>
                    <a:sysClr val="windowText" lastClr="000000"/>
                  </a:solidFill>
                  <a:prstDash val="sysDot"/>
                  <a:miter lim="800000"/>
                  <a:headEnd type="triangle"/>
                </a:ln>
                <a:effectLst/>
              </p:spPr>
            </p:cxnSp>
            <p:sp>
              <p:nvSpPr>
                <p:cNvPr id="196" name="TextBox 195">
                  <a:extLst>
                    <a:ext uri="{FF2B5EF4-FFF2-40B4-BE49-F238E27FC236}">
                      <a16:creationId xmlns:a16="http://schemas.microsoft.com/office/drawing/2014/main" id="{F145C5C8-BA4E-5BC4-8E49-DC043191E45D}"/>
                    </a:ext>
                  </a:extLst>
                </p:cNvPr>
                <p:cNvSpPr txBox="1"/>
                <p:nvPr/>
              </p:nvSpPr>
              <p:spPr>
                <a:xfrm>
                  <a:off x="5600464" y="1101372"/>
                  <a:ext cx="955386"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rPr>
                    <a:t>PMOS I/P</a:t>
                  </a:r>
                </a:p>
              </p:txBody>
            </p:sp>
            <p:sp>
              <p:nvSpPr>
                <p:cNvPr id="197" name="TextBox 196">
                  <a:extLst>
                    <a:ext uri="{FF2B5EF4-FFF2-40B4-BE49-F238E27FC236}">
                      <a16:creationId xmlns:a16="http://schemas.microsoft.com/office/drawing/2014/main" id="{0E122D55-594B-3FE4-EFBD-10F3E6ED1780}"/>
                    </a:ext>
                  </a:extLst>
                </p:cNvPr>
                <p:cNvSpPr txBox="1"/>
                <p:nvPr/>
              </p:nvSpPr>
              <p:spPr>
                <a:xfrm>
                  <a:off x="6299412" y="1088511"/>
                  <a:ext cx="1053451" cy="21318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rPr>
                    <a:t>NMOS I/P</a:t>
                  </a:r>
                </a:p>
              </p:txBody>
            </p:sp>
            <p:sp>
              <p:nvSpPr>
                <p:cNvPr id="198" name="TextBox 197">
                  <a:extLst>
                    <a:ext uri="{FF2B5EF4-FFF2-40B4-BE49-F238E27FC236}">
                      <a16:creationId xmlns:a16="http://schemas.microsoft.com/office/drawing/2014/main" id="{7D2ED2D0-4278-25F5-D39D-66B23B71B364}"/>
                    </a:ext>
                  </a:extLst>
                </p:cNvPr>
                <p:cNvSpPr txBox="1"/>
                <p:nvPr/>
              </p:nvSpPr>
              <p:spPr>
                <a:xfrm>
                  <a:off x="5025423" y="1136360"/>
                  <a:ext cx="715116" cy="12192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rPr>
                    <a:t>Output </a:t>
                  </a:r>
                </a:p>
              </p:txBody>
            </p:sp>
            <p:sp>
              <p:nvSpPr>
                <p:cNvPr id="199" name="Oval 198">
                  <a:extLst>
                    <a:ext uri="{FF2B5EF4-FFF2-40B4-BE49-F238E27FC236}">
                      <a16:creationId xmlns:a16="http://schemas.microsoft.com/office/drawing/2014/main" id="{14EAD3DD-AC5D-3F31-B608-AC75EA65E33F}"/>
                    </a:ext>
                  </a:extLst>
                </p:cNvPr>
                <p:cNvSpPr/>
                <p:nvPr/>
              </p:nvSpPr>
              <p:spPr bwMode="auto">
                <a:xfrm>
                  <a:off x="6978120" y="3036434"/>
                  <a:ext cx="157882" cy="104173"/>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G</a:t>
                  </a:r>
                </a:p>
              </p:txBody>
            </p:sp>
            <p:grpSp>
              <p:nvGrpSpPr>
                <p:cNvPr id="200" name="Group 199">
                  <a:extLst>
                    <a:ext uri="{FF2B5EF4-FFF2-40B4-BE49-F238E27FC236}">
                      <a16:creationId xmlns:a16="http://schemas.microsoft.com/office/drawing/2014/main" id="{D479D208-E62F-17E0-FA9F-DB73B80517C7}"/>
                    </a:ext>
                  </a:extLst>
                </p:cNvPr>
                <p:cNvGrpSpPr/>
                <p:nvPr/>
              </p:nvGrpSpPr>
              <p:grpSpPr>
                <a:xfrm>
                  <a:off x="4000735" y="3624131"/>
                  <a:ext cx="3831237" cy="2437414"/>
                  <a:chOff x="28693" y="3774820"/>
                  <a:chExt cx="4978146" cy="3167074"/>
                </a:xfrm>
              </p:grpSpPr>
              <p:sp>
                <p:nvSpPr>
                  <p:cNvPr id="264" name="Rectangle 263">
                    <a:extLst>
                      <a:ext uri="{FF2B5EF4-FFF2-40B4-BE49-F238E27FC236}">
                        <a16:creationId xmlns:a16="http://schemas.microsoft.com/office/drawing/2014/main" id="{6A1BB9A3-E928-1A38-A153-AEB1FD69B562}"/>
                      </a:ext>
                    </a:extLst>
                  </p:cNvPr>
                  <p:cNvSpPr/>
                  <p:nvPr/>
                </p:nvSpPr>
                <p:spPr>
                  <a:xfrm>
                    <a:off x="3157214" y="3908677"/>
                    <a:ext cx="1085374" cy="2939976"/>
                  </a:xfrm>
                  <a:prstGeom prst="rect">
                    <a:avLst/>
                  </a:prstGeom>
                  <a:solidFill>
                    <a:sysClr val="window" lastClr="FFFFFF">
                      <a:lumMod val="95000"/>
                    </a:sysClr>
                  </a:solidFill>
                  <a:ln w="15875"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grpSp>
                <p:nvGrpSpPr>
                  <p:cNvPr id="265" name="Group 264">
                    <a:extLst>
                      <a:ext uri="{FF2B5EF4-FFF2-40B4-BE49-F238E27FC236}">
                        <a16:creationId xmlns:a16="http://schemas.microsoft.com/office/drawing/2014/main" id="{59F76540-5098-E10F-A522-FB0AF25316EB}"/>
                      </a:ext>
                    </a:extLst>
                  </p:cNvPr>
                  <p:cNvGrpSpPr/>
                  <p:nvPr/>
                </p:nvGrpSpPr>
                <p:grpSpPr>
                  <a:xfrm>
                    <a:off x="2062864" y="3823061"/>
                    <a:ext cx="2131967" cy="755767"/>
                    <a:chOff x="2062864" y="3975461"/>
                    <a:chExt cx="2131967" cy="755767"/>
                  </a:xfrm>
                </p:grpSpPr>
                <p:sp>
                  <p:nvSpPr>
                    <p:cNvPr id="287" name="Freeform 79">
                      <a:extLst>
                        <a:ext uri="{FF2B5EF4-FFF2-40B4-BE49-F238E27FC236}">
                          <a16:creationId xmlns:a16="http://schemas.microsoft.com/office/drawing/2014/main" id="{CD61A113-2867-F5D6-A254-421DB5A8ED58}"/>
                        </a:ext>
                      </a:extLst>
                    </p:cNvPr>
                    <p:cNvSpPr/>
                    <p:nvPr/>
                  </p:nvSpPr>
                  <p:spPr>
                    <a:xfrm>
                      <a:off x="2062864" y="3983220"/>
                      <a:ext cx="549101" cy="742038"/>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Lst>
                      <a:ahLst/>
                      <a:cxnLst>
                        <a:cxn ang="0">
                          <a:pos x="connsiteX0" y="connsiteY0"/>
                        </a:cxn>
                        <a:cxn ang="0">
                          <a:pos x="connsiteX1" y="connsiteY1"/>
                        </a:cxn>
                        <a:cxn ang="0">
                          <a:pos x="connsiteX2" y="connsiteY2"/>
                        </a:cxn>
                        <a:cxn ang="0">
                          <a:pos x="connsiteX3" y="connsiteY3"/>
                        </a:cxn>
                      </a:cxnLst>
                      <a:rect l="l" t="t" r="r" b="b"/>
                      <a:pathLst>
                        <a:path w="515968" h="637005">
                          <a:moveTo>
                            <a:pt x="0" y="637005"/>
                          </a:moveTo>
                          <a:cubicBezTo>
                            <a:pt x="118446" y="621212"/>
                            <a:pt x="94610" y="585076"/>
                            <a:pt x="156991" y="505323"/>
                          </a:cubicBezTo>
                          <a:cubicBezTo>
                            <a:pt x="219372" y="425570"/>
                            <a:pt x="321382" y="239028"/>
                            <a:pt x="374288" y="158485"/>
                          </a:cubicBezTo>
                          <a:cubicBezTo>
                            <a:pt x="427194" y="77942"/>
                            <a:pt x="459904" y="-8079"/>
                            <a:pt x="515968" y="607"/>
                          </a:cubicBezTo>
                        </a:path>
                      </a:pathLst>
                    </a:cu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88" name="Freeform 80">
                      <a:extLst>
                        <a:ext uri="{FF2B5EF4-FFF2-40B4-BE49-F238E27FC236}">
                          <a16:creationId xmlns:a16="http://schemas.microsoft.com/office/drawing/2014/main" id="{C921115B-8D6D-5C4A-48FB-2927CEF2C3CF}"/>
                        </a:ext>
                      </a:extLst>
                    </p:cNvPr>
                    <p:cNvSpPr/>
                    <p:nvPr/>
                  </p:nvSpPr>
                  <p:spPr>
                    <a:xfrm flipH="1">
                      <a:off x="2614837" y="3975461"/>
                      <a:ext cx="471154" cy="730242"/>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406919"/>
                        <a:gd name="connsiteY0" fmla="*/ 631554 h 631554"/>
                        <a:gd name="connsiteX1" fmla="*/ 63289 w 406919"/>
                        <a:gd name="connsiteY1" fmla="*/ 538800 h 631554"/>
                        <a:gd name="connsiteX2" fmla="*/ 286011 w 406919"/>
                        <a:gd name="connsiteY2" fmla="*/ 174492 h 631554"/>
                        <a:gd name="connsiteX3" fmla="*/ 406919 w 406919"/>
                        <a:gd name="connsiteY3" fmla="*/ 519 h 631554"/>
                        <a:gd name="connsiteX0" fmla="*/ 0 w 442725"/>
                        <a:gd name="connsiteY0" fmla="*/ 626878 h 626878"/>
                        <a:gd name="connsiteX1" fmla="*/ 99095 w 442725"/>
                        <a:gd name="connsiteY1" fmla="*/ 538800 h 626878"/>
                        <a:gd name="connsiteX2" fmla="*/ 321817 w 442725"/>
                        <a:gd name="connsiteY2" fmla="*/ 174492 h 626878"/>
                        <a:gd name="connsiteX3" fmla="*/ 442725 w 442725"/>
                        <a:gd name="connsiteY3" fmla="*/ 519 h 626878"/>
                        <a:gd name="connsiteX0" fmla="*/ 0 w 442725"/>
                        <a:gd name="connsiteY0" fmla="*/ 626878 h 626878"/>
                        <a:gd name="connsiteX1" fmla="*/ 99095 w 442725"/>
                        <a:gd name="connsiteY1" fmla="*/ 538800 h 626878"/>
                        <a:gd name="connsiteX2" fmla="*/ 291978 w 442725"/>
                        <a:gd name="connsiteY2" fmla="*/ 174492 h 626878"/>
                        <a:gd name="connsiteX3" fmla="*/ 442725 w 442725"/>
                        <a:gd name="connsiteY3" fmla="*/ 519 h 626878"/>
                      </a:gdLst>
                      <a:ahLst/>
                      <a:cxnLst>
                        <a:cxn ang="0">
                          <a:pos x="connsiteX0" y="connsiteY0"/>
                        </a:cxn>
                        <a:cxn ang="0">
                          <a:pos x="connsiteX1" y="connsiteY1"/>
                        </a:cxn>
                        <a:cxn ang="0">
                          <a:pos x="connsiteX2" y="connsiteY2"/>
                        </a:cxn>
                        <a:cxn ang="0">
                          <a:pos x="connsiteX3" y="connsiteY3"/>
                        </a:cxn>
                      </a:cxnLst>
                      <a:rect l="l" t="t" r="r" b="b"/>
                      <a:pathLst>
                        <a:path w="442725" h="626878">
                          <a:moveTo>
                            <a:pt x="0" y="626878"/>
                          </a:moveTo>
                          <a:cubicBezTo>
                            <a:pt x="70208" y="608301"/>
                            <a:pt x="50432" y="614198"/>
                            <a:pt x="99095" y="538800"/>
                          </a:cubicBezTo>
                          <a:cubicBezTo>
                            <a:pt x="147758" y="463402"/>
                            <a:pt x="239072" y="255035"/>
                            <a:pt x="291978" y="174492"/>
                          </a:cubicBezTo>
                          <a:cubicBezTo>
                            <a:pt x="344884" y="93949"/>
                            <a:pt x="386661" y="-8167"/>
                            <a:pt x="442725" y="519"/>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89" name="Freeform 81">
                      <a:extLst>
                        <a:ext uri="{FF2B5EF4-FFF2-40B4-BE49-F238E27FC236}">
                          <a16:creationId xmlns:a16="http://schemas.microsoft.com/office/drawing/2014/main" id="{C6FE54A3-2A57-F506-91CC-C968B664569A}"/>
                        </a:ext>
                      </a:extLst>
                    </p:cNvPr>
                    <p:cNvSpPr/>
                    <p:nvPr/>
                  </p:nvSpPr>
                  <p:spPr>
                    <a:xfrm>
                      <a:off x="3125208" y="4104453"/>
                      <a:ext cx="405281" cy="594535"/>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 name="connsiteX0" fmla="*/ 0 w 553927"/>
                        <a:gd name="connsiteY0" fmla="*/ 619963 h 619963"/>
                        <a:gd name="connsiteX1" fmla="*/ 194950 w 553927"/>
                        <a:gd name="connsiteY1" fmla="*/ 505323 h 619963"/>
                        <a:gd name="connsiteX2" fmla="*/ 41224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41224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6648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49464 w 553927"/>
                        <a:gd name="connsiteY2" fmla="*/ 193148 h 619963"/>
                        <a:gd name="connsiteX3" fmla="*/ 383777 w 553927"/>
                        <a:gd name="connsiteY3" fmla="*/ 158485 h 619963"/>
                        <a:gd name="connsiteX4" fmla="*/ 553927 w 553927"/>
                        <a:gd name="connsiteY4" fmla="*/ 607 h 619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927" h="619963">
                          <a:moveTo>
                            <a:pt x="0" y="619963"/>
                          </a:moveTo>
                          <a:cubicBezTo>
                            <a:pt x="118446" y="604170"/>
                            <a:pt x="89257" y="576459"/>
                            <a:pt x="147501" y="505323"/>
                          </a:cubicBezTo>
                          <a:cubicBezTo>
                            <a:pt x="205745" y="434187"/>
                            <a:pt x="310085" y="250954"/>
                            <a:pt x="349464" y="193148"/>
                          </a:cubicBezTo>
                          <a:cubicBezTo>
                            <a:pt x="388843" y="135342"/>
                            <a:pt x="352863" y="190575"/>
                            <a:pt x="383777" y="158485"/>
                          </a:cubicBezTo>
                          <a:cubicBezTo>
                            <a:pt x="436683" y="77942"/>
                            <a:pt x="497863" y="-8079"/>
                            <a:pt x="553927" y="607"/>
                          </a:cubicBezTo>
                        </a:path>
                      </a:pathLst>
                    </a:cu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90" name="Freeform 82">
                      <a:extLst>
                        <a:ext uri="{FF2B5EF4-FFF2-40B4-BE49-F238E27FC236}">
                          <a16:creationId xmlns:a16="http://schemas.microsoft.com/office/drawing/2014/main" id="{4179FC16-6E05-5BB8-A174-7FB8FFD7AEB8}"/>
                        </a:ext>
                      </a:extLst>
                    </p:cNvPr>
                    <p:cNvSpPr/>
                    <p:nvPr/>
                  </p:nvSpPr>
                  <p:spPr>
                    <a:xfrm flipH="1">
                      <a:off x="3533290" y="4098874"/>
                      <a:ext cx="661541" cy="632354"/>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683322"/>
                        <a:gd name="connsiteY0" fmla="*/ 659399 h 659399"/>
                        <a:gd name="connsiteX1" fmla="*/ 381466 w 683322"/>
                        <a:gd name="connsiteY1" fmla="*/ 548153 h 659399"/>
                        <a:gd name="connsiteX2" fmla="*/ 562414 w 683322"/>
                        <a:gd name="connsiteY2" fmla="*/ 174492 h 659399"/>
                        <a:gd name="connsiteX3" fmla="*/ 683322 w 683322"/>
                        <a:gd name="connsiteY3" fmla="*/ 519 h 659399"/>
                      </a:gdLst>
                      <a:ahLst/>
                      <a:cxnLst>
                        <a:cxn ang="0">
                          <a:pos x="connsiteX0" y="connsiteY0"/>
                        </a:cxn>
                        <a:cxn ang="0">
                          <a:pos x="connsiteX1" y="connsiteY1"/>
                        </a:cxn>
                        <a:cxn ang="0">
                          <a:pos x="connsiteX2" y="connsiteY2"/>
                        </a:cxn>
                        <a:cxn ang="0">
                          <a:pos x="connsiteX3" y="connsiteY3"/>
                        </a:cxn>
                      </a:cxnLst>
                      <a:rect l="l" t="t" r="r" b="b"/>
                      <a:pathLst>
                        <a:path w="683322" h="659399">
                          <a:moveTo>
                            <a:pt x="0" y="659399"/>
                          </a:moveTo>
                          <a:cubicBezTo>
                            <a:pt x="70208" y="640822"/>
                            <a:pt x="287730" y="628971"/>
                            <a:pt x="381466" y="548153"/>
                          </a:cubicBezTo>
                          <a:cubicBezTo>
                            <a:pt x="475202" y="467335"/>
                            <a:pt x="509508" y="255035"/>
                            <a:pt x="562414" y="174492"/>
                          </a:cubicBezTo>
                          <a:cubicBezTo>
                            <a:pt x="615320" y="93949"/>
                            <a:pt x="627258" y="-8167"/>
                            <a:pt x="683322" y="519"/>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grpSp>
              <p:grpSp>
                <p:nvGrpSpPr>
                  <p:cNvPr id="266" name="Group 265">
                    <a:extLst>
                      <a:ext uri="{FF2B5EF4-FFF2-40B4-BE49-F238E27FC236}">
                        <a16:creationId xmlns:a16="http://schemas.microsoft.com/office/drawing/2014/main" id="{DAB0A0F1-E06A-7E6A-12FF-D6542392B23A}"/>
                      </a:ext>
                    </a:extLst>
                  </p:cNvPr>
                  <p:cNvGrpSpPr/>
                  <p:nvPr/>
                </p:nvGrpSpPr>
                <p:grpSpPr>
                  <a:xfrm>
                    <a:off x="3113519" y="4740638"/>
                    <a:ext cx="973439" cy="642728"/>
                    <a:chOff x="3113519" y="4854938"/>
                    <a:chExt cx="973439" cy="642728"/>
                  </a:xfrm>
                </p:grpSpPr>
                <p:sp>
                  <p:nvSpPr>
                    <p:cNvPr id="285" name="Freeform 88">
                      <a:extLst>
                        <a:ext uri="{FF2B5EF4-FFF2-40B4-BE49-F238E27FC236}">
                          <a16:creationId xmlns:a16="http://schemas.microsoft.com/office/drawing/2014/main" id="{71FC0B9E-96BB-B549-6971-5A8C7E5D5B69}"/>
                        </a:ext>
                      </a:extLst>
                    </p:cNvPr>
                    <p:cNvSpPr/>
                    <p:nvPr/>
                  </p:nvSpPr>
                  <p:spPr>
                    <a:xfrm>
                      <a:off x="3113519" y="4854938"/>
                      <a:ext cx="302188" cy="642728"/>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 name="connsiteX0" fmla="*/ 0 w 604157"/>
                        <a:gd name="connsiteY0" fmla="*/ 650672 h 650672"/>
                        <a:gd name="connsiteX1" fmla="*/ 245180 w 604157"/>
                        <a:gd name="connsiteY1" fmla="*/ 505323 h 650672"/>
                        <a:gd name="connsiteX2" fmla="*/ 462477 w 604157"/>
                        <a:gd name="connsiteY2" fmla="*/ 158485 h 650672"/>
                        <a:gd name="connsiteX3" fmla="*/ 604157 w 604157"/>
                        <a:gd name="connsiteY3" fmla="*/ 607 h 650672"/>
                        <a:gd name="connsiteX0" fmla="*/ 0 w 702144"/>
                        <a:gd name="connsiteY0" fmla="*/ 650672 h 650672"/>
                        <a:gd name="connsiteX1" fmla="*/ 343167 w 702144"/>
                        <a:gd name="connsiteY1" fmla="*/ 505323 h 650672"/>
                        <a:gd name="connsiteX2" fmla="*/ 560464 w 702144"/>
                        <a:gd name="connsiteY2" fmla="*/ 158485 h 650672"/>
                        <a:gd name="connsiteX3" fmla="*/ 702144 w 702144"/>
                        <a:gd name="connsiteY3" fmla="*/ 607 h 650672"/>
                        <a:gd name="connsiteX0" fmla="*/ 0 w 702144"/>
                        <a:gd name="connsiteY0" fmla="*/ 650672 h 650672"/>
                        <a:gd name="connsiteX1" fmla="*/ 195579 w 702144"/>
                        <a:gd name="connsiteY1" fmla="*/ 601831 h 650672"/>
                        <a:gd name="connsiteX2" fmla="*/ 343167 w 702144"/>
                        <a:gd name="connsiteY2" fmla="*/ 505323 h 650672"/>
                        <a:gd name="connsiteX3" fmla="*/ 560464 w 702144"/>
                        <a:gd name="connsiteY3" fmla="*/ 158485 h 650672"/>
                        <a:gd name="connsiteX4" fmla="*/ 702144 w 702144"/>
                        <a:gd name="connsiteY4" fmla="*/ 607 h 650672"/>
                        <a:gd name="connsiteX0" fmla="*/ 0 w 839327"/>
                        <a:gd name="connsiteY0" fmla="*/ 507167 h 604907"/>
                        <a:gd name="connsiteX1" fmla="*/ 332762 w 839327"/>
                        <a:gd name="connsiteY1" fmla="*/ 601831 h 604907"/>
                        <a:gd name="connsiteX2" fmla="*/ 480350 w 839327"/>
                        <a:gd name="connsiteY2" fmla="*/ 505323 h 604907"/>
                        <a:gd name="connsiteX3" fmla="*/ 697647 w 839327"/>
                        <a:gd name="connsiteY3" fmla="*/ 158485 h 604907"/>
                        <a:gd name="connsiteX4" fmla="*/ 839327 w 839327"/>
                        <a:gd name="connsiteY4" fmla="*/ 607 h 604907"/>
                        <a:gd name="connsiteX0" fmla="*/ 0 w 1216579"/>
                        <a:gd name="connsiteY0" fmla="*/ 623338 h 623338"/>
                        <a:gd name="connsiteX1" fmla="*/ 710014 w 1216579"/>
                        <a:gd name="connsiteY1" fmla="*/ 601831 h 623338"/>
                        <a:gd name="connsiteX2" fmla="*/ 857602 w 1216579"/>
                        <a:gd name="connsiteY2" fmla="*/ 505323 h 623338"/>
                        <a:gd name="connsiteX3" fmla="*/ 1074899 w 1216579"/>
                        <a:gd name="connsiteY3" fmla="*/ 158485 h 623338"/>
                        <a:gd name="connsiteX4" fmla="*/ 1216579 w 1216579"/>
                        <a:gd name="connsiteY4"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469946 w 1216579"/>
                        <a:gd name="connsiteY1" fmla="*/ 5198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533637 w 1216579"/>
                        <a:gd name="connsiteY1" fmla="*/ 499327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293568 w 1216579"/>
                        <a:gd name="connsiteY1" fmla="*/ 5403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65573"/>
                        <a:gd name="connsiteY0" fmla="*/ 643838 h 643838"/>
                        <a:gd name="connsiteX1" fmla="*/ 342562 w 1265573"/>
                        <a:gd name="connsiteY1" fmla="*/ 540328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812901 w 1265573"/>
                        <a:gd name="connsiteY3" fmla="*/ 622332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59259 h 659259"/>
                        <a:gd name="connsiteX1" fmla="*/ 313166 w 1265573"/>
                        <a:gd name="connsiteY1" fmla="*/ 466912 h 659259"/>
                        <a:gd name="connsiteX2" fmla="*/ 582631 w 1265573"/>
                        <a:gd name="connsiteY2" fmla="*/ 514748 h 659259"/>
                        <a:gd name="connsiteX3" fmla="*/ 812901 w 1265573"/>
                        <a:gd name="connsiteY3" fmla="*/ 637753 h 659259"/>
                        <a:gd name="connsiteX4" fmla="*/ 906596 w 1265573"/>
                        <a:gd name="connsiteY4" fmla="*/ 520744 h 659259"/>
                        <a:gd name="connsiteX5" fmla="*/ 1035704 w 1265573"/>
                        <a:gd name="connsiteY5" fmla="*/ 50902 h 659259"/>
                        <a:gd name="connsiteX6" fmla="*/ 1265573 w 1265573"/>
                        <a:gd name="connsiteY6" fmla="*/ 16028 h 659259"/>
                        <a:gd name="connsiteX0" fmla="*/ 0 w 1265573"/>
                        <a:gd name="connsiteY0" fmla="*/ 693563 h 693563"/>
                        <a:gd name="connsiteX1" fmla="*/ 313166 w 1265573"/>
                        <a:gd name="connsiteY1" fmla="*/ 501216 h 693563"/>
                        <a:gd name="connsiteX2" fmla="*/ 582631 w 1265573"/>
                        <a:gd name="connsiteY2" fmla="*/ 549052 h 693563"/>
                        <a:gd name="connsiteX3" fmla="*/ 812901 w 1265573"/>
                        <a:gd name="connsiteY3" fmla="*/ 672057 h 693563"/>
                        <a:gd name="connsiteX4" fmla="*/ 906596 w 1265573"/>
                        <a:gd name="connsiteY4" fmla="*/ 555048 h 693563"/>
                        <a:gd name="connsiteX5" fmla="*/ 1035704 w 1265573"/>
                        <a:gd name="connsiteY5" fmla="*/ 85206 h 693563"/>
                        <a:gd name="connsiteX6" fmla="*/ 1265573 w 1265573"/>
                        <a:gd name="connsiteY6" fmla="*/ 2498 h 693563"/>
                        <a:gd name="connsiteX0" fmla="*/ 0 w 1265573"/>
                        <a:gd name="connsiteY0" fmla="*/ 698599 h 698599"/>
                        <a:gd name="connsiteX1" fmla="*/ 313166 w 1265573"/>
                        <a:gd name="connsiteY1" fmla="*/ 506252 h 698599"/>
                        <a:gd name="connsiteX2" fmla="*/ 582631 w 1265573"/>
                        <a:gd name="connsiteY2" fmla="*/ 554088 h 698599"/>
                        <a:gd name="connsiteX3" fmla="*/ 812901 w 1265573"/>
                        <a:gd name="connsiteY3" fmla="*/ 677093 h 698599"/>
                        <a:gd name="connsiteX4" fmla="*/ 906596 w 1265573"/>
                        <a:gd name="connsiteY4" fmla="*/ 560084 h 698599"/>
                        <a:gd name="connsiteX5" fmla="*/ 1035704 w 1265573"/>
                        <a:gd name="connsiteY5" fmla="*/ 62908 h 698599"/>
                        <a:gd name="connsiteX6" fmla="*/ 1265573 w 1265573"/>
                        <a:gd name="connsiteY6" fmla="*/ 7534 h 698599"/>
                        <a:gd name="connsiteX0" fmla="*/ 0 w 1265573"/>
                        <a:gd name="connsiteY0" fmla="*/ 695887 h 695887"/>
                        <a:gd name="connsiteX1" fmla="*/ 313166 w 1265573"/>
                        <a:gd name="connsiteY1" fmla="*/ 503540 h 695887"/>
                        <a:gd name="connsiteX2" fmla="*/ 582631 w 1265573"/>
                        <a:gd name="connsiteY2" fmla="*/ 551376 h 695887"/>
                        <a:gd name="connsiteX3" fmla="*/ 812901 w 1265573"/>
                        <a:gd name="connsiteY3" fmla="*/ 674381 h 695887"/>
                        <a:gd name="connsiteX4" fmla="*/ 906596 w 1265573"/>
                        <a:gd name="connsiteY4" fmla="*/ 557372 h 695887"/>
                        <a:gd name="connsiteX5" fmla="*/ 1035704 w 1265573"/>
                        <a:gd name="connsiteY5" fmla="*/ 60196 h 695887"/>
                        <a:gd name="connsiteX6" fmla="*/ 1151247 w 1265573"/>
                        <a:gd name="connsiteY6" fmla="*/ 3909 h 695887"/>
                        <a:gd name="connsiteX7" fmla="*/ 1265573 w 1265573"/>
                        <a:gd name="connsiteY7" fmla="*/ 4822 h 69588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906596 w 1265573"/>
                        <a:gd name="connsiteY4" fmla="*/ 575702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883644 w 1265573"/>
                        <a:gd name="connsiteY4" fmla="*/ 567698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25407"/>
                        <a:gd name="connsiteY0" fmla="*/ 713270 h 713270"/>
                        <a:gd name="connsiteX1" fmla="*/ 313166 w 1225407"/>
                        <a:gd name="connsiteY1" fmla="*/ 520923 h 713270"/>
                        <a:gd name="connsiteX2" fmla="*/ 582631 w 1225407"/>
                        <a:gd name="connsiteY2" fmla="*/ 568759 h 713270"/>
                        <a:gd name="connsiteX3" fmla="*/ 812901 w 1225407"/>
                        <a:gd name="connsiteY3" fmla="*/ 691764 h 713270"/>
                        <a:gd name="connsiteX4" fmla="*/ 883644 w 1225407"/>
                        <a:gd name="connsiteY4" fmla="*/ 566751 h 713270"/>
                        <a:gd name="connsiteX5" fmla="*/ 1035704 w 1225407"/>
                        <a:gd name="connsiteY5" fmla="*/ 77579 h 713270"/>
                        <a:gd name="connsiteX6" fmla="*/ 1151247 w 1225407"/>
                        <a:gd name="connsiteY6" fmla="*/ 792 h 713270"/>
                        <a:gd name="connsiteX7" fmla="*/ 1225407 w 1225407"/>
                        <a:gd name="connsiteY7" fmla="*/ 66223 h 713270"/>
                        <a:gd name="connsiteX0" fmla="*/ 0 w 1225407"/>
                        <a:gd name="connsiteY0" fmla="*/ 695387 h 695387"/>
                        <a:gd name="connsiteX1" fmla="*/ 313166 w 1225407"/>
                        <a:gd name="connsiteY1" fmla="*/ 503040 h 695387"/>
                        <a:gd name="connsiteX2" fmla="*/ 582631 w 1225407"/>
                        <a:gd name="connsiteY2" fmla="*/ 550876 h 695387"/>
                        <a:gd name="connsiteX3" fmla="*/ 812901 w 1225407"/>
                        <a:gd name="connsiteY3" fmla="*/ 673881 h 695387"/>
                        <a:gd name="connsiteX4" fmla="*/ 883644 w 1225407"/>
                        <a:gd name="connsiteY4" fmla="*/ 548868 h 695387"/>
                        <a:gd name="connsiteX5" fmla="*/ 1035704 w 1225407"/>
                        <a:gd name="connsiteY5" fmla="*/ 59696 h 695387"/>
                        <a:gd name="connsiteX6" fmla="*/ 1134033 w 1225407"/>
                        <a:gd name="connsiteY6" fmla="*/ 2917 h 695387"/>
                        <a:gd name="connsiteX7" fmla="*/ 1225407 w 1225407"/>
                        <a:gd name="connsiteY7" fmla="*/ 48340 h 695387"/>
                        <a:gd name="connsiteX0" fmla="*/ 0 w 1225407"/>
                        <a:gd name="connsiteY0" fmla="*/ 721202 h 721202"/>
                        <a:gd name="connsiteX1" fmla="*/ 313166 w 1225407"/>
                        <a:gd name="connsiteY1" fmla="*/ 528855 h 721202"/>
                        <a:gd name="connsiteX2" fmla="*/ 582631 w 1225407"/>
                        <a:gd name="connsiteY2" fmla="*/ 576691 h 721202"/>
                        <a:gd name="connsiteX3" fmla="*/ 812901 w 1225407"/>
                        <a:gd name="connsiteY3" fmla="*/ 699696 h 721202"/>
                        <a:gd name="connsiteX4" fmla="*/ 883644 w 1225407"/>
                        <a:gd name="connsiteY4" fmla="*/ 574683 h 721202"/>
                        <a:gd name="connsiteX5" fmla="*/ 1035704 w 1225407"/>
                        <a:gd name="connsiteY5" fmla="*/ 85511 h 721202"/>
                        <a:gd name="connsiteX6" fmla="*/ 1136902 w 1225407"/>
                        <a:gd name="connsiteY6" fmla="*/ 720 h 721202"/>
                        <a:gd name="connsiteX7" fmla="*/ 1225407 w 1225407"/>
                        <a:gd name="connsiteY7" fmla="*/ 74155 h 721202"/>
                        <a:gd name="connsiteX0" fmla="*/ 0 w 1222538"/>
                        <a:gd name="connsiteY0" fmla="*/ 721202 h 721202"/>
                        <a:gd name="connsiteX1" fmla="*/ 313166 w 1222538"/>
                        <a:gd name="connsiteY1" fmla="*/ 528855 h 721202"/>
                        <a:gd name="connsiteX2" fmla="*/ 582631 w 1222538"/>
                        <a:gd name="connsiteY2" fmla="*/ 576691 h 721202"/>
                        <a:gd name="connsiteX3" fmla="*/ 812901 w 1222538"/>
                        <a:gd name="connsiteY3" fmla="*/ 699696 h 721202"/>
                        <a:gd name="connsiteX4" fmla="*/ 883644 w 1222538"/>
                        <a:gd name="connsiteY4" fmla="*/ 574683 h 721202"/>
                        <a:gd name="connsiteX5" fmla="*/ 1035704 w 1222538"/>
                        <a:gd name="connsiteY5" fmla="*/ 85511 h 721202"/>
                        <a:gd name="connsiteX6" fmla="*/ 1136902 w 1222538"/>
                        <a:gd name="connsiteY6" fmla="*/ 720 h 721202"/>
                        <a:gd name="connsiteX7" fmla="*/ 1222538 w 1222538"/>
                        <a:gd name="connsiteY7" fmla="*/ 74155 h 721202"/>
                        <a:gd name="connsiteX0" fmla="*/ 0 w 1136902"/>
                        <a:gd name="connsiteY0" fmla="*/ 720482 h 720482"/>
                        <a:gd name="connsiteX1" fmla="*/ 313166 w 1136902"/>
                        <a:gd name="connsiteY1" fmla="*/ 528135 h 720482"/>
                        <a:gd name="connsiteX2" fmla="*/ 582631 w 1136902"/>
                        <a:gd name="connsiteY2" fmla="*/ 575971 h 720482"/>
                        <a:gd name="connsiteX3" fmla="*/ 812901 w 1136902"/>
                        <a:gd name="connsiteY3" fmla="*/ 698976 h 720482"/>
                        <a:gd name="connsiteX4" fmla="*/ 883644 w 1136902"/>
                        <a:gd name="connsiteY4" fmla="*/ 573963 h 720482"/>
                        <a:gd name="connsiteX5" fmla="*/ 1035704 w 1136902"/>
                        <a:gd name="connsiteY5" fmla="*/ 84791 h 720482"/>
                        <a:gd name="connsiteX6" fmla="*/ 1136902 w 1136902"/>
                        <a:gd name="connsiteY6" fmla="*/ 0 h 720482"/>
                        <a:gd name="connsiteX0" fmla="*/ 0 w 1211495"/>
                        <a:gd name="connsiteY0" fmla="*/ 720482 h 720482"/>
                        <a:gd name="connsiteX1" fmla="*/ 387759 w 1211495"/>
                        <a:gd name="connsiteY1" fmla="*/ 528135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9234 w 1211495"/>
                        <a:gd name="connsiteY1" fmla="*/ 588159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812261"/>
                        <a:gd name="connsiteY0" fmla="*/ 588159 h 700843"/>
                        <a:gd name="connsiteX1" fmla="*/ 263728 w 812261"/>
                        <a:gd name="connsiteY1" fmla="*/ 611985 h 700843"/>
                        <a:gd name="connsiteX2" fmla="*/ 488260 w 812261"/>
                        <a:gd name="connsiteY2" fmla="*/ 698976 h 700843"/>
                        <a:gd name="connsiteX3" fmla="*/ 559003 w 812261"/>
                        <a:gd name="connsiteY3" fmla="*/ 573963 h 700843"/>
                        <a:gd name="connsiteX4" fmla="*/ 711063 w 812261"/>
                        <a:gd name="connsiteY4" fmla="*/ 84791 h 700843"/>
                        <a:gd name="connsiteX5" fmla="*/ 812261 w 812261"/>
                        <a:gd name="connsiteY5" fmla="*/ 0 h 700843"/>
                        <a:gd name="connsiteX0" fmla="*/ 0 w 548533"/>
                        <a:gd name="connsiteY0" fmla="*/ 611985 h 700843"/>
                        <a:gd name="connsiteX1" fmla="*/ 224532 w 548533"/>
                        <a:gd name="connsiteY1" fmla="*/ 698976 h 700843"/>
                        <a:gd name="connsiteX2" fmla="*/ 295275 w 548533"/>
                        <a:gd name="connsiteY2" fmla="*/ 573963 h 700843"/>
                        <a:gd name="connsiteX3" fmla="*/ 447335 w 548533"/>
                        <a:gd name="connsiteY3" fmla="*/ 84791 h 700843"/>
                        <a:gd name="connsiteX4" fmla="*/ 548533 w 548533"/>
                        <a:gd name="connsiteY4" fmla="*/ 0 h 700843"/>
                        <a:gd name="connsiteX0" fmla="*/ 0 w 324001"/>
                        <a:gd name="connsiteY0" fmla="*/ 698976 h 698976"/>
                        <a:gd name="connsiteX1" fmla="*/ 70743 w 324001"/>
                        <a:gd name="connsiteY1" fmla="*/ 573963 h 698976"/>
                        <a:gd name="connsiteX2" fmla="*/ 222803 w 324001"/>
                        <a:gd name="connsiteY2" fmla="*/ 84791 h 698976"/>
                        <a:gd name="connsiteX3" fmla="*/ 324001 w 324001"/>
                        <a:gd name="connsiteY3" fmla="*/ 0 h 698976"/>
                      </a:gdLst>
                      <a:ahLst/>
                      <a:cxnLst>
                        <a:cxn ang="0">
                          <a:pos x="connsiteX0" y="connsiteY0"/>
                        </a:cxn>
                        <a:cxn ang="0">
                          <a:pos x="connsiteX1" y="connsiteY1"/>
                        </a:cxn>
                        <a:cxn ang="0">
                          <a:pos x="connsiteX2" y="connsiteY2"/>
                        </a:cxn>
                        <a:cxn ang="0">
                          <a:pos x="connsiteX3" y="connsiteY3"/>
                        </a:cxn>
                      </a:cxnLst>
                      <a:rect l="l" t="t" r="r" b="b"/>
                      <a:pathLst>
                        <a:path w="324001" h="698976">
                          <a:moveTo>
                            <a:pt x="0" y="698976"/>
                          </a:moveTo>
                          <a:cubicBezTo>
                            <a:pt x="58077" y="682891"/>
                            <a:pt x="33609" y="676327"/>
                            <a:pt x="70743" y="573963"/>
                          </a:cubicBezTo>
                          <a:cubicBezTo>
                            <a:pt x="107877" y="471599"/>
                            <a:pt x="182028" y="177035"/>
                            <a:pt x="222803" y="84791"/>
                          </a:cubicBezTo>
                          <a:cubicBezTo>
                            <a:pt x="263578" y="-7453"/>
                            <a:pt x="285690" y="9229"/>
                            <a:pt x="324001" y="0"/>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86" name="Freeform 89">
                      <a:extLst>
                        <a:ext uri="{FF2B5EF4-FFF2-40B4-BE49-F238E27FC236}">
                          <a16:creationId xmlns:a16="http://schemas.microsoft.com/office/drawing/2014/main" id="{76E4058C-466F-F2AB-4A5C-0E1406362A5F}"/>
                        </a:ext>
                      </a:extLst>
                    </p:cNvPr>
                    <p:cNvSpPr/>
                    <p:nvPr/>
                  </p:nvSpPr>
                  <p:spPr>
                    <a:xfrm flipH="1">
                      <a:off x="3417501" y="4860689"/>
                      <a:ext cx="669457" cy="622423"/>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835268"/>
                        <a:gd name="connsiteY0" fmla="*/ 638388 h 638388"/>
                        <a:gd name="connsiteX1" fmla="*/ 533412 w 835268"/>
                        <a:gd name="connsiteY1" fmla="*/ 548153 h 638388"/>
                        <a:gd name="connsiteX2" fmla="*/ 714360 w 835268"/>
                        <a:gd name="connsiteY2" fmla="*/ 174492 h 638388"/>
                        <a:gd name="connsiteX3" fmla="*/ 835268 w 835268"/>
                        <a:gd name="connsiteY3" fmla="*/ 519 h 638388"/>
                        <a:gd name="connsiteX0" fmla="*/ 0 w 942354"/>
                        <a:gd name="connsiteY0" fmla="*/ 617887 h 617887"/>
                        <a:gd name="connsiteX1" fmla="*/ 640498 w 942354"/>
                        <a:gd name="connsiteY1" fmla="*/ 548153 h 617887"/>
                        <a:gd name="connsiteX2" fmla="*/ 821446 w 942354"/>
                        <a:gd name="connsiteY2" fmla="*/ 174492 h 617887"/>
                        <a:gd name="connsiteX3" fmla="*/ 942354 w 942354"/>
                        <a:gd name="connsiteY3" fmla="*/ 519 h 617887"/>
                        <a:gd name="connsiteX0" fmla="*/ 0 w 1049442"/>
                        <a:gd name="connsiteY0" fmla="*/ 624690 h 624690"/>
                        <a:gd name="connsiteX1" fmla="*/ 640498 w 1049442"/>
                        <a:gd name="connsiteY1" fmla="*/ 554956 h 624690"/>
                        <a:gd name="connsiteX2" fmla="*/ 821446 w 1049442"/>
                        <a:gd name="connsiteY2" fmla="*/ 181295 h 624690"/>
                        <a:gd name="connsiteX3" fmla="*/ 1049442 w 1049442"/>
                        <a:gd name="connsiteY3" fmla="*/ 488 h 624690"/>
                        <a:gd name="connsiteX0" fmla="*/ 0 w 1049442"/>
                        <a:gd name="connsiteY0" fmla="*/ 624690 h 624690"/>
                        <a:gd name="connsiteX1" fmla="*/ 452372 w 1049442"/>
                        <a:gd name="connsiteY1" fmla="*/ 506936 h 624690"/>
                        <a:gd name="connsiteX2" fmla="*/ 821446 w 1049442"/>
                        <a:gd name="connsiteY2" fmla="*/ 181295 h 624690"/>
                        <a:gd name="connsiteX3" fmla="*/ 1049442 w 1049442"/>
                        <a:gd name="connsiteY3" fmla="*/ 488 h 624690"/>
                        <a:gd name="connsiteX0" fmla="*/ 0 w 1049442"/>
                        <a:gd name="connsiteY0" fmla="*/ 624746 h 624746"/>
                        <a:gd name="connsiteX1" fmla="*/ 452372 w 1049442"/>
                        <a:gd name="connsiteY1" fmla="*/ 506992 h 624746"/>
                        <a:gd name="connsiteX2" fmla="*/ 783821 w 1049442"/>
                        <a:gd name="connsiteY2" fmla="*/ 169346 h 624746"/>
                        <a:gd name="connsiteX3" fmla="*/ 1049442 w 1049442"/>
                        <a:gd name="connsiteY3" fmla="*/ 544 h 624746"/>
                        <a:gd name="connsiteX0" fmla="*/ 0 w 1174859"/>
                        <a:gd name="connsiteY0" fmla="*/ 672766 h 672766"/>
                        <a:gd name="connsiteX1" fmla="*/ 577789 w 1174859"/>
                        <a:gd name="connsiteY1" fmla="*/ 506992 h 672766"/>
                        <a:gd name="connsiteX2" fmla="*/ 909238 w 1174859"/>
                        <a:gd name="connsiteY2" fmla="*/ 169346 h 672766"/>
                        <a:gd name="connsiteX3" fmla="*/ 1174859 w 1174859"/>
                        <a:gd name="connsiteY3" fmla="*/ 544 h 672766"/>
                        <a:gd name="connsiteX0" fmla="*/ 0 w 1174859"/>
                        <a:gd name="connsiteY0" fmla="*/ 672766 h 672766"/>
                        <a:gd name="connsiteX1" fmla="*/ 231404 w 1174859"/>
                        <a:gd name="connsiteY1" fmla="*/ 618980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766 h 672766"/>
                        <a:gd name="connsiteX1" fmla="*/ 231404 w 1174859"/>
                        <a:gd name="connsiteY1" fmla="*/ 642991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893 h 672893"/>
                        <a:gd name="connsiteX1" fmla="*/ 231404 w 1174859"/>
                        <a:gd name="connsiteY1" fmla="*/ 643118 h 672893"/>
                        <a:gd name="connsiteX2" fmla="*/ 577789 w 1174859"/>
                        <a:gd name="connsiteY2" fmla="*/ 507119 h 672893"/>
                        <a:gd name="connsiteX3" fmla="*/ 865342 w 1174859"/>
                        <a:gd name="connsiteY3" fmla="*/ 149464 h 672893"/>
                        <a:gd name="connsiteX4" fmla="*/ 1174859 w 1174859"/>
                        <a:gd name="connsiteY4"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714260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58976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218754"/>
                        <a:gd name="connsiteY0" fmla="*/ 676895 h 676895"/>
                        <a:gd name="connsiteX1" fmla="*/ 275299 w 1218754"/>
                        <a:gd name="connsiteY1" fmla="*/ 643118 h 676895"/>
                        <a:gd name="connsiteX2" fmla="*/ 602871 w 1218754"/>
                        <a:gd name="connsiteY2" fmla="*/ 507119 h 676895"/>
                        <a:gd name="connsiteX3" fmla="*/ 733072 w 1218754"/>
                        <a:gd name="connsiteY3" fmla="*/ 363003 h 676895"/>
                        <a:gd name="connsiteX4" fmla="*/ 909237 w 1218754"/>
                        <a:gd name="connsiteY4" fmla="*/ 149464 h 676895"/>
                        <a:gd name="connsiteX5" fmla="*/ 1218754 w 1218754"/>
                        <a:gd name="connsiteY5" fmla="*/ 671 h 67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754" h="676895">
                          <a:moveTo>
                            <a:pt x="0" y="676895"/>
                          </a:moveTo>
                          <a:cubicBezTo>
                            <a:pt x="38567" y="667931"/>
                            <a:pt x="179001" y="670747"/>
                            <a:pt x="275299" y="643118"/>
                          </a:cubicBezTo>
                          <a:cubicBezTo>
                            <a:pt x="371597" y="615489"/>
                            <a:pt x="526575" y="553805"/>
                            <a:pt x="602871" y="507119"/>
                          </a:cubicBezTo>
                          <a:cubicBezTo>
                            <a:pt x="679167" y="460433"/>
                            <a:pt x="685147" y="422612"/>
                            <a:pt x="733072" y="363003"/>
                          </a:cubicBezTo>
                          <a:cubicBezTo>
                            <a:pt x="780997" y="303394"/>
                            <a:pt x="832471" y="209853"/>
                            <a:pt x="909237" y="149464"/>
                          </a:cubicBezTo>
                          <a:cubicBezTo>
                            <a:pt x="962143" y="68921"/>
                            <a:pt x="1162690" y="-8015"/>
                            <a:pt x="1218754" y="671"/>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grpSp>
              <p:grpSp>
                <p:nvGrpSpPr>
                  <p:cNvPr id="267" name="Group 266">
                    <a:extLst>
                      <a:ext uri="{FF2B5EF4-FFF2-40B4-BE49-F238E27FC236}">
                        <a16:creationId xmlns:a16="http://schemas.microsoft.com/office/drawing/2014/main" id="{1FDA41FB-E36E-6E0B-72D7-73D11FC2C860}"/>
                      </a:ext>
                    </a:extLst>
                  </p:cNvPr>
                  <p:cNvGrpSpPr/>
                  <p:nvPr/>
                </p:nvGrpSpPr>
                <p:grpSpPr>
                  <a:xfrm>
                    <a:off x="724594" y="3774820"/>
                    <a:ext cx="4282245" cy="914400"/>
                    <a:chOff x="2137258" y="3117590"/>
                    <a:chExt cx="4923361" cy="3535163"/>
                  </a:xfrm>
                </p:grpSpPr>
                <p:cxnSp>
                  <p:nvCxnSpPr>
                    <p:cNvPr id="283" name="Straight Arrow Connector 282">
                      <a:extLst>
                        <a:ext uri="{FF2B5EF4-FFF2-40B4-BE49-F238E27FC236}">
                          <a16:creationId xmlns:a16="http://schemas.microsoft.com/office/drawing/2014/main" id="{34686B89-905B-0B5F-3662-C3331FF4C332}"/>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284" name="Straight Arrow Connector 283">
                      <a:extLst>
                        <a:ext uri="{FF2B5EF4-FFF2-40B4-BE49-F238E27FC236}">
                          <a16:creationId xmlns:a16="http://schemas.microsoft.com/office/drawing/2014/main" id="{B6C6B118-B452-5D6E-2C96-3830845A4869}"/>
                        </a:ext>
                      </a:extLst>
                    </p:cNvPr>
                    <p:cNvCxnSpPr/>
                    <p:nvPr/>
                  </p:nvCxnSpPr>
                  <p:spPr>
                    <a:xfrm flipH="1" flipV="1">
                      <a:off x="2137258" y="3117590"/>
                      <a:ext cx="0" cy="3535163"/>
                    </a:xfrm>
                    <a:prstGeom prst="straightConnector1">
                      <a:avLst/>
                    </a:prstGeom>
                    <a:noFill/>
                    <a:ln w="44450" cap="rnd" cmpd="sng" algn="ctr">
                      <a:solidFill>
                        <a:srgbClr val="002060"/>
                      </a:solidFill>
                      <a:prstDash val="solid"/>
                      <a:miter lim="800000"/>
                      <a:tailEnd type="triangle"/>
                    </a:ln>
                    <a:effectLst/>
                  </p:spPr>
                </p:cxnSp>
              </p:grpSp>
              <p:grpSp>
                <p:nvGrpSpPr>
                  <p:cNvPr id="268" name="Group 267">
                    <a:extLst>
                      <a:ext uri="{FF2B5EF4-FFF2-40B4-BE49-F238E27FC236}">
                        <a16:creationId xmlns:a16="http://schemas.microsoft.com/office/drawing/2014/main" id="{692A7095-51DC-1A77-40B7-2DDA9E1862B0}"/>
                      </a:ext>
                    </a:extLst>
                  </p:cNvPr>
                  <p:cNvGrpSpPr/>
                  <p:nvPr/>
                </p:nvGrpSpPr>
                <p:grpSpPr>
                  <a:xfrm>
                    <a:off x="724594" y="4768555"/>
                    <a:ext cx="4282245" cy="677030"/>
                    <a:chOff x="2137258" y="3964565"/>
                    <a:chExt cx="4923361" cy="2617467"/>
                  </a:xfrm>
                </p:grpSpPr>
                <p:cxnSp>
                  <p:nvCxnSpPr>
                    <p:cNvPr id="281" name="Straight Arrow Connector 280">
                      <a:extLst>
                        <a:ext uri="{FF2B5EF4-FFF2-40B4-BE49-F238E27FC236}">
                          <a16:creationId xmlns:a16="http://schemas.microsoft.com/office/drawing/2014/main" id="{0CB8A0F0-CD60-7E3A-4BD9-56AA9BDC6835}"/>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282" name="Straight Arrow Connector 281">
                      <a:extLst>
                        <a:ext uri="{FF2B5EF4-FFF2-40B4-BE49-F238E27FC236}">
                          <a16:creationId xmlns:a16="http://schemas.microsoft.com/office/drawing/2014/main" id="{FAD83EAD-E4F1-7106-E9B5-84AD47818D3D}"/>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grpSp>
                <p:nvGrpSpPr>
                  <p:cNvPr id="269" name="Group 268">
                    <a:extLst>
                      <a:ext uri="{FF2B5EF4-FFF2-40B4-BE49-F238E27FC236}">
                        <a16:creationId xmlns:a16="http://schemas.microsoft.com/office/drawing/2014/main" id="{88DABBD9-B553-932E-7A19-311D350CE932}"/>
                      </a:ext>
                    </a:extLst>
                  </p:cNvPr>
                  <p:cNvGrpSpPr/>
                  <p:nvPr/>
                </p:nvGrpSpPr>
                <p:grpSpPr>
                  <a:xfrm>
                    <a:off x="705207" y="5540590"/>
                    <a:ext cx="4282245" cy="677030"/>
                    <a:chOff x="2137258" y="3964565"/>
                    <a:chExt cx="4923361" cy="2617467"/>
                  </a:xfrm>
                </p:grpSpPr>
                <p:cxnSp>
                  <p:nvCxnSpPr>
                    <p:cNvPr id="279" name="Straight Arrow Connector 278">
                      <a:extLst>
                        <a:ext uri="{FF2B5EF4-FFF2-40B4-BE49-F238E27FC236}">
                          <a16:creationId xmlns:a16="http://schemas.microsoft.com/office/drawing/2014/main" id="{7DFD99E2-A02E-94CB-A523-6554EC854DFF}"/>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280" name="Straight Arrow Connector 279">
                      <a:extLst>
                        <a:ext uri="{FF2B5EF4-FFF2-40B4-BE49-F238E27FC236}">
                          <a16:creationId xmlns:a16="http://schemas.microsoft.com/office/drawing/2014/main" id="{618285B0-2BB3-91DB-E22B-657296D2CC93}"/>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grpSp>
                <p:nvGrpSpPr>
                  <p:cNvPr id="270" name="Group 269">
                    <a:extLst>
                      <a:ext uri="{FF2B5EF4-FFF2-40B4-BE49-F238E27FC236}">
                        <a16:creationId xmlns:a16="http://schemas.microsoft.com/office/drawing/2014/main" id="{923AB065-2083-6132-942E-D6D0A4A93257}"/>
                      </a:ext>
                    </a:extLst>
                  </p:cNvPr>
                  <p:cNvGrpSpPr/>
                  <p:nvPr/>
                </p:nvGrpSpPr>
                <p:grpSpPr>
                  <a:xfrm>
                    <a:off x="705207" y="6264864"/>
                    <a:ext cx="4282245" cy="677030"/>
                    <a:chOff x="2137258" y="3964565"/>
                    <a:chExt cx="4923361" cy="2617467"/>
                  </a:xfrm>
                </p:grpSpPr>
                <p:cxnSp>
                  <p:nvCxnSpPr>
                    <p:cNvPr id="277" name="Straight Arrow Connector 276">
                      <a:extLst>
                        <a:ext uri="{FF2B5EF4-FFF2-40B4-BE49-F238E27FC236}">
                          <a16:creationId xmlns:a16="http://schemas.microsoft.com/office/drawing/2014/main" id="{22467985-7A56-4221-C5CA-3F9E0FCBDFCD}"/>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278" name="Straight Arrow Connector 277">
                      <a:extLst>
                        <a:ext uri="{FF2B5EF4-FFF2-40B4-BE49-F238E27FC236}">
                          <a16:creationId xmlns:a16="http://schemas.microsoft.com/office/drawing/2014/main" id="{6C5D57BB-BADF-95D2-7A80-C9C4C60DFD22}"/>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sp>
                <p:nvSpPr>
                  <p:cNvPr id="271" name="TextBox 270">
                    <a:extLst>
                      <a:ext uri="{FF2B5EF4-FFF2-40B4-BE49-F238E27FC236}">
                        <a16:creationId xmlns:a16="http://schemas.microsoft.com/office/drawing/2014/main" id="{FDCDB2FF-B817-3C78-2D92-A55B8C17C7F1}"/>
                      </a:ext>
                    </a:extLst>
                  </p:cNvPr>
                  <p:cNvSpPr txBox="1"/>
                  <p:nvPr/>
                </p:nvSpPr>
                <p:spPr>
                  <a:xfrm rot="16200000">
                    <a:off x="-170486" y="4551431"/>
                    <a:ext cx="992643" cy="5232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Flicker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Envelope</a:t>
                    </a:r>
                  </a:p>
                </p:txBody>
              </p:sp>
              <p:sp>
                <p:nvSpPr>
                  <p:cNvPr id="272" name="TextBox 271">
                    <a:extLst>
                      <a:ext uri="{FF2B5EF4-FFF2-40B4-BE49-F238E27FC236}">
                        <a16:creationId xmlns:a16="http://schemas.microsoft.com/office/drawing/2014/main" id="{2CF45E85-7A9F-924C-EF60-201282C95FA6}"/>
                      </a:ext>
                    </a:extLst>
                  </p:cNvPr>
                  <p:cNvSpPr txBox="1"/>
                  <p:nvPr/>
                </p:nvSpPr>
                <p:spPr>
                  <a:xfrm rot="16200000">
                    <a:off x="-206019" y="5956009"/>
                    <a:ext cx="992643" cy="5232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Thermal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Envelope</a:t>
                    </a:r>
                  </a:p>
                </p:txBody>
              </p:sp>
              <p:sp>
                <p:nvSpPr>
                  <p:cNvPr id="273" name="TextBox 272">
                    <a:extLst>
                      <a:ext uri="{FF2B5EF4-FFF2-40B4-BE49-F238E27FC236}">
                        <a16:creationId xmlns:a16="http://schemas.microsoft.com/office/drawing/2014/main" id="{47610179-A9B8-9EA0-F57F-7869FE2DCEFF}"/>
                      </a:ext>
                    </a:extLst>
                  </p:cNvPr>
                  <p:cNvSpPr txBox="1"/>
                  <p:nvPr/>
                </p:nvSpPr>
                <p:spPr>
                  <a:xfrm>
                    <a:off x="516379" y="3992790"/>
                    <a:ext cx="1518875"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NMOS Contribution</a:t>
                    </a:r>
                  </a:p>
                </p:txBody>
              </p:sp>
              <p:sp>
                <p:nvSpPr>
                  <p:cNvPr id="274" name="TextBox 273">
                    <a:extLst>
                      <a:ext uri="{FF2B5EF4-FFF2-40B4-BE49-F238E27FC236}">
                        <a16:creationId xmlns:a16="http://schemas.microsoft.com/office/drawing/2014/main" id="{F1DCF3A1-A65B-D6AD-C071-46AB350D762D}"/>
                      </a:ext>
                    </a:extLst>
                  </p:cNvPr>
                  <p:cNvSpPr txBox="1"/>
                  <p:nvPr/>
                </p:nvSpPr>
                <p:spPr>
                  <a:xfrm>
                    <a:off x="595568" y="4832381"/>
                    <a:ext cx="1386488"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00B050"/>
                        </a:solidFill>
                        <a:effectLst/>
                        <a:uLnTx/>
                        <a:uFillTx/>
                        <a:latin typeface="Arial Rounded MT Bold" panose="020F0704030504030204" pitchFamily="34" charset="0"/>
                      </a:rPr>
                      <a:t>PMOS Contribution</a:t>
                    </a:r>
                  </a:p>
                </p:txBody>
              </p:sp>
              <p:sp>
                <p:nvSpPr>
                  <p:cNvPr id="275" name="TextBox 274">
                    <a:extLst>
                      <a:ext uri="{FF2B5EF4-FFF2-40B4-BE49-F238E27FC236}">
                        <a16:creationId xmlns:a16="http://schemas.microsoft.com/office/drawing/2014/main" id="{FC5CDBB8-1C04-EF71-C034-D35398150FF9}"/>
                      </a:ext>
                    </a:extLst>
                  </p:cNvPr>
                  <p:cNvSpPr txBox="1"/>
                  <p:nvPr/>
                </p:nvSpPr>
                <p:spPr>
                  <a:xfrm>
                    <a:off x="653962" y="5560726"/>
                    <a:ext cx="1282758"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NMOS Contribution</a:t>
                    </a:r>
                  </a:p>
                </p:txBody>
              </p:sp>
              <p:sp>
                <p:nvSpPr>
                  <p:cNvPr id="276" name="TextBox 275">
                    <a:extLst>
                      <a:ext uri="{FF2B5EF4-FFF2-40B4-BE49-F238E27FC236}">
                        <a16:creationId xmlns:a16="http://schemas.microsoft.com/office/drawing/2014/main" id="{A9D12DD5-E2AE-99F3-C93C-EB45AF55BDD0}"/>
                      </a:ext>
                    </a:extLst>
                  </p:cNvPr>
                  <p:cNvSpPr txBox="1"/>
                  <p:nvPr/>
                </p:nvSpPr>
                <p:spPr>
                  <a:xfrm>
                    <a:off x="672087" y="6332760"/>
                    <a:ext cx="1282758"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PMOS Contribution</a:t>
                    </a:r>
                  </a:p>
                </p:txBody>
              </p:sp>
            </p:grpSp>
            <p:sp>
              <p:nvSpPr>
                <p:cNvPr id="201" name="TextBox 200">
                  <a:extLst>
                    <a:ext uri="{FF2B5EF4-FFF2-40B4-BE49-F238E27FC236}">
                      <a16:creationId xmlns:a16="http://schemas.microsoft.com/office/drawing/2014/main" id="{8858C6C6-42BD-5860-5CD8-BC46A65C58C6}"/>
                    </a:ext>
                  </a:extLst>
                </p:cNvPr>
                <p:cNvSpPr txBox="1"/>
                <p:nvPr/>
              </p:nvSpPr>
              <p:spPr>
                <a:xfrm>
                  <a:off x="7243796" y="4354082"/>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202" name="TextBox 201">
                  <a:extLst>
                    <a:ext uri="{FF2B5EF4-FFF2-40B4-BE49-F238E27FC236}">
                      <a16:creationId xmlns:a16="http://schemas.microsoft.com/office/drawing/2014/main" id="{12FB96BB-D42B-0AD6-3964-7A1868E15F63}"/>
                    </a:ext>
                  </a:extLst>
                </p:cNvPr>
                <p:cNvSpPr txBox="1"/>
                <p:nvPr/>
              </p:nvSpPr>
              <p:spPr>
                <a:xfrm>
                  <a:off x="7206698" y="4918575"/>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203" name="TextBox 202">
                  <a:extLst>
                    <a:ext uri="{FF2B5EF4-FFF2-40B4-BE49-F238E27FC236}">
                      <a16:creationId xmlns:a16="http://schemas.microsoft.com/office/drawing/2014/main" id="{3A80AADB-2DEA-1EDF-5A84-E66774BF26D1}"/>
                    </a:ext>
                  </a:extLst>
                </p:cNvPr>
                <p:cNvSpPr txBox="1"/>
                <p:nvPr/>
              </p:nvSpPr>
              <p:spPr>
                <a:xfrm>
                  <a:off x="7243796" y="5466748"/>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204" name="TextBox 203">
                  <a:extLst>
                    <a:ext uri="{FF2B5EF4-FFF2-40B4-BE49-F238E27FC236}">
                      <a16:creationId xmlns:a16="http://schemas.microsoft.com/office/drawing/2014/main" id="{51E9AE20-2609-FCC7-449D-7B1FEFE32BE0}"/>
                    </a:ext>
                  </a:extLst>
                </p:cNvPr>
                <p:cNvSpPr txBox="1"/>
                <p:nvPr/>
              </p:nvSpPr>
              <p:spPr>
                <a:xfrm>
                  <a:off x="7228926" y="6034737"/>
                  <a:ext cx="103906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 )</a:t>
                  </a:r>
                </a:p>
              </p:txBody>
            </p:sp>
            <p:cxnSp>
              <p:nvCxnSpPr>
                <p:cNvPr id="205" name="Straight Arrow Connector 204">
                  <a:extLst>
                    <a:ext uri="{FF2B5EF4-FFF2-40B4-BE49-F238E27FC236}">
                      <a16:creationId xmlns:a16="http://schemas.microsoft.com/office/drawing/2014/main" id="{7AB68A61-B5ED-EE4F-BD14-C926E0DE6BF2}"/>
                    </a:ext>
                  </a:extLst>
                </p:cNvPr>
                <p:cNvCxnSpPr>
                  <a:stCxn id="213" idx="4"/>
                </p:cNvCxnSpPr>
                <p:nvPr/>
              </p:nvCxnSpPr>
              <p:spPr>
                <a:xfrm flipH="1" flipV="1">
                  <a:off x="6934060" y="2144080"/>
                  <a:ext cx="0" cy="2056213"/>
                </a:xfrm>
                <a:prstGeom prst="straightConnector1">
                  <a:avLst/>
                </a:prstGeom>
                <a:noFill/>
                <a:ln w="25400" cap="flat" cmpd="sng" algn="ctr">
                  <a:solidFill>
                    <a:srgbClr val="FF0000"/>
                  </a:solidFill>
                  <a:prstDash val="sysDot"/>
                  <a:miter lim="800000"/>
                  <a:tailEnd type="none"/>
                </a:ln>
                <a:effectLst/>
              </p:spPr>
            </p:cxnSp>
            <p:cxnSp>
              <p:nvCxnSpPr>
                <p:cNvPr id="206" name="Straight Arrow Connector 205">
                  <a:extLst>
                    <a:ext uri="{FF2B5EF4-FFF2-40B4-BE49-F238E27FC236}">
                      <a16:creationId xmlns:a16="http://schemas.microsoft.com/office/drawing/2014/main" id="{F6451C03-6E98-B9AD-E47B-3E427083596C}"/>
                    </a:ext>
                  </a:extLst>
                </p:cNvPr>
                <p:cNvCxnSpPr/>
                <p:nvPr/>
              </p:nvCxnSpPr>
              <p:spPr>
                <a:xfrm flipH="1" flipV="1">
                  <a:off x="6601864" y="2133111"/>
                  <a:ext cx="0" cy="2322315"/>
                </a:xfrm>
                <a:prstGeom prst="straightConnector1">
                  <a:avLst/>
                </a:prstGeom>
                <a:noFill/>
                <a:ln w="25400" cap="flat" cmpd="sng" algn="ctr">
                  <a:solidFill>
                    <a:srgbClr val="000099"/>
                  </a:solidFill>
                  <a:prstDash val="sysDot"/>
                  <a:miter lim="800000"/>
                  <a:tailEnd type="none"/>
                </a:ln>
                <a:effectLst/>
              </p:spPr>
            </p:cxnSp>
            <p:cxnSp>
              <p:nvCxnSpPr>
                <p:cNvPr id="207" name="Straight Arrow Connector 206">
                  <a:extLst>
                    <a:ext uri="{FF2B5EF4-FFF2-40B4-BE49-F238E27FC236}">
                      <a16:creationId xmlns:a16="http://schemas.microsoft.com/office/drawing/2014/main" id="{04EADEB7-5932-CD25-7695-D3DF61040680}"/>
                    </a:ext>
                  </a:extLst>
                </p:cNvPr>
                <p:cNvCxnSpPr/>
                <p:nvPr/>
              </p:nvCxnSpPr>
              <p:spPr>
                <a:xfrm flipV="1">
                  <a:off x="7055276" y="2144079"/>
                  <a:ext cx="0" cy="2687016"/>
                </a:xfrm>
                <a:prstGeom prst="straightConnector1">
                  <a:avLst/>
                </a:prstGeom>
                <a:noFill/>
                <a:ln w="25400" cap="flat" cmpd="sng" algn="ctr">
                  <a:solidFill>
                    <a:srgbClr val="000099"/>
                  </a:solidFill>
                  <a:prstDash val="sysDot"/>
                  <a:miter lim="800000"/>
                  <a:tailEnd type="none"/>
                </a:ln>
                <a:effectLst/>
              </p:spPr>
            </p:cxnSp>
            <p:sp>
              <p:nvSpPr>
                <p:cNvPr id="208" name="Oval 207">
                  <a:extLst>
                    <a:ext uri="{FF2B5EF4-FFF2-40B4-BE49-F238E27FC236}">
                      <a16:creationId xmlns:a16="http://schemas.microsoft.com/office/drawing/2014/main" id="{96F30028-47C7-70B1-A85E-16C43E1AEEA5}"/>
                    </a:ext>
                  </a:extLst>
                </p:cNvPr>
                <p:cNvSpPr/>
                <p:nvPr/>
              </p:nvSpPr>
              <p:spPr bwMode="auto">
                <a:xfrm>
                  <a:off x="6345686" y="1451709"/>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09" name="Oval 208">
                  <a:extLst>
                    <a:ext uri="{FF2B5EF4-FFF2-40B4-BE49-F238E27FC236}">
                      <a16:creationId xmlns:a16="http://schemas.microsoft.com/office/drawing/2014/main" id="{844CB99B-1700-2156-176D-3B53EDC4942B}"/>
                    </a:ext>
                  </a:extLst>
                </p:cNvPr>
                <p:cNvSpPr/>
                <p:nvPr/>
              </p:nvSpPr>
              <p:spPr bwMode="auto">
                <a:xfrm>
                  <a:off x="5620392" y="2938282"/>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10" name="Oval 209">
                  <a:extLst>
                    <a:ext uri="{FF2B5EF4-FFF2-40B4-BE49-F238E27FC236}">
                      <a16:creationId xmlns:a16="http://schemas.microsoft.com/office/drawing/2014/main" id="{7215831B-9181-BB6C-18CD-AB4F117A36E9}"/>
                    </a:ext>
                  </a:extLst>
                </p:cNvPr>
                <p:cNvSpPr/>
                <p:nvPr/>
              </p:nvSpPr>
              <p:spPr bwMode="auto">
                <a:xfrm>
                  <a:off x="6336538" y="2948924"/>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11" name="Oval 210">
                  <a:extLst>
                    <a:ext uri="{FF2B5EF4-FFF2-40B4-BE49-F238E27FC236}">
                      <a16:creationId xmlns:a16="http://schemas.microsoft.com/office/drawing/2014/main" id="{8B326F22-80E1-4AB3-D4A8-6A9FB34BE909}"/>
                    </a:ext>
                  </a:extLst>
                </p:cNvPr>
                <p:cNvSpPr/>
                <p:nvPr/>
              </p:nvSpPr>
              <p:spPr bwMode="auto">
                <a:xfrm>
                  <a:off x="5627043" y="4181605"/>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12" name="Oval 211">
                  <a:extLst>
                    <a:ext uri="{FF2B5EF4-FFF2-40B4-BE49-F238E27FC236}">
                      <a16:creationId xmlns:a16="http://schemas.microsoft.com/office/drawing/2014/main" id="{91E4304D-BBC2-AE31-17F2-F772DC086210}"/>
                    </a:ext>
                  </a:extLst>
                </p:cNvPr>
                <p:cNvSpPr/>
                <p:nvPr/>
              </p:nvSpPr>
              <p:spPr bwMode="auto">
                <a:xfrm>
                  <a:off x="6340275" y="4201992"/>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13" name="Oval 212">
                  <a:extLst>
                    <a:ext uri="{FF2B5EF4-FFF2-40B4-BE49-F238E27FC236}">
                      <a16:creationId xmlns:a16="http://schemas.microsoft.com/office/drawing/2014/main" id="{78EA18E9-6762-32F2-9BAE-D42FB69D77B7}"/>
                    </a:ext>
                  </a:extLst>
                </p:cNvPr>
                <p:cNvSpPr/>
                <p:nvPr/>
              </p:nvSpPr>
              <p:spPr bwMode="auto">
                <a:xfrm>
                  <a:off x="6918950" y="4166054"/>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14" name="Oval 213">
                  <a:extLst>
                    <a:ext uri="{FF2B5EF4-FFF2-40B4-BE49-F238E27FC236}">
                      <a16:creationId xmlns:a16="http://schemas.microsoft.com/office/drawing/2014/main" id="{07CC200B-AC16-D9EF-0087-B97FA1931C78}"/>
                    </a:ext>
                  </a:extLst>
                </p:cNvPr>
                <p:cNvSpPr/>
                <p:nvPr/>
              </p:nvSpPr>
              <p:spPr bwMode="auto">
                <a:xfrm>
                  <a:off x="7033689" y="4823534"/>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15" name="Oval 214">
                  <a:extLst>
                    <a:ext uri="{FF2B5EF4-FFF2-40B4-BE49-F238E27FC236}">
                      <a16:creationId xmlns:a16="http://schemas.microsoft.com/office/drawing/2014/main" id="{75200790-E05D-AB69-68CD-FE5ED455CFAA}"/>
                    </a:ext>
                  </a:extLst>
                </p:cNvPr>
                <p:cNvSpPr/>
                <p:nvPr/>
              </p:nvSpPr>
              <p:spPr bwMode="auto">
                <a:xfrm>
                  <a:off x="6386874" y="4813474"/>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216" name="Straight Connector 215">
                  <a:extLst>
                    <a:ext uri="{FF2B5EF4-FFF2-40B4-BE49-F238E27FC236}">
                      <a16:creationId xmlns:a16="http://schemas.microsoft.com/office/drawing/2014/main" id="{5C2C1D28-39B4-763F-0027-A83F622FE83C}"/>
                    </a:ext>
                  </a:extLst>
                </p:cNvPr>
                <p:cNvCxnSpPr>
                  <a:cxnSpLocks/>
                  <a:stCxn id="211" idx="0"/>
                </p:cNvCxnSpPr>
                <p:nvPr/>
              </p:nvCxnSpPr>
              <p:spPr>
                <a:xfrm flipV="1">
                  <a:off x="5648631" y="3644125"/>
                  <a:ext cx="1444" cy="537480"/>
                </a:xfrm>
                <a:prstGeom prst="line">
                  <a:avLst/>
                </a:prstGeom>
                <a:noFill/>
                <a:ln w="25400" cap="flat" cmpd="sng" algn="ctr">
                  <a:solidFill>
                    <a:srgbClr val="00B050"/>
                  </a:solidFill>
                  <a:prstDash val="solid"/>
                  <a:miter lim="800000"/>
                </a:ln>
                <a:effectLst/>
              </p:spPr>
            </p:cxnSp>
            <p:cxnSp>
              <p:nvCxnSpPr>
                <p:cNvPr id="217" name="Straight Connector 216">
                  <a:extLst>
                    <a:ext uri="{FF2B5EF4-FFF2-40B4-BE49-F238E27FC236}">
                      <a16:creationId xmlns:a16="http://schemas.microsoft.com/office/drawing/2014/main" id="{6E757CEC-389F-11F1-0514-95E2BA5F812E}"/>
                    </a:ext>
                  </a:extLst>
                </p:cNvPr>
                <p:cNvCxnSpPr>
                  <a:cxnSpLocks/>
                </p:cNvCxnSpPr>
                <p:nvPr/>
              </p:nvCxnSpPr>
              <p:spPr>
                <a:xfrm flipH="1" flipV="1">
                  <a:off x="6358269" y="3640119"/>
                  <a:ext cx="1" cy="542001"/>
                </a:xfrm>
                <a:prstGeom prst="line">
                  <a:avLst/>
                </a:prstGeom>
                <a:noFill/>
                <a:ln w="25400" cap="flat" cmpd="sng" algn="ctr">
                  <a:solidFill>
                    <a:srgbClr val="00B050"/>
                  </a:solidFill>
                  <a:prstDash val="solid"/>
                  <a:miter lim="800000"/>
                </a:ln>
                <a:effectLst/>
              </p:spPr>
            </p:cxnSp>
            <p:cxnSp>
              <p:nvCxnSpPr>
                <p:cNvPr id="218" name="Straight Connector 217">
                  <a:extLst>
                    <a:ext uri="{FF2B5EF4-FFF2-40B4-BE49-F238E27FC236}">
                      <a16:creationId xmlns:a16="http://schemas.microsoft.com/office/drawing/2014/main" id="{6BC70554-CA0D-D947-09BB-F94A0412F466}"/>
                    </a:ext>
                  </a:extLst>
                </p:cNvPr>
                <p:cNvCxnSpPr>
                  <a:cxnSpLocks/>
                </p:cNvCxnSpPr>
                <p:nvPr/>
              </p:nvCxnSpPr>
              <p:spPr>
                <a:xfrm flipH="1">
                  <a:off x="5649184" y="3657402"/>
                  <a:ext cx="713145" cy="0"/>
                </a:xfrm>
                <a:prstGeom prst="line">
                  <a:avLst/>
                </a:prstGeom>
                <a:noFill/>
                <a:ln w="25400" cap="flat" cmpd="sng" algn="ctr">
                  <a:solidFill>
                    <a:srgbClr val="00B050"/>
                  </a:solidFill>
                  <a:prstDash val="solid"/>
                  <a:miter lim="800000"/>
                </a:ln>
                <a:effectLst/>
              </p:spPr>
            </p:cxnSp>
            <p:sp>
              <p:nvSpPr>
                <p:cNvPr id="219" name="Oval 218">
                  <a:extLst>
                    <a:ext uri="{FF2B5EF4-FFF2-40B4-BE49-F238E27FC236}">
                      <a16:creationId xmlns:a16="http://schemas.microsoft.com/office/drawing/2014/main" id="{2995FF77-39A7-A802-F84E-445C136E555F}"/>
                    </a:ext>
                  </a:extLst>
                </p:cNvPr>
                <p:cNvSpPr/>
                <p:nvPr/>
              </p:nvSpPr>
              <p:spPr bwMode="auto">
                <a:xfrm>
                  <a:off x="5977047" y="3643747"/>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220" name="Straight Connector 219">
                  <a:extLst>
                    <a:ext uri="{FF2B5EF4-FFF2-40B4-BE49-F238E27FC236}">
                      <a16:creationId xmlns:a16="http://schemas.microsoft.com/office/drawing/2014/main" id="{82E69544-F86F-E7BA-981D-1DC5895194B2}"/>
                    </a:ext>
                  </a:extLst>
                </p:cNvPr>
                <p:cNvCxnSpPr>
                  <a:cxnSpLocks/>
                </p:cNvCxnSpPr>
                <p:nvPr/>
              </p:nvCxnSpPr>
              <p:spPr>
                <a:xfrm flipV="1">
                  <a:off x="6430886" y="3749389"/>
                  <a:ext cx="0" cy="454271"/>
                </a:xfrm>
                <a:prstGeom prst="line">
                  <a:avLst/>
                </a:prstGeom>
                <a:noFill/>
                <a:ln w="25400" cap="flat" cmpd="sng" algn="ctr">
                  <a:solidFill>
                    <a:srgbClr val="00B050"/>
                  </a:solidFill>
                  <a:prstDash val="solid"/>
                  <a:miter lim="800000"/>
                </a:ln>
                <a:effectLst/>
              </p:spPr>
            </p:cxnSp>
            <p:cxnSp>
              <p:nvCxnSpPr>
                <p:cNvPr id="221" name="Straight Connector 220">
                  <a:extLst>
                    <a:ext uri="{FF2B5EF4-FFF2-40B4-BE49-F238E27FC236}">
                      <a16:creationId xmlns:a16="http://schemas.microsoft.com/office/drawing/2014/main" id="{CB091F8F-900E-3638-6060-0A8E3F50370B}"/>
                    </a:ext>
                  </a:extLst>
                </p:cNvPr>
                <p:cNvCxnSpPr>
                  <a:cxnSpLocks/>
                </p:cNvCxnSpPr>
                <p:nvPr/>
              </p:nvCxnSpPr>
              <p:spPr>
                <a:xfrm flipV="1">
                  <a:off x="6932407" y="3738950"/>
                  <a:ext cx="0" cy="409517"/>
                </a:xfrm>
                <a:prstGeom prst="line">
                  <a:avLst/>
                </a:prstGeom>
                <a:noFill/>
                <a:ln w="25400" cap="flat" cmpd="sng" algn="ctr">
                  <a:solidFill>
                    <a:srgbClr val="00B050"/>
                  </a:solidFill>
                  <a:prstDash val="solid"/>
                  <a:miter lim="800000"/>
                </a:ln>
                <a:effectLst/>
              </p:spPr>
            </p:cxnSp>
            <p:cxnSp>
              <p:nvCxnSpPr>
                <p:cNvPr id="222" name="Straight Connector 221">
                  <a:extLst>
                    <a:ext uri="{FF2B5EF4-FFF2-40B4-BE49-F238E27FC236}">
                      <a16:creationId xmlns:a16="http://schemas.microsoft.com/office/drawing/2014/main" id="{42C7046F-9D19-E26C-C553-62BDAC44E785}"/>
                    </a:ext>
                  </a:extLst>
                </p:cNvPr>
                <p:cNvCxnSpPr>
                  <a:cxnSpLocks/>
                </p:cNvCxnSpPr>
                <p:nvPr/>
              </p:nvCxnSpPr>
              <p:spPr>
                <a:xfrm flipH="1" flipV="1">
                  <a:off x="6421277" y="3756069"/>
                  <a:ext cx="531200" cy="0"/>
                </a:xfrm>
                <a:prstGeom prst="line">
                  <a:avLst/>
                </a:prstGeom>
                <a:noFill/>
                <a:ln w="25400" cap="flat" cmpd="sng" algn="ctr">
                  <a:solidFill>
                    <a:srgbClr val="00B050"/>
                  </a:solidFill>
                  <a:prstDash val="solid"/>
                  <a:miter lim="800000"/>
                </a:ln>
                <a:effectLst/>
              </p:spPr>
            </p:cxnSp>
            <p:sp>
              <p:nvSpPr>
                <p:cNvPr id="223" name="Oval 222">
                  <a:extLst>
                    <a:ext uri="{FF2B5EF4-FFF2-40B4-BE49-F238E27FC236}">
                      <a16:creationId xmlns:a16="http://schemas.microsoft.com/office/drawing/2014/main" id="{4C20F244-5180-83C6-26A9-3DCC9A2D627D}"/>
                    </a:ext>
                  </a:extLst>
                </p:cNvPr>
                <p:cNvSpPr/>
                <p:nvPr/>
              </p:nvSpPr>
              <p:spPr bwMode="auto">
                <a:xfrm>
                  <a:off x="6672118" y="3738950"/>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24" name="Oval 223">
                  <a:extLst>
                    <a:ext uri="{FF2B5EF4-FFF2-40B4-BE49-F238E27FC236}">
                      <a16:creationId xmlns:a16="http://schemas.microsoft.com/office/drawing/2014/main" id="{90425204-E4BC-7EC8-D256-79297F2BCA80}"/>
                    </a:ext>
                  </a:extLst>
                </p:cNvPr>
                <p:cNvSpPr/>
                <p:nvPr/>
              </p:nvSpPr>
              <p:spPr bwMode="auto">
                <a:xfrm>
                  <a:off x="6411507" y="4191897"/>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225" name="Straight Connector 224">
                  <a:extLst>
                    <a:ext uri="{FF2B5EF4-FFF2-40B4-BE49-F238E27FC236}">
                      <a16:creationId xmlns:a16="http://schemas.microsoft.com/office/drawing/2014/main" id="{A7166D67-5515-374F-DC8D-29C2B3A3CAFC}"/>
                    </a:ext>
                  </a:extLst>
                </p:cNvPr>
                <p:cNvCxnSpPr>
                  <a:cxnSpLocks/>
                </p:cNvCxnSpPr>
                <p:nvPr/>
              </p:nvCxnSpPr>
              <p:spPr>
                <a:xfrm flipV="1">
                  <a:off x="6421277" y="4358684"/>
                  <a:ext cx="0" cy="454271"/>
                </a:xfrm>
                <a:prstGeom prst="line">
                  <a:avLst/>
                </a:prstGeom>
                <a:noFill/>
                <a:ln w="25400" cap="flat" cmpd="sng" algn="ctr">
                  <a:solidFill>
                    <a:srgbClr val="00B050"/>
                  </a:solidFill>
                  <a:prstDash val="solid"/>
                  <a:miter lim="800000"/>
                </a:ln>
                <a:effectLst/>
              </p:spPr>
            </p:cxnSp>
            <p:cxnSp>
              <p:nvCxnSpPr>
                <p:cNvPr id="226" name="Straight Connector 225">
                  <a:extLst>
                    <a:ext uri="{FF2B5EF4-FFF2-40B4-BE49-F238E27FC236}">
                      <a16:creationId xmlns:a16="http://schemas.microsoft.com/office/drawing/2014/main" id="{41D45C57-AEC7-5DED-5FFE-A4862718CFF9}"/>
                    </a:ext>
                  </a:extLst>
                </p:cNvPr>
                <p:cNvCxnSpPr>
                  <a:cxnSpLocks/>
                </p:cNvCxnSpPr>
                <p:nvPr/>
              </p:nvCxnSpPr>
              <p:spPr>
                <a:xfrm flipH="1">
                  <a:off x="6410012" y="4367435"/>
                  <a:ext cx="654349" cy="0"/>
                </a:xfrm>
                <a:prstGeom prst="line">
                  <a:avLst/>
                </a:prstGeom>
                <a:noFill/>
                <a:ln w="25400" cap="flat" cmpd="sng" algn="ctr">
                  <a:solidFill>
                    <a:srgbClr val="00B050"/>
                  </a:solidFill>
                  <a:prstDash val="solid"/>
                  <a:miter lim="800000"/>
                </a:ln>
                <a:effectLst/>
              </p:spPr>
            </p:cxnSp>
            <p:sp>
              <p:nvSpPr>
                <p:cNvPr id="227" name="Oval 226">
                  <a:extLst>
                    <a:ext uri="{FF2B5EF4-FFF2-40B4-BE49-F238E27FC236}">
                      <a16:creationId xmlns:a16="http://schemas.microsoft.com/office/drawing/2014/main" id="{09989D9C-5467-2A46-C76B-2F82E8658838}"/>
                    </a:ext>
                  </a:extLst>
                </p:cNvPr>
                <p:cNvSpPr/>
                <p:nvPr/>
              </p:nvSpPr>
              <p:spPr bwMode="auto">
                <a:xfrm>
                  <a:off x="6579263" y="4352561"/>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228" name="Straight Connector 227">
                  <a:extLst>
                    <a:ext uri="{FF2B5EF4-FFF2-40B4-BE49-F238E27FC236}">
                      <a16:creationId xmlns:a16="http://schemas.microsoft.com/office/drawing/2014/main" id="{5CBD323D-3480-2F24-6F6B-4B370100422A}"/>
                    </a:ext>
                  </a:extLst>
                </p:cNvPr>
                <p:cNvCxnSpPr>
                  <a:cxnSpLocks/>
                </p:cNvCxnSpPr>
                <p:nvPr/>
              </p:nvCxnSpPr>
              <p:spPr>
                <a:xfrm flipV="1">
                  <a:off x="7055276" y="4367435"/>
                  <a:ext cx="0" cy="437697"/>
                </a:xfrm>
                <a:prstGeom prst="line">
                  <a:avLst/>
                </a:prstGeom>
                <a:noFill/>
                <a:ln w="25400" cap="flat" cmpd="sng" algn="ctr">
                  <a:solidFill>
                    <a:srgbClr val="00B050"/>
                  </a:solidFill>
                  <a:prstDash val="solid"/>
                  <a:miter lim="800000"/>
                </a:ln>
                <a:effectLst/>
              </p:spPr>
            </p:cxnSp>
            <p:sp>
              <p:nvSpPr>
                <p:cNvPr id="229" name="Rectangle 233">
                  <a:extLst>
                    <a:ext uri="{FF2B5EF4-FFF2-40B4-BE49-F238E27FC236}">
                      <a16:creationId xmlns:a16="http://schemas.microsoft.com/office/drawing/2014/main" id="{DF389B7F-7913-CB3E-EECA-BC58B3D8C55B}"/>
                    </a:ext>
                  </a:extLst>
                </p:cNvPr>
                <p:cNvSpPr>
                  <a:spLocks noChangeArrowheads="1"/>
                </p:cNvSpPr>
                <p:nvPr/>
              </p:nvSpPr>
              <p:spPr bwMode="auto">
                <a:xfrm>
                  <a:off x="5770299" y="2202207"/>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1</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sp>
              <p:nvSpPr>
                <p:cNvPr id="230" name="Freeform 132">
                  <a:extLst>
                    <a:ext uri="{FF2B5EF4-FFF2-40B4-BE49-F238E27FC236}">
                      <a16:creationId xmlns:a16="http://schemas.microsoft.com/office/drawing/2014/main" id="{9975BFBC-356F-4090-6E9B-0C6EC3FC482F}"/>
                    </a:ext>
                  </a:extLst>
                </p:cNvPr>
                <p:cNvSpPr>
                  <a:spLocks/>
                </p:cNvSpPr>
                <p:nvPr/>
              </p:nvSpPr>
              <p:spPr bwMode="auto">
                <a:xfrm>
                  <a:off x="5412356" y="5079284"/>
                  <a:ext cx="966788" cy="325438"/>
                </a:xfrm>
                <a:custGeom>
                  <a:avLst/>
                  <a:gdLst>
                    <a:gd name="T0" fmla="*/ 0 w 7312"/>
                    <a:gd name="T1" fmla="*/ 2693 h 2693"/>
                    <a:gd name="T2" fmla="*/ 1198 w 7312"/>
                    <a:gd name="T3" fmla="*/ 2661 h 2693"/>
                    <a:gd name="T4" fmla="*/ 1888 w 7312"/>
                    <a:gd name="T5" fmla="*/ 738 h 2693"/>
                    <a:gd name="T6" fmla="*/ 2873 w 7312"/>
                    <a:gd name="T7" fmla="*/ 102 h 2693"/>
                    <a:gd name="T8" fmla="*/ 5531 w 7312"/>
                    <a:gd name="T9" fmla="*/ 127 h 2693"/>
                    <a:gd name="T10" fmla="*/ 5531 w 7312"/>
                    <a:gd name="T11" fmla="*/ 127 h 2693"/>
                    <a:gd name="T12" fmla="*/ 6323 w 7312"/>
                    <a:gd name="T13" fmla="*/ 518 h 2693"/>
                    <a:gd name="T14" fmla="*/ 7312 w 7312"/>
                    <a:gd name="T15" fmla="*/ 2643 h 26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12" h="2693">
                      <a:moveTo>
                        <a:pt x="0" y="2693"/>
                      </a:moveTo>
                      <a:lnTo>
                        <a:pt x="1198" y="2661"/>
                      </a:lnTo>
                      <a:cubicBezTo>
                        <a:pt x="1752" y="2339"/>
                        <a:pt x="1609" y="1164"/>
                        <a:pt x="1888" y="738"/>
                      </a:cubicBezTo>
                      <a:cubicBezTo>
                        <a:pt x="2167" y="311"/>
                        <a:pt x="2266" y="204"/>
                        <a:pt x="2873" y="102"/>
                      </a:cubicBezTo>
                      <a:cubicBezTo>
                        <a:pt x="3480" y="0"/>
                        <a:pt x="5088" y="123"/>
                        <a:pt x="5531" y="127"/>
                      </a:cubicBezTo>
                      <a:lnTo>
                        <a:pt x="5531" y="127"/>
                      </a:lnTo>
                      <a:cubicBezTo>
                        <a:pt x="5663" y="192"/>
                        <a:pt x="6026" y="99"/>
                        <a:pt x="6323" y="518"/>
                      </a:cubicBezTo>
                      <a:cubicBezTo>
                        <a:pt x="6620" y="938"/>
                        <a:pt x="6699" y="2276"/>
                        <a:pt x="7312" y="2643"/>
                      </a:cubicBez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1" name="Freeform 135">
                  <a:extLst>
                    <a:ext uri="{FF2B5EF4-FFF2-40B4-BE49-F238E27FC236}">
                      <a16:creationId xmlns:a16="http://schemas.microsoft.com/office/drawing/2014/main" id="{6231B65C-45CB-E694-2D1E-98EBC7D09229}"/>
                    </a:ext>
                  </a:extLst>
                </p:cNvPr>
                <p:cNvSpPr>
                  <a:spLocks/>
                </p:cNvSpPr>
                <p:nvPr/>
              </p:nvSpPr>
              <p:spPr bwMode="auto">
                <a:xfrm>
                  <a:off x="6029894" y="5565059"/>
                  <a:ext cx="1271588" cy="322263"/>
                </a:xfrm>
                <a:custGeom>
                  <a:avLst/>
                  <a:gdLst>
                    <a:gd name="T0" fmla="*/ 0 w 4804"/>
                    <a:gd name="T1" fmla="*/ 1334 h 1334"/>
                    <a:gd name="T2" fmla="*/ 1315 w 4804"/>
                    <a:gd name="T3" fmla="*/ 1330 h 1334"/>
                    <a:gd name="T4" fmla="*/ 1660 w 4804"/>
                    <a:gd name="T5" fmla="*/ 368 h 1334"/>
                    <a:gd name="T6" fmla="*/ 2152 w 4804"/>
                    <a:gd name="T7" fmla="*/ 51 h 1334"/>
                    <a:gd name="T8" fmla="*/ 3479 w 4804"/>
                    <a:gd name="T9" fmla="*/ 63 h 1334"/>
                    <a:gd name="T10" fmla="*/ 3479 w 4804"/>
                    <a:gd name="T11" fmla="*/ 63 h 1334"/>
                    <a:gd name="T12" fmla="*/ 3875 w 4804"/>
                    <a:gd name="T13" fmla="*/ 259 h 1334"/>
                    <a:gd name="T14" fmla="*/ 4163 w 4804"/>
                    <a:gd name="T15" fmla="*/ 905 h 1334"/>
                    <a:gd name="T16" fmla="*/ 4369 w 4804"/>
                    <a:gd name="T17" fmla="*/ 1321 h 1334"/>
                    <a:gd name="T18" fmla="*/ 4804 w 4804"/>
                    <a:gd name="T19" fmla="*/ 1309 h 1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4" h="1334">
                      <a:moveTo>
                        <a:pt x="0" y="1334"/>
                      </a:moveTo>
                      <a:lnTo>
                        <a:pt x="1315" y="1330"/>
                      </a:lnTo>
                      <a:cubicBezTo>
                        <a:pt x="1591" y="1169"/>
                        <a:pt x="1520" y="582"/>
                        <a:pt x="1660" y="368"/>
                      </a:cubicBezTo>
                      <a:cubicBezTo>
                        <a:pt x="1799" y="155"/>
                        <a:pt x="1848" y="101"/>
                        <a:pt x="2152" y="51"/>
                      </a:cubicBezTo>
                      <a:cubicBezTo>
                        <a:pt x="2455" y="0"/>
                        <a:pt x="3258" y="61"/>
                        <a:pt x="3479" y="63"/>
                      </a:cubicBezTo>
                      <a:lnTo>
                        <a:pt x="3479" y="63"/>
                      </a:lnTo>
                      <a:cubicBezTo>
                        <a:pt x="3545" y="96"/>
                        <a:pt x="3727" y="49"/>
                        <a:pt x="3875" y="259"/>
                      </a:cubicBezTo>
                      <a:cubicBezTo>
                        <a:pt x="3989" y="399"/>
                        <a:pt x="4081" y="728"/>
                        <a:pt x="4163" y="905"/>
                      </a:cubicBezTo>
                      <a:cubicBezTo>
                        <a:pt x="4246" y="1082"/>
                        <a:pt x="4263" y="1253"/>
                        <a:pt x="4369" y="1321"/>
                      </a:cubicBezTo>
                      <a:lnTo>
                        <a:pt x="4804" y="1309"/>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2" name="Freeform 175">
                  <a:extLst>
                    <a:ext uri="{FF2B5EF4-FFF2-40B4-BE49-F238E27FC236}">
                      <a16:creationId xmlns:a16="http://schemas.microsoft.com/office/drawing/2014/main" id="{50389638-4FE0-5FC5-9B77-A2785076F9E3}"/>
                    </a:ext>
                  </a:extLst>
                </p:cNvPr>
                <p:cNvSpPr>
                  <a:spLocks/>
                </p:cNvSpPr>
                <p:nvPr/>
              </p:nvSpPr>
              <p:spPr bwMode="auto">
                <a:xfrm>
                  <a:off x="6399781" y="5120559"/>
                  <a:ext cx="935038" cy="284163"/>
                </a:xfrm>
                <a:custGeom>
                  <a:avLst/>
                  <a:gdLst>
                    <a:gd name="T0" fmla="*/ 0 w 7072"/>
                    <a:gd name="T1" fmla="*/ 2307 h 2357"/>
                    <a:gd name="T2" fmla="*/ 555 w 7072"/>
                    <a:gd name="T3" fmla="*/ 640 h 2357"/>
                    <a:gd name="T4" fmla="*/ 1345 w 7072"/>
                    <a:gd name="T5" fmla="*/ 88 h 2357"/>
                    <a:gd name="T6" fmla="*/ 3479 w 7072"/>
                    <a:gd name="T7" fmla="*/ 110 h 2357"/>
                    <a:gd name="T8" fmla="*/ 3479 w 7072"/>
                    <a:gd name="T9" fmla="*/ 110 h 2357"/>
                    <a:gd name="T10" fmla="*/ 4115 w 7072"/>
                    <a:gd name="T11" fmla="*/ 449 h 2357"/>
                    <a:gd name="T12" fmla="*/ 4910 w 7072"/>
                    <a:gd name="T13" fmla="*/ 2291 h 2357"/>
                    <a:gd name="T14" fmla="*/ 7072 w 7072"/>
                    <a:gd name="T15" fmla="*/ 2357 h 23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72" h="2357">
                      <a:moveTo>
                        <a:pt x="0" y="2307"/>
                      </a:moveTo>
                      <a:cubicBezTo>
                        <a:pt x="445" y="2027"/>
                        <a:pt x="331" y="1009"/>
                        <a:pt x="555" y="640"/>
                      </a:cubicBezTo>
                      <a:cubicBezTo>
                        <a:pt x="779" y="270"/>
                        <a:pt x="858" y="177"/>
                        <a:pt x="1345" y="88"/>
                      </a:cubicBezTo>
                      <a:cubicBezTo>
                        <a:pt x="1833" y="0"/>
                        <a:pt x="3123" y="107"/>
                        <a:pt x="3479" y="110"/>
                      </a:cubicBezTo>
                      <a:lnTo>
                        <a:pt x="3479" y="110"/>
                      </a:lnTo>
                      <a:cubicBezTo>
                        <a:pt x="3585" y="167"/>
                        <a:pt x="3877" y="86"/>
                        <a:pt x="4115" y="449"/>
                      </a:cubicBezTo>
                      <a:cubicBezTo>
                        <a:pt x="4354" y="813"/>
                        <a:pt x="4417" y="1973"/>
                        <a:pt x="4910" y="2291"/>
                      </a:cubicBezTo>
                      <a:lnTo>
                        <a:pt x="7072" y="2357"/>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3" name="Line 188">
                  <a:extLst>
                    <a:ext uri="{FF2B5EF4-FFF2-40B4-BE49-F238E27FC236}">
                      <a16:creationId xmlns:a16="http://schemas.microsoft.com/office/drawing/2014/main" id="{1450107F-A8D5-8096-228B-C9B23791AAEA}"/>
                    </a:ext>
                  </a:extLst>
                </p:cNvPr>
                <p:cNvSpPr>
                  <a:spLocks noChangeShapeType="1"/>
                </p:cNvSpPr>
                <p:nvPr/>
              </p:nvSpPr>
              <p:spPr bwMode="auto">
                <a:xfrm>
                  <a:off x="5479031" y="5406309"/>
                  <a:ext cx="103188"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4" name="Line 189">
                  <a:extLst>
                    <a:ext uri="{FF2B5EF4-FFF2-40B4-BE49-F238E27FC236}">
                      <a16:creationId xmlns:a16="http://schemas.microsoft.com/office/drawing/2014/main" id="{C31840CD-01FC-81A9-0F5D-870BDD9737E1}"/>
                    </a:ext>
                  </a:extLst>
                </p:cNvPr>
                <p:cNvSpPr>
                  <a:spLocks noChangeShapeType="1"/>
                </p:cNvSpPr>
                <p:nvPr/>
              </p:nvSpPr>
              <p:spPr bwMode="auto">
                <a:xfrm>
                  <a:off x="5583806" y="5084047"/>
                  <a:ext cx="790575"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5" name="Line 190">
                  <a:extLst>
                    <a:ext uri="{FF2B5EF4-FFF2-40B4-BE49-F238E27FC236}">
                      <a16:creationId xmlns:a16="http://schemas.microsoft.com/office/drawing/2014/main" id="{2A1D2C3F-6ECA-4DCD-02FF-CF15D23939BD}"/>
                    </a:ext>
                  </a:extLst>
                </p:cNvPr>
                <p:cNvSpPr>
                  <a:spLocks noChangeShapeType="1"/>
                </p:cNvSpPr>
                <p:nvPr/>
              </p:nvSpPr>
              <p:spPr bwMode="auto">
                <a:xfrm>
                  <a:off x="5583806" y="5085634"/>
                  <a:ext cx="0" cy="320675"/>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6" name="Line 191">
                  <a:extLst>
                    <a:ext uri="{FF2B5EF4-FFF2-40B4-BE49-F238E27FC236}">
                      <a16:creationId xmlns:a16="http://schemas.microsoft.com/office/drawing/2014/main" id="{C4758273-8D70-4404-C6C2-E2FC45758B28}"/>
                    </a:ext>
                  </a:extLst>
                </p:cNvPr>
                <p:cNvSpPr>
                  <a:spLocks noChangeShapeType="1"/>
                </p:cNvSpPr>
                <p:nvPr/>
              </p:nvSpPr>
              <p:spPr bwMode="auto">
                <a:xfrm>
                  <a:off x="6374381" y="5084047"/>
                  <a:ext cx="0" cy="322263"/>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7" name="Line 192">
                  <a:extLst>
                    <a:ext uri="{FF2B5EF4-FFF2-40B4-BE49-F238E27FC236}">
                      <a16:creationId xmlns:a16="http://schemas.microsoft.com/office/drawing/2014/main" id="{7FE601E9-1C89-485B-48CF-79BA4ED7DB26}"/>
                    </a:ext>
                  </a:extLst>
                </p:cNvPr>
                <p:cNvSpPr>
                  <a:spLocks noChangeShapeType="1"/>
                </p:cNvSpPr>
                <p:nvPr/>
              </p:nvSpPr>
              <p:spPr bwMode="auto">
                <a:xfrm>
                  <a:off x="6380731" y="5411072"/>
                  <a:ext cx="38100"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8" name="Line 193">
                  <a:extLst>
                    <a:ext uri="{FF2B5EF4-FFF2-40B4-BE49-F238E27FC236}">
                      <a16:creationId xmlns:a16="http://schemas.microsoft.com/office/drawing/2014/main" id="{FAEB5F8B-3A16-265C-BFC9-7D70739ED5D6}"/>
                    </a:ext>
                  </a:extLst>
                </p:cNvPr>
                <p:cNvSpPr>
                  <a:spLocks noChangeShapeType="1"/>
                </p:cNvSpPr>
                <p:nvPr/>
              </p:nvSpPr>
              <p:spPr bwMode="auto">
                <a:xfrm>
                  <a:off x="6418831" y="5122147"/>
                  <a:ext cx="633413"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39" name="Line 194">
                  <a:extLst>
                    <a:ext uri="{FF2B5EF4-FFF2-40B4-BE49-F238E27FC236}">
                      <a16:creationId xmlns:a16="http://schemas.microsoft.com/office/drawing/2014/main" id="{5B3A5CEB-02A6-A12B-D5F3-98478772A226}"/>
                    </a:ext>
                  </a:extLst>
                </p:cNvPr>
                <p:cNvSpPr>
                  <a:spLocks noChangeShapeType="1"/>
                </p:cNvSpPr>
                <p:nvPr/>
              </p:nvSpPr>
              <p:spPr bwMode="auto">
                <a:xfrm>
                  <a:off x="6418831" y="5123734"/>
                  <a:ext cx="0" cy="288925"/>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0" name="Line 195">
                  <a:extLst>
                    <a:ext uri="{FF2B5EF4-FFF2-40B4-BE49-F238E27FC236}">
                      <a16:creationId xmlns:a16="http://schemas.microsoft.com/office/drawing/2014/main" id="{239BB5D4-B6F0-8717-96C1-F84D2C3CF350}"/>
                    </a:ext>
                  </a:extLst>
                </p:cNvPr>
                <p:cNvSpPr>
                  <a:spLocks noChangeShapeType="1"/>
                </p:cNvSpPr>
                <p:nvPr/>
              </p:nvSpPr>
              <p:spPr bwMode="auto">
                <a:xfrm>
                  <a:off x="7053831" y="5122147"/>
                  <a:ext cx="0" cy="288925"/>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1" name="Line 196">
                  <a:extLst>
                    <a:ext uri="{FF2B5EF4-FFF2-40B4-BE49-F238E27FC236}">
                      <a16:creationId xmlns:a16="http://schemas.microsoft.com/office/drawing/2014/main" id="{F6AF9E56-0639-C829-01B7-94EF50EDD0C6}"/>
                    </a:ext>
                  </a:extLst>
                </p:cNvPr>
                <p:cNvSpPr>
                  <a:spLocks noChangeShapeType="1"/>
                </p:cNvSpPr>
                <p:nvPr/>
              </p:nvSpPr>
              <p:spPr bwMode="auto">
                <a:xfrm>
                  <a:off x="7066531" y="5399959"/>
                  <a:ext cx="171450"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2" name="Line 197">
                  <a:extLst>
                    <a:ext uri="{FF2B5EF4-FFF2-40B4-BE49-F238E27FC236}">
                      <a16:creationId xmlns:a16="http://schemas.microsoft.com/office/drawing/2014/main" id="{CA8A37F9-2EF7-89C4-66AE-E0A3BE8AC246}"/>
                    </a:ext>
                  </a:extLst>
                </p:cNvPr>
                <p:cNvSpPr>
                  <a:spLocks noChangeShapeType="1"/>
                </p:cNvSpPr>
                <p:nvPr/>
              </p:nvSpPr>
              <p:spPr bwMode="auto">
                <a:xfrm>
                  <a:off x="6253731" y="5893672"/>
                  <a:ext cx="149225"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3" name="Line 198">
                  <a:extLst>
                    <a:ext uri="{FF2B5EF4-FFF2-40B4-BE49-F238E27FC236}">
                      <a16:creationId xmlns:a16="http://schemas.microsoft.com/office/drawing/2014/main" id="{B7D3C25D-C178-27F8-7DB0-AA5D2EE868D2}"/>
                    </a:ext>
                  </a:extLst>
                </p:cNvPr>
                <p:cNvSpPr>
                  <a:spLocks noChangeShapeType="1"/>
                </p:cNvSpPr>
                <p:nvPr/>
              </p:nvSpPr>
              <p:spPr bwMode="auto">
                <a:xfrm>
                  <a:off x="6401369" y="5572997"/>
                  <a:ext cx="722313"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4" name="Line 199">
                  <a:extLst>
                    <a:ext uri="{FF2B5EF4-FFF2-40B4-BE49-F238E27FC236}">
                      <a16:creationId xmlns:a16="http://schemas.microsoft.com/office/drawing/2014/main" id="{29BD9C88-6C6A-7856-F3BE-407231A8B50F}"/>
                    </a:ext>
                  </a:extLst>
                </p:cNvPr>
                <p:cNvSpPr>
                  <a:spLocks noChangeShapeType="1"/>
                </p:cNvSpPr>
                <p:nvPr/>
              </p:nvSpPr>
              <p:spPr bwMode="auto">
                <a:xfrm>
                  <a:off x="6401369" y="5572997"/>
                  <a:ext cx="0" cy="322263"/>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5" name="Line 200">
                  <a:extLst>
                    <a:ext uri="{FF2B5EF4-FFF2-40B4-BE49-F238E27FC236}">
                      <a16:creationId xmlns:a16="http://schemas.microsoft.com/office/drawing/2014/main" id="{3EBD4FB9-4186-1BC7-0D68-ED88DF649C78}"/>
                    </a:ext>
                  </a:extLst>
                </p:cNvPr>
                <p:cNvSpPr>
                  <a:spLocks noChangeShapeType="1"/>
                </p:cNvSpPr>
                <p:nvPr/>
              </p:nvSpPr>
              <p:spPr bwMode="auto">
                <a:xfrm>
                  <a:off x="7123681" y="5572997"/>
                  <a:ext cx="0" cy="320675"/>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6" name="Line 201">
                  <a:extLst>
                    <a:ext uri="{FF2B5EF4-FFF2-40B4-BE49-F238E27FC236}">
                      <a16:creationId xmlns:a16="http://schemas.microsoft.com/office/drawing/2014/main" id="{5603FC0D-0665-65D3-D7A7-3789267877E1}"/>
                    </a:ext>
                  </a:extLst>
                </p:cNvPr>
                <p:cNvSpPr>
                  <a:spLocks noChangeShapeType="1"/>
                </p:cNvSpPr>
                <p:nvPr/>
              </p:nvSpPr>
              <p:spPr bwMode="auto">
                <a:xfrm>
                  <a:off x="7139556" y="5893672"/>
                  <a:ext cx="196850"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7" name="Oval 219">
                  <a:extLst>
                    <a:ext uri="{FF2B5EF4-FFF2-40B4-BE49-F238E27FC236}">
                      <a16:creationId xmlns:a16="http://schemas.microsoft.com/office/drawing/2014/main" id="{F1C5162D-3B95-33E5-59E6-73F0E23AAC0C}"/>
                    </a:ext>
                  </a:extLst>
                </p:cNvPr>
                <p:cNvSpPr>
                  <a:spLocks noChangeArrowheads="1"/>
                </p:cNvSpPr>
                <p:nvPr/>
              </p:nvSpPr>
              <p:spPr bwMode="auto">
                <a:xfrm>
                  <a:off x="6714106" y="5099922"/>
                  <a:ext cx="50800"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8" name="Oval 220">
                  <a:extLst>
                    <a:ext uri="{FF2B5EF4-FFF2-40B4-BE49-F238E27FC236}">
                      <a16:creationId xmlns:a16="http://schemas.microsoft.com/office/drawing/2014/main" id="{3412EE6D-5E4F-0F9B-8888-45610E33FC60}"/>
                    </a:ext>
                  </a:extLst>
                </p:cNvPr>
                <p:cNvSpPr>
                  <a:spLocks noChangeArrowheads="1"/>
                </p:cNvSpPr>
                <p:nvPr/>
              </p:nvSpPr>
              <p:spPr bwMode="auto">
                <a:xfrm>
                  <a:off x="6714106" y="5099922"/>
                  <a:ext cx="50800"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49" name="Oval 221">
                  <a:extLst>
                    <a:ext uri="{FF2B5EF4-FFF2-40B4-BE49-F238E27FC236}">
                      <a16:creationId xmlns:a16="http://schemas.microsoft.com/office/drawing/2014/main" id="{065A78CF-3B49-FBB3-4868-182218580C7E}"/>
                    </a:ext>
                  </a:extLst>
                </p:cNvPr>
                <p:cNvSpPr>
                  <a:spLocks noChangeArrowheads="1"/>
                </p:cNvSpPr>
                <p:nvPr/>
              </p:nvSpPr>
              <p:spPr bwMode="auto">
                <a:xfrm>
                  <a:off x="7028431" y="5372972"/>
                  <a:ext cx="49213"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0" name="Oval 222">
                  <a:extLst>
                    <a:ext uri="{FF2B5EF4-FFF2-40B4-BE49-F238E27FC236}">
                      <a16:creationId xmlns:a16="http://schemas.microsoft.com/office/drawing/2014/main" id="{1E4C59E0-D8C3-9704-C916-00C1BAF79F88}"/>
                    </a:ext>
                  </a:extLst>
                </p:cNvPr>
                <p:cNvSpPr>
                  <a:spLocks noChangeArrowheads="1"/>
                </p:cNvSpPr>
                <p:nvPr/>
              </p:nvSpPr>
              <p:spPr bwMode="auto">
                <a:xfrm>
                  <a:off x="7028431" y="5372972"/>
                  <a:ext cx="49213"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1" name="Oval 223">
                  <a:extLst>
                    <a:ext uri="{FF2B5EF4-FFF2-40B4-BE49-F238E27FC236}">
                      <a16:creationId xmlns:a16="http://schemas.microsoft.com/office/drawing/2014/main" id="{403A61C9-06C0-53B6-7B53-6671158092CD}"/>
                    </a:ext>
                  </a:extLst>
                </p:cNvPr>
                <p:cNvSpPr>
                  <a:spLocks noChangeArrowheads="1"/>
                </p:cNvSpPr>
                <p:nvPr/>
              </p:nvSpPr>
              <p:spPr bwMode="auto">
                <a:xfrm>
                  <a:off x="6368031" y="5380909"/>
                  <a:ext cx="50800"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2" name="Oval 224">
                  <a:extLst>
                    <a:ext uri="{FF2B5EF4-FFF2-40B4-BE49-F238E27FC236}">
                      <a16:creationId xmlns:a16="http://schemas.microsoft.com/office/drawing/2014/main" id="{7868D721-1A06-7FBD-6CA9-4DF61D8CD4BA}"/>
                    </a:ext>
                  </a:extLst>
                </p:cNvPr>
                <p:cNvSpPr>
                  <a:spLocks noChangeArrowheads="1"/>
                </p:cNvSpPr>
                <p:nvPr/>
              </p:nvSpPr>
              <p:spPr bwMode="auto">
                <a:xfrm>
                  <a:off x="6368031" y="5380909"/>
                  <a:ext cx="50800"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3" name="Oval 225">
                  <a:extLst>
                    <a:ext uri="{FF2B5EF4-FFF2-40B4-BE49-F238E27FC236}">
                      <a16:creationId xmlns:a16="http://schemas.microsoft.com/office/drawing/2014/main" id="{6A0057DA-E923-7E21-BABA-D67C3BAFBF14}"/>
                    </a:ext>
                  </a:extLst>
                </p:cNvPr>
                <p:cNvSpPr>
                  <a:spLocks noChangeArrowheads="1"/>
                </p:cNvSpPr>
                <p:nvPr/>
              </p:nvSpPr>
              <p:spPr bwMode="auto">
                <a:xfrm>
                  <a:off x="5540944" y="5377734"/>
                  <a:ext cx="49213"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4" name="Oval 226">
                  <a:extLst>
                    <a:ext uri="{FF2B5EF4-FFF2-40B4-BE49-F238E27FC236}">
                      <a16:creationId xmlns:a16="http://schemas.microsoft.com/office/drawing/2014/main" id="{746359FC-ED45-BDAA-DF27-3A01E857517C}"/>
                    </a:ext>
                  </a:extLst>
                </p:cNvPr>
                <p:cNvSpPr>
                  <a:spLocks noChangeArrowheads="1"/>
                </p:cNvSpPr>
                <p:nvPr/>
              </p:nvSpPr>
              <p:spPr bwMode="auto">
                <a:xfrm>
                  <a:off x="5540944" y="5377734"/>
                  <a:ext cx="49213"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5" name="Oval 227">
                  <a:extLst>
                    <a:ext uri="{FF2B5EF4-FFF2-40B4-BE49-F238E27FC236}">
                      <a16:creationId xmlns:a16="http://schemas.microsoft.com/office/drawing/2014/main" id="{3F4664D3-F896-4897-59BD-1DE2E45BD3E4}"/>
                    </a:ext>
                  </a:extLst>
                </p:cNvPr>
                <p:cNvSpPr>
                  <a:spLocks noChangeArrowheads="1"/>
                </p:cNvSpPr>
                <p:nvPr/>
              </p:nvSpPr>
              <p:spPr bwMode="auto">
                <a:xfrm>
                  <a:off x="6282306" y="5857159"/>
                  <a:ext cx="50800"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6" name="Oval 228">
                  <a:extLst>
                    <a:ext uri="{FF2B5EF4-FFF2-40B4-BE49-F238E27FC236}">
                      <a16:creationId xmlns:a16="http://schemas.microsoft.com/office/drawing/2014/main" id="{FE307DAA-29A9-4DDB-D353-434E0492E6FE}"/>
                    </a:ext>
                  </a:extLst>
                </p:cNvPr>
                <p:cNvSpPr>
                  <a:spLocks noChangeArrowheads="1"/>
                </p:cNvSpPr>
                <p:nvPr/>
              </p:nvSpPr>
              <p:spPr bwMode="auto">
                <a:xfrm>
                  <a:off x="6282306" y="5857159"/>
                  <a:ext cx="50800"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7" name="Oval 229">
                  <a:extLst>
                    <a:ext uri="{FF2B5EF4-FFF2-40B4-BE49-F238E27FC236}">
                      <a16:creationId xmlns:a16="http://schemas.microsoft.com/office/drawing/2014/main" id="{06D9794D-1F2D-E85D-22E7-8A002ECF0ADC}"/>
                    </a:ext>
                  </a:extLst>
                </p:cNvPr>
                <p:cNvSpPr>
                  <a:spLocks noChangeArrowheads="1"/>
                </p:cNvSpPr>
                <p:nvPr/>
              </p:nvSpPr>
              <p:spPr bwMode="auto">
                <a:xfrm>
                  <a:off x="6739506" y="5544422"/>
                  <a:ext cx="50800"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8" name="Oval 230">
                  <a:extLst>
                    <a:ext uri="{FF2B5EF4-FFF2-40B4-BE49-F238E27FC236}">
                      <a16:creationId xmlns:a16="http://schemas.microsoft.com/office/drawing/2014/main" id="{64DAC8BB-45B6-7968-B561-C4B3F4FECCEB}"/>
                    </a:ext>
                  </a:extLst>
                </p:cNvPr>
                <p:cNvSpPr>
                  <a:spLocks noChangeArrowheads="1"/>
                </p:cNvSpPr>
                <p:nvPr/>
              </p:nvSpPr>
              <p:spPr bwMode="auto">
                <a:xfrm>
                  <a:off x="6739506" y="5544422"/>
                  <a:ext cx="50800"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9" name="Oval 231">
                  <a:extLst>
                    <a:ext uri="{FF2B5EF4-FFF2-40B4-BE49-F238E27FC236}">
                      <a16:creationId xmlns:a16="http://schemas.microsoft.com/office/drawing/2014/main" id="{3C540A17-4868-95BF-4B42-AE1B7952DC97}"/>
                    </a:ext>
                  </a:extLst>
                </p:cNvPr>
                <p:cNvSpPr>
                  <a:spLocks noChangeArrowheads="1"/>
                </p:cNvSpPr>
                <p:nvPr/>
              </p:nvSpPr>
              <p:spPr bwMode="auto">
                <a:xfrm>
                  <a:off x="7161781" y="5855572"/>
                  <a:ext cx="49213" cy="44450"/>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60" name="Oval 232">
                  <a:extLst>
                    <a:ext uri="{FF2B5EF4-FFF2-40B4-BE49-F238E27FC236}">
                      <a16:creationId xmlns:a16="http://schemas.microsoft.com/office/drawing/2014/main" id="{05DC4A76-60D0-831D-39A3-8685A67E5D18}"/>
                    </a:ext>
                  </a:extLst>
                </p:cNvPr>
                <p:cNvSpPr>
                  <a:spLocks noChangeArrowheads="1"/>
                </p:cNvSpPr>
                <p:nvPr/>
              </p:nvSpPr>
              <p:spPr bwMode="auto">
                <a:xfrm>
                  <a:off x="7161781" y="5855572"/>
                  <a:ext cx="49213" cy="44450"/>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61" name="Rectangle 233">
                  <a:extLst>
                    <a:ext uri="{FF2B5EF4-FFF2-40B4-BE49-F238E27FC236}">
                      <a16:creationId xmlns:a16="http://schemas.microsoft.com/office/drawing/2014/main" id="{5CD647E5-B06F-6034-3B03-FD7C6919E1FD}"/>
                    </a:ext>
                  </a:extLst>
                </p:cNvPr>
                <p:cNvSpPr>
                  <a:spLocks noChangeArrowheads="1"/>
                </p:cNvSpPr>
                <p:nvPr/>
              </p:nvSpPr>
              <p:spPr bwMode="auto">
                <a:xfrm>
                  <a:off x="6096713" y="2194622"/>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2</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sp>
              <p:nvSpPr>
                <p:cNvPr id="262" name="Rectangle 233">
                  <a:extLst>
                    <a:ext uri="{FF2B5EF4-FFF2-40B4-BE49-F238E27FC236}">
                      <a16:creationId xmlns:a16="http://schemas.microsoft.com/office/drawing/2014/main" id="{E9409F3A-FE66-8145-F406-C2B7FEC5A2CC}"/>
                    </a:ext>
                  </a:extLst>
                </p:cNvPr>
                <p:cNvSpPr>
                  <a:spLocks noChangeArrowheads="1"/>
                </p:cNvSpPr>
                <p:nvPr/>
              </p:nvSpPr>
              <p:spPr bwMode="auto">
                <a:xfrm>
                  <a:off x="6414932" y="2182059"/>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3</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sp>
              <p:nvSpPr>
                <p:cNvPr id="263" name="Rectangle 233">
                  <a:extLst>
                    <a:ext uri="{FF2B5EF4-FFF2-40B4-BE49-F238E27FC236}">
                      <a16:creationId xmlns:a16="http://schemas.microsoft.com/office/drawing/2014/main" id="{8724DDEC-9DC9-7F1A-3AEC-5328EB793976}"/>
                    </a:ext>
                  </a:extLst>
                </p:cNvPr>
                <p:cNvSpPr>
                  <a:spLocks noChangeArrowheads="1"/>
                </p:cNvSpPr>
                <p:nvPr/>
              </p:nvSpPr>
              <p:spPr bwMode="auto">
                <a:xfrm>
                  <a:off x="6774706" y="2170231"/>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4</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grpSp>
          <p:sp>
            <p:nvSpPr>
              <p:cNvPr id="10" name="Rectangle 9">
                <a:extLst>
                  <a:ext uri="{FF2B5EF4-FFF2-40B4-BE49-F238E27FC236}">
                    <a16:creationId xmlns:a16="http://schemas.microsoft.com/office/drawing/2014/main" id="{81BE80C2-0808-A1D1-EFEB-66E4CD77FB61}"/>
                  </a:ext>
                </a:extLst>
              </p:cNvPr>
              <p:cNvSpPr/>
              <p:nvPr/>
            </p:nvSpPr>
            <p:spPr>
              <a:xfrm>
                <a:off x="317299" y="1179373"/>
                <a:ext cx="4137808" cy="5222940"/>
              </a:xfrm>
              <a:prstGeom prst="rect">
                <a:avLst/>
              </a:prstGeom>
              <a:solidFill>
                <a:srgbClr val="FBE5D6"/>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11" name="Rectangle 10">
                <a:extLst>
                  <a:ext uri="{FF2B5EF4-FFF2-40B4-BE49-F238E27FC236}">
                    <a16:creationId xmlns:a16="http://schemas.microsoft.com/office/drawing/2014/main" id="{EA742B80-500E-5182-04D2-98B09EF49757}"/>
                  </a:ext>
                </a:extLst>
              </p:cNvPr>
              <p:cNvSpPr/>
              <p:nvPr/>
            </p:nvSpPr>
            <p:spPr>
              <a:xfrm>
                <a:off x="1654471" y="3633893"/>
                <a:ext cx="1010183" cy="1921314"/>
              </a:xfrm>
              <a:prstGeom prst="rect">
                <a:avLst/>
              </a:prstGeom>
              <a:solidFill>
                <a:srgbClr val="ED7D31">
                  <a:lumMod val="20000"/>
                  <a:lumOff val="80000"/>
                </a:srgbClr>
              </a:solidFill>
              <a:ln w="15875"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12" name="Rectangle 11">
                <a:extLst>
                  <a:ext uri="{FF2B5EF4-FFF2-40B4-BE49-F238E27FC236}">
                    <a16:creationId xmlns:a16="http://schemas.microsoft.com/office/drawing/2014/main" id="{2CF8D146-39BE-21B2-E8B6-847D74497258}"/>
                  </a:ext>
                </a:extLst>
              </p:cNvPr>
              <p:cNvSpPr/>
              <p:nvPr/>
            </p:nvSpPr>
            <p:spPr>
              <a:xfrm>
                <a:off x="1825088" y="1415206"/>
                <a:ext cx="1571816" cy="2116976"/>
              </a:xfrm>
              <a:prstGeom prst="rect">
                <a:avLst/>
              </a:prstGeom>
              <a:solidFill>
                <a:sysClr val="window" lastClr="FFFFFF">
                  <a:lumMod val="85000"/>
                </a:sysClr>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13" name="Freeform 17">
                <a:extLst>
                  <a:ext uri="{FF2B5EF4-FFF2-40B4-BE49-F238E27FC236}">
                    <a16:creationId xmlns:a16="http://schemas.microsoft.com/office/drawing/2014/main" id="{91192DFA-3A20-EC89-6986-BEF825BDE2C0}"/>
                  </a:ext>
                </a:extLst>
              </p:cNvPr>
              <p:cNvSpPr/>
              <p:nvPr/>
            </p:nvSpPr>
            <p:spPr>
              <a:xfrm>
                <a:off x="1757212" y="1482833"/>
                <a:ext cx="1914976" cy="877211"/>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317788"/>
                  <a:gd name="connsiteY0" fmla="*/ 1963864 h 1963864"/>
                  <a:gd name="connsiteX1" fmla="*/ 391708 w 3317788"/>
                  <a:gd name="connsiteY1" fmla="*/ 1400251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51694 w 3317788"/>
                  <a:gd name="connsiteY5" fmla="*/ 109221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30453 w 3317788"/>
                  <a:gd name="connsiteY5" fmla="*/ 53803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2531 h 1962531"/>
                  <a:gd name="connsiteX1" fmla="*/ 264258 w 3317788"/>
                  <a:gd name="connsiteY1" fmla="*/ 1301936 h 1962531"/>
                  <a:gd name="connsiteX2" fmla="*/ 373215 w 3317788"/>
                  <a:gd name="connsiteY2" fmla="*/ 1054046 h 1962531"/>
                  <a:gd name="connsiteX3" fmla="*/ 549480 w 3317788"/>
                  <a:gd name="connsiteY3" fmla="*/ 627113 h 1962531"/>
                  <a:gd name="connsiteX4" fmla="*/ 753741 w 3317788"/>
                  <a:gd name="connsiteY4" fmla="*/ 282933 h 1962531"/>
                  <a:gd name="connsiteX5" fmla="*/ 930453 w 3317788"/>
                  <a:gd name="connsiteY5" fmla="*/ 52470 h 1962531"/>
                  <a:gd name="connsiteX6" fmla="*/ 1045432 w 3317788"/>
                  <a:gd name="connsiteY6" fmla="*/ 13010 h 1962531"/>
                  <a:gd name="connsiteX7" fmla="*/ 1263904 w 3317788"/>
                  <a:gd name="connsiteY7" fmla="*/ 514 h 1962531"/>
                  <a:gd name="connsiteX8" fmla="*/ 1467887 w 3317788"/>
                  <a:gd name="connsiteY8" fmla="*/ 27318 h 1962531"/>
                  <a:gd name="connsiteX9" fmla="*/ 1664833 w 3317788"/>
                  <a:gd name="connsiteY9" fmla="*/ 190429 h 1962531"/>
                  <a:gd name="connsiteX10" fmla="*/ 1812545 w 3317788"/>
                  <a:gd name="connsiteY10" fmla="*/ 575958 h 1962531"/>
                  <a:gd name="connsiteX11" fmla="*/ 2037627 w 3317788"/>
                  <a:gd name="connsiteY11" fmla="*/ 1428384 h 1962531"/>
                  <a:gd name="connsiteX12" fmla="*/ 2192372 w 3317788"/>
                  <a:gd name="connsiteY12" fmla="*/ 1773043 h 1962531"/>
                  <a:gd name="connsiteX13" fmla="*/ 2361184 w 3317788"/>
                  <a:gd name="connsiteY13" fmla="*/ 1906686 h 1962531"/>
                  <a:gd name="connsiteX14" fmla="*/ 2621436 w 3317788"/>
                  <a:gd name="connsiteY14" fmla="*/ 1794145 h 1962531"/>
                  <a:gd name="connsiteX15" fmla="*/ 2909825 w 3317788"/>
                  <a:gd name="connsiteY15" fmla="*/ 1209004 h 1962531"/>
                  <a:gd name="connsiteX16" fmla="*/ 3036433 w 3317788"/>
                  <a:gd name="connsiteY16" fmla="*/ 921947 h 1962531"/>
                  <a:gd name="connsiteX17" fmla="*/ 3141942 w 3317788"/>
                  <a:gd name="connsiteY17" fmla="*/ 575958 h 1962531"/>
                  <a:gd name="connsiteX18" fmla="*/ 3275585 w 3317788"/>
                  <a:gd name="connsiteY18" fmla="*/ 203164 h 1962531"/>
                  <a:gd name="connsiteX19" fmla="*/ 3317788 w 3317788"/>
                  <a:gd name="connsiteY19" fmla="*/ 49751 h 1962531"/>
                  <a:gd name="connsiteX0" fmla="*/ 0 w 3317788"/>
                  <a:gd name="connsiteY0" fmla="*/ 1976836 h 1976836"/>
                  <a:gd name="connsiteX1" fmla="*/ 264258 w 3317788"/>
                  <a:gd name="connsiteY1" fmla="*/ 1316241 h 1976836"/>
                  <a:gd name="connsiteX2" fmla="*/ 373215 w 3317788"/>
                  <a:gd name="connsiteY2" fmla="*/ 1068351 h 1976836"/>
                  <a:gd name="connsiteX3" fmla="*/ 549480 w 3317788"/>
                  <a:gd name="connsiteY3" fmla="*/ 641418 h 1976836"/>
                  <a:gd name="connsiteX4" fmla="*/ 753741 w 3317788"/>
                  <a:gd name="connsiteY4" fmla="*/ 297238 h 1976836"/>
                  <a:gd name="connsiteX5" fmla="*/ 930453 w 3317788"/>
                  <a:gd name="connsiteY5" fmla="*/ 66775 h 1976836"/>
                  <a:gd name="connsiteX6" fmla="*/ 1045432 w 3317788"/>
                  <a:gd name="connsiteY6" fmla="*/ 27315 h 1976836"/>
                  <a:gd name="connsiteX7" fmla="*/ 1263904 w 3317788"/>
                  <a:gd name="connsiteY7" fmla="*/ 14819 h 1976836"/>
                  <a:gd name="connsiteX8" fmla="*/ 1467887 w 3317788"/>
                  <a:gd name="connsiteY8" fmla="*/ 12440 h 1976836"/>
                  <a:gd name="connsiteX9" fmla="*/ 1664833 w 3317788"/>
                  <a:gd name="connsiteY9" fmla="*/ 204734 h 1976836"/>
                  <a:gd name="connsiteX10" fmla="*/ 1812545 w 3317788"/>
                  <a:gd name="connsiteY10" fmla="*/ 590263 h 1976836"/>
                  <a:gd name="connsiteX11" fmla="*/ 2037627 w 3317788"/>
                  <a:gd name="connsiteY11" fmla="*/ 1442689 h 1976836"/>
                  <a:gd name="connsiteX12" fmla="*/ 2192372 w 3317788"/>
                  <a:gd name="connsiteY12" fmla="*/ 1787348 h 1976836"/>
                  <a:gd name="connsiteX13" fmla="*/ 2361184 w 3317788"/>
                  <a:gd name="connsiteY13" fmla="*/ 1920991 h 1976836"/>
                  <a:gd name="connsiteX14" fmla="*/ 2621436 w 3317788"/>
                  <a:gd name="connsiteY14" fmla="*/ 1808450 h 1976836"/>
                  <a:gd name="connsiteX15" fmla="*/ 2909825 w 3317788"/>
                  <a:gd name="connsiteY15" fmla="*/ 1223309 h 1976836"/>
                  <a:gd name="connsiteX16" fmla="*/ 3036433 w 3317788"/>
                  <a:gd name="connsiteY16" fmla="*/ 936252 h 1976836"/>
                  <a:gd name="connsiteX17" fmla="*/ 3141942 w 3317788"/>
                  <a:gd name="connsiteY17" fmla="*/ 590263 h 1976836"/>
                  <a:gd name="connsiteX18" fmla="*/ 3275585 w 3317788"/>
                  <a:gd name="connsiteY18" fmla="*/ 217469 h 1976836"/>
                  <a:gd name="connsiteX19" fmla="*/ 3317788 w 3317788"/>
                  <a:gd name="connsiteY19" fmla="*/ 64056 h 1976836"/>
                  <a:gd name="connsiteX0" fmla="*/ 0 w 3317788"/>
                  <a:gd name="connsiteY0" fmla="*/ 1997415 h 1997415"/>
                  <a:gd name="connsiteX1" fmla="*/ 264258 w 3317788"/>
                  <a:gd name="connsiteY1" fmla="*/ 1336820 h 1997415"/>
                  <a:gd name="connsiteX2" fmla="*/ 373215 w 3317788"/>
                  <a:gd name="connsiteY2" fmla="*/ 1088930 h 1997415"/>
                  <a:gd name="connsiteX3" fmla="*/ 549480 w 3317788"/>
                  <a:gd name="connsiteY3" fmla="*/ 661997 h 1997415"/>
                  <a:gd name="connsiteX4" fmla="*/ 753741 w 3317788"/>
                  <a:gd name="connsiteY4" fmla="*/ 317817 h 1997415"/>
                  <a:gd name="connsiteX5" fmla="*/ 930453 w 3317788"/>
                  <a:gd name="connsiteY5" fmla="*/ 87354 h 1997415"/>
                  <a:gd name="connsiteX6" fmla="*/ 1045432 w 3317788"/>
                  <a:gd name="connsiteY6" fmla="*/ 47894 h 1997415"/>
                  <a:gd name="connsiteX7" fmla="*/ 1263904 w 3317788"/>
                  <a:gd name="connsiteY7" fmla="*/ 1351 h 1997415"/>
                  <a:gd name="connsiteX8" fmla="*/ 1467887 w 3317788"/>
                  <a:gd name="connsiteY8" fmla="*/ 33019 h 1997415"/>
                  <a:gd name="connsiteX9" fmla="*/ 1664833 w 3317788"/>
                  <a:gd name="connsiteY9" fmla="*/ 225313 h 1997415"/>
                  <a:gd name="connsiteX10" fmla="*/ 1812545 w 3317788"/>
                  <a:gd name="connsiteY10" fmla="*/ 610842 h 1997415"/>
                  <a:gd name="connsiteX11" fmla="*/ 2037627 w 3317788"/>
                  <a:gd name="connsiteY11" fmla="*/ 1463268 h 1997415"/>
                  <a:gd name="connsiteX12" fmla="*/ 2192372 w 3317788"/>
                  <a:gd name="connsiteY12" fmla="*/ 1807927 h 1997415"/>
                  <a:gd name="connsiteX13" fmla="*/ 2361184 w 3317788"/>
                  <a:gd name="connsiteY13" fmla="*/ 1941570 h 1997415"/>
                  <a:gd name="connsiteX14" fmla="*/ 2621436 w 3317788"/>
                  <a:gd name="connsiteY14" fmla="*/ 1829029 h 1997415"/>
                  <a:gd name="connsiteX15" fmla="*/ 2909825 w 3317788"/>
                  <a:gd name="connsiteY15" fmla="*/ 1243888 h 1997415"/>
                  <a:gd name="connsiteX16" fmla="*/ 3036433 w 3317788"/>
                  <a:gd name="connsiteY16" fmla="*/ 956831 h 1997415"/>
                  <a:gd name="connsiteX17" fmla="*/ 3141942 w 3317788"/>
                  <a:gd name="connsiteY17" fmla="*/ 610842 h 1997415"/>
                  <a:gd name="connsiteX18" fmla="*/ 3275585 w 3317788"/>
                  <a:gd name="connsiteY18" fmla="*/ 238048 h 1997415"/>
                  <a:gd name="connsiteX19" fmla="*/ 3317788 w 3317788"/>
                  <a:gd name="connsiteY19" fmla="*/ 84635 h 199741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8933"/>
                  <a:gd name="connsiteX1" fmla="*/ 264258 w 3317788"/>
                  <a:gd name="connsiteY1" fmla="*/ 1335640 h 1998933"/>
                  <a:gd name="connsiteX2" fmla="*/ 373215 w 3317788"/>
                  <a:gd name="connsiteY2" fmla="*/ 1087750 h 1998933"/>
                  <a:gd name="connsiteX3" fmla="*/ 549480 w 3317788"/>
                  <a:gd name="connsiteY3" fmla="*/ 660817 h 1998933"/>
                  <a:gd name="connsiteX4" fmla="*/ 753741 w 3317788"/>
                  <a:gd name="connsiteY4" fmla="*/ 316637 h 1998933"/>
                  <a:gd name="connsiteX5" fmla="*/ 930453 w 3317788"/>
                  <a:gd name="connsiteY5" fmla="*/ 86174 h 1998933"/>
                  <a:gd name="connsiteX6" fmla="*/ 1045432 w 3317788"/>
                  <a:gd name="connsiteY6" fmla="*/ 22395 h 1998933"/>
                  <a:gd name="connsiteX7" fmla="*/ 1263904 w 3317788"/>
                  <a:gd name="connsiteY7" fmla="*/ 171 h 1998933"/>
                  <a:gd name="connsiteX8" fmla="*/ 1467887 w 3317788"/>
                  <a:gd name="connsiteY8" fmla="*/ 31839 h 1998933"/>
                  <a:gd name="connsiteX9" fmla="*/ 1664833 w 3317788"/>
                  <a:gd name="connsiteY9" fmla="*/ 224133 h 1998933"/>
                  <a:gd name="connsiteX10" fmla="*/ 1812545 w 3317788"/>
                  <a:gd name="connsiteY10" fmla="*/ 609662 h 1998933"/>
                  <a:gd name="connsiteX11" fmla="*/ 2037627 w 3317788"/>
                  <a:gd name="connsiteY11" fmla="*/ 1462088 h 1998933"/>
                  <a:gd name="connsiteX12" fmla="*/ 2192372 w 3317788"/>
                  <a:gd name="connsiteY12" fmla="*/ 1806747 h 1998933"/>
                  <a:gd name="connsiteX13" fmla="*/ 2364912 w 3317788"/>
                  <a:gd name="connsiteY13" fmla="*/ 1998756 h 1998933"/>
                  <a:gd name="connsiteX14" fmla="*/ 2621436 w 3317788"/>
                  <a:gd name="connsiteY14" fmla="*/ 1827849 h 1998933"/>
                  <a:gd name="connsiteX15" fmla="*/ 2909825 w 3317788"/>
                  <a:gd name="connsiteY15" fmla="*/ 1242708 h 1998933"/>
                  <a:gd name="connsiteX16" fmla="*/ 3036433 w 3317788"/>
                  <a:gd name="connsiteY16" fmla="*/ 955651 h 1998933"/>
                  <a:gd name="connsiteX17" fmla="*/ 3141942 w 3317788"/>
                  <a:gd name="connsiteY17" fmla="*/ 609662 h 1998933"/>
                  <a:gd name="connsiteX18" fmla="*/ 3275585 w 3317788"/>
                  <a:gd name="connsiteY18" fmla="*/ 236868 h 1998933"/>
                  <a:gd name="connsiteX19" fmla="*/ 3317788 w 3317788"/>
                  <a:gd name="connsiteY19" fmla="*/ 83455 h 1998933"/>
                  <a:gd name="connsiteX0" fmla="*/ 0 w 3317788"/>
                  <a:gd name="connsiteY0" fmla="*/ 1996235 h 2008638"/>
                  <a:gd name="connsiteX1" fmla="*/ 264258 w 3317788"/>
                  <a:gd name="connsiteY1" fmla="*/ 1335640 h 2008638"/>
                  <a:gd name="connsiteX2" fmla="*/ 373215 w 3317788"/>
                  <a:gd name="connsiteY2" fmla="*/ 1087750 h 2008638"/>
                  <a:gd name="connsiteX3" fmla="*/ 549480 w 3317788"/>
                  <a:gd name="connsiteY3" fmla="*/ 660817 h 2008638"/>
                  <a:gd name="connsiteX4" fmla="*/ 753741 w 3317788"/>
                  <a:gd name="connsiteY4" fmla="*/ 316637 h 2008638"/>
                  <a:gd name="connsiteX5" fmla="*/ 930453 w 3317788"/>
                  <a:gd name="connsiteY5" fmla="*/ 86174 h 2008638"/>
                  <a:gd name="connsiteX6" fmla="*/ 1045432 w 3317788"/>
                  <a:gd name="connsiteY6" fmla="*/ 22395 h 2008638"/>
                  <a:gd name="connsiteX7" fmla="*/ 1263904 w 3317788"/>
                  <a:gd name="connsiteY7" fmla="*/ 171 h 2008638"/>
                  <a:gd name="connsiteX8" fmla="*/ 1467887 w 3317788"/>
                  <a:gd name="connsiteY8" fmla="*/ 31839 h 2008638"/>
                  <a:gd name="connsiteX9" fmla="*/ 1664833 w 3317788"/>
                  <a:gd name="connsiteY9" fmla="*/ 224133 h 2008638"/>
                  <a:gd name="connsiteX10" fmla="*/ 1812545 w 3317788"/>
                  <a:gd name="connsiteY10" fmla="*/ 609662 h 2008638"/>
                  <a:gd name="connsiteX11" fmla="*/ 2037627 w 3317788"/>
                  <a:gd name="connsiteY11" fmla="*/ 1462088 h 2008638"/>
                  <a:gd name="connsiteX12" fmla="*/ 2192372 w 3317788"/>
                  <a:gd name="connsiteY12" fmla="*/ 1806747 h 2008638"/>
                  <a:gd name="connsiteX13" fmla="*/ 2394741 w 3317788"/>
                  <a:gd name="connsiteY13" fmla="*/ 2008484 h 2008638"/>
                  <a:gd name="connsiteX14" fmla="*/ 2621436 w 3317788"/>
                  <a:gd name="connsiteY14" fmla="*/ 1827849 h 2008638"/>
                  <a:gd name="connsiteX15" fmla="*/ 2909825 w 3317788"/>
                  <a:gd name="connsiteY15" fmla="*/ 1242708 h 2008638"/>
                  <a:gd name="connsiteX16" fmla="*/ 3036433 w 3317788"/>
                  <a:gd name="connsiteY16" fmla="*/ 955651 h 2008638"/>
                  <a:gd name="connsiteX17" fmla="*/ 3141942 w 3317788"/>
                  <a:gd name="connsiteY17" fmla="*/ 609662 h 2008638"/>
                  <a:gd name="connsiteX18" fmla="*/ 3275585 w 3317788"/>
                  <a:gd name="connsiteY18" fmla="*/ 236868 h 2008638"/>
                  <a:gd name="connsiteX19" fmla="*/ 3317788 w 3317788"/>
                  <a:gd name="connsiteY19" fmla="*/ 83455 h 2008638"/>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413384 w 3317788"/>
                  <a:gd name="connsiteY13" fmla="*/ 1989029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2057214"/>
                  <a:gd name="connsiteX1" fmla="*/ 264258 w 3317788"/>
                  <a:gd name="connsiteY1" fmla="*/ 1335640 h 2057214"/>
                  <a:gd name="connsiteX2" fmla="*/ 373215 w 3317788"/>
                  <a:gd name="connsiteY2" fmla="*/ 1087750 h 2057214"/>
                  <a:gd name="connsiteX3" fmla="*/ 549480 w 3317788"/>
                  <a:gd name="connsiteY3" fmla="*/ 660817 h 2057214"/>
                  <a:gd name="connsiteX4" fmla="*/ 753741 w 3317788"/>
                  <a:gd name="connsiteY4" fmla="*/ 316637 h 2057214"/>
                  <a:gd name="connsiteX5" fmla="*/ 930453 w 3317788"/>
                  <a:gd name="connsiteY5" fmla="*/ 86174 h 2057214"/>
                  <a:gd name="connsiteX6" fmla="*/ 1045432 w 3317788"/>
                  <a:gd name="connsiteY6" fmla="*/ 22395 h 2057214"/>
                  <a:gd name="connsiteX7" fmla="*/ 1263904 w 3317788"/>
                  <a:gd name="connsiteY7" fmla="*/ 171 h 2057214"/>
                  <a:gd name="connsiteX8" fmla="*/ 1467887 w 3317788"/>
                  <a:gd name="connsiteY8" fmla="*/ 31839 h 2057214"/>
                  <a:gd name="connsiteX9" fmla="*/ 1664833 w 3317788"/>
                  <a:gd name="connsiteY9" fmla="*/ 224133 h 2057214"/>
                  <a:gd name="connsiteX10" fmla="*/ 1812545 w 3317788"/>
                  <a:gd name="connsiteY10" fmla="*/ 609662 h 2057214"/>
                  <a:gd name="connsiteX11" fmla="*/ 2037627 w 3317788"/>
                  <a:gd name="connsiteY11" fmla="*/ 1462088 h 2057214"/>
                  <a:gd name="connsiteX12" fmla="*/ 2192372 w 3317788"/>
                  <a:gd name="connsiteY12" fmla="*/ 1806747 h 2057214"/>
                  <a:gd name="connsiteX13" fmla="*/ 2394741 w 3317788"/>
                  <a:gd name="connsiteY13" fmla="*/ 2057122 h 2057214"/>
                  <a:gd name="connsiteX14" fmla="*/ 2621436 w 3317788"/>
                  <a:gd name="connsiteY14" fmla="*/ 1827849 h 2057214"/>
                  <a:gd name="connsiteX15" fmla="*/ 2909825 w 3317788"/>
                  <a:gd name="connsiteY15" fmla="*/ 1242708 h 2057214"/>
                  <a:gd name="connsiteX16" fmla="*/ 3036433 w 3317788"/>
                  <a:gd name="connsiteY16" fmla="*/ 955651 h 2057214"/>
                  <a:gd name="connsiteX17" fmla="*/ 3141942 w 3317788"/>
                  <a:gd name="connsiteY17" fmla="*/ 609662 h 2057214"/>
                  <a:gd name="connsiteX18" fmla="*/ 3275585 w 3317788"/>
                  <a:gd name="connsiteY18" fmla="*/ 236868 h 2057214"/>
                  <a:gd name="connsiteX19" fmla="*/ 3317788 w 3317788"/>
                  <a:gd name="connsiteY19" fmla="*/ 83455 h 2057214"/>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1012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8470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42643"/>
                  <a:gd name="connsiteX1" fmla="*/ 264258 w 3317788"/>
                  <a:gd name="connsiteY1" fmla="*/ 1335640 h 2042643"/>
                  <a:gd name="connsiteX2" fmla="*/ 373215 w 3317788"/>
                  <a:gd name="connsiteY2" fmla="*/ 1087750 h 2042643"/>
                  <a:gd name="connsiteX3" fmla="*/ 549480 w 3317788"/>
                  <a:gd name="connsiteY3" fmla="*/ 660817 h 2042643"/>
                  <a:gd name="connsiteX4" fmla="*/ 753741 w 3317788"/>
                  <a:gd name="connsiteY4" fmla="*/ 316637 h 2042643"/>
                  <a:gd name="connsiteX5" fmla="*/ 930453 w 3317788"/>
                  <a:gd name="connsiteY5" fmla="*/ 86174 h 2042643"/>
                  <a:gd name="connsiteX6" fmla="*/ 1045432 w 3317788"/>
                  <a:gd name="connsiteY6" fmla="*/ 22395 h 2042643"/>
                  <a:gd name="connsiteX7" fmla="*/ 1263904 w 3317788"/>
                  <a:gd name="connsiteY7" fmla="*/ 171 h 2042643"/>
                  <a:gd name="connsiteX8" fmla="*/ 1467887 w 3317788"/>
                  <a:gd name="connsiteY8" fmla="*/ 31839 h 2042643"/>
                  <a:gd name="connsiteX9" fmla="*/ 1664833 w 3317788"/>
                  <a:gd name="connsiteY9" fmla="*/ 224133 h 2042643"/>
                  <a:gd name="connsiteX10" fmla="*/ 1812545 w 3317788"/>
                  <a:gd name="connsiteY10" fmla="*/ 609662 h 2042643"/>
                  <a:gd name="connsiteX11" fmla="*/ 2037627 w 3317788"/>
                  <a:gd name="connsiteY11" fmla="*/ 1462088 h 2042643"/>
                  <a:gd name="connsiteX12" fmla="*/ 2192372 w 3317788"/>
                  <a:gd name="connsiteY12" fmla="*/ 1806747 h 2042643"/>
                  <a:gd name="connsiteX13" fmla="*/ 2346289 w 3317788"/>
                  <a:gd name="connsiteY13" fmla="*/ 2002930 h 2042643"/>
                  <a:gd name="connsiteX14" fmla="*/ 2398470 w 3317788"/>
                  <a:gd name="connsiteY14" fmla="*/ 2027939 h 2042643"/>
                  <a:gd name="connsiteX15" fmla="*/ 2621436 w 3317788"/>
                  <a:gd name="connsiteY15" fmla="*/ 1827849 h 2042643"/>
                  <a:gd name="connsiteX16" fmla="*/ 2909825 w 3317788"/>
                  <a:gd name="connsiteY16" fmla="*/ 1242708 h 2042643"/>
                  <a:gd name="connsiteX17" fmla="*/ 3036433 w 3317788"/>
                  <a:gd name="connsiteY17" fmla="*/ 955651 h 2042643"/>
                  <a:gd name="connsiteX18" fmla="*/ 3141942 w 3317788"/>
                  <a:gd name="connsiteY18" fmla="*/ 609662 h 2042643"/>
                  <a:gd name="connsiteX19" fmla="*/ 3275585 w 3317788"/>
                  <a:gd name="connsiteY19" fmla="*/ 236868 h 2042643"/>
                  <a:gd name="connsiteX20" fmla="*/ 3317788 w 3317788"/>
                  <a:gd name="connsiteY20" fmla="*/ 83455 h 2042643"/>
                  <a:gd name="connsiteX0" fmla="*/ 0 w 3317788"/>
                  <a:gd name="connsiteY0" fmla="*/ 1996235 h 2033151"/>
                  <a:gd name="connsiteX1" fmla="*/ 264258 w 3317788"/>
                  <a:gd name="connsiteY1" fmla="*/ 1335640 h 2033151"/>
                  <a:gd name="connsiteX2" fmla="*/ 373215 w 3317788"/>
                  <a:gd name="connsiteY2" fmla="*/ 1087750 h 2033151"/>
                  <a:gd name="connsiteX3" fmla="*/ 549480 w 3317788"/>
                  <a:gd name="connsiteY3" fmla="*/ 660817 h 2033151"/>
                  <a:gd name="connsiteX4" fmla="*/ 753741 w 3317788"/>
                  <a:gd name="connsiteY4" fmla="*/ 316637 h 2033151"/>
                  <a:gd name="connsiteX5" fmla="*/ 930453 w 3317788"/>
                  <a:gd name="connsiteY5" fmla="*/ 86174 h 2033151"/>
                  <a:gd name="connsiteX6" fmla="*/ 1045432 w 3317788"/>
                  <a:gd name="connsiteY6" fmla="*/ 22395 h 2033151"/>
                  <a:gd name="connsiteX7" fmla="*/ 1263904 w 3317788"/>
                  <a:gd name="connsiteY7" fmla="*/ 171 h 2033151"/>
                  <a:gd name="connsiteX8" fmla="*/ 1467887 w 3317788"/>
                  <a:gd name="connsiteY8" fmla="*/ 31839 h 2033151"/>
                  <a:gd name="connsiteX9" fmla="*/ 1664833 w 3317788"/>
                  <a:gd name="connsiteY9" fmla="*/ 224133 h 2033151"/>
                  <a:gd name="connsiteX10" fmla="*/ 1812545 w 3317788"/>
                  <a:gd name="connsiteY10" fmla="*/ 609662 h 2033151"/>
                  <a:gd name="connsiteX11" fmla="*/ 2037627 w 3317788"/>
                  <a:gd name="connsiteY11" fmla="*/ 1462088 h 2033151"/>
                  <a:gd name="connsiteX12" fmla="*/ 2192372 w 3317788"/>
                  <a:gd name="connsiteY12" fmla="*/ 1806747 h 2033151"/>
                  <a:gd name="connsiteX13" fmla="*/ 2346289 w 3317788"/>
                  <a:gd name="connsiteY13" fmla="*/ 2002930 h 2033151"/>
                  <a:gd name="connsiteX14" fmla="*/ 2435756 w 3317788"/>
                  <a:gd name="connsiteY14" fmla="*/ 2013347 h 2033151"/>
                  <a:gd name="connsiteX15" fmla="*/ 2621436 w 3317788"/>
                  <a:gd name="connsiteY15" fmla="*/ 1827849 h 2033151"/>
                  <a:gd name="connsiteX16" fmla="*/ 2909825 w 3317788"/>
                  <a:gd name="connsiteY16" fmla="*/ 1242708 h 2033151"/>
                  <a:gd name="connsiteX17" fmla="*/ 3036433 w 3317788"/>
                  <a:gd name="connsiteY17" fmla="*/ 955651 h 2033151"/>
                  <a:gd name="connsiteX18" fmla="*/ 3141942 w 3317788"/>
                  <a:gd name="connsiteY18" fmla="*/ 609662 h 2033151"/>
                  <a:gd name="connsiteX19" fmla="*/ 3275585 w 3317788"/>
                  <a:gd name="connsiteY19" fmla="*/ 236868 h 2033151"/>
                  <a:gd name="connsiteX20" fmla="*/ 3317788 w 3317788"/>
                  <a:gd name="connsiteY20" fmla="*/ 83455 h 2033151"/>
                  <a:gd name="connsiteX0" fmla="*/ 0 w 3317788"/>
                  <a:gd name="connsiteY0" fmla="*/ 1996235 h 2028097"/>
                  <a:gd name="connsiteX1" fmla="*/ 264258 w 3317788"/>
                  <a:gd name="connsiteY1" fmla="*/ 1335640 h 2028097"/>
                  <a:gd name="connsiteX2" fmla="*/ 373215 w 3317788"/>
                  <a:gd name="connsiteY2" fmla="*/ 1087750 h 2028097"/>
                  <a:gd name="connsiteX3" fmla="*/ 549480 w 3317788"/>
                  <a:gd name="connsiteY3" fmla="*/ 660817 h 2028097"/>
                  <a:gd name="connsiteX4" fmla="*/ 753741 w 3317788"/>
                  <a:gd name="connsiteY4" fmla="*/ 316637 h 2028097"/>
                  <a:gd name="connsiteX5" fmla="*/ 930453 w 3317788"/>
                  <a:gd name="connsiteY5" fmla="*/ 86174 h 2028097"/>
                  <a:gd name="connsiteX6" fmla="*/ 1045432 w 3317788"/>
                  <a:gd name="connsiteY6" fmla="*/ 22395 h 2028097"/>
                  <a:gd name="connsiteX7" fmla="*/ 1263904 w 3317788"/>
                  <a:gd name="connsiteY7" fmla="*/ 171 h 2028097"/>
                  <a:gd name="connsiteX8" fmla="*/ 1467887 w 3317788"/>
                  <a:gd name="connsiteY8" fmla="*/ 31839 h 2028097"/>
                  <a:gd name="connsiteX9" fmla="*/ 1664833 w 3317788"/>
                  <a:gd name="connsiteY9" fmla="*/ 224133 h 2028097"/>
                  <a:gd name="connsiteX10" fmla="*/ 1812545 w 3317788"/>
                  <a:gd name="connsiteY10" fmla="*/ 609662 h 2028097"/>
                  <a:gd name="connsiteX11" fmla="*/ 2037627 w 3317788"/>
                  <a:gd name="connsiteY11" fmla="*/ 1462088 h 2028097"/>
                  <a:gd name="connsiteX12" fmla="*/ 2192372 w 3317788"/>
                  <a:gd name="connsiteY12" fmla="*/ 1806747 h 2028097"/>
                  <a:gd name="connsiteX13" fmla="*/ 2346289 w 3317788"/>
                  <a:gd name="connsiteY13" fmla="*/ 2002930 h 2028097"/>
                  <a:gd name="connsiteX14" fmla="*/ 2461856 w 3317788"/>
                  <a:gd name="connsiteY14" fmla="*/ 2003619 h 2028097"/>
                  <a:gd name="connsiteX15" fmla="*/ 2621436 w 3317788"/>
                  <a:gd name="connsiteY15" fmla="*/ 1827849 h 2028097"/>
                  <a:gd name="connsiteX16" fmla="*/ 2909825 w 3317788"/>
                  <a:gd name="connsiteY16" fmla="*/ 1242708 h 2028097"/>
                  <a:gd name="connsiteX17" fmla="*/ 3036433 w 3317788"/>
                  <a:gd name="connsiteY17" fmla="*/ 955651 h 2028097"/>
                  <a:gd name="connsiteX18" fmla="*/ 3141942 w 3317788"/>
                  <a:gd name="connsiteY18" fmla="*/ 609662 h 2028097"/>
                  <a:gd name="connsiteX19" fmla="*/ 3275585 w 3317788"/>
                  <a:gd name="connsiteY19" fmla="*/ 236868 h 2028097"/>
                  <a:gd name="connsiteX20" fmla="*/ 3317788 w 3317788"/>
                  <a:gd name="connsiteY20" fmla="*/ 83455 h 2028097"/>
                  <a:gd name="connsiteX0" fmla="*/ 0 w 3317788"/>
                  <a:gd name="connsiteY0" fmla="*/ 1996235 h 2024084"/>
                  <a:gd name="connsiteX1" fmla="*/ 264258 w 3317788"/>
                  <a:gd name="connsiteY1" fmla="*/ 1335640 h 2024084"/>
                  <a:gd name="connsiteX2" fmla="*/ 373215 w 3317788"/>
                  <a:gd name="connsiteY2" fmla="*/ 1087750 h 2024084"/>
                  <a:gd name="connsiteX3" fmla="*/ 549480 w 3317788"/>
                  <a:gd name="connsiteY3" fmla="*/ 660817 h 2024084"/>
                  <a:gd name="connsiteX4" fmla="*/ 753741 w 3317788"/>
                  <a:gd name="connsiteY4" fmla="*/ 316637 h 2024084"/>
                  <a:gd name="connsiteX5" fmla="*/ 930453 w 3317788"/>
                  <a:gd name="connsiteY5" fmla="*/ 86174 h 2024084"/>
                  <a:gd name="connsiteX6" fmla="*/ 1045432 w 3317788"/>
                  <a:gd name="connsiteY6" fmla="*/ 22395 h 2024084"/>
                  <a:gd name="connsiteX7" fmla="*/ 1263904 w 3317788"/>
                  <a:gd name="connsiteY7" fmla="*/ 171 h 2024084"/>
                  <a:gd name="connsiteX8" fmla="*/ 1467887 w 3317788"/>
                  <a:gd name="connsiteY8" fmla="*/ 31839 h 2024084"/>
                  <a:gd name="connsiteX9" fmla="*/ 1664833 w 3317788"/>
                  <a:gd name="connsiteY9" fmla="*/ 224133 h 2024084"/>
                  <a:gd name="connsiteX10" fmla="*/ 1812545 w 3317788"/>
                  <a:gd name="connsiteY10" fmla="*/ 609662 h 2024084"/>
                  <a:gd name="connsiteX11" fmla="*/ 2037627 w 3317788"/>
                  <a:gd name="connsiteY11" fmla="*/ 1462088 h 2024084"/>
                  <a:gd name="connsiteX12" fmla="*/ 2192372 w 3317788"/>
                  <a:gd name="connsiteY12" fmla="*/ 1806747 h 2024084"/>
                  <a:gd name="connsiteX13" fmla="*/ 2346289 w 3317788"/>
                  <a:gd name="connsiteY13" fmla="*/ 2002930 h 2024084"/>
                  <a:gd name="connsiteX14" fmla="*/ 2476771 w 3317788"/>
                  <a:gd name="connsiteY14" fmla="*/ 1993891 h 2024084"/>
                  <a:gd name="connsiteX15" fmla="*/ 2621436 w 3317788"/>
                  <a:gd name="connsiteY15" fmla="*/ 1827849 h 2024084"/>
                  <a:gd name="connsiteX16" fmla="*/ 2909825 w 3317788"/>
                  <a:gd name="connsiteY16" fmla="*/ 1242708 h 2024084"/>
                  <a:gd name="connsiteX17" fmla="*/ 3036433 w 3317788"/>
                  <a:gd name="connsiteY17" fmla="*/ 955651 h 2024084"/>
                  <a:gd name="connsiteX18" fmla="*/ 3141942 w 3317788"/>
                  <a:gd name="connsiteY18" fmla="*/ 609662 h 2024084"/>
                  <a:gd name="connsiteX19" fmla="*/ 3275585 w 3317788"/>
                  <a:gd name="connsiteY19" fmla="*/ 236868 h 2024084"/>
                  <a:gd name="connsiteX20" fmla="*/ 3317788 w 3317788"/>
                  <a:gd name="connsiteY20" fmla="*/ 83455 h 2024084"/>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37627 w 3317788"/>
                  <a:gd name="connsiteY11" fmla="*/ 1462088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211015 w 3317788"/>
                  <a:gd name="connsiteY12" fmla="*/ 1801883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07199"/>
                  <a:gd name="connsiteX1" fmla="*/ 264258 w 3317788"/>
                  <a:gd name="connsiteY1" fmla="*/ 1335640 h 2007199"/>
                  <a:gd name="connsiteX2" fmla="*/ 373215 w 3317788"/>
                  <a:gd name="connsiteY2" fmla="*/ 1087750 h 2007199"/>
                  <a:gd name="connsiteX3" fmla="*/ 549480 w 3317788"/>
                  <a:gd name="connsiteY3" fmla="*/ 660817 h 2007199"/>
                  <a:gd name="connsiteX4" fmla="*/ 753741 w 3317788"/>
                  <a:gd name="connsiteY4" fmla="*/ 316637 h 2007199"/>
                  <a:gd name="connsiteX5" fmla="*/ 930453 w 3317788"/>
                  <a:gd name="connsiteY5" fmla="*/ 86174 h 2007199"/>
                  <a:gd name="connsiteX6" fmla="*/ 1045432 w 3317788"/>
                  <a:gd name="connsiteY6" fmla="*/ 22395 h 2007199"/>
                  <a:gd name="connsiteX7" fmla="*/ 1263904 w 3317788"/>
                  <a:gd name="connsiteY7" fmla="*/ 171 h 2007199"/>
                  <a:gd name="connsiteX8" fmla="*/ 1467887 w 3317788"/>
                  <a:gd name="connsiteY8" fmla="*/ 31839 h 2007199"/>
                  <a:gd name="connsiteX9" fmla="*/ 1664833 w 3317788"/>
                  <a:gd name="connsiteY9" fmla="*/ 224133 h 2007199"/>
                  <a:gd name="connsiteX10" fmla="*/ 1812545 w 3317788"/>
                  <a:gd name="connsiteY10" fmla="*/ 609662 h 2007199"/>
                  <a:gd name="connsiteX11" fmla="*/ 2063727 w 3317788"/>
                  <a:gd name="connsiteY11" fmla="*/ 1447497 h 2007199"/>
                  <a:gd name="connsiteX12" fmla="*/ 2211015 w 3317788"/>
                  <a:gd name="connsiteY12" fmla="*/ 1801883 h 2007199"/>
                  <a:gd name="connsiteX13" fmla="*/ 2346289 w 3317788"/>
                  <a:gd name="connsiteY13" fmla="*/ 1988338 h 2007199"/>
                  <a:gd name="connsiteX14" fmla="*/ 2510328 w 3317788"/>
                  <a:gd name="connsiteY14" fmla="*/ 1974436 h 2007199"/>
                  <a:gd name="connsiteX15" fmla="*/ 2621436 w 3317788"/>
                  <a:gd name="connsiteY15" fmla="*/ 1827849 h 2007199"/>
                  <a:gd name="connsiteX16" fmla="*/ 2909825 w 3317788"/>
                  <a:gd name="connsiteY16" fmla="*/ 1242708 h 2007199"/>
                  <a:gd name="connsiteX17" fmla="*/ 3036433 w 3317788"/>
                  <a:gd name="connsiteY17" fmla="*/ 955651 h 2007199"/>
                  <a:gd name="connsiteX18" fmla="*/ 3141942 w 3317788"/>
                  <a:gd name="connsiteY18" fmla="*/ 609662 h 2007199"/>
                  <a:gd name="connsiteX19" fmla="*/ 3275585 w 3317788"/>
                  <a:gd name="connsiteY19" fmla="*/ 236868 h 2007199"/>
                  <a:gd name="connsiteX20" fmla="*/ 3317788 w 3317788"/>
                  <a:gd name="connsiteY20" fmla="*/ 83455 h 2007199"/>
                  <a:gd name="connsiteX0" fmla="*/ 0 w 3317788"/>
                  <a:gd name="connsiteY0" fmla="*/ 1996235 h 2003500"/>
                  <a:gd name="connsiteX1" fmla="*/ 264258 w 3317788"/>
                  <a:gd name="connsiteY1" fmla="*/ 1335640 h 2003500"/>
                  <a:gd name="connsiteX2" fmla="*/ 373215 w 3317788"/>
                  <a:gd name="connsiteY2" fmla="*/ 1087750 h 2003500"/>
                  <a:gd name="connsiteX3" fmla="*/ 549480 w 3317788"/>
                  <a:gd name="connsiteY3" fmla="*/ 660817 h 2003500"/>
                  <a:gd name="connsiteX4" fmla="*/ 753741 w 3317788"/>
                  <a:gd name="connsiteY4" fmla="*/ 316637 h 2003500"/>
                  <a:gd name="connsiteX5" fmla="*/ 930453 w 3317788"/>
                  <a:gd name="connsiteY5" fmla="*/ 86174 h 2003500"/>
                  <a:gd name="connsiteX6" fmla="*/ 1045432 w 3317788"/>
                  <a:gd name="connsiteY6" fmla="*/ 22395 h 2003500"/>
                  <a:gd name="connsiteX7" fmla="*/ 1263904 w 3317788"/>
                  <a:gd name="connsiteY7" fmla="*/ 171 h 2003500"/>
                  <a:gd name="connsiteX8" fmla="*/ 1467887 w 3317788"/>
                  <a:gd name="connsiteY8" fmla="*/ 31839 h 2003500"/>
                  <a:gd name="connsiteX9" fmla="*/ 1664833 w 3317788"/>
                  <a:gd name="connsiteY9" fmla="*/ 224133 h 2003500"/>
                  <a:gd name="connsiteX10" fmla="*/ 1812545 w 3317788"/>
                  <a:gd name="connsiteY10" fmla="*/ 609662 h 2003500"/>
                  <a:gd name="connsiteX11" fmla="*/ 2063727 w 3317788"/>
                  <a:gd name="connsiteY11" fmla="*/ 1447497 h 2003500"/>
                  <a:gd name="connsiteX12" fmla="*/ 2211015 w 3317788"/>
                  <a:gd name="connsiteY12" fmla="*/ 1801883 h 2003500"/>
                  <a:gd name="connsiteX13" fmla="*/ 2346289 w 3317788"/>
                  <a:gd name="connsiteY13" fmla="*/ 1988338 h 2003500"/>
                  <a:gd name="connsiteX14" fmla="*/ 2525242 w 3317788"/>
                  <a:gd name="connsiteY14" fmla="*/ 1959844 h 2003500"/>
                  <a:gd name="connsiteX15" fmla="*/ 2621436 w 3317788"/>
                  <a:gd name="connsiteY15" fmla="*/ 1827849 h 2003500"/>
                  <a:gd name="connsiteX16" fmla="*/ 2909825 w 3317788"/>
                  <a:gd name="connsiteY16" fmla="*/ 1242708 h 2003500"/>
                  <a:gd name="connsiteX17" fmla="*/ 3036433 w 3317788"/>
                  <a:gd name="connsiteY17" fmla="*/ 955651 h 2003500"/>
                  <a:gd name="connsiteX18" fmla="*/ 3141942 w 3317788"/>
                  <a:gd name="connsiteY18" fmla="*/ 609662 h 2003500"/>
                  <a:gd name="connsiteX19" fmla="*/ 3275585 w 3317788"/>
                  <a:gd name="connsiteY19" fmla="*/ 236868 h 2003500"/>
                  <a:gd name="connsiteX20" fmla="*/ 3317788 w 3317788"/>
                  <a:gd name="connsiteY20" fmla="*/ 83455 h 2003500"/>
                  <a:gd name="connsiteX0" fmla="*/ 0 w 3317788"/>
                  <a:gd name="connsiteY0" fmla="*/ 1996235 h 2035035"/>
                  <a:gd name="connsiteX1" fmla="*/ 264258 w 3317788"/>
                  <a:gd name="connsiteY1" fmla="*/ 1335640 h 2035035"/>
                  <a:gd name="connsiteX2" fmla="*/ 373215 w 3317788"/>
                  <a:gd name="connsiteY2" fmla="*/ 1087750 h 2035035"/>
                  <a:gd name="connsiteX3" fmla="*/ 549480 w 3317788"/>
                  <a:gd name="connsiteY3" fmla="*/ 660817 h 2035035"/>
                  <a:gd name="connsiteX4" fmla="*/ 753741 w 3317788"/>
                  <a:gd name="connsiteY4" fmla="*/ 316637 h 2035035"/>
                  <a:gd name="connsiteX5" fmla="*/ 930453 w 3317788"/>
                  <a:gd name="connsiteY5" fmla="*/ 86174 h 2035035"/>
                  <a:gd name="connsiteX6" fmla="*/ 1045432 w 3317788"/>
                  <a:gd name="connsiteY6" fmla="*/ 22395 h 2035035"/>
                  <a:gd name="connsiteX7" fmla="*/ 1263904 w 3317788"/>
                  <a:gd name="connsiteY7" fmla="*/ 171 h 2035035"/>
                  <a:gd name="connsiteX8" fmla="*/ 1467887 w 3317788"/>
                  <a:gd name="connsiteY8" fmla="*/ 31839 h 2035035"/>
                  <a:gd name="connsiteX9" fmla="*/ 1664833 w 3317788"/>
                  <a:gd name="connsiteY9" fmla="*/ 224133 h 2035035"/>
                  <a:gd name="connsiteX10" fmla="*/ 1812545 w 3317788"/>
                  <a:gd name="connsiteY10" fmla="*/ 609662 h 2035035"/>
                  <a:gd name="connsiteX11" fmla="*/ 2063727 w 3317788"/>
                  <a:gd name="connsiteY11" fmla="*/ 1447497 h 2035035"/>
                  <a:gd name="connsiteX12" fmla="*/ 2211015 w 3317788"/>
                  <a:gd name="connsiteY12" fmla="*/ 1801883 h 2035035"/>
                  <a:gd name="connsiteX13" fmla="*/ 2346289 w 3317788"/>
                  <a:gd name="connsiteY13" fmla="*/ 1988338 h 2035035"/>
                  <a:gd name="connsiteX14" fmla="*/ 2525242 w 3317788"/>
                  <a:gd name="connsiteY14" fmla="*/ 1959844 h 2035035"/>
                  <a:gd name="connsiteX15" fmla="*/ 2909825 w 3317788"/>
                  <a:gd name="connsiteY15" fmla="*/ 1242708 h 2035035"/>
                  <a:gd name="connsiteX16" fmla="*/ 3036433 w 3317788"/>
                  <a:gd name="connsiteY16" fmla="*/ 955651 h 2035035"/>
                  <a:gd name="connsiteX17" fmla="*/ 3141942 w 3317788"/>
                  <a:gd name="connsiteY17" fmla="*/ 609662 h 2035035"/>
                  <a:gd name="connsiteX18" fmla="*/ 3275585 w 3317788"/>
                  <a:gd name="connsiteY18" fmla="*/ 236868 h 2035035"/>
                  <a:gd name="connsiteX19" fmla="*/ 3317788 w 3317788"/>
                  <a:gd name="connsiteY19" fmla="*/ 83455 h 2035035"/>
                  <a:gd name="connsiteX0" fmla="*/ 0 w 3317788"/>
                  <a:gd name="connsiteY0" fmla="*/ 1996235 h 2016424"/>
                  <a:gd name="connsiteX1" fmla="*/ 264258 w 3317788"/>
                  <a:gd name="connsiteY1" fmla="*/ 1335640 h 2016424"/>
                  <a:gd name="connsiteX2" fmla="*/ 373215 w 3317788"/>
                  <a:gd name="connsiteY2" fmla="*/ 1087750 h 2016424"/>
                  <a:gd name="connsiteX3" fmla="*/ 549480 w 3317788"/>
                  <a:gd name="connsiteY3" fmla="*/ 660817 h 2016424"/>
                  <a:gd name="connsiteX4" fmla="*/ 753741 w 3317788"/>
                  <a:gd name="connsiteY4" fmla="*/ 316637 h 2016424"/>
                  <a:gd name="connsiteX5" fmla="*/ 930453 w 3317788"/>
                  <a:gd name="connsiteY5" fmla="*/ 86174 h 2016424"/>
                  <a:gd name="connsiteX6" fmla="*/ 1045432 w 3317788"/>
                  <a:gd name="connsiteY6" fmla="*/ 22395 h 2016424"/>
                  <a:gd name="connsiteX7" fmla="*/ 1263904 w 3317788"/>
                  <a:gd name="connsiteY7" fmla="*/ 171 h 2016424"/>
                  <a:gd name="connsiteX8" fmla="*/ 1467887 w 3317788"/>
                  <a:gd name="connsiteY8" fmla="*/ 31839 h 2016424"/>
                  <a:gd name="connsiteX9" fmla="*/ 1664833 w 3317788"/>
                  <a:gd name="connsiteY9" fmla="*/ 224133 h 2016424"/>
                  <a:gd name="connsiteX10" fmla="*/ 1812545 w 3317788"/>
                  <a:gd name="connsiteY10" fmla="*/ 609662 h 2016424"/>
                  <a:gd name="connsiteX11" fmla="*/ 2063727 w 3317788"/>
                  <a:gd name="connsiteY11" fmla="*/ 1447497 h 2016424"/>
                  <a:gd name="connsiteX12" fmla="*/ 2211015 w 3317788"/>
                  <a:gd name="connsiteY12" fmla="*/ 1801883 h 2016424"/>
                  <a:gd name="connsiteX13" fmla="*/ 2346289 w 3317788"/>
                  <a:gd name="connsiteY13" fmla="*/ 1988338 h 2016424"/>
                  <a:gd name="connsiteX14" fmla="*/ 2625913 w 3317788"/>
                  <a:gd name="connsiteY14" fmla="*/ 1920933 h 2016424"/>
                  <a:gd name="connsiteX15" fmla="*/ 2909825 w 3317788"/>
                  <a:gd name="connsiteY15" fmla="*/ 1242708 h 2016424"/>
                  <a:gd name="connsiteX16" fmla="*/ 3036433 w 3317788"/>
                  <a:gd name="connsiteY16" fmla="*/ 955651 h 2016424"/>
                  <a:gd name="connsiteX17" fmla="*/ 3141942 w 3317788"/>
                  <a:gd name="connsiteY17" fmla="*/ 609662 h 2016424"/>
                  <a:gd name="connsiteX18" fmla="*/ 3275585 w 3317788"/>
                  <a:gd name="connsiteY18" fmla="*/ 236868 h 2016424"/>
                  <a:gd name="connsiteX19" fmla="*/ 3317788 w 3317788"/>
                  <a:gd name="connsiteY19" fmla="*/ 83455 h 2016424"/>
                  <a:gd name="connsiteX0" fmla="*/ 0 w 3317788"/>
                  <a:gd name="connsiteY0" fmla="*/ 1996235 h 2001733"/>
                  <a:gd name="connsiteX1" fmla="*/ 264258 w 3317788"/>
                  <a:gd name="connsiteY1" fmla="*/ 1335640 h 2001733"/>
                  <a:gd name="connsiteX2" fmla="*/ 373215 w 3317788"/>
                  <a:gd name="connsiteY2" fmla="*/ 1087750 h 2001733"/>
                  <a:gd name="connsiteX3" fmla="*/ 549480 w 3317788"/>
                  <a:gd name="connsiteY3" fmla="*/ 660817 h 2001733"/>
                  <a:gd name="connsiteX4" fmla="*/ 753741 w 3317788"/>
                  <a:gd name="connsiteY4" fmla="*/ 316637 h 2001733"/>
                  <a:gd name="connsiteX5" fmla="*/ 930453 w 3317788"/>
                  <a:gd name="connsiteY5" fmla="*/ 86174 h 2001733"/>
                  <a:gd name="connsiteX6" fmla="*/ 1045432 w 3317788"/>
                  <a:gd name="connsiteY6" fmla="*/ 22395 h 2001733"/>
                  <a:gd name="connsiteX7" fmla="*/ 1263904 w 3317788"/>
                  <a:gd name="connsiteY7" fmla="*/ 171 h 2001733"/>
                  <a:gd name="connsiteX8" fmla="*/ 1467887 w 3317788"/>
                  <a:gd name="connsiteY8" fmla="*/ 31839 h 2001733"/>
                  <a:gd name="connsiteX9" fmla="*/ 1664833 w 3317788"/>
                  <a:gd name="connsiteY9" fmla="*/ 224133 h 2001733"/>
                  <a:gd name="connsiteX10" fmla="*/ 1812545 w 3317788"/>
                  <a:gd name="connsiteY10" fmla="*/ 609662 h 2001733"/>
                  <a:gd name="connsiteX11" fmla="*/ 2063727 w 3317788"/>
                  <a:gd name="connsiteY11" fmla="*/ 1447497 h 2001733"/>
                  <a:gd name="connsiteX12" fmla="*/ 2211015 w 3317788"/>
                  <a:gd name="connsiteY12" fmla="*/ 1801883 h 2001733"/>
                  <a:gd name="connsiteX13" fmla="*/ 2346289 w 3317788"/>
                  <a:gd name="connsiteY13" fmla="*/ 1988338 h 2001733"/>
                  <a:gd name="connsiteX14" fmla="*/ 2599813 w 3317788"/>
                  <a:gd name="connsiteY14" fmla="*/ 1862567 h 2001733"/>
                  <a:gd name="connsiteX15" fmla="*/ 2909825 w 3317788"/>
                  <a:gd name="connsiteY15" fmla="*/ 1242708 h 2001733"/>
                  <a:gd name="connsiteX16" fmla="*/ 3036433 w 3317788"/>
                  <a:gd name="connsiteY16" fmla="*/ 955651 h 2001733"/>
                  <a:gd name="connsiteX17" fmla="*/ 3141942 w 3317788"/>
                  <a:gd name="connsiteY17" fmla="*/ 609662 h 2001733"/>
                  <a:gd name="connsiteX18" fmla="*/ 3275585 w 3317788"/>
                  <a:gd name="connsiteY18" fmla="*/ 236868 h 2001733"/>
                  <a:gd name="connsiteX19" fmla="*/ 3317788 w 3317788"/>
                  <a:gd name="connsiteY19" fmla="*/ 83455 h 2001733"/>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036433 w 3317788"/>
                  <a:gd name="connsiteY16" fmla="*/ 955651 h 2022554"/>
                  <a:gd name="connsiteX17" fmla="*/ 3141942 w 3317788"/>
                  <a:gd name="connsiteY17" fmla="*/ 609662 h 2022554"/>
                  <a:gd name="connsiteX18" fmla="*/ 3275585 w 3317788"/>
                  <a:gd name="connsiteY18" fmla="*/ 236868 h 2022554"/>
                  <a:gd name="connsiteX19" fmla="*/ 3317788 w 3317788"/>
                  <a:gd name="connsiteY19"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141942 w 3317788"/>
                  <a:gd name="connsiteY16" fmla="*/ 609662 h 2022554"/>
                  <a:gd name="connsiteX17" fmla="*/ 3275585 w 3317788"/>
                  <a:gd name="connsiteY17" fmla="*/ 236868 h 2022554"/>
                  <a:gd name="connsiteX18" fmla="*/ 3317788 w 3317788"/>
                  <a:gd name="connsiteY18"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753741 w 3317788"/>
                  <a:gd name="connsiteY3" fmla="*/ 316637 h 2022554"/>
                  <a:gd name="connsiteX4" fmla="*/ 930453 w 3317788"/>
                  <a:gd name="connsiteY4" fmla="*/ 86174 h 2022554"/>
                  <a:gd name="connsiteX5" fmla="*/ 1045432 w 3317788"/>
                  <a:gd name="connsiteY5" fmla="*/ 22395 h 2022554"/>
                  <a:gd name="connsiteX6" fmla="*/ 1263904 w 3317788"/>
                  <a:gd name="connsiteY6" fmla="*/ 171 h 2022554"/>
                  <a:gd name="connsiteX7" fmla="*/ 1467887 w 3317788"/>
                  <a:gd name="connsiteY7" fmla="*/ 31839 h 2022554"/>
                  <a:gd name="connsiteX8" fmla="*/ 1664833 w 3317788"/>
                  <a:gd name="connsiteY8" fmla="*/ 224133 h 2022554"/>
                  <a:gd name="connsiteX9" fmla="*/ 1812545 w 3317788"/>
                  <a:gd name="connsiteY9" fmla="*/ 609662 h 2022554"/>
                  <a:gd name="connsiteX10" fmla="*/ 2063727 w 3317788"/>
                  <a:gd name="connsiteY10" fmla="*/ 1447497 h 2022554"/>
                  <a:gd name="connsiteX11" fmla="*/ 2211015 w 3317788"/>
                  <a:gd name="connsiteY11" fmla="*/ 1801883 h 2022554"/>
                  <a:gd name="connsiteX12" fmla="*/ 2346289 w 3317788"/>
                  <a:gd name="connsiteY12" fmla="*/ 1988338 h 2022554"/>
                  <a:gd name="connsiteX13" fmla="*/ 2569985 w 3317788"/>
                  <a:gd name="connsiteY13" fmla="*/ 1935525 h 2022554"/>
                  <a:gd name="connsiteX14" fmla="*/ 2909825 w 3317788"/>
                  <a:gd name="connsiteY14" fmla="*/ 1242708 h 2022554"/>
                  <a:gd name="connsiteX15" fmla="*/ 3141942 w 3317788"/>
                  <a:gd name="connsiteY15" fmla="*/ 609662 h 2022554"/>
                  <a:gd name="connsiteX16" fmla="*/ 3275585 w 3317788"/>
                  <a:gd name="connsiteY16" fmla="*/ 236868 h 2022554"/>
                  <a:gd name="connsiteX17" fmla="*/ 3317788 w 3317788"/>
                  <a:gd name="connsiteY17" fmla="*/ 83455 h 2022554"/>
                  <a:gd name="connsiteX0" fmla="*/ 0 w 3317788"/>
                  <a:gd name="connsiteY0" fmla="*/ 1996235 h 2022554"/>
                  <a:gd name="connsiteX1" fmla="*/ 264258 w 3317788"/>
                  <a:gd name="connsiteY1" fmla="*/ 1335640 h 2022554"/>
                  <a:gd name="connsiteX2" fmla="*/ 753741 w 3317788"/>
                  <a:gd name="connsiteY2" fmla="*/ 316637 h 2022554"/>
                  <a:gd name="connsiteX3" fmla="*/ 930453 w 3317788"/>
                  <a:gd name="connsiteY3" fmla="*/ 86174 h 2022554"/>
                  <a:gd name="connsiteX4" fmla="*/ 1045432 w 3317788"/>
                  <a:gd name="connsiteY4" fmla="*/ 22395 h 2022554"/>
                  <a:gd name="connsiteX5" fmla="*/ 1263904 w 3317788"/>
                  <a:gd name="connsiteY5" fmla="*/ 171 h 2022554"/>
                  <a:gd name="connsiteX6" fmla="*/ 1467887 w 3317788"/>
                  <a:gd name="connsiteY6" fmla="*/ 31839 h 2022554"/>
                  <a:gd name="connsiteX7" fmla="*/ 1664833 w 3317788"/>
                  <a:gd name="connsiteY7" fmla="*/ 224133 h 2022554"/>
                  <a:gd name="connsiteX8" fmla="*/ 1812545 w 3317788"/>
                  <a:gd name="connsiteY8" fmla="*/ 609662 h 2022554"/>
                  <a:gd name="connsiteX9" fmla="*/ 2063727 w 3317788"/>
                  <a:gd name="connsiteY9" fmla="*/ 1447497 h 2022554"/>
                  <a:gd name="connsiteX10" fmla="*/ 2211015 w 3317788"/>
                  <a:gd name="connsiteY10" fmla="*/ 1801883 h 2022554"/>
                  <a:gd name="connsiteX11" fmla="*/ 2346289 w 3317788"/>
                  <a:gd name="connsiteY11" fmla="*/ 1988338 h 2022554"/>
                  <a:gd name="connsiteX12" fmla="*/ 2569985 w 3317788"/>
                  <a:gd name="connsiteY12" fmla="*/ 1935525 h 2022554"/>
                  <a:gd name="connsiteX13" fmla="*/ 2909825 w 3317788"/>
                  <a:gd name="connsiteY13" fmla="*/ 1242708 h 2022554"/>
                  <a:gd name="connsiteX14" fmla="*/ 3141942 w 3317788"/>
                  <a:gd name="connsiteY14" fmla="*/ 609662 h 2022554"/>
                  <a:gd name="connsiteX15" fmla="*/ 3275585 w 3317788"/>
                  <a:gd name="connsiteY15" fmla="*/ 236868 h 2022554"/>
                  <a:gd name="connsiteX16" fmla="*/ 3317788 w 3317788"/>
                  <a:gd name="connsiteY16" fmla="*/ 83455 h 2022554"/>
                  <a:gd name="connsiteX0" fmla="*/ 0 w 3317788"/>
                  <a:gd name="connsiteY0" fmla="*/ 2005396 h 2031715"/>
                  <a:gd name="connsiteX1" fmla="*/ 264258 w 3317788"/>
                  <a:gd name="connsiteY1" fmla="*/ 1344801 h 2031715"/>
                  <a:gd name="connsiteX2" fmla="*/ 753741 w 3317788"/>
                  <a:gd name="connsiteY2" fmla="*/ 325798 h 2031715"/>
                  <a:gd name="connsiteX3" fmla="*/ 1045432 w 3317788"/>
                  <a:gd name="connsiteY3" fmla="*/ 31556 h 2031715"/>
                  <a:gd name="connsiteX4" fmla="*/ 1263904 w 3317788"/>
                  <a:gd name="connsiteY4" fmla="*/ 9332 h 2031715"/>
                  <a:gd name="connsiteX5" fmla="*/ 1467887 w 3317788"/>
                  <a:gd name="connsiteY5" fmla="*/ 41000 h 2031715"/>
                  <a:gd name="connsiteX6" fmla="*/ 1664833 w 3317788"/>
                  <a:gd name="connsiteY6" fmla="*/ 233294 h 2031715"/>
                  <a:gd name="connsiteX7" fmla="*/ 1812545 w 3317788"/>
                  <a:gd name="connsiteY7" fmla="*/ 618823 h 2031715"/>
                  <a:gd name="connsiteX8" fmla="*/ 2063727 w 3317788"/>
                  <a:gd name="connsiteY8" fmla="*/ 1456658 h 2031715"/>
                  <a:gd name="connsiteX9" fmla="*/ 2211015 w 3317788"/>
                  <a:gd name="connsiteY9" fmla="*/ 1811044 h 2031715"/>
                  <a:gd name="connsiteX10" fmla="*/ 2346289 w 3317788"/>
                  <a:gd name="connsiteY10" fmla="*/ 1997499 h 2031715"/>
                  <a:gd name="connsiteX11" fmla="*/ 2569985 w 3317788"/>
                  <a:gd name="connsiteY11" fmla="*/ 1944686 h 2031715"/>
                  <a:gd name="connsiteX12" fmla="*/ 2909825 w 3317788"/>
                  <a:gd name="connsiteY12" fmla="*/ 1251869 h 2031715"/>
                  <a:gd name="connsiteX13" fmla="*/ 3141942 w 3317788"/>
                  <a:gd name="connsiteY13" fmla="*/ 618823 h 2031715"/>
                  <a:gd name="connsiteX14" fmla="*/ 3275585 w 3317788"/>
                  <a:gd name="connsiteY14" fmla="*/ 246029 h 2031715"/>
                  <a:gd name="connsiteX15" fmla="*/ 3317788 w 3317788"/>
                  <a:gd name="connsiteY15" fmla="*/ 92616 h 2031715"/>
                  <a:gd name="connsiteX0" fmla="*/ 0 w 3317788"/>
                  <a:gd name="connsiteY0" fmla="*/ 2000709 h 2027028"/>
                  <a:gd name="connsiteX1" fmla="*/ 264258 w 3317788"/>
                  <a:gd name="connsiteY1" fmla="*/ 1340114 h 2027028"/>
                  <a:gd name="connsiteX2" fmla="*/ 753741 w 3317788"/>
                  <a:gd name="connsiteY2" fmla="*/ 321111 h 2027028"/>
                  <a:gd name="connsiteX3" fmla="*/ 1045432 w 3317788"/>
                  <a:gd name="connsiteY3" fmla="*/ 26869 h 2027028"/>
                  <a:gd name="connsiteX4" fmla="*/ 1467887 w 3317788"/>
                  <a:gd name="connsiteY4" fmla="*/ 36313 h 2027028"/>
                  <a:gd name="connsiteX5" fmla="*/ 1664833 w 3317788"/>
                  <a:gd name="connsiteY5" fmla="*/ 228607 h 2027028"/>
                  <a:gd name="connsiteX6" fmla="*/ 1812545 w 3317788"/>
                  <a:gd name="connsiteY6" fmla="*/ 614136 h 2027028"/>
                  <a:gd name="connsiteX7" fmla="*/ 2063727 w 3317788"/>
                  <a:gd name="connsiteY7" fmla="*/ 1451971 h 2027028"/>
                  <a:gd name="connsiteX8" fmla="*/ 2211015 w 3317788"/>
                  <a:gd name="connsiteY8" fmla="*/ 1806357 h 2027028"/>
                  <a:gd name="connsiteX9" fmla="*/ 2346289 w 3317788"/>
                  <a:gd name="connsiteY9" fmla="*/ 1992812 h 2027028"/>
                  <a:gd name="connsiteX10" fmla="*/ 2569985 w 3317788"/>
                  <a:gd name="connsiteY10" fmla="*/ 1939999 h 2027028"/>
                  <a:gd name="connsiteX11" fmla="*/ 2909825 w 3317788"/>
                  <a:gd name="connsiteY11" fmla="*/ 1247182 h 2027028"/>
                  <a:gd name="connsiteX12" fmla="*/ 3141942 w 3317788"/>
                  <a:gd name="connsiteY12" fmla="*/ 614136 h 2027028"/>
                  <a:gd name="connsiteX13" fmla="*/ 3275585 w 3317788"/>
                  <a:gd name="connsiteY13" fmla="*/ 241342 h 2027028"/>
                  <a:gd name="connsiteX14" fmla="*/ 3317788 w 3317788"/>
                  <a:gd name="connsiteY14" fmla="*/ 87929 h 2027028"/>
                  <a:gd name="connsiteX0" fmla="*/ 0 w 3317788"/>
                  <a:gd name="connsiteY0" fmla="*/ 1997433 h 2023752"/>
                  <a:gd name="connsiteX1" fmla="*/ 264258 w 3317788"/>
                  <a:gd name="connsiteY1" fmla="*/ 1336838 h 2023752"/>
                  <a:gd name="connsiteX2" fmla="*/ 753741 w 3317788"/>
                  <a:gd name="connsiteY2" fmla="*/ 317835 h 2023752"/>
                  <a:gd name="connsiteX3" fmla="*/ 1045432 w 3317788"/>
                  <a:gd name="connsiteY3" fmla="*/ 28457 h 2023752"/>
                  <a:gd name="connsiteX4" fmla="*/ 1467887 w 3317788"/>
                  <a:gd name="connsiteY4" fmla="*/ 33037 h 2023752"/>
                  <a:gd name="connsiteX5" fmla="*/ 1664833 w 3317788"/>
                  <a:gd name="connsiteY5" fmla="*/ 225331 h 2023752"/>
                  <a:gd name="connsiteX6" fmla="*/ 1812545 w 3317788"/>
                  <a:gd name="connsiteY6" fmla="*/ 610860 h 2023752"/>
                  <a:gd name="connsiteX7" fmla="*/ 2063727 w 3317788"/>
                  <a:gd name="connsiteY7" fmla="*/ 1448695 h 2023752"/>
                  <a:gd name="connsiteX8" fmla="*/ 2211015 w 3317788"/>
                  <a:gd name="connsiteY8" fmla="*/ 1803081 h 2023752"/>
                  <a:gd name="connsiteX9" fmla="*/ 2346289 w 3317788"/>
                  <a:gd name="connsiteY9" fmla="*/ 1989536 h 2023752"/>
                  <a:gd name="connsiteX10" fmla="*/ 2569985 w 3317788"/>
                  <a:gd name="connsiteY10" fmla="*/ 1936723 h 2023752"/>
                  <a:gd name="connsiteX11" fmla="*/ 2909825 w 3317788"/>
                  <a:gd name="connsiteY11" fmla="*/ 1243906 h 2023752"/>
                  <a:gd name="connsiteX12" fmla="*/ 3141942 w 3317788"/>
                  <a:gd name="connsiteY12" fmla="*/ 610860 h 2023752"/>
                  <a:gd name="connsiteX13" fmla="*/ 3275585 w 3317788"/>
                  <a:gd name="connsiteY13" fmla="*/ 238066 h 2023752"/>
                  <a:gd name="connsiteX14" fmla="*/ 3317788 w 3317788"/>
                  <a:gd name="connsiteY14" fmla="*/ 84653 h 2023752"/>
                  <a:gd name="connsiteX0" fmla="*/ 0 w 3317788"/>
                  <a:gd name="connsiteY0" fmla="*/ 2021904 h 2048223"/>
                  <a:gd name="connsiteX1" fmla="*/ 264258 w 3317788"/>
                  <a:gd name="connsiteY1" fmla="*/ 1361309 h 2048223"/>
                  <a:gd name="connsiteX2" fmla="*/ 753741 w 3317788"/>
                  <a:gd name="connsiteY2" fmla="*/ 342306 h 2048223"/>
                  <a:gd name="connsiteX3" fmla="*/ 1045432 w 3317788"/>
                  <a:gd name="connsiteY3" fmla="*/ 52928 h 2048223"/>
                  <a:gd name="connsiteX4" fmla="*/ 1467887 w 3317788"/>
                  <a:gd name="connsiteY4" fmla="*/ 57508 h 2048223"/>
                  <a:gd name="connsiteX5" fmla="*/ 1812545 w 3317788"/>
                  <a:gd name="connsiteY5" fmla="*/ 635331 h 2048223"/>
                  <a:gd name="connsiteX6" fmla="*/ 2063727 w 3317788"/>
                  <a:gd name="connsiteY6" fmla="*/ 1473166 h 2048223"/>
                  <a:gd name="connsiteX7" fmla="*/ 2211015 w 3317788"/>
                  <a:gd name="connsiteY7" fmla="*/ 1827552 h 2048223"/>
                  <a:gd name="connsiteX8" fmla="*/ 2346289 w 3317788"/>
                  <a:gd name="connsiteY8" fmla="*/ 2014007 h 2048223"/>
                  <a:gd name="connsiteX9" fmla="*/ 2569985 w 3317788"/>
                  <a:gd name="connsiteY9" fmla="*/ 1961194 h 2048223"/>
                  <a:gd name="connsiteX10" fmla="*/ 2909825 w 3317788"/>
                  <a:gd name="connsiteY10" fmla="*/ 1268377 h 2048223"/>
                  <a:gd name="connsiteX11" fmla="*/ 3141942 w 3317788"/>
                  <a:gd name="connsiteY11" fmla="*/ 635331 h 2048223"/>
                  <a:gd name="connsiteX12" fmla="*/ 3275585 w 3317788"/>
                  <a:gd name="connsiteY12" fmla="*/ 262537 h 2048223"/>
                  <a:gd name="connsiteX13" fmla="*/ 3317788 w 3317788"/>
                  <a:gd name="connsiteY13" fmla="*/ 109124 h 2048223"/>
                  <a:gd name="connsiteX0" fmla="*/ 0 w 3317788"/>
                  <a:gd name="connsiteY0" fmla="*/ 2082383 h 2108702"/>
                  <a:gd name="connsiteX1" fmla="*/ 264258 w 3317788"/>
                  <a:gd name="connsiteY1" fmla="*/ 1421788 h 2108702"/>
                  <a:gd name="connsiteX2" fmla="*/ 753741 w 3317788"/>
                  <a:gd name="connsiteY2" fmla="*/ 402785 h 2108702"/>
                  <a:gd name="connsiteX3" fmla="*/ 1045432 w 3317788"/>
                  <a:gd name="connsiteY3" fmla="*/ 113407 h 2108702"/>
                  <a:gd name="connsiteX4" fmla="*/ 1467887 w 3317788"/>
                  <a:gd name="connsiteY4" fmla="*/ 117987 h 2108702"/>
                  <a:gd name="connsiteX5" fmla="*/ 2063727 w 3317788"/>
                  <a:gd name="connsiteY5" fmla="*/ 1533645 h 2108702"/>
                  <a:gd name="connsiteX6" fmla="*/ 2211015 w 3317788"/>
                  <a:gd name="connsiteY6" fmla="*/ 1888031 h 2108702"/>
                  <a:gd name="connsiteX7" fmla="*/ 2346289 w 3317788"/>
                  <a:gd name="connsiteY7" fmla="*/ 2074486 h 2108702"/>
                  <a:gd name="connsiteX8" fmla="*/ 2569985 w 3317788"/>
                  <a:gd name="connsiteY8" fmla="*/ 2021673 h 2108702"/>
                  <a:gd name="connsiteX9" fmla="*/ 2909825 w 3317788"/>
                  <a:gd name="connsiteY9" fmla="*/ 1328856 h 2108702"/>
                  <a:gd name="connsiteX10" fmla="*/ 3141942 w 3317788"/>
                  <a:gd name="connsiteY10" fmla="*/ 695810 h 2108702"/>
                  <a:gd name="connsiteX11" fmla="*/ 3275585 w 3317788"/>
                  <a:gd name="connsiteY11" fmla="*/ 323016 h 2108702"/>
                  <a:gd name="connsiteX12" fmla="*/ 3317788 w 3317788"/>
                  <a:gd name="connsiteY12" fmla="*/ 169603 h 2108702"/>
                  <a:gd name="connsiteX0" fmla="*/ 0 w 3317788"/>
                  <a:gd name="connsiteY0" fmla="*/ 2118920 h 2145239"/>
                  <a:gd name="connsiteX1" fmla="*/ 264258 w 3317788"/>
                  <a:gd name="connsiteY1" fmla="*/ 1458325 h 2145239"/>
                  <a:gd name="connsiteX2" fmla="*/ 753741 w 3317788"/>
                  <a:gd name="connsiteY2" fmla="*/ 439322 h 2145239"/>
                  <a:gd name="connsiteX3" fmla="*/ 1045432 w 3317788"/>
                  <a:gd name="connsiteY3" fmla="*/ 149944 h 2145239"/>
                  <a:gd name="connsiteX4" fmla="*/ 1282624 w 3317788"/>
                  <a:gd name="connsiteY4" fmla="*/ 36880 h 2145239"/>
                  <a:gd name="connsiteX5" fmla="*/ 1467887 w 3317788"/>
                  <a:gd name="connsiteY5" fmla="*/ 154524 h 2145239"/>
                  <a:gd name="connsiteX6" fmla="*/ 2063727 w 3317788"/>
                  <a:gd name="connsiteY6" fmla="*/ 1570182 h 2145239"/>
                  <a:gd name="connsiteX7" fmla="*/ 2211015 w 3317788"/>
                  <a:gd name="connsiteY7" fmla="*/ 1924568 h 2145239"/>
                  <a:gd name="connsiteX8" fmla="*/ 2346289 w 3317788"/>
                  <a:gd name="connsiteY8" fmla="*/ 2111023 h 2145239"/>
                  <a:gd name="connsiteX9" fmla="*/ 2569985 w 3317788"/>
                  <a:gd name="connsiteY9" fmla="*/ 2058210 h 2145239"/>
                  <a:gd name="connsiteX10" fmla="*/ 2909825 w 3317788"/>
                  <a:gd name="connsiteY10" fmla="*/ 1365393 h 2145239"/>
                  <a:gd name="connsiteX11" fmla="*/ 3141942 w 3317788"/>
                  <a:gd name="connsiteY11" fmla="*/ 732347 h 2145239"/>
                  <a:gd name="connsiteX12" fmla="*/ 3275585 w 3317788"/>
                  <a:gd name="connsiteY12" fmla="*/ 359553 h 2145239"/>
                  <a:gd name="connsiteX13" fmla="*/ 3317788 w 3317788"/>
                  <a:gd name="connsiteY13" fmla="*/ 206140 h 2145239"/>
                  <a:gd name="connsiteX0" fmla="*/ 0 w 3317788"/>
                  <a:gd name="connsiteY0" fmla="*/ 2082051 h 2108370"/>
                  <a:gd name="connsiteX1" fmla="*/ 264258 w 3317788"/>
                  <a:gd name="connsiteY1" fmla="*/ 1421456 h 2108370"/>
                  <a:gd name="connsiteX2" fmla="*/ 753741 w 3317788"/>
                  <a:gd name="connsiteY2" fmla="*/ 402453 h 2108370"/>
                  <a:gd name="connsiteX3" fmla="*/ 1045432 w 3317788"/>
                  <a:gd name="connsiteY3" fmla="*/ 113075 h 2108370"/>
                  <a:gd name="connsiteX4" fmla="*/ 1282624 w 3317788"/>
                  <a:gd name="connsiteY4" fmla="*/ 11 h 2108370"/>
                  <a:gd name="connsiteX5" fmla="*/ 1391430 w 3317788"/>
                  <a:gd name="connsiteY5" fmla="*/ 274174 h 2108370"/>
                  <a:gd name="connsiteX6" fmla="*/ 2063727 w 3317788"/>
                  <a:gd name="connsiteY6" fmla="*/ 1533313 h 2108370"/>
                  <a:gd name="connsiteX7" fmla="*/ 2211015 w 3317788"/>
                  <a:gd name="connsiteY7" fmla="*/ 1887699 h 2108370"/>
                  <a:gd name="connsiteX8" fmla="*/ 2346289 w 3317788"/>
                  <a:gd name="connsiteY8" fmla="*/ 2074154 h 2108370"/>
                  <a:gd name="connsiteX9" fmla="*/ 2569985 w 3317788"/>
                  <a:gd name="connsiteY9" fmla="*/ 2021341 h 2108370"/>
                  <a:gd name="connsiteX10" fmla="*/ 2909825 w 3317788"/>
                  <a:gd name="connsiteY10" fmla="*/ 1328524 h 2108370"/>
                  <a:gd name="connsiteX11" fmla="*/ 3141942 w 3317788"/>
                  <a:gd name="connsiteY11" fmla="*/ 695478 h 2108370"/>
                  <a:gd name="connsiteX12" fmla="*/ 3275585 w 3317788"/>
                  <a:gd name="connsiteY12" fmla="*/ 322684 h 2108370"/>
                  <a:gd name="connsiteX13" fmla="*/ 3317788 w 3317788"/>
                  <a:gd name="connsiteY13" fmla="*/ 169271 h 2108370"/>
                  <a:gd name="connsiteX0" fmla="*/ 0 w 3317788"/>
                  <a:gd name="connsiteY0" fmla="*/ 2082053 h 2108372"/>
                  <a:gd name="connsiteX1" fmla="*/ 264258 w 3317788"/>
                  <a:gd name="connsiteY1" fmla="*/ 1421458 h 2108372"/>
                  <a:gd name="connsiteX2" fmla="*/ 753741 w 3317788"/>
                  <a:gd name="connsiteY2" fmla="*/ 402455 h 2108372"/>
                  <a:gd name="connsiteX3" fmla="*/ 903439 w 3317788"/>
                  <a:gd name="connsiteY3" fmla="*/ 98847 h 2108372"/>
                  <a:gd name="connsiteX4" fmla="*/ 1282624 w 3317788"/>
                  <a:gd name="connsiteY4" fmla="*/ 13 h 2108372"/>
                  <a:gd name="connsiteX5" fmla="*/ 1391430 w 3317788"/>
                  <a:gd name="connsiteY5" fmla="*/ 274176 h 2108372"/>
                  <a:gd name="connsiteX6" fmla="*/ 2063727 w 3317788"/>
                  <a:gd name="connsiteY6" fmla="*/ 1533315 h 2108372"/>
                  <a:gd name="connsiteX7" fmla="*/ 2211015 w 3317788"/>
                  <a:gd name="connsiteY7" fmla="*/ 1887701 h 2108372"/>
                  <a:gd name="connsiteX8" fmla="*/ 2346289 w 3317788"/>
                  <a:gd name="connsiteY8" fmla="*/ 2074156 h 2108372"/>
                  <a:gd name="connsiteX9" fmla="*/ 2569985 w 3317788"/>
                  <a:gd name="connsiteY9" fmla="*/ 2021343 h 2108372"/>
                  <a:gd name="connsiteX10" fmla="*/ 2909825 w 3317788"/>
                  <a:gd name="connsiteY10" fmla="*/ 1328526 h 2108372"/>
                  <a:gd name="connsiteX11" fmla="*/ 3141942 w 3317788"/>
                  <a:gd name="connsiteY11" fmla="*/ 695480 h 2108372"/>
                  <a:gd name="connsiteX12" fmla="*/ 3275585 w 3317788"/>
                  <a:gd name="connsiteY12" fmla="*/ 322686 h 2108372"/>
                  <a:gd name="connsiteX13" fmla="*/ 3317788 w 3317788"/>
                  <a:gd name="connsiteY13" fmla="*/ 169273 h 2108372"/>
                  <a:gd name="connsiteX0" fmla="*/ 0 w 3317788"/>
                  <a:gd name="connsiteY0" fmla="*/ 2018044 h 2044363"/>
                  <a:gd name="connsiteX1" fmla="*/ 264258 w 3317788"/>
                  <a:gd name="connsiteY1" fmla="*/ 1357449 h 2044363"/>
                  <a:gd name="connsiteX2" fmla="*/ 753741 w 3317788"/>
                  <a:gd name="connsiteY2" fmla="*/ 338446 h 2044363"/>
                  <a:gd name="connsiteX3" fmla="*/ 903439 w 3317788"/>
                  <a:gd name="connsiteY3" fmla="*/ 34838 h 2044363"/>
                  <a:gd name="connsiteX4" fmla="*/ 1293546 w 3317788"/>
                  <a:gd name="connsiteY4" fmla="*/ 7150 h 2044363"/>
                  <a:gd name="connsiteX5" fmla="*/ 1391430 w 3317788"/>
                  <a:gd name="connsiteY5" fmla="*/ 210167 h 2044363"/>
                  <a:gd name="connsiteX6" fmla="*/ 2063727 w 3317788"/>
                  <a:gd name="connsiteY6" fmla="*/ 1469306 h 2044363"/>
                  <a:gd name="connsiteX7" fmla="*/ 2211015 w 3317788"/>
                  <a:gd name="connsiteY7" fmla="*/ 1823692 h 2044363"/>
                  <a:gd name="connsiteX8" fmla="*/ 2346289 w 3317788"/>
                  <a:gd name="connsiteY8" fmla="*/ 2010147 h 2044363"/>
                  <a:gd name="connsiteX9" fmla="*/ 2569985 w 3317788"/>
                  <a:gd name="connsiteY9" fmla="*/ 1957334 h 2044363"/>
                  <a:gd name="connsiteX10" fmla="*/ 2909825 w 3317788"/>
                  <a:gd name="connsiteY10" fmla="*/ 1264517 h 2044363"/>
                  <a:gd name="connsiteX11" fmla="*/ 3141942 w 3317788"/>
                  <a:gd name="connsiteY11" fmla="*/ 631471 h 2044363"/>
                  <a:gd name="connsiteX12" fmla="*/ 3275585 w 3317788"/>
                  <a:gd name="connsiteY12" fmla="*/ 258677 h 2044363"/>
                  <a:gd name="connsiteX13" fmla="*/ 3317788 w 3317788"/>
                  <a:gd name="connsiteY13" fmla="*/ 105264 h 2044363"/>
                  <a:gd name="connsiteX0" fmla="*/ 0 w 3317788"/>
                  <a:gd name="connsiteY0" fmla="*/ 2018044 h 2044363"/>
                  <a:gd name="connsiteX1" fmla="*/ 264258 w 3317788"/>
                  <a:gd name="connsiteY1" fmla="*/ 1357449 h 2044363"/>
                  <a:gd name="connsiteX2" fmla="*/ 753741 w 3317788"/>
                  <a:gd name="connsiteY2" fmla="*/ 338446 h 2044363"/>
                  <a:gd name="connsiteX3" fmla="*/ 903439 w 3317788"/>
                  <a:gd name="connsiteY3" fmla="*/ 34838 h 2044363"/>
                  <a:gd name="connsiteX4" fmla="*/ 1293546 w 3317788"/>
                  <a:gd name="connsiteY4" fmla="*/ 7150 h 2044363"/>
                  <a:gd name="connsiteX5" fmla="*/ 1440579 w 3317788"/>
                  <a:gd name="connsiteY5" fmla="*/ 210167 h 2044363"/>
                  <a:gd name="connsiteX6" fmla="*/ 2063727 w 3317788"/>
                  <a:gd name="connsiteY6" fmla="*/ 1469306 h 2044363"/>
                  <a:gd name="connsiteX7" fmla="*/ 2211015 w 3317788"/>
                  <a:gd name="connsiteY7" fmla="*/ 1823692 h 2044363"/>
                  <a:gd name="connsiteX8" fmla="*/ 2346289 w 3317788"/>
                  <a:gd name="connsiteY8" fmla="*/ 2010147 h 2044363"/>
                  <a:gd name="connsiteX9" fmla="*/ 2569985 w 3317788"/>
                  <a:gd name="connsiteY9" fmla="*/ 1957334 h 2044363"/>
                  <a:gd name="connsiteX10" fmla="*/ 2909825 w 3317788"/>
                  <a:gd name="connsiteY10" fmla="*/ 1264517 h 2044363"/>
                  <a:gd name="connsiteX11" fmla="*/ 3141942 w 3317788"/>
                  <a:gd name="connsiteY11" fmla="*/ 631471 h 2044363"/>
                  <a:gd name="connsiteX12" fmla="*/ 3275585 w 3317788"/>
                  <a:gd name="connsiteY12" fmla="*/ 258677 h 2044363"/>
                  <a:gd name="connsiteX13" fmla="*/ 3317788 w 3317788"/>
                  <a:gd name="connsiteY13" fmla="*/ 105264 h 2044363"/>
                  <a:gd name="connsiteX0" fmla="*/ 0 w 3317788"/>
                  <a:gd name="connsiteY0" fmla="*/ 2014906 h 2041225"/>
                  <a:gd name="connsiteX1" fmla="*/ 264258 w 3317788"/>
                  <a:gd name="connsiteY1" fmla="*/ 1354311 h 2041225"/>
                  <a:gd name="connsiteX2" fmla="*/ 753741 w 3317788"/>
                  <a:gd name="connsiteY2" fmla="*/ 335308 h 2041225"/>
                  <a:gd name="connsiteX3" fmla="*/ 968974 w 3317788"/>
                  <a:gd name="connsiteY3" fmla="*/ 38813 h 2041225"/>
                  <a:gd name="connsiteX4" fmla="*/ 1293546 w 3317788"/>
                  <a:gd name="connsiteY4" fmla="*/ 4012 h 2041225"/>
                  <a:gd name="connsiteX5" fmla="*/ 1440579 w 3317788"/>
                  <a:gd name="connsiteY5" fmla="*/ 207029 h 2041225"/>
                  <a:gd name="connsiteX6" fmla="*/ 2063727 w 3317788"/>
                  <a:gd name="connsiteY6" fmla="*/ 1466168 h 2041225"/>
                  <a:gd name="connsiteX7" fmla="*/ 2211015 w 3317788"/>
                  <a:gd name="connsiteY7" fmla="*/ 1820554 h 2041225"/>
                  <a:gd name="connsiteX8" fmla="*/ 2346289 w 3317788"/>
                  <a:gd name="connsiteY8" fmla="*/ 2007009 h 2041225"/>
                  <a:gd name="connsiteX9" fmla="*/ 2569985 w 3317788"/>
                  <a:gd name="connsiteY9" fmla="*/ 1954196 h 2041225"/>
                  <a:gd name="connsiteX10" fmla="*/ 2909825 w 3317788"/>
                  <a:gd name="connsiteY10" fmla="*/ 1261379 h 2041225"/>
                  <a:gd name="connsiteX11" fmla="*/ 3141942 w 3317788"/>
                  <a:gd name="connsiteY11" fmla="*/ 628333 h 2041225"/>
                  <a:gd name="connsiteX12" fmla="*/ 3275585 w 3317788"/>
                  <a:gd name="connsiteY12" fmla="*/ 255539 h 2041225"/>
                  <a:gd name="connsiteX13" fmla="*/ 3317788 w 3317788"/>
                  <a:gd name="connsiteY13" fmla="*/ 102126 h 2041225"/>
                  <a:gd name="connsiteX0" fmla="*/ 0 w 3317788"/>
                  <a:gd name="connsiteY0" fmla="*/ 2003371 h 2029690"/>
                  <a:gd name="connsiteX1" fmla="*/ 264258 w 3317788"/>
                  <a:gd name="connsiteY1" fmla="*/ 1342776 h 2029690"/>
                  <a:gd name="connsiteX2" fmla="*/ 753741 w 3317788"/>
                  <a:gd name="connsiteY2" fmla="*/ 323773 h 2029690"/>
                  <a:gd name="connsiteX3" fmla="*/ 968974 w 3317788"/>
                  <a:gd name="connsiteY3" fmla="*/ 27278 h 2029690"/>
                  <a:gd name="connsiteX4" fmla="*/ 1271702 w 3317788"/>
                  <a:gd name="connsiteY4" fmla="*/ 13820 h 2029690"/>
                  <a:gd name="connsiteX5" fmla="*/ 1440579 w 3317788"/>
                  <a:gd name="connsiteY5" fmla="*/ 195494 h 2029690"/>
                  <a:gd name="connsiteX6" fmla="*/ 2063727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371 h 2029690"/>
                  <a:gd name="connsiteX1" fmla="*/ 264258 w 3317788"/>
                  <a:gd name="connsiteY1" fmla="*/ 1342776 h 2029690"/>
                  <a:gd name="connsiteX2" fmla="*/ 753741 w 3317788"/>
                  <a:gd name="connsiteY2" fmla="*/ 323773 h 2029690"/>
                  <a:gd name="connsiteX3" fmla="*/ 968974 w 3317788"/>
                  <a:gd name="connsiteY3" fmla="*/ 27278 h 2029690"/>
                  <a:gd name="connsiteX4" fmla="*/ 1271702 w 3317788"/>
                  <a:gd name="connsiteY4" fmla="*/ 13820 h 2029690"/>
                  <a:gd name="connsiteX5" fmla="*/ 1440579 w 3317788"/>
                  <a:gd name="connsiteY5" fmla="*/ 195494 h 2029690"/>
                  <a:gd name="connsiteX6" fmla="*/ 2030959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371 h 2029690"/>
                  <a:gd name="connsiteX1" fmla="*/ 264258 w 3317788"/>
                  <a:gd name="connsiteY1" fmla="*/ 1342776 h 2029690"/>
                  <a:gd name="connsiteX2" fmla="*/ 753741 w 3317788"/>
                  <a:gd name="connsiteY2" fmla="*/ 323773 h 2029690"/>
                  <a:gd name="connsiteX3" fmla="*/ 1045430 w 3317788"/>
                  <a:gd name="connsiteY3" fmla="*/ 27279 h 2029690"/>
                  <a:gd name="connsiteX4" fmla="*/ 1271702 w 3317788"/>
                  <a:gd name="connsiteY4" fmla="*/ 13820 h 2029690"/>
                  <a:gd name="connsiteX5" fmla="*/ 1440579 w 3317788"/>
                  <a:gd name="connsiteY5" fmla="*/ 195494 h 2029690"/>
                  <a:gd name="connsiteX6" fmla="*/ 2030959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371 h 2029690"/>
                  <a:gd name="connsiteX1" fmla="*/ 264258 w 3317788"/>
                  <a:gd name="connsiteY1" fmla="*/ 1342776 h 2029690"/>
                  <a:gd name="connsiteX2" fmla="*/ 753741 w 3317788"/>
                  <a:gd name="connsiteY2" fmla="*/ 323773 h 2029690"/>
                  <a:gd name="connsiteX3" fmla="*/ 1116427 w 3317788"/>
                  <a:gd name="connsiteY3" fmla="*/ 27279 h 2029690"/>
                  <a:gd name="connsiteX4" fmla="*/ 1271702 w 3317788"/>
                  <a:gd name="connsiteY4" fmla="*/ 13820 h 2029690"/>
                  <a:gd name="connsiteX5" fmla="*/ 1440579 w 3317788"/>
                  <a:gd name="connsiteY5" fmla="*/ 195494 h 2029690"/>
                  <a:gd name="connsiteX6" fmla="*/ 2030959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880 h 2030199"/>
                  <a:gd name="connsiteX1" fmla="*/ 264258 w 3317788"/>
                  <a:gd name="connsiteY1" fmla="*/ 1343285 h 2030199"/>
                  <a:gd name="connsiteX2" fmla="*/ 852043 w 3317788"/>
                  <a:gd name="connsiteY2" fmla="*/ 331397 h 2030199"/>
                  <a:gd name="connsiteX3" fmla="*/ 1116427 w 3317788"/>
                  <a:gd name="connsiteY3" fmla="*/ 27788 h 2030199"/>
                  <a:gd name="connsiteX4" fmla="*/ 1271702 w 3317788"/>
                  <a:gd name="connsiteY4" fmla="*/ 14329 h 2030199"/>
                  <a:gd name="connsiteX5" fmla="*/ 1440579 w 3317788"/>
                  <a:gd name="connsiteY5" fmla="*/ 196003 h 2030199"/>
                  <a:gd name="connsiteX6" fmla="*/ 2030959 w 3317788"/>
                  <a:gd name="connsiteY6" fmla="*/ 1455142 h 2030199"/>
                  <a:gd name="connsiteX7" fmla="*/ 2211015 w 3317788"/>
                  <a:gd name="connsiteY7" fmla="*/ 1809528 h 2030199"/>
                  <a:gd name="connsiteX8" fmla="*/ 2346289 w 3317788"/>
                  <a:gd name="connsiteY8" fmla="*/ 1995983 h 2030199"/>
                  <a:gd name="connsiteX9" fmla="*/ 2569985 w 3317788"/>
                  <a:gd name="connsiteY9" fmla="*/ 1943170 h 2030199"/>
                  <a:gd name="connsiteX10" fmla="*/ 2909825 w 3317788"/>
                  <a:gd name="connsiteY10" fmla="*/ 1250353 h 2030199"/>
                  <a:gd name="connsiteX11" fmla="*/ 3141942 w 3317788"/>
                  <a:gd name="connsiteY11" fmla="*/ 617307 h 2030199"/>
                  <a:gd name="connsiteX12" fmla="*/ 3275585 w 3317788"/>
                  <a:gd name="connsiteY12" fmla="*/ 244513 h 2030199"/>
                  <a:gd name="connsiteX13" fmla="*/ 3317788 w 3317788"/>
                  <a:gd name="connsiteY13" fmla="*/ 91100 h 2030199"/>
                  <a:gd name="connsiteX0" fmla="*/ 0 w 3317788"/>
                  <a:gd name="connsiteY0" fmla="*/ 2003880 h 2030199"/>
                  <a:gd name="connsiteX1" fmla="*/ 335255 w 3317788"/>
                  <a:gd name="connsiteY1" fmla="*/ 1343285 h 2030199"/>
                  <a:gd name="connsiteX2" fmla="*/ 852043 w 3317788"/>
                  <a:gd name="connsiteY2" fmla="*/ 331397 h 2030199"/>
                  <a:gd name="connsiteX3" fmla="*/ 1116427 w 3317788"/>
                  <a:gd name="connsiteY3" fmla="*/ 27788 h 2030199"/>
                  <a:gd name="connsiteX4" fmla="*/ 1271702 w 3317788"/>
                  <a:gd name="connsiteY4" fmla="*/ 14329 h 2030199"/>
                  <a:gd name="connsiteX5" fmla="*/ 1440579 w 3317788"/>
                  <a:gd name="connsiteY5" fmla="*/ 196003 h 2030199"/>
                  <a:gd name="connsiteX6" fmla="*/ 2030959 w 3317788"/>
                  <a:gd name="connsiteY6" fmla="*/ 1455142 h 2030199"/>
                  <a:gd name="connsiteX7" fmla="*/ 2211015 w 3317788"/>
                  <a:gd name="connsiteY7" fmla="*/ 1809528 h 2030199"/>
                  <a:gd name="connsiteX8" fmla="*/ 2346289 w 3317788"/>
                  <a:gd name="connsiteY8" fmla="*/ 1995983 h 2030199"/>
                  <a:gd name="connsiteX9" fmla="*/ 2569985 w 3317788"/>
                  <a:gd name="connsiteY9" fmla="*/ 1943170 h 2030199"/>
                  <a:gd name="connsiteX10" fmla="*/ 2909825 w 3317788"/>
                  <a:gd name="connsiteY10" fmla="*/ 1250353 h 2030199"/>
                  <a:gd name="connsiteX11" fmla="*/ 3141942 w 3317788"/>
                  <a:gd name="connsiteY11" fmla="*/ 617307 h 2030199"/>
                  <a:gd name="connsiteX12" fmla="*/ 3275585 w 3317788"/>
                  <a:gd name="connsiteY12" fmla="*/ 244513 h 2030199"/>
                  <a:gd name="connsiteX13" fmla="*/ 3317788 w 3317788"/>
                  <a:gd name="connsiteY13" fmla="*/ 91100 h 2030199"/>
                  <a:gd name="connsiteX0" fmla="*/ 0 w 3317788"/>
                  <a:gd name="connsiteY0" fmla="*/ 1995481 h 2021800"/>
                  <a:gd name="connsiteX1" fmla="*/ 335255 w 3317788"/>
                  <a:gd name="connsiteY1" fmla="*/ 1334886 h 2021800"/>
                  <a:gd name="connsiteX2" fmla="*/ 852043 w 3317788"/>
                  <a:gd name="connsiteY2" fmla="*/ 322998 h 2021800"/>
                  <a:gd name="connsiteX3" fmla="*/ 1004104 w 3317788"/>
                  <a:gd name="connsiteY3" fmla="*/ 91305 h 2021800"/>
                  <a:gd name="connsiteX4" fmla="*/ 1116427 w 3317788"/>
                  <a:gd name="connsiteY4" fmla="*/ 19389 h 2021800"/>
                  <a:gd name="connsiteX5" fmla="*/ 1271702 w 3317788"/>
                  <a:gd name="connsiteY5" fmla="*/ 5930 h 2021800"/>
                  <a:gd name="connsiteX6" fmla="*/ 1440579 w 3317788"/>
                  <a:gd name="connsiteY6" fmla="*/ 187604 h 2021800"/>
                  <a:gd name="connsiteX7" fmla="*/ 2030959 w 3317788"/>
                  <a:gd name="connsiteY7" fmla="*/ 1446743 h 2021800"/>
                  <a:gd name="connsiteX8" fmla="*/ 2211015 w 3317788"/>
                  <a:gd name="connsiteY8" fmla="*/ 1801129 h 2021800"/>
                  <a:gd name="connsiteX9" fmla="*/ 2346289 w 3317788"/>
                  <a:gd name="connsiteY9" fmla="*/ 1987584 h 2021800"/>
                  <a:gd name="connsiteX10" fmla="*/ 2569985 w 3317788"/>
                  <a:gd name="connsiteY10" fmla="*/ 1934771 h 2021800"/>
                  <a:gd name="connsiteX11" fmla="*/ 2909825 w 3317788"/>
                  <a:gd name="connsiteY11" fmla="*/ 1241954 h 2021800"/>
                  <a:gd name="connsiteX12" fmla="*/ 3141942 w 3317788"/>
                  <a:gd name="connsiteY12" fmla="*/ 608908 h 2021800"/>
                  <a:gd name="connsiteX13" fmla="*/ 3275585 w 3317788"/>
                  <a:gd name="connsiteY13" fmla="*/ 236114 h 2021800"/>
                  <a:gd name="connsiteX14" fmla="*/ 3317788 w 3317788"/>
                  <a:gd name="connsiteY14" fmla="*/ 82701 h 2021800"/>
                  <a:gd name="connsiteX0" fmla="*/ 0 w 3317788"/>
                  <a:gd name="connsiteY0" fmla="*/ 1992025 h 2018344"/>
                  <a:gd name="connsiteX1" fmla="*/ 335255 w 3317788"/>
                  <a:gd name="connsiteY1" fmla="*/ 1331430 h 2018344"/>
                  <a:gd name="connsiteX2" fmla="*/ 852043 w 3317788"/>
                  <a:gd name="connsiteY2" fmla="*/ 319542 h 2018344"/>
                  <a:gd name="connsiteX3" fmla="*/ 1004104 w 3317788"/>
                  <a:gd name="connsiteY3" fmla="*/ 87849 h 2018344"/>
                  <a:gd name="connsiteX4" fmla="*/ 1116427 w 3317788"/>
                  <a:gd name="connsiteY4" fmla="*/ 15933 h 2018344"/>
                  <a:gd name="connsiteX5" fmla="*/ 1271702 w 3317788"/>
                  <a:gd name="connsiteY5" fmla="*/ 2474 h 2018344"/>
                  <a:gd name="connsiteX6" fmla="*/ 1375465 w 3317788"/>
                  <a:gd name="connsiteY6" fmla="*/ 52274 h 2018344"/>
                  <a:gd name="connsiteX7" fmla="*/ 1440579 w 3317788"/>
                  <a:gd name="connsiteY7" fmla="*/ 184148 h 2018344"/>
                  <a:gd name="connsiteX8" fmla="*/ 2030959 w 3317788"/>
                  <a:gd name="connsiteY8" fmla="*/ 1443287 h 2018344"/>
                  <a:gd name="connsiteX9" fmla="*/ 2211015 w 3317788"/>
                  <a:gd name="connsiteY9" fmla="*/ 1797673 h 2018344"/>
                  <a:gd name="connsiteX10" fmla="*/ 2346289 w 3317788"/>
                  <a:gd name="connsiteY10" fmla="*/ 1984128 h 2018344"/>
                  <a:gd name="connsiteX11" fmla="*/ 2569985 w 3317788"/>
                  <a:gd name="connsiteY11" fmla="*/ 1931315 h 2018344"/>
                  <a:gd name="connsiteX12" fmla="*/ 2909825 w 3317788"/>
                  <a:gd name="connsiteY12" fmla="*/ 1238498 h 2018344"/>
                  <a:gd name="connsiteX13" fmla="*/ 3141942 w 3317788"/>
                  <a:gd name="connsiteY13" fmla="*/ 605452 h 2018344"/>
                  <a:gd name="connsiteX14" fmla="*/ 3275585 w 3317788"/>
                  <a:gd name="connsiteY14" fmla="*/ 232658 h 2018344"/>
                  <a:gd name="connsiteX15" fmla="*/ 3317788 w 3317788"/>
                  <a:gd name="connsiteY15" fmla="*/ 79245 h 2018344"/>
                  <a:gd name="connsiteX0" fmla="*/ 0 w 3317788"/>
                  <a:gd name="connsiteY0" fmla="*/ 1992025 h 2018344"/>
                  <a:gd name="connsiteX1" fmla="*/ 335255 w 3317788"/>
                  <a:gd name="connsiteY1" fmla="*/ 1331430 h 2018344"/>
                  <a:gd name="connsiteX2" fmla="*/ 852043 w 3317788"/>
                  <a:gd name="connsiteY2" fmla="*/ 319542 h 2018344"/>
                  <a:gd name="connsiteX3" fmla="*/ 1004104 w 3317788"/>
                  <a:gd name="connsiteY3" fmla="*/ 87849 h 2018344"/>
                  <a:gd name="connsiteX4" fmla="*/ 1116427 w 3317788"/>
                  <a:gd name="connsiteY4" fmla="*/ 15933 h 2018344"/>
                  <a:gd name="connsiteX5" fmla="*/ 1271702 w 3317788"/>
                  <a:gd name="connsiteY5" fmla="*/ 2474 h 2018344"/>
                  <a:gd name="connsiteX6" fmla="*/ 1375465 w 3317788"/>
                  <a:gd name="connsiteY6" fmla="*/ 52274 h 2018344"/>
                  <a:gd name="connsiteX7" fmla="*/ 1440579 w 3317788"/>
                  <a:gd name="connsiteY7" fmla="*/ 184148 h 2018344"/>
                  <a:gd name="connsiteX8" fmla="*/ 1943580 w 3317788"/>
                  <a:gd name="connsiteY8" fmla="*/ 1485974 h 2018344"/>
                  <a:gd name="connsiteX9" fmla="*/ 2211015 w 3317788"/>
                  <a:gd name="connsiteY9" fmla="*/ 1797673 h 2018344"/>
                  <a:gd name="connsiteX10" fmla="*/ 2346289 w 3317788"/>
                  <a:gd name="connsiteY10" fmla="*/ 1984128 h 2018344"/>
                  <a:gd name="connsiteX11" fmla="*/ 2569985 w 3317788"/>
                  <a:gd name="connsiteY11" fmla="*/ 1931315 h 2018344"/>
                  <a:gd name="connsiteX12" fmla="*/ 2909825 w 3317788"/>
                  <a:gd name="connsiteY12" fmla="*/ 1238498 h 2018344"/>
                  <a:gd name="connsiteX13" fmla="*/ 3141942 w 3317788"/>
                  <a:gd name="connsiteY13" fmla="*/ 605452 h 2018344"/>
                  <a:gd name="connsiteX14" fmla="*/ 3275585 w 3317788"/>
                  <a:gd name="connsiteY14" fmla="*/ 232658 h 2018344"/>
                  <a:gd name="connsiteX15" fmla="*/ 3317788 w 3317788"/>
                  <a:gd name="connsiteY15" fmla="*/ 79245 h 2018344"/>
                  <a:gd name="connsiteX0" fmla="*/ 0 w 3317788"/>
                  <a:gd name="connsiteY0" fmla="*/ 1992025 h 2010456"/>
                  <a:gd name="connsiteX1" fmla="*/ 335255 w 3317788"/>
                  <a:gd name="connsiteY1" fmla="*/ 1331430 h 2010456"/>
                  <a:gd name="connsiteX2" fmla="*/ 852043 w 3317788"/>
                  <a:gd name="connsiteY2" fmla="*/ 319542 h 2010456"/>
                  <a:gd name="connsiteX3" fmla="*/ 1004104 w 3317788"/>
                  <a:gd name="connsiteY3" fmla="*/ 87849 h 2010456"/>
                  <a:gd name="connsiteX4" fmla="*/ 1116427 w 3317788"/>
                  <a:gd name="connsiteY4" fmla="*/ 15933 h 2010456"/>
                  <a:gd name="connsiteX5" fmla="*/ 1271702 w 3317788"/>
                  <a:gd name="connsiteY5" fmla="*/ 2474 h 2010456"/>
                  <a:gd name="connsiteX6" fmla="*/ 1375465 w 3317788"/>
                  <a:gd name="connsiteY6" fmla="*/ 52274 h 2010456"/>
                  <a:gd name="connsiteX7" fmla="*/ 1440579 w 3317788"/>
                  <a:gd name="connsiteY7" fmla="*/ 184148 h 2010456"/>
                  <a:gd name="connsiteX8" fmla="*/ 1943580 w 3317788"/>
                  <a:gd name="connsiteY8" fmla="*/ 1485974 h 2010456"/>
                  <a:gd name="connsiteX9" fmla="*/ 2167326 w 3317788"/>
                  <a:gd name="connsiteY9" fmla="*/ 1833245 h 2010456"/>
                  <a:gd name="connsiteX10" fmla="*/ 2346289 w 3317788"/>
                  <a:gd name="connsiteY10" fmla="*/ 1984128 h 2010456"/>
                  <a:gd name="connsiteX11" fmla="*/ 2569985 w 3317788"/>
                  <a:gd name="connsiteY11" fmla="*/ 1931315 h 2010456"/>
                  <a:gd name="connsiteX12" fmla="*/ 2909825 w 3317788"/>
                  <a:gd name="connsiteY12" fmla="*/ 1238498 h 2010456"/>
                  <a:gd name="connsiteX13" fmla="*/ 3141942 w 3317788"/>
                  <a:gd name="connsiteY13" fmla="*/ 605452 h 2010456"/>
                  <a:gd name="connsiteX14" fmla="*/ 3275585 w 3317788"/>
                  <a:gd name="connsiteY14" fmla="*/ 232658 h 2010456"/>
                  <a:gd name="connsiteX15" fmla="*/ 3317788 w 3317788"/>
                  <a:gd name="connsiteY15" fmla="*/ 79245 h 201045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69985 w 3317788"/>
                  <a:gd name="connsiteY11" fmla="*/ 1838825 h 1992026"/>
                  <a:gd name="connsiteX12" fmla="*/ 2909825 w 3317788"/>
                  <a:gd name="connsiteY12" fmla="*/ 1238498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69985 w 3317788"/>
                  <a:gd name="connsiteY11" fmla="*/ 1838825 h 1992026"/>
                  <a:gd name="connsiteX12" fmla="*/ 2909825 w 3317788"/>
                  <a:gd name="connsiteY12" fmla="*/ 1238498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31755 w 3317788"/>
                  <a:gd name="connsiteY11" fmla="*/ 1824596 h 1992026"/>
                  <a:gd name="connsiteX12" fmla="*/ 2909825 w 3317788"/>
                  <a:gd name="connsiteY12" fmla="*/ 1238498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31755 w 3317788"/>
                  <a:gd name="connsiteY11" fmla="*/ 1824596 h 1992026"/>
                  <a:gd name="connsiteX12" fmla="*/ 2849750 w 3317788"/>
                  <a:gd name="connsiteY12" fmla="*/ 1195810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440402 w 3317788"/>
                  <a:gd name="connsiteY11" fmla="*/ 1937634 h 1992026"/>
                  <a:gd name="connsiteX12" fmla="*/ 2531755 w 3317788"/>
                  <a:gd name="connsiteY12" fmla="*/ 1824596 h 1992026"/>
                  <a:gd name="connsiteX13" fmla="*/ 2849750 w 3317788"/>
                  <a:gd name="connsiteY13" fmla="*/ 1195810 h 1992026"/>
                  <a:gd name="connsiteX14" fmla="*/ 3141942 w 3317788"/>
                  <a:gd name="connsiteY14" fmla="*/ 605452 h 1992026"/>
                  <a:gd name="connsiteX15" fmla="*/ 3275585 w 3317788"/>
                  <a:gd name="connsiteY15" fmla="*/ 232658 h 1992026"/>
                  <a:gd name="connsiteX16" fmla="*/ 3317788 w 3317788"/>
                  <a:gd name="connsiteY16"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276566 w 3317788"/>
                  <a:gd name="connsiteY10" fmla="*/ 1930520 h 1992026"/>
                  <a:gd name="connsiteX11" fmla="*/ 2346289 w 3317788"/>
                  <a:gd name="connsiteY11" fmla="*/ 1984128 h 1992026"/>
                  <a:gd name="connsiteX12" fmla="*/ 2440402 w 3317788"/>
                  <a:gd name="connsiteY12" fmla="*/ 1937634 h 1992026"/>
                  <a:gd name="connsiteX13" fmla="*/ 2531755 w 3317788"/>
                  <a:gd name="connsiteY13" fmla="*/ 1824596 h 1992026"/>
                  <a:gd name="connsiteX14" fmla="*/ 2849750 w 3317788"/>
                  <a:gd name="connsiteY14" fmla="*/ 1195810 h 1992026"/>
                  <a:gd name="connsiteX15" fmla="*/ 3141942 w 3317788"/>
                  <a:gd name="connsiteY15" fmla="*/ 605452 h 1992026"/>
                  <a:gd name="connsiteX16" fmla="*/ 3275585 w 3317788"/>
                  <a:gd name="connsiteY16" fmla="*/ 232658 h 1992026"/>
                  <a:gd name="connsiteX17" fmla="*/ 3317788 w 3317788"/>
                  <a:gd name="connsiteY17"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849750 w 3317788"/>
                  <a:gd name="connsiteY15" fmla="*/ 1195810 h 1992026"/>
                  <a:gd name="connsiteX16" fmla="*/ 3141942 w 3317788"/>
                  <a:gd name="connsiteY16" fmla="*/ 605452 h 1992026"/>
                  <a:gd name="connsiteX17" fmla="*/ 3275585 w 3317788"/>
                  <a:gd name="connsiteY17" fmla="*/ 232658 h 1992026"/>
                  <a:gd name="connsiteX18" fmla="*/ 3317788 w 3317788"/>
                  <a:gd name="connsiteY18"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675234 w 3317788"/>
                  <a:gd name="connsiteY15" fmla="*/ 1524990 h 1992026"/>
                  <a:gd name="connsiteX16" fmla="*/ 2849750 w 3317788"/>
                  <a:gd name="connsiteY16" fmla="*/ 1195810 h 1992026"/>
                  <a:gd name="connsiteX17" fmla="*/ 3141942 w 3317788"/>
                  <a:gd name="connsiteY17" fmla="*/ 605452 h 1992026"/>
                  <a:gd name="connsiteX18" fmla="*/ 3275585 w 3317788"/>
                  <a:gd name="connsiteY18" fmla="*/ 232658 h 1992026"/>
                  <a:gd name="connsiteX19" fmla="*/ 3317788 w 3317788"/>
                  <a:gd name="connsiteY19"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697079 w 3317788"/>
                  <a:gd name="connsiteY15" fmla="*/ 1539219 h 1992026"/>
                  <a:gd name="connsiteX16" fmla="*/ 2849750 w 3317788"/>
                  <a:gd name="connsiteY16" fmla="*/ 1195810 h 1992026"/>
                  <a:gd name="connsiteX17" fmla="*/ 3141942 w 3317788"/>
                  <a:gd name="connsiteY17" fmla="*/ 605452 h 1992026"/>
                  <a:gd name="connsiteX18" fmla="*/ 3275585 w 3317788"/>
                  <a:gd name="connsiteY18" fmla="*/ 232658 h 1992026"/>
                  <a:gd name="connsiteX19" fmla="*/ 3317788 w 3317788"/>
                  <a:gd name="connsiteY19"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697079 w 3317788"/>
                  <a:gd name="connsiteY15" fmla="*/ 1539219 h 1992026"/>
                  <a:gd name="connsiteX16" fmla="*/ 2849750 w 3317788"/>
                  <a:gd name="connsiteY16" fmla="*/ 1195810 h 1992026"/>
                  <a:gd name="connsiteX17" fmla="*/ 3141942 w 3317788"/>
                  <a:gd name="connsiteY17" fmla="*/ 605452 h 1992026"/>
                  <a:gd name="connsiteX18" fmla="*/ 3275585 w 3317788"/>
                  <a:gd name="connsiteY18" fmla="*/ 232658 h 1992026"/>
                  <a:gd name="connsiteX19" fmla="*/ 3317788 w 3317788"/>
                  <a:gd name="connsiteY19" fmla="*/ 79245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67326 w 3339635"/>
                  <a:gd name="connsiteY10" fmla="*/ 1833245 h 1992026"/>
                  <a:gd name="connsiteX11" fmla="*/ 2276566 w 3339635"/>
                  <a:gd name="connsiteY11" fmla="*/ 1930520 h 1992026"/>
                  <a:gd name="connsiteX12" fmla="*/ 2346289 w 3339635"/>
                  <a:gd name="connsiteY12" fmla="*/ 1984128 h 1992026"/>
                  <a:gd name="connsiteX13" fmla="*/ 2440402 w 3339635"/>
                  <a:gd name="connsiteY13" fmla="*/ 1937634 h 1992026"/>
                  <a:gd name="connsiteX14" fmla="*/ 2531755 w 3339635"/>
                  <a:gd name="connsiteY14" fmla="*/ 1824596 h 1992026"/>
                  <a:gd name="connsiteX15" fmla="*/ 2697079 w 3339635"/>
                  <a:gd name="connsiteY15" fmla="*/ 1539219 h 1992026"/>
                  <a:gd name="connsiteX16" fmla="*/ 2849750 w 3339635"/>
                  <a:gd name="connsiteY16" fmla="*/ 1195810 h 1992026"/>
                  <a:gd name="connsiteX17" fmla="*/ 3141942 w 3339635"/>
                  <a:gd name="connsiteY17" fmla="*/ 605452 h 1992026"/>
                  <a:gd name="connsiteX18" fmla="*/ 3275585 w 3339635"/>
                  <a:gd name="connsiteY18" fmla="*/ 232658 h 1992026"/>
                  <a:gd name="connsiteX19" fmla="*/ 3339635 w 3339635"/>
                  <a:gd name="connsiteY19" fmla="*/ 86358 h 1992026"/>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31755 w 3339635"/>
                  <a:gd name="connsiteY14" fmla="*/ 1824596 h 1995595"/>
                  <a:gd name="connsiteX15" fmla="*/ 2697079 w 3339635"/>
                  <a:gd name="connsiteY15" fmla="*/ 1539219 h 1995595"/>
                  <a:gd name="connsiteX16" fmla="*/ 2849750 w 3339635"/>
                  <a:gd name="connsiteY16" fmla="*/ 1195810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697079 w 3339635"/>
                  <a:gd name="connsiteY15" fmla="*/ 1539219 h 1995595"/>
                  <a:gd name="connsiteX16" fmla="*/ 2849750 w 3339635"/>
                  <a:gd name="connsiteY16" fmla="*/ 1195810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724385 w 3339635"/>
                  <a:gd name="connsiteY15" fmla="*/ 1539219 h 1995595"/>
                  <a:gd name="connsiteX16" fmla="*/ 2849750 w 3339635"/>
                  <a:gd name="connsiteY16" fmla="*/ 1195810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724385 w 3339635"/>
                  <a:gd name="connsiteY15" fmla="*/ 1539219 h 1995595"/>
                  <a:gd name="connsiteX16" fmla="*/ 2871595 w 3339635"/>
                  <a:gd name="connsiteY16" fmla="*/ 1231384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724385 w 3339635"/>
                  <a:gd name="connsiteY15" fmla="*/ 1539219 h 1995595"/>
                  <a:gd name="connsiteX16" fmla="*/ 2898902 w 3339635"/>
                  <a:gd name="connsiteY16" fmla="*/ 1252728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2016317"/>
                  <a:gd name="connsiteX1" fmla="*/ 335255 w 3339635"/>
                  <a:gd name="connsiteY1" fmla="*/ 1331430 h 2016317"/>
                  <a:gd name="connsiteX2" fmla="*/ 852043 w 3339635"/>
                  <a:gd name="connsiteY2" fmla="*/ 319542 h 2016317"/>
                  <a:gd name="connsiteX3" fmla="*/ 1004104 w 3339635"/>
                  <a:gd name="connsiteY3" fmla="*/ 87849 h 2016317"/>
                  <a:gd name="connsiteX4" fmla="*/ 1116427 w 3339635"/>
                  <a:gd name="connsiteY4" fmla="*/ 15933 h 2016317"/>
                  <a:gd name="connsiteX5" fmla="*/ 1271702 w 3339635"/>
                  <a:gd name="connsiteY5" fmla="*/ 2474 h 2016317"/>
                  <a:gd name="connsiteX6" fmla="*/ 1375465 w 3339635"/>
                  <a:gd name="connsiteY6" fmla="*/ 52274 h 2016317"/>
                  <a:gd name="connsiteX7" fmla="*/ 1440579 w 3339635"/>
                  <a:gd name="connsiteY7" fmla="*/ 184148 h 2016317"/>
                  <a:gd name="connsiteX8" fmla="*/ 1779596 w 3339635"/>
                  <a:gd name="connsiteY8" fmla="*/ 1076772 h 2016317"/>
                  <a:gd name="connsiteX9" fmla="*/ 1943580 w 3339635"/>
                  <a:gd name="connsiteY9" fmla="*/ 1485974 h 2016317"/>
                  <a:gd name="connsiteX10" fmla="*/ 2167326 w 3339635"/>
                  <a:gd name="connsiteY10" fmla="*/ 1833245 h 2016317"/>
                  <a:gd name="connsiteX11" fmla="*/ 2276566 w 3339635"/>
                  <a:gd name="connsiteY11" fmla="*/ 1930520 h 2016317"/>
                  <a:gd name="connsiteX12" fmla="*/ 2346289 w 3339635"/>
                  <a:gd name="connsiteY12" fmla="*/ 1984128 h 2016317"/>
                  <a:gd name="connsiteX13" fmla="*/ 2505937 w 3339635"/>
                  <a:gd name="connsiteY13" fmla="*/ 1980321 h 2016317"/>
                  <a:gd name="connsiteX14" fmla="*/ 2724385 w 3339635"/>
                  <a:gd name="connsiteY14" fmla="*/ 1539219 h 2016317"/>
                  <a:gd name="connsiteX15" fmla="*/ 2898902 w 3339635"/>
                  <a:gd name="connsiteY15" fmla="*/ 1252728 h 2016317"/>
                  <a:gd name="connsiteX16" fmla="*/ 3141942 w 3339635"/>
                  <a:gd name="connsiteY16" fmla="*/ 605452 h 2016317"/>
                  <a:gd name="connsiteX17" fmla="*/ 3275585 w 3339635"/>
                  <a:gd name="connsiteY17" fmla="*/ 232658 h 2016317"/>
                  <a:gd name="connsiteX18" fmla="*/ 3339635 w 3339635"/>
                  <a:gd name="connsiteY18" fmla="*/ 86358 h 2016317"/>
                  <a:gd name="connsiteX0" fmla="*/ 0 w 3339635"/>
                  <a:gd name="connsiteY0" fmla="*/ 1992025 h 2004155"/>
                  <a:gd name="connsiteX1" fmla="*/ 335255 w 3339635"/>
                  <a:gd name="connsiteY1" fmla="*/ 1331430 h 2004155"/>
                  <a:gd name="connsiteX2" fmla="*/ 852043 w 3339635"/>
                  <a:gd name="connsiteY2" fmla="*/ 319542 h 2004155"/>
                  <a:gd name="connsiteX3" fmla="*/ 1004104 w 3339635"/>
                  <a:gd name="connsiteY3" fmla="*/ 87849 h 2004155"/>
                  <a:gd name="connsiteX4" fmla="*/ 1116427 w 3339635"/>
                  <a:gd name="connsiteY4" fmla="*/ 15933 h 2004155"/>
                  <a:gd name="connsiteX5" fmla="*/ 1271702 w 3339635"/>
                  <a:gd name="connsiteY5" fmla="*/ 2474 h 2004155"/>
                  <a:gd name="connsiteX6" fmla="*/ 1375465 w 3339635"/>
                  <a:gd name="connsiteY6" fmla="*/ 52274 h 2004155"/>
                  <a:gd name="connsiteX7" fmla="*/ 1440579 w 3339635"/>
                  <a:gd name="connsiteY7" fmla="*/ 184148 h 2004155"/>
                  <a:gd name="connsiteX8" fmla="*/ 1779596 w 3339635"/>
                  <a:gd name="connsiteY8" fmla="*/ 1076772 h 2004155"/>
                  <a:gd name="connsiteX9" fmla="*/ 1943580 w 3339635"/>
                  <a:gd name="connsiteY9" fmla="*/ 1485974 h 2004155"/>
                  <a:gd name="connsiteX10" fmla="*/ 2167326 w 3339635"/>
                  <a:gd name="connsiteY10" fmla="*/ 1833245 h 2004155"/>
                  <a:gd name="connsiteX11" fmla="*/ 2276566 w 3339635"/>
                  <a:gd name="connsiteY11" fmla="*/ 1930520 h 2004155"/>
                  <a:gd name="connsiteX12" fmla="*/ 2346289 w 3339635"/>
                  <a:gd name="connsiteY12" fmla="*/ 1984128 h 2004155"/>
                  <a:gd name="connsiteX13" fmla="*/ 2505937 w 3339635"/>
                  <a:gd name="connsiteY13" fmla="*/ 1963008 h 2004155"/>
                  <a:gd name="connsiteX14" fmla="*/ 2724385 w 3339635"/>
                  <a:gd name="connsiteY14" fmla="*/ 1539219 h 2004155"/>
                  <a:gd name="connsiteX15" fmla="*/ 2898902 w 3339635"/>
                  <a:gd name="connsiteY15" fmla="*/ 1252728 h 2004155"/>
                  <a:gd name="connsiteX16" fmla="*/ 3141942 w 3339635"/>
                  <a:gd name="connsiteY16" fmla="*/ 605452 h 2004155"/>
                  <a:gd name="connsiteX17" fmla="*/ 3275585 w 3339635"/>
                  <a:gd name="connsiteY17" fmla="*/ 232658 h 2004155"/>
                  <a:gd name="connsiteX18" fmla="*/ 3339635 w 3339635"/>
                  <a:gd name="connsiteY18" fmla="*/ 86358 h 2004155"/>
                  <a:gd name="connsiteX0" fmla="*/ 0 w 3339635"/>
                  <a:gd name="connsiteY0" fmla="*/ 1992025 h 2001006"/>
                  <a:gd name="connsiteX1" fmla="*/ 335255 w 3339635"/>
                  <a:gd name="connsiteY1" fmla="*/ 1331430 h 2001006"/>
                  <a:gd name="connsiteX2" fmla="*/ 852043 w 3339635"/>
                  <a:gd name="connsiteY2" fmla="*/ 319542 h 2001006"/>
                  <a:gd name="connsiteX3" fmla="*/ 1004104 w 3339635"/>
                  <a:gd name="connsiteY3" fmla="*/ 87849 h 2001006"/>
                  <a:gd name="connsiteX4" fmla="*/ 1116427 w 3339635"/>
                  <a:gd name="connsiteY4" fmla="*/ 15933 h 2001006"/>
                  <a:gd name="connsiteX5" fmla="*/ 1271702 w 3339635"/>
                  <a:gd name="connsiteY5" fmla="*/ 2474 h 2001006"/>
                  <a:gd name="connsiteX6" fmla="*/ 1375465 w 3339635"/>
                  <a:gd name="connsiteY6" fmla="*/ 52274 h 2001006"/>
                  <a:gd name="connsiteX7" fmla="*/ 1440579 w 3339635"/>
                  <a:gd name="connsiteY7" fmla="*/ 184148 h 2001006"/>
                  <a:gd name="connsiteX8" fmla="*/ 1779596 w 3339635"/>
                  <a:gd name="connsiteY8" fmla="*/ 1076772 h 2001006"/>
                  <a:gd name="connsiteX9" fmla="*/ 1943580 w 3339635"/>
                  <a:gd name="connsiteY9" fmla="*/ 1485974 h 2001006"/>
                  <a:gd name="connsiteX10" fmla="*/ 2167326 w 3339635"/>
                  <a:gd name="connsiteY10" fmla="*/ 1833245 h 2001006"/>
                  <a:gd name="connsiteX11" fmla="*/ 2276566 w 3339635"/>
                  <a:gd name="connsiteY11" fmla="*/ 1930520 h 2001006"/>
                  <a:gd name="connsiteX12" fmla="*/ 2342967 w 3339635"/>
                  <a:gd name="connsiteY12" fmla="*/ 1975472 h 2001006"/>
                  <a:gd name="connsiteX13" fmla="*/ 2505937 w 3339635"/>
                  <a:gd name="connsiteY13" fmla="*/ 1963008 h 2001006"/>
                  <a:gd name="connsiteX14" fmla="*/ 2724385 w 3339635"/>
                  <a:gd name="connsiteY14" fmla="*/ 1539219 h 2001006"/>
                  <a:gd name="connsiteX15" fmla="*/ 2898902 w 3339635"/>
                  <a:gd name="connsiteY15" fmla="*/ 1252728 h 2001006"/>
                  <a:gd name="connsiteX16" fmla="*/ 3141942 w 3339635"/>
                  <a:gd name="connsiteY16" fmla="*/ 605452 h 2001006"/>
                  <a:gd name="connsiteX17" fmla="*/ 3275585 w 3339635"/>
                  <a:gd name="connsiteY17" fmla="*/ 232658 h 2001006"/>
                  <a:gd name="connsiteX18" fmla="*/ 3339635 w 3339635"/>
                  <a:gd name="connsiteY18" fmla="*/ 86358 h 2001006"/>
                  <a:gd name="connsiteX0" fmla="*/ 0 w 3339635"/>
                  <a:gd name="connsiteY0" fmla="*/ 1992025 h 2005859"/>
                  <a:gd name="connsiteX1" fmla="*/ 335255 w 3339635"/>
                  <a:gd name="connsiteY1" fmla="*/ 1331430 h 2005859"/>
                  <a:gd name="connsiteX2" fmla="*/ 852043 w 3339635"/>
                  <a:gd name="connsiteY2" fmla="*/ 319542 h 2005859"/>
                  <a:gd name="connsiteX3" fmla="*/ 1004104 w 3339635"/>
                  <a:gd name="connsiteY3" fmla="*/ 87849 h 2005859"/>
                  <a:gd name="connsiteX4" fmla="*/ 1116427 w 3339635"/>
                  <a:gd name="connsiteY4" fmla="*/ 15933 h 2005859"/>
                  <a:gd name="connsiteX5" fmla="*/ 1271702 w 3339635"/>
                  <a:gd name="connsiteY5" fmla="*/ 2474 h 2005859"/>
                  <a:gd name="connsiteX6" fmla="*/ 1375465 w 3339635"/>
                  <a:gd name="connsiteY6" fmla="*/ 52274 h 2005859"/>
                  <a:gd name="connsiteX7" fmla="*/ 1440579 w 3339635"/>
                  <a:gd name="connsiteY7" fmla="*/ 184148 h 2005859"/>
                  <a:gd name="connsiteX8" fmla="*/ 1779596 w 3339635"/>
                  <a:gd name="connsiteY8" fmla="*/ 1076772 h 2005859"/>
                  <a:gd name="connsiteX9" fmla="*/ 1943580 w 3339635"/>
                  <a:gd name="connsiteY9" fmla="*/ 1485974 h 2005859"/>
                  <a:gd name="connsiteX10" fmla="*/ 2167326 w 3339635"/>
                  <a:gd name="connsiteY10" fmla="*/ 1833245 h 2005859"/>
                  <a:gd name="connsiteX11" fmla="*/ 2342967 w 3339635"/>
                  <a:gd name="connsiteY11" fmla="*/ 1975472 h 2005859"/>
                  <a:gd name="connsiteX12" fmla="*/ 2505937 w 3339635"/>
                  <a:gd name="connsiteY12" fmla="*/ 1963008 h 2005859"/>
                  <a:gd name="connsiteX13" fmla="*/ 2724385 w 3339635"/>
                  <a:gd name="connsiteY13" fmla="*/ 1539219 h 2005859"/>
                  <a:gd name="connsiteX14" fmla="*/ 2898902 w 3339635"/>
                  <a:gd name="connsiteY14" fmla="*/ 1252728 h 2005859"/>
                  <a:gd name="connsiteX15" fmla="*/ 3141942 w 3339635"/>
                  <a:gd name="connsiteY15" fmla="*/ 605452 h 2005859"/>
                  <a:gd name="connsiteX16" fmla="*/ 3275585 w 3339635"/>
                  <a:gd name="connsiteY16" fmla="*/ 232658 h 2005859"/>
                  <a:gd name="connsiteX17" fmla="*/ 3339635 w 3339635"/>
                  <a:gd name="connsiteY17" fmla="*/ 86358 h 2005859"/>
                  <a:gd name="connsiteX0" fmla="*/ 0 w 3339635"/>
                  <a:gd name="connsiteY0" fmla="*/ 1992025 h 2001145"/>
                  <a:gd name="connsiteX1" fmla="*/ 335255 w 3339635"/>
                  <a:gd name="connsiteY1" fmla="*/ 1331430 h 2001145"/>
                  <a:gd name="connsiteX2" fmla="*/ 852043 w 3339635"/>
                  <a:gd name="connsiteY2" fmla="*/ 319542 h 2001145"/>
                  <a:gd name="connsiteX3" fmla="*/ 1004104 w 3339635"/>
                  <a:gd name="connsiteY3" fmla="*/ 87849 h 2001145"/>
                  <a:gd name="connsiteX4" fmla="*/ 1116427 w 3339635"/>
                  <a:gd name="connsiteY4" fmla="*/ 15933 h 2001145"/>
                  <a:gd name="connsiteX5" fmla="*/ 1271702 w 3339635"/>
                  <a:gd name="connsiteY5" fmla="*/ 2474 h 2001145"/>
                  <a:gd name="connsiteX6" fmla="*/ 1375465 w 3339635"/>
                  <a:gd name="connsiteY6" fmla="*/ 52274 h 2001145"/>
                  <a:gd name="connsiteX7" fmla="*/ 1440579 w 3339635"/>
                  <a:gd name="connsiteY7" fmla="*/ 184148 h 2001145"/>
                  <a:gd name="connsiteX8" fmla="*/ 1779596 w 3339635"/>
                  <a:gd name="connsiteY8" fmla="*/ 1076772 h 2001145"/>
                  <a:gd name="connsiteX9" fmla="*/ 1943580 w 3339635"/>
                  <a:gd name="connsiteY9" fmla="*/ 1485974 h 2001145"/>
                  <a:gd name="connsiteX10" fmla="*/ 2167326 w 3339635"/>
                  <a:gd name="connsiteY10" fmla="*/ 1833245 h 2001145"/>
                  <a:gd name="connsiteX11" fmla="*/ 2316389 w 3339635"/>
                  <a:gd name="connsiteY11" fmla="*/ 1962488 h 2001145"/>
                  <a:gd name="connsiteX12" fmla="*/ 2505937 w 3339635"/>
                  <a:gd name="connsiteY12" fmla="*/ 1963008 h 2001145"/>
                  <a:gd name="connsiteX13" fmla="*/ 2724385 w 3339635"/>
                  <a:gd name="connsiteY13" fmla="*/ 1539219 h 2001145"/>
                  <a:gd name="connsiteX14" fmla="*/ 2898902 w 3339635"/>
                  <a:gd name="connsiteY14" fmla="*/ 1252728 h 2001145"/>
                  <a:gd name="connsiteX15" fmla="*/ 3141942 w 3339635"/>
                  <a:gd name="connsiteY15" fmla="*/ 605452 h 2001145"/>
                  <a:gd name="connsiteX16" fmla="*/ 3275585 w 3339635"/>
                  <a:gd name="connsiteY16" fmla="*/ 232658 h 2001145"/>
                  <a:gd name="connsiteX17" fmla="*/ 3339635 w 3339635"/>
                  <a:gd name="connsiteY17" fmla="*/ 86358 h 2001145"/>
                  <a:gd name="connsiteX0" fmla="*/ 0 w 3339635"/>
                  <a:gd name="connsiteY0" fmla="*/ 1992025 h 1997283"/>
                  <a:gd name="connsiteX1" fmla="*/ 335255 w 3339635"/>
                  <a:gd name="connsiteY1" fmla="*/ 1331430 h 1997283"/>
                  <a:gd name="connsiteX2" fmla="*/ 852043 w 3339635"/>
                  <a:gd name="connsiteY2" fmla="*/ 319542 h 1997283"/>
                  <a:gd name="connsiteX3" fmla="*/ 1004104 w 3339635"/>
                  <a:gd name="connsiteY3" fmla="*/ 87849 h 1997283"/>
                  <a:gd name="connsiteX4" fmla="*/ 1116427 w 3339635"/>
                  <a:gd name="connsiteY4" fmla="*/ 15933 h 1997283"/>
                  <a:gd name="connsiteX5" fmla="*/ 1271702 w 3339635"/>
                  <a:gd name="connsiteY5" fmla="*/ 2474 h 1997283"/>
                  <a:gd name="connsiteX6" fmla="*/ 1375465 w 3339635"/>
                  <a:gd name="connsiteY6" fmla="*/ 52274 h 1997283"/>
                  <a:gd name="connsiteX7" fmla="*/ 1440579 w 3339635"/>
                  <a:gd name="connsiteY7" fmla="*/ 184148 h 1997283"/>
                  <a:gd name="connsiteX8" fmla="*/ 1779596 w 3339635"/>
                  <a:gd name="connsiteY8" fmla="*/ 1076772 h 1997283"/>
                  <a:gd name="connsiteX9" fmla="*/ 1943580 w 3339635"/>
                  <a:gd name="connsiteY9" fmla="*/ 1485974 h 1997283"/>
                  <a:gd name="connsiteX10" fmla="*/ 2167326 w 3339635"/>
                  <a:gd name="connsiteY10" fmla="*/ 1833245 h 1997283"/>
                  <a:gd name="connsiteX11" fmla="*/ 2286489 w 3339635"/>
                  <a:gd name="connsiteY11" fmla="*/ 1949504 h 1997283"/>
                  <a:gd name="connsiteX12" fmla="*/ 2505937 w 3339635"/>
                  <a:gd name="connsiteY12" fmla="*/ 1963008 h 1997283"/>
                  <a:gd name="connsiteX13" fmla="*/ 2724385 w 3339635"/>
                  <a:gd name="connsiteY13" fmla="*/ 1539219 h 1997283"/>
                  <a:gd name="connsiteX14" fmla="*/ 2898902 w 3339635"/>
                  <a:gd name="connsiteY14" fmla="*/ 1252728 h 1997283"/>
                  <a:gd name="connsiteX15" fmla="*/ 3141942 w 3339635"/>
                  <a:gd name="connsiteY15" fmla="*/ 605452 h 1997283"/>
                  <a:gd name="connsiteX16" fmla="*/ 3275585 w 3339635"/>
                  <a:gd name="connsiteY16" fmla="*/ 232658 h 1997283"/>
                  <a:gd name="connsiteX17" fmla="*/ 3339635 w 3339635"/>
                  <a:gd name="connsiteY17" fmla="*/ 86358 h 1997283"/>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67326 w 3339635"/>
                  <a:gd name="connsiteY10" fmla="*/ 1833245 h 1992026"/>
                  <a:gd name="connsiteX11" fmla="*/ 2286489 w 3339635"/>
                  <a:gd name="connsiteY11" fmla="*/ 1949504 h 1992026"/>
                  <a:gd name="connsiteX12" fmla="*/ 2492648 w 3339635"/>
                  <a:gd name="connsiteY12" fmla="*/ 1945697 h 1992026"/>
                  <a:gd name="connsiteX13" fmla="*/ 2724385 w 3339635"/>
                  <a:gd name="connsiteY13" fmla="*/ 1539219 h 1992026"/>
                  <a:gd name="connsiteX14" fmla="*/ 2898902 w 3339635"/>
                  <a:gd name="connsiteY14" fmla="*/ 1252728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67326 w 3339635"/>
                  <a:gd name="connsiteY10" fmla="*/ 1833245 h 1992026"/>
                  <a:gd name="connsiteX11" fmla="*/ 2286489 w 3339635"/>
                  <a:gd name="connsiteY11" fmla="*/ 1949504 h 1992026"/>
                  <a:gd name="connsiteX12" fmla="*/ 2492648 w 3339635"/>
                  <a:gd name="connsiteY12" fmla="*/ 1945697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2648 w 3339635"/>
                  <a:gd name="connsiteY12" fmla="*/ 1945697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50546 w 3339635"/>
                  <a:gd name="connsiteY7" fmla="*/ 184149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6 w 3339635"/>
                  <a:gd name="connsiteY6" fmla="*/ 26307 h 1992026"/>
                  <a:gd name="connsiteX7" fmla="*/ 1450546 w 3339635"/>
                  <a:gd name="connsiteY7" fmla="*/ 184149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62177 w 3339635"/>
                  <a:gd name="connsiteY6" fmla="*/ 60931 h 1992026"/>
                  <a:gd name="connsiteX7" fmla="*/ 1450546 w 3339635"/>
                  <a:gd name="connsiteY7" fmla="*/ 184149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2001719 h 2001720"/>
                  <a:gd name="connsiteX1" fmla="*/ 335255 w 3339635"/>
                  <a:gd name="connsiteY1" fmla="*/ 1341124 h 2001720"/>
                  <a:gd name="connsiteX2" fmla="*/ 852043 w 3339635"/>
                  <a:gd name="connsiteY2" fmla="*/ 329236 h 2001720"/>
                  <a:gd name="connsiteX3" fmla="*/ 1004104 w 3339635"/>
                  <a:gd name="connsiteY3" fmla="*/ 97543 h 2001720"/>
                  <a:gd name="connsiteX4" fmla="*/ 1116427 w 3339635"/>
                  <a:gd name="connsiteY4" fmla="*/ 25627 h 2001720"/>
                  <a:gd name="connsiteX5" fmla="*/ 1271702 w 3339635"/>
                  <a:gd name="connsiteY5" fmla="*/ 12168 h 2001720"/>
                  <a:gd name="connsiteX6" fmla="*/ 1450546 w 3339635"/>
                  <a:gd name="connsiteY6" fmla="*/ 193843 h 2001720"/>
                  <a:gd name="connsiteX7" fmla="*/ 1779596 w 3339635"/>
                  <a:gd name="connsiteY7" fmla="*/ 1086466 h 2001720"/>
                  <a:gd name="connsiteX8" fmla="*/ 1943580 w 3339635"/>
                  <a:gd name="connsiteY8" fmla="*/ 1495668 h 2001720"/>
                  <a:gd name="connsiteX9" fmla="*/ 2127460 w 3339635"/>
                  <a:gd name="connsiteY9" fmla="*/ 1825627 h 2001720"/>
                  <a:gd name="connsiteX10" fmla="*/ 2286489 w 3339635"/>
                  <a:gd name="connsiteY10" fmla="*/ 1959198 h 2001720"/>
                  <a:gd name="connsiteX11" fmla="*/ 2499292 w 3339635"/>
                  <a:gd name="connsiteY11" fmla="*/ 1920767 h 2001720"/>
                  <a:gd name="connsiteX12" fmla="*/ 2724385 w 3339635"/>
                  <a:gd name="connsiteY12" fmla="*/ 1548913 h 2001720"/>
                  <a:gd name="connsiteX13" fmla="*/ 2869002 w 3339635"/>
                  <a:gd name="connsiteY13" fmla="*/ 1253767 h 2001720"/>
                  <a:gd name="connsiteX14" fmla="*/ 3141942 w 3339635"/>
                  <a:gd name="connsiteY14" fmla="*/ 615146 h 2001720"/>
                  <a:gd name="connsiteX15" fmla="*/ 3275585 w 3339635"/>
                  <a:gd name="connsiteY15" fmla="*/ 242352 h 2001720"/>
                  <a:gd name="connsiteX16" fmla="*/ 3339635 w 3339635"/>
                  <a:gd name="connsiteY16" fmla="*/ 96052 h 2001720"/>
                  <a:gd name="connsiteX0" fmla="*/ 0 w 3339635"/>
                  <a:gd name="connsiteY0" fmla="*/ 1992668 h 1992669"/>
                  <a:gd name="connsiteX1" fmla="*/ 335255 w 3339635"/>
                  <a:gd name="connsiteY1" fmla="*/ 1332073 h 1992669"/>
                  <a:gd name="connsiteX2" fmla="*/ 852043 w 3339635"/>
                  <a:gd name="connsiteY2" fmla="*/ 320185 h 1992669"/>
                  <a:gd name="connsiteX3" fmla="*/ 1004104 w 3339635"/>
                  <a:gd name="connsiteY3" fmla="*/ 88492 h 1992669"/>
                  <a:gd name="connsiteX4" fmla="*/ 1271702 w 3339635"/>
                  <a:gd name="connsiteY4" fmla="*/ 3117 h 1992669"/>
                  <a:gd name="connsiteX5" fmla="*/ 1450546 w 3339635"/>
                  <a:gd name="connsiteY5" fmla="*/ 184792 h 1992669"/>
                  <a:gd name="connsiteX6" fmla="*/ 1779596 w 3339635"/>
                  <a:gd name="connsiteY6" fmla="*/ 1077415 h 1992669"/>
                  <a:gd name="connsiteX7" fmla="*/ 1943580 w 3339635"/>
                  <a:gd name="connsiteY7" fmla="*/ 1486617 h 1992669"/>
                  <a:gd name="connsiteX8" fmla="*/ 2127460 w 3339635"/>
                  <a:gd name="connsiteY8" fmla="*/ 1816576 h 1992669"/>
                  <a:gd name="connsiteX9" fmla="*/ 2286489 w 3339635"/>
                  <a:gd name="connsiteY9" fmla="*/ 1950147 h 1992669"/>
                  <a:gd name="connsiteX10" fmla="*/ 2499292 w 3339635"/>
                  <a:gd name="connsiteY10" fmla="*/ 1911716 h 1992669"/>
                  <a:gd name="connsiteX11" fmla="*/ 2724385 w 3339635"/>
                  <a:gd name="connsiteY11" fmla="*/ 1539862 h 1992669"/>
                  <a:gd name="connsiteX12" fmla="*/ 2869002 w 3339635"/>
                  <a:gd name="connsiteY12" fmla="*/ 1244716 h 1992669"/>
                  <a:gd name="connsiteX13" fmla="*/ 3141942 w 3339635"/>
                  <a:gd name="connsiteY13" fmla="*/ 606095 h 1992669"/>
                  <a:gd name="connsiteX14" fmla="*/ 3275585 w 3339635"/>
                  <a:gd name="connsiteY14" fmla="*/ 233301 h 1992669"/>
                  <a:gd name="connsiteX15" fmla="*/ 3339635 w 3339635"/>
                  <a:gd name="connsiteY15" fmla="*/ 87001 h 1992669"/>
                  <a:gd name="connsiteX0" fmla="*/ 0 w 3339635"/>
                  <a:gd name="connsiteY0" fmla="*/ 1996517 h 1996518"/>
                  <a:gd name="connsiteX1" fmla="*/ 335255 w 3339635"/>
                  <a:gd name="connsiteY1" fmla="*/ 1335922 h 1996518"/>
                  <a:gd name="connsiteX2" fmla="*/ 852043 w 3339635"/>
                  <a:gd name="connsiteY2" fmla="*/ 324034 h 1996518"/>
                  <a:gd name="connsiteX3" fmla="*/ 1271702 w 3339635"/>
                  <a:gd name="connsiteY3" fmla="*/ 6966 h 1996518"/>
                  <a:gd name="connsiteX4" fmla="*/ 1450546 w 3339635"/>
                  <a:gd name="connsiteY4" fmla="*/ 188641 h 1996518"/>
                  <a:gd name="connsiteX5" fmla="*/ 1779596 w 3339635"/>
                  <a:gd name="connsiteY5" fmla="*/ 1081264 h 1996518"/>
                  <a:gd name="connsiteX6" fmla="*/ 1943580 w 3339635"/>
                  <a:gd name="connsiteY6" fmla="*/ 1490466 h 1996518"/>
                  <a:gd name="connsiteX7" fmla="*/ 2127460 w 3339635"/>
                  <a:gd name="connsiteY7" fmla="*/ 1820425 h 1996518"/>
                  <a:gd name="connsiteX8" fmla="*/ 2286489 w 3339635"/>
                  <a:gd name="connsiteY8" fmla="*/ 1953996 h 1996518"/>
                  <a:gd name="connsiteX9" fmla="*/ 2499292 w 3339635"/>
                  <a:gd name="connsiteY9" fmla="*/ 1915565 h 1996518"/>
                  <a:gd name="connsiteX10" fmla="*/ 2724385 w 3339635"/>
                  <a:gd name="connsiteY10" fmla="*/ 1543711 h 1996518"/>
                  <a:gd name="connsiteX11" fmla="*/ 2869002 w 3339635"/>
                  <a:gd name="connsiteY11" fmla="*/ 1248565 h 1996518"/>
                  <a:gd name="connsiteX12" fmla="*/ 3141942 w 3339635"/>
                  <a:gd name="connsiteY12" fmla="*/ 609944 h 1996518"/>
                  <a:gd name="connsiteX13" fmla="*/ 3275585 w 3339635"/>
                  <a:gd name="connsiteY13" fmla="*/ 237150 h 1996518"/>
                  <a:gd name="connsiteX14" fmla="*/ 3339635 w 3339635"/>
                  <a:gd name="connsiteY14" fmla="*/ 90850 h 1996518"/>
                  <a:gd name="connsiteX0" fmla="*/ 0 w 3339635"/>
                  <a:gd name="connsiteY0" fmla="*/ 2002033 h 2002034"/>
                  <a:gd name="connsiteX1" fmla="*/ 335255 w 3339635"/>
                  <a:gd name="connsiteY1" fmla="*/ 1341438 h 2002034"/>
                  <a:gd name="connsiteX2" fmla="*/ 852043 w 3339635"/>
                  <a:gd name="connsiteY2" fmla="*/ 329550 h 2002034"/>
                  <a:gd name="connsiteX3" fmla="*/ 1148095 w 3339635"/>
                  <a:gd name="connsiteY3" fmla="*/ 50662 h 2002034"/>
                  <a:gd name="connsiteX4" fmla="*/ 1271702 w 3339635"/>
                  <a:gd name="connsiteY4" fmla="*/ 12482 h 2002034"/>
                  <a:gd name="connsiteX5" fmla="*/ 1450546 w 3339635"/>
                  <a:gd name="connsiteY5" fmla="*/ 194157 h 2002034"/>
                  <a:gd name="connsiteX6" fmla="*/ 1779596 w 3339635"/>
                  <a:gd name="connsiteY6" fmla="*/ 1086780 h 2002034"/>
                  <a:gd name="connsiteX7" fmla="*/ 1943580 w 3339635"/>
                  <a:gd name="connsiteY7" fmla="*/ 1495982 h 2002034"/>
                  <a:gd name="connsiteX8" fmla="*/ 2127460 w 3339635"/>
                  <a:gd name="connsiteY8" fmla="*/ 1825941 h 2002034"/>
                  <a:gd name="connsiteX9" fmla="*/ 2286489 w 3339635"/>
                  <a:gd name="connsiteY9" fmla="*/ 1959512 h 2002034"/>
                  <a:gd name="connsiteX10" fmla="*/ 2499292 w 3339635"/>
                  <a:gd name="connsiteY10" fmla="*/ 1921081 h 2002034"/>
                  <a:gd name="connsiteX11" fmla="*/ 2724385 w 3339635"/>
                  <a:gd name="connsiteY11" fmla="*/ 1549227 h 2002034"/>
                  <a:gd name="connsiteX12" fmla="*/ 2869002 w 3339635"/>
                  <a:gd name="connsiteY12" fmla="*/ 1254081 h 2002034"/>
                  <a:gd name="connsiteX13" fmla="*/ 3141942 w 3339635"/>
                  <a:gd name="connsiteY13" fmla="*/ 615460 h 2002034"/>
                  <a:gd name="connsiteX14" fmla="*/ 3275585 w 3339635"/>
                  <a:gd name="connsiteY14" fmla="*/ 242666 h 2002034"/>
                  <a:gd name="connsiteX15" fmla="*/ 3339635 w 3339635"/>
                  <a:gd name="connsiteY15" fmla="*/ 96366 h 2002034"/>
                  <a:gd name="connsiteX0" fmla="*/ 0 w 3339635"/>
                  <a:gd name="connsiteY0" fmla="*/ 1996053 h 1996054"/>
                  <a:gd name="connsiteX1" fmla="*/ 335255 w 3339635"/>
                  <a:gd name="connsiteY1" fmla="*/ 1335458 h 1996054"/>
                  <a:gd name="connsiteX2" fmla="*/ 852043 w 3339635"/>
                  <a:gd name="connsiteY2" fmla="*/ 323570 h 1996054"/>
                  <a:gd name="connsiteX3" fmla="*/ 1148095 w 3339635"/>
                  <a:gd name="connsiteY3" fmla="*/ 44682 h 1996054"/>
                  <a:gd name="connsiteX4" fmla="*/ 1314891 w 3339635"/>
                  <a:gd name="connsiteY4" fmla="*/ 15158 h 1996054"/>
                  <a:gd name="connsiteX5" fmla="*/ 1450546 w 3339635"/>
                  <a:gd name="connsiteY5" fmla="*/ 188177 h 1996054"/>
                  <a:gd name="connsiteX6" fmla="*/ 1779596 w 3339635"/>
                  <a:gd name="connsiteY6" fmla="*/ 1080800 h 1996054"/>
                  <a:gd name="connsiteX7" fmla="*/ 1943580 w 3339635"/>
                  <a:gd name="connsiteY7" fmla="*/ 1490002 h 1996054"/>
                  <a:gd name="connsiteX8" fmla="*/ 2127460 w 3339635"/>
                  <a:gd name="connsiteY8" fmla="*/ 1819961 h 1996054"/>
                  <a:gd name="connsiteX9" fmla="*/ 2286489 w 3339635"/>
                  <a:gd name="connsiteY9" fmla="*/ 1953532 h 1996054"/>
                  <a:gd name="connsiteX10" fmla="*/ 2499292 w 3339635"/>
                  <a:gd name="connsiteY10" fmla="*/ 1915101 h 1996054"/>
                  <a:gd name="connsiteX11" fmla="*/ 2724385 w 3339635"/>
                  <a:gd name="connsiteY11" fmla="*/ 1543247 h 1996054"/>
                  <a:gd name="connsiteX12" fmla="*/ 2869002 w 3339635"/>
                  <a:gd name="connsiteY12" fmla="*/ 1248101 h 1996054"/>
                  <a:gd name="connsiteX13" fmla="*/ 3141942 w 3339635"/>
                  <a:gd name="connsiteY13" fmla="*/ 609480 h 1996054"/>
                  <a:gd name="connsiteX14" fmla="*/ 3275585 w 3339635"/>
                  <a:gd name="connsiteY14" fmla="*/ 236686 h 1996054"/>
                  <a:gd name="connsiteX15" fmla="*/ 3339635 w 3339635"/>
                  <a:gd name="connsiteY15" fmla="*/ 90386 h 1996054"/>
                  <a:gd name="connsiteX0" fmla="*/ 0 w 3339635"/>
                  <a:gd name="connsiteY0" fmla="*/ 1999450 h 1999451"/>
                  <a:gd name="connsiteX1" fmla="*/ 335255 w 3339635"/>
                  <a:gd name="connsiteY1" fmla="*/ 1338855 h 1999451"/>
                  <a:gd name="connsiteX2" fmla="*/ 852043 w 3339635"/>
                  <a:gd name="connsiteY2" fmla="*/ 326967 h 1999451"/>
                  <a:gd name="connsiteX3" fmla="*/ 1148095 w 3339635"/>
                  <a:gd name="connsiteY3" fmla="*/ 39423 h 1999451"/>
                  <a:gd name="connsiteX4" fmla="*/ 1314891 w 3339635"/>
                  <a:gd name="connsiteY4" fmla="*/ 18555 h 1999451"/>
                  <a:gd name="connsiteX5" fmla="*/ 1450546 w 3339635"/>
                  <a:gd name="connsiteY5" fmla="*/ 191574 h 1999451"/>
                  <a:gd name="connsiteX6" fmla="*/ 1779596 w 3339635"/>
                  <a:gd name="connsiteY6" fmla="*/ 1084197 h 1999451"/>
                  <a:gd name="connsiteX7" fmla="*/ 1943580 w 3339635"/>
                  <a:gd name="connsiteY7" fmla="*/ 1493399 h 1999451"/>
                  <a:gd name="connsiteX8" fmla="*/ 2127460 w 3339635"/>
                  <a:gd name="connsiteY8" fmla="*/ 1823358 h 1999451"/>
                  <a:gd name="connsiteX9" fmla="*/ 2286489 w 3339635"/>
                  <a:gd name="connsiteY9" fmla="*/ 1956929 h 1999451"/>
                  <a:gd name="connsiteX10" fmla="*/ 2499292 w 3339635"/>
                  <a:gd name="connsiteY10" fmla="*/ 1918498 h 1999451"/>
                  <a:gd name="connsiteX11" fmla="*/ 2724385 w 3339635"/>
                  <a:gd name="connsiteY11" fmla="*/ 1546644 h 1999451"/>
                  <a:gd name="connsiteX12" fmla="*/ 2869002 w 3339635"/>
                  <a:gd name="connsiteY12" fmla="*/ 1251498 h 1999451"/>
                  <a:gd name="connsiteX13" fmla="*/ 3141942 w 3339635"/>
                  <a:gd name="connsiteY13" fmla="*/ 612877 h 1999451"/>
                  <a:gd name="connsiteX14" fmla="*/ 3275585 w 3339635"/>
                  <a:gd name="connsiteY14" fmla="*/ 240083 h 1999451"/>
                  <a:gd name="connsiteX15" fmla="*/ 3339635 w 3339635"/>
                  <a:gd name="connsiteY15" fmla="*/ 93783 h 1999451"/>
                  <a:gd name="connsiteX0" fmla="*/ 0 w 3339635"/>
                  <a:gd name="connsiteY0" fmla="*/ 1992961 h 1992962"/>
                  <a:gd name="connsiteX1" fmla="*/ 335255 w 3339635"/>
                  <a:gd name="connsiteY1" fmla="*/ 1332366 h 1992962"/>
                  <a:gd name="connsiteX2" fmla="*/ 852043 w 3339635"/>
                  <a:gd name="connsiteY2" fmla="*/ 320478 h 1992962"/>
                  <a:gd name="connsiteX3" fmla="*/ 1148095 w 3339635"/>
                  <a:gd name="connsiteY3" fmla="*/ 32934 h 1992962"/>
                  <a:gd name="connsiteX4" fmla="*/ 1331502 w 3339635"/>
                  <a:gd name="connsiteY4" fmla="*/ 25050 h 1992962"/>
                  <a:gd name="connsiteX5" fmla="*/ 1450546 w 3339635"/>
                  <a:gd name="connsiteY5" fmla="*/ 185085 h 1992962"/>
                  <a:gd name="connsiteX6" fmla="*/ 1779596 w 3339635"/>
                  <a:gd name="connsiteY6" fmla="*/ 1077708 h 1992962"/>
                  <a:gd name="connsiteX7" fmla="*/ 1943580 w 3339635"/>
                  <a:gd name="connsiteY7" fmla="*/ 1486910 h 1992962"/>
                  <a:gd name="connsiteX8" fmla="*/ 2127460 w 3339635"/>
                  <a:gd name="connsiteY8" fmla="*/ 1816869 h 1992962"/>
                  <a:gd name="connsiteX9" fmla="*/ 2286489 w 3339635"/>
                  <a:gd name="connsiteY9" fmla="*/ 1950440 h 1992962"/>
                  <a:gd name="connsiteX10" fmla="*/ 2499292 w 3339635"/>
                  <a:gd name="connsiteY10" fmla="*/ 1912009 h 1992962"/>
                  <a:gd name="connsiteX11" fmla="*/ 2724385 w 3339635"/>
                  <a:gd name="connsiteY11" fmla="*/ 1540155 h 1992962"/>
                  <a:gd name="connsiteX12" fmla="*/ 2869002 w 3339635"/>
                  <a:gd name="connsiteY12" fmla="*/ 1245009 h 1992962"/>
                  <a:gd name="connsiteX13" fmla="*/ 3141942 w 3339635"/>
                  <a:gd name="connsiteY13" fmla="*/ 606388 h 1992962"/>
                  <a:gd name="connsiteX14" fmla="*/ 3275585 w 3339635"/>
                  <a:gd name="connsiteY14" fmla="*/ 233594 h 1992962"/>
                  <a:gd name="connsiteX15" fmla="*/ 3339635 w 3339635"/>
                  <a:gd name="connsiteY15" fmla="*/ 87294 h 1992962"/>
                  <a:gd name="connsiteX0" fmla="*/ 0 w 3339635"/>
                  <a:gd name="connsiteY0" fmla="*/ 1992961 h 1992962"/>
                  <a:gd name="connsiteX1" fmla="*/ 335255 w 3339635"/>
                  <a:gd name="connsiteY1" fmla="*/ 1332366 h 1992962"/>
                  <a:gd name="connsiteX2" fmla="*/ 852043 w 3339635"/>
                  <a:gd name="connsiteY2" fmla="*/ 320478 h 1992962"/>
                  <a:gd name="connsiteX3" fmla="*/ 1148095 w 3339635"/>
                  <a:gd name="connsiteY3" fmla="*/ 32934 h 1992962"/>
                  <a:gd name="connsiteX4" fmla="*/ 1331502 w 3339635"/>
                  <a:gd name="connsiteY4" fmla="*/ 25050 h 1992962"/>
                  <a:gd name="connsiteX5" fmla="*/ 1453869 w 3339635"/>
                  <a:gd name="connsiteY5" fmla="*/ 215381 h 1992962"/>
                  <a:gd name="connsiteX6" fmla="*/ 1779596 w 3339635"/>
                  <a:gd name="connsiteY6" fmla="*/ 1077708 h 1992962"/>
                  <a:gd name="connsiteX7" fmla="*/ 1943580 w 3339635"/>
                  <a:gd name="connsiteY7" fmla="*/ 1486910 h 1992962"/>
                  <a:gd name="connsiteX8" fmla="*/ 2127460 w 3339635"/>
                  <a:gd name="connsiteY8" fmla="*/ 1816869 h 1992962"/>
                  <a:gd name="connsiteX9" fmla="*/ 2286489 w 3339635"/>
                  <a:gd name="connsiteY9" fmla="*/ 1950440 h 1992962"/>
                  <a:gd name="connsiteX10" fmla="*/ 2499292 w 3339635"/>
                  <a:gd name="connsiteY10" fmla="*/ 1912009 h 1992962"/>
                  <a:gd name="connsiteX11" fmla="*/ 2724385 w 3339635"/>
                  <a:gd name="connsiteY11" fmla="*/ 1540155 h 1992962"/>
                  <a:gd name="connsiteX12" fmla="*/ 2869002 w 3339635"/>
                  <a:gd name="connsiteY12" fmla="*/ 1245009 h 1992962"/>
                  <a:gd name="connsiteX13" fmla="*/ 3141942 w 3339635"/>
                  <a:gd name="connsiteY13" fmla="*/ 606388 h 1992962"/>
                  <a:gd name="connsiteX14" fmla="*/ 3275585 w 3339635"/>
                  <a:gd name="connsiteY14" fmla="*/ 233594 h 1992962"/>
                  <a:gd name="connsiteX15" fmla="*/ 3339635 w 3339635"/>
                  <a:gd name="connsiteY15" fmla="*/ 87294 h 199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9635" h="1992962">
                    <a:moveTo>
                      <a:pt x="0" y="1992961"/>
                    </a:moveTo>
                    <a:cubicBezTo>
                      <a:pt x="31652" y="1903644"/>
                      <a:pt x="193248" y="1611113"/>
                      <a:pt x="335255" y="1332366"/>
                    </a:cubicBezTo>
                    <a:cubicBezTo>
                      <a:pt x="477262" y="1053619"/>
                      <a:pt x="716570" y="537050"/>
                      <a:pt x="852043" y="320478"/>
                    </a:cubicBezTo>
                    <a:cubicBezTo>
                      <a:pt x="987516" y="103906"/>
                      <a:pt x="1078152" y="85779"/>
                      <a:pt x="1148095" y="32934"/>
                    </a:cubicBezTo>
                    <a:cubicBezTo>
                      <a:pt x="1218038" y="-19911"/>
                      <a:pt x="1281094" y="1134"/>
                      <a:pt x="1331502" y="25050"/>
                    </a:cubicBezTo>
                    <a:cubicBezTo>
                      <a:pt x="1381910" y="48966"/>
                      <a:pt x="1379187" y="39938"/>
                      <a:pt x="1453869" y="215381"/>
                    </a:cubicBezTo>
                    <a:cubicBezTo>
                      <a:pt x="1528551" y="390824"/>
                      <a:pt x="1695763" y="860737"/>
                      <a:pt x="1779596" y="1077708"/>
                    </a:cubicBezTo>
                    <a:cubicBezTo>
                      <a:pt x="1863429" y="1294679"/>
                      <a:pt x="1885603" y="1363717"/>
                      <a:pt x="1943580" y="1486910"/>
                    </a:cubicBezTo>
                    <a:cubicBezTo>
                      <a:pt x="2001557" y="1610104"/>
                      <a:pt x="2070309" y="1739614"/>
                      <a:pt x="2127460" y="1816869"/>
                    </a:cubicBezTo>
                    <a:cubicBezTo>
                      <a:pt x="2184611" y="1894124"/>
                      <a:pt x="2224517" y="1934583"/>
                      <a:pt x="2286489" y="1950440"/>
                    </a:cubicBezTo>
                    <a:cubicBezTo>
                      <a:pt x="2348461" y="1966297"/>
                      <a:pt x="2436276" y="1986160"/>
                      <a:pt x="2499292" y="1912009"/>
                    </a:cubicBezTo>
                    <a:cubicBezTo>
                      <a:pt x="2562308" y="1837858"/>
                      <a:pt x="2658891" y="1661420"/>
                      <a:pt x="2724385" y="1540155"/>
                    </a:cubicBezTo>
                    <a:cubicBezTo>
                      <a:pt x="2777384" y="1435357"/>
                      <a:pt x="2791217" y="1398265"/>
                      <a:pt x="2869002" y="1245009"/>
                    </a:cubicBezTo>
                    <a:lnTo>
                      <a:pt x="3141942" y="606388"/>
                    </a:lnTo>
                    <a:lnTo>
                      <a:pt x="3275585" y="233594"/>
                    </a:lnTo>
                    <a:lnTo>
                      <a:pt x="3339635" y="87294"/>
                    </a:lnTo>
                  </a:path>
                </a:pathLst>
              </a:custGeom>
              <a:noFill/>
              <a:ln w="38100" cap="rnd"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14" name="Straight Connector 13">
                <a:extLst>
                  <a:ext uri="{FF2B5EF4-FFF2-40B4-BE49-F238E27FC236}">
                    <a16:creationId xmlns:a16="http://schemas.microsoft.com/office/drawing/2014/main" id="{1A3ED8E2-4010-362E-786E-63D2F4C7AEEA}"/>
                  </a:ext>
                </a:extLst>
              </p:cNvPr>
              <p:cNvCxnSpPr/>
              <p:nvPr/>
            </p:nvCxnSpPr>
            <p:spPr>
              <a:xfrm>
                <a:off x="1263972" y="1903756"/>
                <a:ext cx="2657757" cy="0"/>
              </a:xfrm>
              <a:prstGeom prst="line">
                <a:avLst/>
              </a:prstGeom>
              <a:noFill/>
              <a:ln w="25400" cap="flat" cmpd="sng" algn="ctr">
                <a:solidFill>
                  <a:srgbClr val="00B050"/>
                </a:solidFill>
                <a:prstDash val="sysDot"/>
                <a:miter lim="800000"/>
              </a:ln>
              <a:effectLst/>
            </p:spPr>
          </p:cxnSp>
          <p:cxnSp>
            <p:nvCxnSpPr>
              <p:cNvPr id="15" name="Straight Connector 14">
                <a:extLst>
                  <a:ext uri="{FF2B5EF4-FFF2-40B4-BE49-F238E27FC236}">
                    <a16:creationId xmlns:a16="http://schemas.microsoft.com/office/drawing/2014/main" id="{4A55E8E2-93BD-8CD8-42BC-98174E07C564}"/>
                  </a:ext>
                </a:extLst>
              </p:cNvPr>
              <p:cNvCxnSpPr/>
              <p:nvPr/>
            </p:nvCxnSpPr>
            <p:spPr>
              <a:xfrm>
                <a:off x="1502444" y="1677017"/>
                <a:ext cx="2454382" cy="0"/>
              </a:xfrm>
              <a:prstGeom prst="line">
                <a:avLst/>
              </a:prstGeom>
              <a:noFill/>
              <a:ln w="25400" cap="flat" cmpd="sng" algn="ctr">
                <a:solidFill>
                  <a:srgbClr val="00B050"/>
                </a:solidFill>
                <a:prstDash val="sysDot"/>
                <a:miter lim="800000"/>
              </a:ln>
              <a:effectLst/>
            </p:spPr>
          </p:cxnSp>
          <p:cxnSp>
            <p:nvCxnSpPr>
              <p:cNvPr id="16" name="Straight Connector 15">
                <a:extLst>
                  <a:ext uri="{FF2B5EF4-FFF2-40B4-BE49-F238E27FC236}">
                    <a16:creationId xmlns:a16="http://schemas.microsoft.com/office/drawing/2014/main" id="{4D6EBD63-BC4E-6188-627F-3E0FDFB8F71D}"/>
                  </a:ext>
                </a:extLst>
              </p:cNvPr>
              <p:cNvCxnSpPr/>
              <p:nvPr/>
            </p:nvCxnSpPr>
            <p:spPr>
              <a:xfrm>
                <a:off x="1158481" y="2150766"/>
                <a:ext cx="2657757" cy="0"/>
              </a:xfrm>
              <a:prstGeom prst="line">
                <a:avLst/>
              </a:prstGeom>
              <a:noFill/>
              <a:ln w="25400" cap="flat" cmpd="sng" algn="ctr">
                <a:solidFill>
                  <a:srgbClr val="00B050"/>
                </a:solidFill>
                <a:prstDash val="sysDot"/>
                <a:miter lim="800000"/>
              </a:ln>
              <a:effectLst/>
            </p:spPr>
          </p:cxnSp>
          <p:sp>
            <p:nvSpPr>
              <p:cNvPr id="17" name="Freeform 22">
                <a:extLst>
                  <a:ext uri="{FF2B5EF4-FFF2-40B4-BE49-F238E27FC236}">
                    <a16:creationId xmlns:a16="http://schemas.microsoft.com/office/drawing/2014/main" id="{C996A40D-9866-E140-186C-7490F3301823}"/>
                  </a:ext>
                </a:extLst>
              </p:cNvPr>
              <p:cNvSpPr/>
              <p:nvPr/>
            </p:nvSpPr>
            <p:spPr>
              <a:xfrm>
                <a:off x="1821613" y="2425055"/>
                <a:ext cx="422594" cy="571080"/>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Lst>
                <a:ahLst/>
                <a:cxnLst>
                  <a:cxn ang="0">
                    <a:pos x="connsiteX0" y="connsiteY0"/>
                  </a:cxn>
                  <a:cxn ang="0">
                    <a:pos x="connsiteX1" y="connsiteY1"/>
                  </a:cxn>
                  <a:cxn ang="0">
                    <a:pos x="connsiteX2" y="connsiteY2"/>
                  </a:cxn>
                  <a:cxn ang="0">
                    <a:pos x="connsiteX3" y="connsiteY3"/>
                  </a:cxn>
                </a:cxnLst>
                <a:rect l="l" t="t" r="r" b="b"/>
                <a:pathLst>
                  <a:path w="515968" h="637005">
                    <a:moveTo>
                      <a:pt x="0" y="637005"/>
                    </a:moveTo>
                    <a:cubicBezTo>
                      <a:pt x="118446" y="621212"/>
                      <a:pt x="94610" y="585076"/>
                      <a:pt x="156991" y="505323"/>
                    </a:cubicBezTo>
                    <a:cubicBezTo>
                      <a:pt x="219372" y="425570"/>
                      <a:pt x="321382" y="239028"/>
                      <a:pt x="374288" y="158485"/>
                    </a:cubicBezTo>
                    <a:cubicBezTo>
                      <a:pt x="427194" y="77942"/>
                      <a:pt x="459904" y="-8079"/>
                      <a:pt x="515968" y="607"/>
                    </a:cubicBezTo>
                  </a:path>
                </a:pathLst>
              </a:cu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8" name="Freeform 23">
                <a:extLst>
                  <a:ext uri="{FF2B5EF4-FFF2-40B4-BE49-F238E27FC236}">
                    <a16:creationId xmlns:a16="http://schemas.microsoft.com/office/drawing/2014/main" id="{8C3A1B08-7CDD-721C-DEE3-2686B2FF564A}"/>
                  </a:ext>
                </a:extLst>
              </p:cNvPr>
              <p:cNvSpPr/>
              <p:nvPr/>
            </p:nvSpPr>
            <p:spPr>
              <a:xfrm flipH="1">
                <a:off x="2246418" y="2419084"/>
                <a:ext cx="362605" cy="562002"/>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406919"/>
                  <a:gd name="connsiteY0" fmla="*/ 631554 h 631554"/>
                  <a:gd name="connsiteX1" fmla="*/ 63289 w 406919"/>
                  <a:gd name="connsiteY1" fmla="*/ 538800 h 631554"/>
                  <a:gd name="connsiteX2" fmla="*/ 286011 w 406919"/>
                  <a:gd name="connsiteY2" fmla="*/ 174492 h 631554"/>
                  <a:gd name="connsiteX3" fmla="*/ 406919 w 406919"/>
                  <a:gd name="connsiteY3" fmla="*/ 519 h 631554"/>
                  <a:gd name="connsiteX0" fmla="*/ 0 w 442725"/>
                  <a:gd name="connsiteY0" fmla="*/ 626878 h 626878"/>
                  <a:gd name="connsiteX1" fmla="*/ 99095 w 442725"/>
                  <a:gd name="connsiteY1" fmla="*/ 538800 h 626878"/>
                  <a:gd name="connsiteX2" fmla="*/ 321817 w 442725"/>
                  <a:gd name="connsiteY2" fmla="*/ 174492 h 626878"/>
                  <a:gd name="connsiteX3" fmla="*/ 442725 w 442725"/>
                  <a:gd name="connsiteY3" fmla="*/ 519 h 626878"/>
                  <a:gd name="connsiteX0" fmla="*/ 0 w 442725"/>
                  <a:gd name="connsiteY0" fmla="*/ 626878 h 626878"/>
                  <a:gd name="connsiteX1" fmla="*/ 99095 w 442725"/>
                  <a:gd name="connsiteY1" fmla="*/ 538800 h 626878"/>
                  <a:gd name="connsiteX2" fmla="*/ 291978 w 442725"/>
                  <a:gd name="connsiteY2" fmla="*/ 174492 h 626878"/>
                  <a:gd name="connsiteX3" fmla="*/ 442725 w 442725"/>
                  <a:gd name="connsiteY3" fmla="*/ 519 h 626878"/>
                </a:gdLst>
                <a:ahLst/>
                <a:cxnLst>
                  <a:cxn ang="0">
                    <a:pos x="connsiteX0" y="connsiteY0"/>
                  </a:cxn>
                  <a:cxn ang="0">
                    <a:pos x="connsiteX1" y="connsiteY1"/>
                  </a:cxn>
                  <a:cxn ang="0">
                    <a:pos x="connsiteX2" y="connsiteY2"/>
                  </a:cxn>
                  <a:cxn ang="0">
                    <a:pos x="connsiteX3" y="connsiteY3"/>
                  </a:cxn>
                </a:cxnLst>
                <a:rect l="l" t="t" r="r" b="b"/>
                <a:pathLst>
                  <a:path w="442725" h="626878">
                    <a:moveTo>
                      <a:pt x="0" y="626878"/>
                    </a:moveTo>
                    <a:cubicBezTo>
                      <a:pt x="70208" y="608301"/>
                      <a:pt x="50432" y="614198"/>
                      <a:pt x="99095" y="538800"/>
                    </a:cubicBezTo>
                    <a:cubicBezTo>
                      <a:pt x="147758" y="463402"/>
                      <a:pt x="239072" y="255035"/>
                      <a:pt x="291978" y="174492"/>
                    </a:cubicBezTo>
                    <a:cubicBezTo>
                      <a:pt x="344884" y="93949"/>
                      <a:pt x="386661" y="-8167"/>
                      <a:pt x="442725" y="519"/>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9" name="Freeform 24">
                <a:extLst>
                  <a:ext uri="{FF2B5EF4-FFF2-40B4-BE49-F238E27FC236}">
                    <a16:creationId xmlns:a16="http://schemas.microsoft.com/office/drawing/2014/main" id="{A4270E16-843F-4577-0D0A-E2BC30F2735A}"/>
                  </a:ext>
                </a:extLst>
              </p:cNvPr>
              <p:cNvSpPr/>
              <p:nvPr/>
            </p:nvSpPr>
            <p:spPr>
              <a:xfrm>
                <a:off x="2639204" y="2924017"/>
                <a:ext cx="291669" cy="51902"/>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 name="connsiteX0" fmla="*/ 0 w 553927"/>
                  <a:gd name="connsiteY0" fmla="*/ 619963 h 619963"/>
                  <a:gd name="connsiteX1" fmla="*/ 194950 w 553927"/>
                  <a:gd name="connsiteY1" fmla="*/ 505323 h 619963"/>
                  <a:gd name="connsiteX2" fmla="*/ 41224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41224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6648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83777 w 553927"/>
                  <a:gd name="connsiteY2" fmla="*/ 158485 h 619963"/>
                  <a:gd name="connsiteX3" fmla="*/ 553927 w 553927"/>
                  <a:gd name="connsiteY3" fmla="*/ 607 h 619963"/>
                  <a:gd name="connsiteX0" fmla="*/ 0 w 553927"/>
                  <a:gd name="connsiteY0" fmla="*/ 619963 h 619963"/>
                  <a:gd name="connsiteX1" fmla="*/ 147501 w 553927"/>
                  <a:gd name="connsiteY1" fmla="*/ 505323 h 619963"/>
                  <a:gd name="connsiteX2" fmla="*/ 349464 w 553927"/>
                  <a:gd name="connsiteY2" fmla="*/ 193148 h 619963"/>
                  <a:gd name="connsiteX3" fmla="*/ 383777 w 553927"/>
                  <a:gd name="connsiteY3" fmla="*/ 158485 h 619963"/>
                  <a:gd name="connsiteX4" fmla="*/ 553927 w 553927"/>
                  <a:gd name="connsiteY4" fmla="*/ 607 h 619963"/>
                  <a:gd name="connsiteX0" fmla="*/ 0 w 383777"/>
                  <a:gd name="connsiteY0" fmla="*/ 461478 h 461478"/>
                  <a:gd name="connsiteX1" fmla="*/ 147501 w 383777"/>
                  <a:gd name="connsiteY1" fmla="*/ 346838 h 461478"/>
                  <a:gd name="connsiteX2" fmla="*/ 349464 w 383777"/>
                  <a:gd name="connsiteY2" fmla="*/ 34663 h 461478"/>
                  <a:gd name="connsiteX3" fmla="*/ 383777 w 383777"/>
                  <a:gd name="connsiteY3" fmla="*/ 0 h 461478"/>
                  <a:gd name="connsiteX0" fmla="*/ 0 w 383777"/>
                  <a:gd name="connsiteY0" fmla="*/ 461478 h 461478"/>
                  <a:gd name="connsiteX1" fmla="*/ 349464 w 383777"/>
                  <a:gd name="connsiteY1" fmla="*/ 34663 h 461478"/>
                  <a:gd name="connsiteX2" fmla="*/ 383777 w 383777"/>
                  <a:gd name="connsiteY2" fmla="*/ 0 h 461478"/>
                  <a:gd name="connsiteX0" fmla="*/ 0 w 349464"/>
                  <a:gd name="connsiteY0" fmla="*/ 426815 h 426815"/>
                  <a:gd name="connsiteX1" fmla="*/ 349464 w 349464"/>
                  <a:gd name="connsiteY1" fmla="*/ 0 h 426815"/>
                  <a:gd name="connsiteX0" fmla="*/ 0 w 517981"/>
                  <a:gd name="connsiteY0" fmla="*/ 70324 h 70324"/>
                  <a:gd name="connsiteX1" fmla="*/ 517981 w 517981"/>
                  <a:gd name="connsiteY1" fmla="*/ 0 h 70324"/>
                </a:gdLst>
                <a:ahLst/>
                <a:cxnLst>
                  <a:cxn ang="0">
                    <a:pos x="connsiteX0" y="connsiteY0"/>
                  </a:cxn>
                  <a:cxn ang="0">
                    <a:pos x="connsiteX1" y="connsiteY1"/>
                  </a:cxn>
                </a:cxnLst>
                <a:rect l="l" t="t" r="r" b="b"/>
                <a:pathLst>
                  <a:path w="517981" h="70324">
                    <a:moveTo>
                      <a:pt x="0" y="70324"/>
                    </a:moveTo>
                    <a:lnTo>
                      <a:pt x="517981" y="0"/>
                    </a:lnTo>
                  </a:path>
                </a:pathLst>
              </a:cu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0" name="Freeform 25">
                <a:extLst>
                  <a:ext uri="{FF2B5EF4-FFF2-40B4-BE49-F238E27FC236}">
                    <a16:creationId xmlns:a16="http://schemas.microsoft.com/office/drawing/2014/main" id="{7E83449C-48D9-BD39-D259-630CF8B465D2}"/>
                  </a:ext>
                </a:extLst>
              </p:cNvPr>
              <p:cNvSpPr/>
              <p:nvPr/>
            </p:nvSpPr>
            <p:spPr>
              <a:xfrm flipH="1">
                <a:off x="2793680" y="2915473"/>
                <a:ext cx="668718" cy="85257"/>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683322"/>
                  <a:gd name="connsiteY0" fmla="*/ 659399 h 659399"/>
                  <a:gd name="connsiteX1" fmla="*/ 381466 w 683322"/>
                  <a:gd name="connsiteY1" fmla="*/ 548153 h 659399"/>
                  <a:gd name="connsiteX2" fmla="*/ 562414 w 683322"/>
                  <a:gd name="connsiteY2" fmla="*/ 174492 h 659399"/>
                  <a:gd name="connsiteX3" fmla="*/ 683322 w 683322"/>
                  <a:gd name="connsiteY3" fmla="*/ 519 h 659399"/>
                  <a:gd name="connsiteX0" fmla="*/ 0 w 897513"/>
                  <a:gd name="connsiteY0" fmla="*/ 494282 h 494282"/>
                  <a:gd name="connsiteX1" fmla="*/ 381466 w 897513"/>
                  <a:gd name="connsiteY1" fmla="*/ 383036 h 494282"/>
                  <a:gd name="connsiteX2" fmla="*/ 562414 w 897513"/>
                  <a:gd name="connsiteY2" fmla="*/ 9375 h 494282"/>
                  <a:gd name="connsiteX3" fmla="*/ 897513 w 897513"/>
                  <a:gd name="connsiteY3" fmla="*/ 402279 h 494282"/>
                  <a:gd name="connsiteX0" fmla="*/ 0 w 897513"/>
                  <a:gd name="connsiteY0" fmla="*/ 111534 h 111534"/>
                  <a:gd name="connsiteX1" fmla="*/ 381466 w 897513"/>
                  <a:gd name="connsiteY1" fmla="*/ 288 h 111534"/>
                  <a:gd name="connsiteX2" fmla="*/ 585570 w 897513"/>
                  <a:gd name="connsiteY2" fmla="*/ 64934 h 111534"/>
                  <a:gd name="connsiteX3" fmla="*/ 897513 w 897513"/>
                  <a:gd name="connsiteY3" fmla="*/ 19531 h 111534"/>
                  <a:gd name="connsiteX0" fmla="*/ 0 w 897513"/>
                  <a:gd name="connsiteY0" fmla="*/ 115518 h 115518"/>
                  <a:gd name="connsiteX1" fmla="*/ 381466 w 897513"/>
                  <a:gd name="connsiteY1" fmla="*/ 4272 h 115518"/>
                  <a:gd name="connsiteX2" fmla="*/ 897513 w 897513"/>
                  <a:gd name="connsiteY2" fmla="*/ 23515 h 115518"/>
                </a:gdLst>
                <a:ahLst/>
                <a:cxnLst>
                  <a:cxn ang="0">
                    <a:pos x="connsiteX0" y="connsiteY0"/>
                  </a:cxn>
                  <a:cxn ang="0">
                    <a:pos x="connsiteX1" y="connsiteY1"/>
                  </a:cxn>
                  <a:cxn ang="0">
                    <a:pos x="connsiteX2" y="connsiteY2"/>
                  </a:cxn>
                </a:cxnLst>
                <a:rect l="l" t="t" r="r" b="b"/>
                <a:pathLst>
                  <a:path w="897513" h="115518">
                    <a:moveTo>
                      <a:pt x="0" y="115518"/>
                    </a:moveTo>
                    <a:cubicBezTo>
                      <a:pt x="70208" y="96941"/>
                      <a:pt x="231881" y="19606"/>
                      <a:pt x="381466" y="4272"/>
                    </a:cubicBezTo>
                    <a:cubicBezTo>
                      <a:pt x="531052" y="-11062"/>
                      <a:pt x="790003" y="19506"/>
                      <a:pt x="897513" y="23515"/>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1" name="Freeform 26">
                <a:extLst>
                  <a:ext uri="{FF2B5EF4-FFF2-40B4-BE49-F238E27FC236}">
                    <a16:creationId xmlns:a16="http://schemas.microsoft.com/office/drawing/2014/main" id="{6B2D0614-EA9C-8AC2-9DB9-759E91D12E34}"/>
                  </a:ext>
                </a:extLst>
              </p:cNvPr>
              <p:cNvSpPr/>
              <p:nvPr/>
            </p:nvSpPr>
            <p:spPr>
              <a:xfrm flipV="1">
                <a:off x="1853611" y="2971404"/>
                <a:ext cx="1016713" cy="509870"/>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 name="connsiteX0" fmla="*/ 0 w 604157"/>
                  <a:gd name="connsiteY0" fmla="*/ 650672 h 650672"/>
                  <a:gd name="connsiteX1" fmla="*/ 245180 w 604157"/>
                  <a:gd name="connsiteY1" fmla="*/ 505323 h 650672"/>
                  <a:gd name="connsiteX2" fmla="*/ 462477 w 604157"/>
                  <a:gd name="connsiteY2" fmla="*/ 158485 h 650672"/>
                  <a:gd name="connsiteX3" fmla="*/ 604157 w 604157"/>
                  <a:gd name="connsiteY3" fmla="*/ 607 h 650672"/>
                  <a:gd name="connsiteX0" fmla="*/ 0 w 702144"/>
                  <a:gd name="connsiteY0" fmla="*/ 650672 h 650672"/>
                  <a:gd name="connsiteX1" fmla="*/ 343167 w 702144"/>
                  <a:gd name="connsiteY1" fmla="*/ 505323 h 650672"/>
                  <a:gd name="connsiteX2" fmla="*/ 560464 w 702144"/>
                  <a:gd name="connsiteY2" fmla="*/ 158485 h 650672"/>
                  <a:gd name="connsiteX3" fmla="*/ 702144 w 702144"/>
                  <a:gd name="connsiteY3" fmla="*/ 607 h 650672"/>
                  <a:gd name="connsiteX0" fmla="*/ 0 w 702144"/>
                  <a:gd name="connsiteY0" fmla="*/ 650672 h 650672"/>
                  <a:gd name="connsiteX1" fmla="*/ 195579 w 702144"/>
                  <a:gd name="connsiteY1" fmla="*/ 601831 h 650672"/>
                  <a:gd name="connsiteX2" fmla="*/ 343167 w 702144"/>
                  <a:gd name="connsiteY2" fmla="*/ 505323 h 650672"/>
                  <a:gd name="connsiteX3" fmla="*/ 560464 w 702144"/>
                  <a:gd name="connsiteY3" fmla="*/ 158485 h 650672"/>
                  <a:gd name="connsiteX4" fmla="*/ 702144 w 702144"/>
                  <a:gd name="connsiteY4" fmla="*/ 607 h 650672"/>
                  <a:gd name="connsiteX0" fmla="*/ 0 w 839327"/>
                  <a:gd name="connsiteY0" fmla="*/ 507167 h 604907"/>
                  <a:gd name="connsiteX1" fmla="*/ 332762 w 839327"/>
                  <a:gd name="connsiteY1" fmla="*/ 601831 h 604907"/>
                  <a:gd name="connsiteX2" fmla="*/ 480350 w 839327"/>
                  <a:gd name="connsiteY2" fmla="*/ 505323 h 604907"/>
                  <a:gd name="connsiteX3" fmla="*/ 697647 w 839327"/>
                  <a:gd name="connsiteY3" fmla="*/ 158485 h 604907"/>
                  <a:gd name="connsiteX4" fmla="*/ 839327 w 839327"/>
                  <a:gd name="connsiteY4" fmla="*/ 607 h 604907"/>
                  <a:gd name="connsiteX0" fmla="*/ 0 w 1216579"/>
                  <a:gd name="connsiteY0" fmla="*/ 623338 h 623338"/>
                  <a:gd name="connsiteX1" fmla="*/ 710014 w 1216579"/>
                  <a:gd name="connsiteY1" fmla="*/ 601831 h 623338"/>
                  <a:gd name="connsiteX2" fmla="*/ 857602 w 1216579"/>
                  <a:gd name="connsiteY2" fmla="*/ 505323 h 623338"/>
                  <a:gd name="connsiteX3" fmla="*/ 1074899 w 1216579"/>
                  <a:gd name="connsiteY3" fmla="*/ 158485 h 623338"/>
                  <a:gd name="connsiteX4" fmla="*/ 1216579 w 1216579"/>
                  <a:gd name="connsiteY4"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469946 w 1216579"/>
                  <a:gd name="connsiteY1" fmla="*/ 5198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533637 w 1216579"/>
                  <a:gd name="connsiteY1" fmla="*/ 499327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293568 w 1216579"/>
                  <a:gd name="connsiteY1" fmla="*/ 5403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65573"/>
                  <a:gd name="connsiteY0" fmla="*/ 643838 h 643838"/>
                  <a:gd name="connsiteX1" fmla="*/ 342562 w 1265573"/>
                  <a:gd name="connsiteY1" fmla="*/ 540328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812901 w 1265573"/>
                  <a:gd name="connsiteY3" fmla="*/ 622332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59259 h 659259"/>
                  <a:gd name="connsiteX1" fmla="*/ 313166 w 1265573"/>
                  <a:gd name="connsiteY1" fmla="*/ 466912 h 659259"/>
                  <a:gd name="connsiteX2" fmla="*/ 582631 w 1265573"/>
                  <a:gd name="connsiteY2" fmla="*/ 514748 h 659259"/>
                  <a:gd name="connsiteX3" fmla="*/ 812901 w 1265573"/>
                  <a:gd name="connsiteY3" fmla="*/ 637753 h 659259"/>
                  <a:gd name="connsiteX4" fmla="*/ 906596 w 1265573"/>
                  <a:gd name="connsiteY4" fmla="*/ 520744 h 659259"/>
                  <a:gd name="connsiteX5" fmla="*/ 1035704 w 1265573"/>
                  <a:gd name="connsiteY5" fmla="*/ 50902 h 659259"/>
                  <a:gd name="connsiteX6" fmla="*/ 1265573 w 1265573"/>
                  <a:gd name="connsiteY6" fmla="*/ 16028 h 659259"/>
                  <a:gd name="connsiteX0" fmla="*/ 0 w 1265573"/>
                  <a:gd name="connsiteY0" fmla="*/ 693563 h 693563"/>
                  <a:gd name="connsiteX1" fmla="*/ 313166 w 1265573"/>
                  <a:gd name="connsiteY1" fmla="*/ 501216 h 693563"/>
                  <a:gd name="connsiteX2" fmla="*/ 582631 w 1265573"/>
                  <a:gd name="connsiteY2" fmla="*/ 549052 h 693563"/>
                  <a:gd name="connsiteX3" fmla="*/ 812901 w 1265573"/>
                  <a:gd name="connsiteY3" fmla="*/ 672057 h 693563"/>
                  <a:gd name="connsiteX4" fmla="*/ 906596 w 1265573"/>
                  <a:gd name="connsiteY4" fmla="*/ 555048 h 693563"/>
                  <a:gd name="connsiteX5" fmla="*/ 1035704 w 1265573"/>
                  <a:gd name="connsiteY5" fmla="*/ 85206 h 693563"/>
                  <a:gd name="connsiteX6" fmla="*/ 1265573 w 1265573"/>
                  <a:gd name="connsiteY6" fmla="*/ 2498 h 693563"/>
                  <a:gd name="connsiteX0" fmla="*/ 0 w 1265573"/>
                  <a:gd name="connsiteY0" fmla="*/ 698599 h 698599"/>
                  <a:gd name="connsiteX1" fmla="*/ 313166 w 1265573"/>
                  <a:gd name="connsiteY1" fmla="*/ 506252 h 698599"/>
                  <a:gd name="connsiteX2" fmla="*/ 582631 w 1265573"/>
                  <a:gd name="connsiteY2" fmla="*/ 554088 h 698599"/>
                  <a:gd name="connsiteX3" fmla="*/ 812901 w 1265573"/>
                  <a:gd name="connsiteY3" fmla="*/ 677093 h 698599"/>
                  <a:gd name="connsiteX4" fmla="*/ 906596 w 1265573"/>
                  <a:gd name="connsiteY4" fmla="*/ 560084 h 698599"/>
                  <a:gd name="connsiteX5" fmla="*/ 1035704 w 1265573"/>
                  <a:gd name="connsiteY5" fmla="*/ 62908 h 698599"/>
                  <a:gd name="connsiteX6" fmla="*/ 1265573 w 1265573"/>
                  <a:gd name="connsiteY6" fmla="*/ 7534 h 698599"/>
                  <a:gd name="connsiteX0" fmla="*/ 0 w 1265573"/>
                  <a:gd name="connsiteY0" fmla="*/ 695887 h 695887"/>
                  <a:gd name="connsiteX1" fmla="*/ 313166 w 1265573"/>
                  <a:gd name="connsiteY1" fmla="*/ 503540 h 695887"/>
                  <a:gd name="connsiteX2" fmla="*/ 582631 w 1265573"/>
                  <a:gd name="connsiteY2" fmla="*/ 551376 h 695887"/>
                  <a:gd name="connsiteX3" fmla="*/ 812901 w 1265573"/>
                  <a:gd name="connsiteY3" fmla="*/ 674381 h 695887"/>
                  <a:gd name="connsiteX4" fmla="*/ 906596 w 1265573"/>
                  <a:gd name="connsiteY4" fmla="*/ 557372 h 695887"/>
                  <a:gd name="connsiteX5" fmla="*/ 1035704 w 1265573"/>
                  <a:gd name="connsiteY5" fmla="*/ 60196 h 695887"/>
                  <a:gd name="connsiteX6" fmla="*/ 1151247 w 1265573"/>
                  <a:gd name="connsiteY6" fmla="*/ 3909 h 695887"/>
                  <a:gd name="connsiteX7" fmla="*/ 1265573 w 1265573"/>
                  <a:gd name="connsiteY7" fmla="*/ 4822 h 69588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906596 w 1265573"/>
                  <a:gd name="connsiteY4" fmla="*/ 575702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883644 w 1265573"/>
                  <a:gd name="connsiteY4" fmla="*/ 567698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25407"/>
                  <a:gd name="connsiteY0" fmla="*/ 713270 h 713270"/>
                  <a:gd name="connsiteX1" fmla="*/ 313166 w 1225407"/>
                  <a:gd name="connsiteY1" fmla="*/ 520923 h 713270"/>
                  <a:gd name="connsiteX2" fmla="*/ 582631 w 1225407"/>
                  <a:gd name="connsiteY2" fmla="*/ 568759 h 713270"/>
                  <a:gd name="connsiteX3" fmla="*/ 812901 w 1225407"/>
                  <a:gd name="connsiteY3" fmla="*/ 691764 h 713270"/>
                  <a:gd name="connsiteX4" fmla="*/ 883644 w 1225407"/>
                  <a:gd name="connsiteY4" fmla="*/ 566751 h 713270"/>
                  <a:gd name="connsiteX5" fmla="*/ 1035704 w 1225407"/>
                  <a:gd name="connsiteY5" fmla="*/ 77579 h 713270"/>
                  <a:gd name="connsiteX6" fmla="*/ 1151247 w 1225407"/>
                  <a:gd name="connsiteY6" fmla="*/ 792 h 713270"/>
                  <a:gd name="connsiteX7" fmla="*/ 1225407 w 1225407"/>
                  <a:gd name="connsiteY7" fmla="*/ 66223 h 713270"/>
                  <a:gd name="connsiteX0" fmla="*/ 0 w 1225407"/>
                  <a:gd name="connsiteY0" fmla="*/ 695387 h 695387"/>
                  <a:gd name="connsiteX1" fmla="*/ 313166 w 1225407"/>
                  <a:gd name="connsiteY1" fmla="*/ 503040 h 695387"/>
                  <a:gd name="connsiteX2" fmla="*/ 582631 w 1225407"/>
                  <a:gd name="connsiteY2" fmla="*/ 550876 h 695387"/>
                  <a:gd name="connsiteX3" fmla="*/ 812901 w 1225407"/>
                  <a:gd name="connsiteY3" fmla="*/ 673881 h 695387"/>
                  <a:gd name="connsiteX4" fmla="*/ 883644 w 1225407"/>
                  <a:gd name="connsiteY4" fmla="*/ 548868 h 695387"/>
                  <a:gd name="connsiteX5" fmla="*/ 1035704 w 1225407"/>
                  <a:gd name="connsiteY5" fmla="*/ 59696 h 695387"/>
                  <a:gd name="connsiteX6" fmla="*/ 1134033 w 1225407"/>
                  <a:gd name="connsiteY6" fmla="*/ 2917 h 695387"/>
                  <a:gd name="connsiteX7" fmla="*/ 1225407 w 1225407"/>
                  <a:gd name="connsiteY7" fmla="*/ 48340 h 695387"/>
                  <a:gd name="connsiteX0" fmla="*/ 0 w 1225407"/>
                  <a:gd name="connsiteY0" fmla="*/ 721202 h 721202"/>
                  <a:gd name="connsiteX1" fmla="*/ 313166 w 1225407"/>
                  <a:gd name="connsiteY1" fmla="*/ 528855 h 721202"/>
                  <a:gd name="connsiteX2" fmla="*/ 582631 w 1225407"/>
                  <a:gd name="connsiteY2" fmla="*/ 576691 h 721202"/>
                  <a:gd name="connsiteX3" fmla="*/ 812901 w 1225407"/>
                  <a:gd name="connsiteY3" fmla="*/ 699696 h 721202"/>
                  <a:gd name="connsiteX4" fmla="*/ 883644 w 1225407"/>
                  <a:gd name="connsiteY4" fmla="*/ 574683 h 721202"/>
                  <a:gd name="connsiteX5" fmla="*/ 1035704 w 1225407"/>
                  <a:gd name="connsiteY5" fmla="*/ 85511 h 721202"/>
                  <a:gd name="connsiteX6" fmla="*/ 1136902 w 1225407"/>
                  <a:gd name="connsiteY6" fmla="*/ 720 h 721202"/>
                  <a:gd name="connsiteX7" fmla="*/ 1225407 w 1225407"/>
                  <a:gd name="connsiteY7" fmla="*/ 74155 h 721202"/>
                  <a:gd name="connsiteX0" fmla="*/ 0 w 1222538"/>
                  <a:gd name="connsiteY0" fmla="*/ 721202 h 721202"/>
                  <a:gd name="connsiteX1" fmla="*/ 313166 w 1222538"/>
                  <a:gd name="connsiteY1" fmla="*/ 528855 h 721202"/>
                  <a:gd name="connsiteX2" fmla="*/ 582631 w 1222538"/>
                  <a:gd name="connsiteY2" fmla="*/ 576691 h 721202"/>
                  <a:gd name="connsiteX3" fmla="*/ 812901 w 1222538"/>
                  <a:gd name="connsiteY3" fmla="*/ 699696 h 721202"/>
                  <a:gd name="connsiteX4" fmla="*/ 883644 w 1222538"/>
                  <a:gd name="connsiteY4" fmla="*/ 574683 h 721202"/>
                  <a:gd name="connsiteX5" fmla="*/ 1035704 w 1222538"/>
                  <a:gd name="connsiteY5" fmla="*/ 85511 h 721202"/>
                  <a:gd name="connsiteX6" fmla="*/ 1136902 w 1222538"/>
                  <a:gd name="connsiteY6" fmla="*/ 720 h 721202"/>
                  <a:gd name="connsiteX7" fmla="*/ 1222538 w 1222538"/>
                  <a:gd name="connsiteY7" fmla="*/ 74155 h 721202"/>
                  <a:gd name="connsiteX0" fmla="*/ 0 w 1136902"/>
                  <a:gd name="connsiteY0" fmla="*/ 720482 h 720482"/>
                  <a:gd name="connsiteX1" fmla="*/ 313166 w 1136902"/>
                  <a:gd name="connsiteY1" fmla="*/ 528135 h 720482"/>
                  <a:gd name="connsiteX2" fmla="*/ 582631 w 1136902"/>
                  <a:gd name="connsiteY2" fmla="*/ 575971 h 720482"/>
                  <a:gd name="connsiteX3" fmla="*/ 812901 w 1136902"/>
                  <a:gd name="connsiteY3" fmla="*/ 698976 h 720482"/>
                  <a:gd name="connsiteX4" fmla="*/ 883644 w 1136902"/>
                  <a:gd name="connsiteY4" fmla="*/ 573963 h 720482"/>
                  <a:gd name="connsiteX5" fmla="*/ 1035704 w 1136902"/>
                  <a:gd name="connsiteY5" fmla="*/ 84791 h 720482"/>
                  <a:gd name="connsiteX6" fmla="*/ 1136902 w 1136902"/>
                  <a:gd name="connsiteY6" fmla="*/ 0 h 720482"/>
                  <a:gd name="connsiteX0" fmla="*/ 0 w 1211495"/>
                  <a:gd name="connsiteY0" fmla="*/ 720482 h 720482"/>
                  <a:gd name="connsiteX1" fmla="*/ 387759 w 1211495"/>
                  <a:gd name="connsiteY1" fmla="*/ 528135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9234 w 1211495"/>
                  <a:gd name="connsiteY1" fmla="*/ 588159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1495" h="720482">
                    <a:moveTo>
                      <a:pt x="0" y="720482"/>
                    </a:moveTo>
                    <a:cubicBezTo>
                      <a:pt x="48928" y="706647"/>
                      <a:pt x="310295" y="608827"/>
                      <a:pt x="399234" y="588159"/>
                    </a:cubicBezTo>
                    <a:cubicBezTo>
                      <a:pt x="488173" y="567491"/>
                      <a:pt x="593554" y="601735"/>
                      <a:pt x="662962" y="611985"/>
                    </a:cubicBezTo>
                    <a:cubicBezTo>
                      <a:pt x="732370" y="622235"/>
                      <a:pt x="829417" y="715061"/>
                      <a:pt x="887494" y="698976"/>
                    </a:cubicBezTo>
                    <a:cubicBezTo>
                      <a:pt x="945571" y="682891"/>
                      <a:pt x="921103" y="676327"/>
                      <a:pt x="958237" y="573963"/>
                    </a:cubicBezTo>
                    <a:cubicBezTo>
                      <a:pt x="995371" y="471599"/>
                      <a:pt x="1069522" y="177035"/>
                      <a:pt x="1110297" y="84791"/>
                    </a:cubicBezTo>
                    <a:cubicBezTo>
                      <a:pt x="1151072" y="-7453"/>
                      <a:pt x="1173184" y="9229"/>
                      <a:pt x="1211495" y="0"/>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2" name="Freeform 27">
                <a:extLst>
                  <a:ext uri="{FF2B5EF4-FFF2-40B4-BE49-F238E27FC236}">
                    <a16:creationId xmlns:a16="http://schemas.microsoft.com/office/drawing/2014/main" id="{943BBA0D-7524-CDA8-9C81-F4E569A7580F}"/>
                  </a:ext>
                </a:extLst>
              </p:cNvPr>
              <p:cNvSpPr/>
              <p:nvPr/>
            </p:nvSpPr>
            <p:spPr>
              <a:xfrm flipH="1" flipV="1">
                <a:off x="2881682" y="3007975"/>
                <a:ext cx="515222" cy="479023"/>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835268"/>
                  <a:gd name="connsiteY0" fmla="*/ 638388 h 638388"/>
                  <a:gd name="connsiteX1" fmla="*/ 533412 w 835268"/>
                  <a:gd name="connsiteY1" fmla="*/ 548153 h 638388"/>
                  <a:gd name="connsiteX2" fmla="*/ 714360 w 835268"/>
                  <a:gd name="connsiteY2" fmla="*/ 174492 h 638388"/>
                  <a:gd name="connsiteX3" fmla="*/ 835268 w 835268"/>
                  <a:gd name="connsiteY3" fmla="*/ 519 h 638388"/>
                  <a:gd name="connsiteX0" fmla="*/ 0 w 942354"/>
                  <a:gd name="connsiteY0" fmla="*/ 617887 h 617887"/>
                  <a:gd name="connsiteX1" fmla="*/ 640498 w 942354"/>
                  <a:gd name="connsiteY1" fmla="*/ 548153 h 617887"/>
                  <a:gd name="connsiteX2" fmla="*/ 821446 w 942354"/>
                  <a:gd name="connsiteY2" fmla="*/ 174492 h 617887"/>
                  <a:gd name="connsiteX3" fmla="*/ 942354 w 942354"/>
                  <a:gd name="connsiteY3" fmla="*/ 519 h 617887"/>
                  <a:gd name="connsiteX0" fmla="*/ 0 w 1049442"/>
                  <a:gd name="connsiteY0" fmla="*/ 624690 h 624690"/>
                  <a:gd name="connsiteX1" fmla="*/ 640498 w 1049442"/>
                  <a:gd name="connsiteY1" fmla="*/ 554956 h 624690"/>
                  <a:gd name="connsiteX2" fmla="*/ 821446 w 1049442"/>
                  <a:gd name="connsiteY2" fmla="*/ 181295 h 624690"/>
                  <a:gd name="connsiteX3" fmla="*/ 1049442 w 1049442"/>
                  <a:gd name="connsiteY3" fmla="*/ 488 h 624690"/>
                  <a:gd name="connsiteX0" fmla="*/ 0 w 1049442"/>
                  <a:gd name="connsiteY0" fmla="*/ 624690 h 624690"/>
                  <a:gd name="connsiteX1" fmla="*/ 452372 w 1049442"/>
                  <a:gd name="connsiteY1" fmla="*/ 506936 h 624690"/>
                  <a:gd name="connsiteX2" fmla="*/ 821446 w 1049442"/>
                  <a:gd name="connsiteY2" fmla="*/ 181295 h 624690"/>
                  <a:gd name="connsiteX3" fmla="*/ 1049442 w 1049442"/>
                  <a:gd name="connsiteY3" fmla="*/ 488 h 624690"/>
                  <a:gd name="connsiteX0" fmla="*/ 0 w 1049442"/>
                  <a:gd name="connsiteY0" fmla="*/ 624746 h 624746"/>
                  <a:gd name="connsiteX1" fmla="*/ 452372 w 1049442"/>
                  <a:gd name="connsiteY1" fmla="*/ 506992 h 624746"/>
                  <a:gd name="connsiteX2" fmla="*/ 783821 w 1049442"/>
                  <a:gd name="connsiteY2" fmla="*/ 169346 h 624746"/>
                  <a:gd name="connsiteX3" fmla="*/ 1049442 w 1049442"/>
                  <a:gd name="connsiteY3" fmla="*/ 544 h 624746"/>
                  <a:gd name="connsiteX0" fmla="*/ 0 w 1174859"/>
                  <a:gd name="connsiteY0" fmla="*/ 672766 h 672766"/>
                  <a:gd name="connsiteX1" fmla="*/ 577789 w 1174859"/>
                  <a:gd name="connsiteY1" fmla="*/ 506992 h 672766"/>
                  <a:gd name="connsiteX2" fmla="*/ 909238 w 1174859"/>
                  <a:gd name="connsiteY2" fmla="*/ 169346 h 672766"/>
                  <a:gd name="connsiteX3" fmla="*/ 1174859 w 1174859"/>
                  <a:gd name="connsiteY3" fmla="*/ 544 h 672766"/>
                  <a:gd name="connsiteX0" fmla="*/ 0 w 1174859"/>
                  <a:gd name="connsiteY0" fmla="*/ 672766 h 672766"/>
                  <a:gd name="connsiteX1" fmla="*/ 231404 w 1174859"/>
                  <a:gd name="connsiteY1" fmla="*/ 618980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766 h 672766"/>
                  <a:gd name="connsiteX1" fmla="*/ 231404 w 1174859"/>
                  <a:gd name="connsiteY1" fmla="*/ 642991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893 h 672893"/>
                  <a:gd name="connsiteX1" fmla="*/ 231404 w 1174859"/>
                  <a:gd name="connsiteY1" fmla="*/ 643118 h 672893"/>
                  <a:gd name="connsiteX2" fmla="*/ 577789 w 1174859"/>
                  <a:gd name="connsiteY2" fmla="*/ 507119 h 672893"/>
                  <a:gd name="connsiteX3" fmla="*/ 865342 w 1174859"/>
                  <a:gd name="connsiteY3" fmla="*/ 149464 h 672893"/>
                  <a:gd name="connsiteX4" fmla="*/ 1174859 w 1174859"/>
                  <a:gd name="connsiteY4"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714260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58976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218754"/>
                  <a:gd name="connsiteY0" fmla="*/ 676895 h 676895"/>
                  <a:gd name="connsiteX1" fmla="*/ 275299 w 1218754"/>
                  <a:gd name="connsiteY1" fmla="*/ 643118 h 676895"/>
                  <a:gd name="connsiteX2" fmla="*/ 602871 w 1218754"/>
                  <a:gd name="connsiteY2" fmla="*/ 507119 h 676895"/>
                  <a:gd name="connsiteX3" fmla="*/ 733072 w 1218754"/>
                  <a:gd name="connsiteY3" fmla="*/ 363003 h 676895"/>
                  <a:gd name="connsiteX4" fmla="*/ 909237 w 1218754"/>
                  <a:gd name="connsiteY4" fmla="*/ 149464 h 676895"/>
                  <a:gd name="connsiteX5" fmla="*/ 1218754 w 1218754"/>
                  <a:gd name="connsiteY5" fmla="*/ 671 h 67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754" h="676895">
                    <a:moveTo>
                      <a:pt x="0" y="676895"/>
                    </a:moveTo>
                    <a:cubicBezTo>
                      <a:pt x="38567" y="667931"/>
                      <a:pt x="179001" y="670747"/>
                      <a:pt x="275299" y="643118"/>
                    </a:cubicBezTo>
                    <a:cubicBezTo>
                      <a:pt x="371597" y="615489"/>
                      <a:pt x="526575" y="553805"/>
                      <a:pt x="602871" y="507119"/>
                    </a:cubicBezTo>
                    <a:cubicBezTo>
                      <a:pt x="679167" y="460433"/>
                      <a:pt x="685147" y="422612"/>
                      <a:pt x="733072" y="363003"/>
                    </a:cubicBezTo>
                    <a:cubicBezTo>
                      <a:pt x="780997" y="303394"/>
                      <a:pt x="832471" y="209853"/>
                      <a:pt x="909237" y="149464"/>
                    </a:cubicBezTo>
                    <a:cubicBezTo>
                      <a:pt x="962143" y="68921"/>
                      <a:pt x="1162690" y="-8015"/>
                      <a:pt x="1218754" y="671"/>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23" name="Straight Arrow Connector 22">
                <a:extLst>
                  <a:ext uri="{FF2B5EF4-FFF2-40B4-BE49-F238E27FC236}">
                    <a16:creationId xmlns:a16="http://schemas.microsoft.com/office/drawing/2014/main" id="{01AAE653-683B-48B5-B19E-8ABBBAC2F4A7}"/>
                  </a:ext>
                </a:extLst>
              </p:cNvPr>
              <p:cNvCxnSpPr>
                <a:cxnSpLocks/>
                <a:stCxn id="84" idx="2"/>
              </p:cNvCxnSpPr>
              <p:nvPr/>
            </p:nvCxnSpPr>
            <p:spPr>
              <a:xfrm flipH="1" flipV="1">
                <a:off x="1903552" y="2158918"/>
                <a:ext cx="0" cy="3027205"/>
              </a:xfrm>
              <a:prstGeom prst="straightConnector1">
                <a:avLst/>
              </a:prstGeom>
              <a:noFill/>
              <a:ln w="25400" cap="flat" cmpd="sng" algn="ctr">
                <a:solidFill>
                  <a:srgbClr val="FF0000"/>
                </a:solidFill>
                <a:prstDash val="sysDot"/>
                <a:miter lim="800000"/>
                <a:tailEnd type="none"/>
              </a:ln>
              <a:effectLst/>
            </p:spPr>
          </p:cxnSp>
          <p:cxnSp>
            <p:nvCxnSpPr>
              <p:cNvPr id="24" name="Straight Arrow Connector 23">
                <a:extLst>
                  <a:ext uri="{FF2B5EF4-FFF2-40B4-BE49-F238E27FC236}">
                    <a16:creationId xmlns:a16="http://schemas.microsoft.com/office/drawing/2014/main" id="{43E1C885-06EF-41D9-D7C9-93AEB7851429}"/>
                  </a:ext>
                </a:extLst>
              </p:cNvPr>
              <p:cNvCxnSpPr/>
              <p:nvPr/>
            </p:nvCxnSpPr>
            <p:spPr>
              <a:xfrm flipH="1" flipV="1">
                <a:off x="2251021" y="1677017"/>
                <a:ext cx="0" cy="2251942"/>
              </a:xfrm>
              <a:prstGeom prst="straightConnector1">
                <a:avLst/>
              </a:prstGeom>
              <a:noFill/>
              <a:ln w="25400" cap="flat" cmpd="sng" algn="ctr">
                <a:solidFill>
                  <a:srgbClr val="FF0000"/>
                </a:solidFill>
                <a:prstDash val="sysDot"/>
                <a:miter lim="800000"/>
                <a:tailEnd type="none"/>
              </a:ln>
              <a:effectLst/>
            </p:spPr>
          </p:cxnSp>
          <p:cxnSp>
            <p:nvCxnSpPr>
              <p:cNvPr id="25" name="Straight Arrow Connector 24">
                <a:extLst>
                  <a:ext uri="{FF2B5EF4-FFF2-40B4-BE49-F238E27FC236}">
                    <a16:creationId xmlns:a16="http://schemas.microsoft.com/office/drawing/2014/main" id="{2E7D7E3F-A561-1F7C-C8CE-5689AA35DD26}"/>
                  </a:ext>
                </a:extLst>
              </p:cNvPr>
              <p:cNvCxnSpPr>
                <a:cxnSpLocks/>
                <a:stCxn id="11" idx="3"/>
              </p:cNvCxnSpPr>
              <p:nvPr/>
            </p:nvCxnSpPr>
            <p:spPr>
              <a:xfrm flipH="1" flipV="1">
                <a:off x="2611964" y="1513285"/>
                <a:ext cx="52690" cy="3081265"/>
              </a:xfrm>
              <a:prstGeom prst="straightConnector1">
                <a:avLst/>
              </a:prstGeom>
              <a:noFill/>
              <a:ln w="25400" cap="flat" cmpd="sng" algn="ctr">
                <a:solidFill>
                  <a:srgbClr val="FF0000"/>
                </a:solidFill>
                <a:prstDash val="sysDot"/>
                <a:miter lim="800000"/>
                <a:tailEnd type="none"/>
              </a:ln>
              <a:effectLst/>
            </p:spPr>
          </p:cxnSp>
          <p:grpSp>
            <p:nvGrpSpPr>
              <p:cNvPr id="26" name="Group 25">
                <a:extLst>
                  <a:ext uri="{FF2B5EF4-FFF2-40B4-BE49-F238E27FC236}">
                    <a16:creationId xmlns:a16="http://schemas.microsoft.com/office/drawing/2014/main" id="{E691C98A-9ADF-F571-4B4A-F5CB0385DE8F}"/>
                  </a:ext>
                </a:extLst>
              </p:cNvPr>
              <p:cNvGrpSpPr/>
              <p:nvPr/>
            </p:nvGrpSpPr>
            <p:grpSpPr>
              <a:xfrm>
                <a:off x="789455" y="1245043"/>
                <a:ext cx="3295670" cy="1152089"/>
                <a:chOff x="1369227" y="1193656"/>
                <a:chExt cx="3295670" cy="2617467"/>
              </a:xfrm>
            </p:grpSpPr>
            <p:cxnSp>
              <p:nvCxnSpPr>
                <p:cNvPr id="136" name="Straight Arrow Connector 135">
                  <a:extLst>
                    <a:ext uri="{FF2B5EF4-FFF2-40B4-BE49-F238E27FC236}">
                      <a16:creationId xmlns:a16="http://schemas.microsoft.com/office/drawing/2014/main" id="{7E278773-56D4-4BBA-187B-4C47D529F408}"/>
                    </a:ext>
                  </a:extLst>
                </p:cNvPr>
                <p:cNvCxnSpPr/>
                <p:nvPr/>
              </p:nvCxnSpPr>
              <p:spPr>
                <a:xfrm>
                  <a:off x="1369227" y="3811123"/>
                  <a:ext cx="3295670" cy="0"/>
                </a:xfrm>
                <a:prstGeom prst="straightConnector1">
                  <a:avLst/>
                </a:prstGeom>
                <a:noFill/>
                <a:ln w="44450" cap="rnd" cmpd="sng" algn="ctr">
                  <a:solidFill>
                    <a:srgbClr val="002060"/>
                  </a:solidFill>
                  <a:prstDash val="solid"/>
                  <a:miter lim="800000"/>
                  <a:tailEnd type="triangle"/>
                </a:ln>
                <a:effectLst/>
              </p:spPr>
            </p:cxnSp>
            <p:cxnSp>
              <p:nvCxnSpPr>
                <p:cNvPr id="137" name="Straight Arrow Connector 136">
                  <a:extLst>
                    <a:ext uri="{FF2B5EF4-FFF2-40B4-BE49-F238E27FC236}">
                      <a16:creationId xmlns:a16="http://schemas.microsoft.com/office/drawing/2014/main" id="{97B66A1B-7066-FE7A-C7ED-ECB5DA8E2E0C}"/>
                    </a:ext>
                  </a:extLst>
                </p:cNvPr>
                <p:cNvCxnSpPr/>
                <p:nvPr/>
              </p:nvCxnSpPr>
              <p:spPr>
                <a:xfrm flipH="1" flipV="1">
                  <a:off x="1390153" y="1193656"/>
                  <a:ext cx="0" cy="2617467"/>
                </a:xfrm>
                <a:prstGeom prst="straightConnector1">
                  <a:avLst/>
                </a:prstGeom>
                <a:noFill/>
                <a:ln w="44450" cap="rnd" cmpd="sng" algn="ctr">
                  <a:solidFill>
                    <a:srgbClr val="002060"/>
                  </a:solidFill>
                  <a:prstDash val="solid"/>
                  <a:miter lim="800000"/>
                  <a:tailEnd type="triangle"/>
                </a:ln>
                <a:effectLst/>
              </p:spPr>
            </p:cxnSp>
          </p:grpSp>
          <p:sp>
            <p:nvSpPr>
              <p:cNvPr id="27" name="TextBox 26">
                <a:extLst>
                  <a:ext uri="{FF2B5EF4-FFF2-40B4-BE49-F238E27FC236}">
                    <a16:creationId xmlns:a16="http://schemas.microsoft.com/office/drawing/2014/main" id="{A53E2F5E-A134-CEEB-EC7C-43752E40BB9A}"/>
                  </a:ext>
                </a:extLst>
              </p:cNvPr>
              <p:cNvSpPr txBox="1"/>
              <p:nvPr/>
            </p:nvSpPr>
            <p:spPr>
              <a:xfrm>
                <a:off x="3358887" y="2384771"/>
                <a:ext cx="1053863"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28" name="TextBox 27">
                <a:extLst>
                  <a:ext uri="{FF2B5EF4-FFF2-40B4-BE49-F238E27FC236}">
                    <a16:creationId xmlns:a16="http://schemas.microsoft.com/office/drawing/2014/main" id="{4C3F04EE-10F5-B465-26C5-34DF09D3E2DA}"/>
                  </a:ext>
                </a:extLst>
              </p:cNvPr>
              <p:cNvSpPr txBox="1"/>
              <p:nvPr/>
            </p:nvSpPr>
            <p:spPr>
              <a:xfrm rot="16200000">
                <a:off x="67882" y="1700606"/>
                <a:ext cx="889933" cy="30792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Voltage</a:t>
                </a:r>
                <a:r>
                  <a:rPr kumimoji="0" lang="en-US" sz="2000" b="1" i="1" u="none" strike="noStrike" kern="0" cap="none" spc="0" normalizeH="0" baseline="0" noProof="0">
                    <a:ln>
                      <a:noFill/>
                    </a:ln>
                    <a:solidFill>
                      <a:prstClr val="black"/>
                    </a:solidFill>
                    <a:effectLst/>
                    <a:uLnTx/>
                    <a:uFillTx/>
                    <a:latin typeface="Arial Rounded MT Bold" panose="020F0704030504030204" pitchFamily="34" charset="0"/>
                  </a:rPr>
                  <a:t> </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(V)</a:t>
                </a:r>
              </a:p>
            </p:txBody>
          </p:sp>
          <p:grpSp>
            <p:nvGrpSpPr>
              <p:cNvPr id="29" name="Group 28">
                <a:extLst>
                  <a:ext uri="{FF2B5EF4-FFF2-40B4-BE49-F238E27FC236}">
                    <a16:creationId xmlns:a16="http://schemas.microsoft.com/office/drawing/2014/main" id="{80CCAAFA-4FED-97E9-8302-A3FD7347CA35}"/>
                  </a:ext>
                </a:extLst>
              </p:cNvPr>
              <p:cNvGrpSpPr/>
              <p:nvPr/>
            </p:nvGrpSpPr>
            <p:grpSpPr>
              <a:xfrm>
                <a:off x="789455" y="2410044"/>
                <a:ext cx="3295663" cy="1152089"/>
                <a:chOff x="1430665" y="3964565"/>
                <a:chExt cx="3295663" cy="2617467"/>
              </a:xfrm>
            </p:grpSpPr>
            <p:cxnSp>
              <p:nvCxnSpPr>
                <p:cNvPr id="134" name="Straight Arrow Connector 133">
                  <a:extLst>
                    <a:ext uri="{FF2B5EF4-FFF2-40B4-BE49-F238E27FC236}">
                      <a16:creationId xmlns:a16="http://schemas.microsoft.com/office/drawing/2014/main" id="{9D5C6A21-F392-CA04-7055-996E5C6BCAFB}"/>
                    </a:ext>
                  </a:extLst>
                </p:cNvPr>
                <p:cNvCxnSpPr/>
                <p:nvPr/>
              </p:nvCxnSpPr>
              <p:spPr>
                <a:xfrm>
                  <a:off x="1430665" y="6582032"/>
                  <a:ext cx="3295663" cy="0"/>
                </a:xfrm>
                <a:prstGeom prst="straightConnector1">
                  <a:avLst/>
                </a:prstGeom>
                <a:noFill/>
                <a:ln w="44450" cap="rnd" cmpd="sng" algn="ctr">
                  <a:solidFill>
                    <a:srgbClr val="002060"/>
                  </a:solidFill>
                  <a:prstDash val="solid"/>
                  <a:miter lim="800000"/>
                  <a:tailEnd type="triangle"/>
                </a:ln>
                <a:effectLst/>
              </p:spPr>
            </p:cxnSp>
            <p:cxnSp>
              <p:nvCxnSpPr>
                <p:cNvPr id="135" name="Straight Arrow Connector 134">
                  <a:extLst>
                    <a:ext uri="{FF2B5EF4-FFF2-40B4-BE49-F238E27FC236}">
                      <a16:creationId xmlns:a16="http://schemas.microsoft.com/office/drawing/2014/main" id="{560C69AE-4366-0B76-00FF-A04C203C742C}"/>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sp>
            <p:nvSpPr>
              <p:cNvPr id="30" name="TextBox 29">
                <a:extLst>
                  <a:ext uri="{FF2B5EF4-FFF2-40B4-BE49-F238E27FC236}">
                    <a16:creationId xmlns:a16="http://schemas.microsoft.com/office/drawing/2014/main" id="{426178D5-E31C-E8A2-5E43-05A0F2CDE28D}"/>
                  </a:ext>
                </a:extLst>
              </p:cNvPr>
              <p:cNvSpPr txBox="1"/>
              <p:nvPr/>
            </p:nvSpPr>
            <p:spPr>
              <a:xfrm rot="16200000">
                <a:off x="30510" y="2879730"/>
                <a:ext cx="1015227" cy="23686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Current (mA)</a:t>
                </a:r>
              </a:p>
            </p:txBody>
          </p:sp>
          <p:sp>
            <p:nvSpPr>
              <p:cNvPr id="31" name="Oval 30">
                <a:extLst>
                  <a:ext uri="{FF2B5EF4-FFF2-40B4-BE49-F238E27FC236}">
                    <a16:creationId xmlns:a16="http://schemas.microsoft.com/office/drawing/2014/main" id="{F3F6F36F-C6C0-77B1-92F8-84BE2D17EA29}"/>
                  </a:ext>
                </a:extLst>
              </p:cNvPr>
              <p:cNvSpPr/>
              <p:nvPr/>
            </p:nvSpPr>
            <p:spPr bwMode="auto">
              <a:xfrm>
                <a:off x="1880190" y="2129596"/>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2" name="Oval 31">
                <a:extLst>
                  <a:ext uri="{FF2B5EF4-FFF2-40B4-BE49-F238E27FC236}">
                    <a16:creationId xmlns:a16="http://schemas.microsoft.com/office/drawing/2014/main" id="{B1659833-7DE8-2C5B-1D6F-1708C416FB6A}"/>
                  </a:ext>
                </a:extLst>
              </p:cNvPr>
              <p:cNvSpPr/>
              <p:nvPr/>
            </p:nvSpPr>
            <p:spPr bwMode="auto">
              <a:xfrm>
                <a:off x="2234613" y="1644467"/>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3" name="Oval 32">
                <a:extLst>
                  <a:ext uri="{FF2B5EF4-FFF2-40B4-BE49-F238E27FC236}">
                    <a16:creationId xmlns:a16="http://schemas.microsoft.com/office/drawing/2014/main" id="{702C340A-F402-D923-E43E-303FAB7B4194}"/>
                  </a:ext>
                </a:extLst>
              </p:cNvPr>
              <p:cNvSpPr/>
              <p:nvPr/>
            </p:nvSpPr>
            <p:spPr bwMode="auto">
              <a:xfrm>
                <a:off x="2593335" y="1659344"/>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4" name="Oval 33">
                <a:extLst>
                  <a:ext uri="{FF2B5EF4-FFF2-40B4-BE49-F238E27FC236}">
                    <a16:creationId xmlns:a16="http://schemas.microsoft.com/office/drawing/2014/main" id="{65EF8B4A-3D17-CD4A-DB99-EAE6F65C4C38}"/>
                  </a:ext>
                </a:extLst>
              </p:cNvPr>
              <p:cNvSpPr/>
              <p:nvPr/>
            </p:nvSpPr>
            <p:spPr bwMode="auto">
              <a:xfrm>
                <a:off x="1871535" y="2954713"/>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5" name="Oval 34">
                <a:extLst>
                  <a:ext uri="{FF2B5EF4-FFF2-40B4-BE49-F238E27FC236}">
                    <a16:creationId xmlns:a16="http://schemas.microsoft.com/office/drawing/2014/main" id="{F006AB50-DF10-6A40-1507-5DC156445BEF}"/>
                  </a:ext>
                </a:extLst>
              </p:cNvPr>
              <p:cNvSpPr/>
              <p:nvPr/>
            </p:nvSpPr>
            <p:spPr bwMode="auto">
              <a:xfrm>
                <a:off x="2231178" y="2403664"/>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6" name="Oval 35">
                <a:extLst>
                  <a:ext uri="{FF2B5EF4-FFF2-40B4-BE49-F238E27FC236}">
                    <a16:creationId xmlns:a16="http://schemas.microsoft.com/office/drawing/2014/main" id="{3F9A0747-D157-BDE2-D625-DB57A5205F32}"/>
                  </a:ext>
                </a:extLst>
              </p:cNvPr>
              <p:cNvSpPr/>
              <p:nvPr/>
            </p:nvSpPr>
            <p:spPr bwMode="auto">
              <a:xfrm>
                <a:off x="2590414" y="2966467"/>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7" name="Oval 36">
                <a:extLst>
                  <a:ext uri="{FF2B5EF4-FFF2-40B4-BE49-F238E27FC236}">
                    <a16:creationId xmlns:a16="http://schemas.microsoft.com/office/drawing/2014/main" id="{3B91E99A-D9C6-6899-EDA4-CECBB183F1AD}"/>
                  </a:ext>
                </a:extLst>
              </p:cNvPr>
              <p:cNvSpPr/>
              <p:nvPr/>
            </p:nvSpPr>
            <p:spPr bwMode="auto">
              <a:xfrm>
                <a:off x="2827311" y="2136397"/>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8" name="Oval 37">
                <a:extLst>
                  <a:ext uri="{FF2B5EF4-FFF2-40B4-BE49-F238E27FC236}">
                    <a16:creationId xmlns:a16="http://schemas.microsoft.com/office/drawing/2014/main" id="{A527383F-D000-6BED-E8D5-21A40B2EB73B}"/>
                  </a:ext>
                </a:extLst>
              </p:cNvPr>
              <p:cNvSpPr/>
              <p:nvPr/>
            </p:nvSpPr>
            <p:spPr bwMode="auto">
              <a:xfrm>
                <a:off x="2832827" y="3456971"/>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39" name="Oval 38">
                <a:extLst>
                  <a:ext uri="{FF2B5EF4-FFF2-40B4-BE49-F238E27FC236}">
                    <a16:creationId xmlns:a16="http://schemas.microsoft.com/office/drawing/2014/main" id="{77B67E1D-3914-CC65-1711-A9AE51B4B411}"/>
                  </a:ext>
                </a:extLst>
              </p:cNvPr>
              <p:cNvSpPr/>
              <p:nvPr/>
            </p:nvSpPr>
            <p:spPr bwMode="auto">
              <a:xfrm>
                <a:off x="3300358" y="2998235"/>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40" name="Oval 39">
                <a:extLst>
                  <a:ext uri="{FF2B5EF4-FFF2-40B4-BE49-F238E27FC236}">
                    <a16:creationId xmlns:a16="http://schemas.microsoft.com/office/drawing/2014/main" id="{705C3D70-6B26-AD20-8973-B889D027E07D}"/>
                  </a:ext>
                </a:extLst>
              </p:cNvPr>
              <p:cNvSpPr/>
              <p:nvPr/>
            </p:nvSpPr>
            <p:spPr bwMode="auto">
              <a:xfrm>
                <a:off x="3295921" y="2136397"/>
                <a:ext cx="43175" cy="34238"/>
              </a:xfrm>
              <a:prstGeom prst="ellipse">
                <a:avLst/>
              </a:prstGeom>
              <a:solidFill>
                <a:srgbClr val="000099"/>
              </a:solidFill>
              <a:ln w="12700" cap="flat" cmpd="sng" algn="ctr">
                <a:solidFill>
                  <a:srgbClr val="000099"/>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41" name="Straight Connector 40">
                <a:extLst>
                  <a:ext uri="{FF2B5EF4-FFF2-40B4-BE49-F238E27FC236}">
                    <a16:creationId xmlns:a16="http://schemas.microsoft.com/office/drawing/2014/main" id="{9317E255-6ECF-37D3-63A8-65B57244C879}"/>
                  </a:ext>
                </a:extLst>
              </p:cNvPr>
              <p:cNvCxnSpPr>
                <a:stCxn id="30" idx="2"/>
              </p:cNvCxnSpPr>
              <p:nvPr/>
            </p:nvCxnSpPr>
            <p:spPr>
              <a:xfrm flipV="1">
                <a:off x="656559" y="2990593"/>
                <a:ext cx="2986156" cy="7572"/>
              </a:xfrm>
              <a:prstGeom prst="line">
                <a:avLst/>
              </a:prstGeom>
              <a:noFill/>
              <a:ln w="25400" cap="flat" cmpd="sng" algn="ctr">
                <a:solidFill>
                  <a:srgbClr val="00B050"/>
                </a:solidFill>
                <a:prstDash val="sysDot"/>
                <a:miter lim="800000"/>
              </a:ln>
              <a:effectLst/>
            </p:spPr>
          </p:cxnSp>
          <p:cxnSp>
            <p:nvCxnSpPr>
              <p:cNvPr id="42" name="Straight Connector 41">
                <a:extLst>
                  <a:ext uri="{FF2B5EF4-FFF2-40B4-BE49-F238E27FC236}">
                    <a16:creationId xmlns:a16="http://schemas.microsoft.com/office/drawing/2014/main" id="{EB4B0F73-8E4E-726D-6A60-895C5D71DBB4}"/>
                  </a:ext>
                </a:extLst>
              </p:cNvPr>
              <p:cNvCxnSpPr/>
              <p:nvPr/>
            </p:nvCxnSpPr>
            <p:spPr>
              <a:xfrm flipH="1" flipV="1">
                <a:off x="756453" y="2442691"/>
                <a:ext cx="299" cy="538396"/>
              </a:xfrm>
              <a:prstGeom prst="line">
                <a:avLst/>
              </a:prstGeom>
              <a:noFill/>
              <a:ln w="25400" cap="flat" cmpd="sng" algn="ctr">
                <a:solidFill>
                  <a:srgbClr val="00B050"/>
                </a:solidFill>
                <a:prstDash val="sysDot"/>
                <a:miter lim="800000"/>
                <a:headEnd type="triangle"/>
                <a:tailEnd type="triangle"/>
              </a:ln>
              <a:effectLst/>
            </p:spPr>
          </p:cxnSp>
          <p:cxnSp>
            <p:nvCxnSpPr>
              <p:cNvPr id="43" name="Straight Connector 42">
                <a:extLst>
                  <a:ext uri="{FF2B5EF4-FFF2-40B4-BE49-F238E27FC236}">
                    <a16:creationId xmlns:a16="http://schemas.microsoft.com/office/drawing/2014/main" id="{8F70FD23-9E79-5357-FFB9-BD2903FA63B4}"/>
                  </a:ext>
                </a:extLst>
              </p:cNvPr>
              <p:cNvCxnSpPr/>
              <p:nvPr/>
            </p:nvCxnSpPr>
            <p:spPr>
              <a:xfrm flipH="1" flipV="1">
                <a:off x="757656" y="2982771"/>
                <a:ext cx="299" cy="538396"/>
              </a:xfrm>
              <a:prstGeom prst="line">
                <a:avLst/>
              </a:prstGeom>
              <a:noFill/>
              <a:ln w="25400" cap="flat" cmpd="sng" algn="ctr">
                <a:solidFill>
                  <a:srgbClr val="00B050"/>
                </a:solidFill>
                <a:prstDash val="sysDot"/>
                <a:miter lim="800000"/>
                <a:headEnd type="triangle"/>
                <a:tailEnd type="triangle"/>
              </a:ln>
              <a:effectLst/>
            </p:spPr>
          </p:cxnSp>
          <p:sp>
            <p:nvSpPr>
              <p:cNvPr id="44" name="TextBox 43">
                <a:extLst>
                  <a:ext uri="{FF2B5EF4-FFF2-40B4-BE49-F238E27FC236}">
                    <a16:creationId xmlns:a16="http://schemas.microsoft.com/office/drawing/2014/main" id="{7219367B-87A9-C472-F6F9-2B2E8AA09AD3}"/>
                  </a:ext>
                </a:extLst>
              </p:cNvPr>
              <p:cNvSpPr txBox="1"/>
              <p:nvPr/>
            </p:nvSpPr>
            <p:spPr>
              <a:xfrm rot="16200000">
                <a:off x="789013" y="2414364"/>
                <a:ext cx="717271"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Positive Current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 (mA)</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AF051FF-22B9-92BA-0E85-A5B11626C81C}"/>
                      </a:ext>
                    </a:extLst>
                  </p:cNvPr>
                  <p:cNvSpPr txBox="1"/>
                  <p:nvPr/>
                </p:nvSpPr>
                <p:spPr>
                  <a:xfrm>
                    <a:off x="724874" y="1382900"/>
                    <a:ext cx="735180" cy="213181"/>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ea typeface="Cambria Math" panose="02040503050406030204" pitchFamily="18" charset="0"/>
                          </a:rPr>
                          <m:t>𝑫𝑫</m:t>
                        </m:r>
                      </m:oMath>
                    </a14:m>
                    <a:r>
                      <a:rPr kumimoji="0" lang="en-US" sz="1200" b="1" i="0"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1200" b="1" i="0"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 </a:t>
                    </a:r>
                    <a14:m>
                      <m:oMath xmlns:m="http://schemas.openxmlformats.org/officeDocument/2006/math">
                        <m:d>
                          <m:dPr>
                            <m:begChr m:val="|"/>
                            <m:endChr m:val="|"/>
                            <m:ctrlP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ea typeface="Cambria Math" panose="02040503050406030204" pitchFamily="18" charset="0"/>
                              </a:rPr>
                              <m:t>𝑻𝑯𝑷</m:t>
                            </m:r>
                          </m:e>
                        </m:d>
                      </m:oMath>
                    </a14:m>
                    <a:endParaRPr kumimoji="0" lang="en-US"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endParaRPr>
                  </a:p>
                </p:txBody>
              </p:sp>
            </mc:Choice>
            <mc:Fallback xmlns="">
              <p:sp>
                <p:nvSpPr>
                  <p:cNvPr id="43" name="TextBox 42">
                    <a:extLst>
                      <a:ext uri="{FF2B5EF4-FFF2-40B4-BE49-F238E27FC236}">
                        <a16:creationId xmlns:a16="http://schemas.microsoft.com/office/drawing/2014/main" id="{6AF051FF-22B9-92BA-0E85-A5B11626C81C}"/>
                      </a:ext>
                    </a:extLst>
                  </p:cNvPr>
                  <p:cNvSpPr txBox="1">
                    <a:spLocks noRot="1" noChangeAspect="1" noMove="1" noResize="1" noEditPoints="1" noAdjustHandles="1" noChangeArrowheads="1" noChangeShapeType="1" noTextEdit="1"/>
                  </p:cNvSpPr>
                  <p:nvPr/>
                </p:nvSpPr>
                <p:spPr>
                  <a:xfrm>
                    <a:off x="724874" y="1382900"/>
                    <a:ext cx="735180" cy="213181"/>
                  </a:xfrm>
                  <a:prstGeom prst="rect">
                    <a:avLst/>
                  </a:prstGeom>
                  <a:blipFill>
                    <a:blip r:embed="rId5"/>
                    <a:stretch>
                      <a:fillRect t="-2857" r="-14876" b="-514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8730C83-EA11-BF2A-279C-7AC0EFE63CE9}"/>
                      </a:ext>
                    </a:extLst>
                  </p:cNvPr>
                  <p:cNvSpPr txBox="1"/>
                  <p:nvPr/>
                </p:nvSpPr>
                <p:spPr>
                  <a:xfrm>
                    <a:off x="865603" y="1649664"/>
                    <a:ext cx="230991" cy="33620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2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rPr>
                                <m:t>𝑫𝑫</m:t>
                              </m:r>
                              <m:r>
                                <m:rPr>
                                  <m:nor/>
                                </m:rPr>
                                <a:rPr kumimoji="0" lang="en-US" sz="1200" b="0" i="0" u="none" strike="noStrike" kern="0" cap="none" spc="0" normalizeH="0" baseline="0" noProof="0" dirty="0" smtClean="0">
                                  <a:ln>
                                    <a:noFill/>
                                  </a:ln>
                                  <a:solidFill>
                                    <a:prstClr val="black"/>
                                  </a:solidFill>
                                  <a:effectLst/>
                                  <a:uLnTx/>
                                  <a:uFillTx/>
                                  <a:latin typeface="Arial Rounded MT Bold" panose="020F0704030504030204" pitchFamily="34" charset="0"/>
                                </a:rPr>
                                <m:t> </m:t>
                              </m:r>
                            </m:num>
                            <m:den>
                              <m:r>
                                <a:rPr kumimoji="0" lang="en-US" sz="1200" b="0" i="1" u="none" strike="noStrike" kern="0" cap="none" spc="0" normalizeH="0" baseline="0" noProof="0" smtClean="0">
                                  <a:ln>
                                    <a:noFill/>
                                  </a:ln>
                                  <a:solidFill>
                                    <a:prstClr val="black"/>
                                  </a:solidFill>
                                  <a:effectLst/>
                                  <a:uLnTx/>
                                  <a:uFillTx/>
                                  <a:latin typeface="Cambria Math" panose="02040503050406030204" pitchFamily="18" charset="0"/>
                                </a:rPr>
                                <m:t>2</m:t>
                              </m:r>
                            </m:den>
                          </m:f>
                        </m:oMath>
                      </m:oMathPara>
                    </a14:m>
                    <a:endParaRPr kumimoji="0" lang="en-US" sz="1200" b="0" i="0" u="none" strike="noStrike" kern="0" cap="none" spc="0" normalizeH="0" baseline="0" noProof="0">
                      <a:ln>
                        <a:noFill/>
                      </a:ln>
                      <a:solidFill>
                        <a:prstClr val="black"/>
                      </a:solidFill>
                      <a:effectLst/>
                      <a:uLnTx/>
                      <a:uFillTx/>
                      <a:latin typeface="Arial Rounded MT Bold" panose="020F0704030504030204" pitchFamily="34" charset="0"/>
                    </a:endParaRPr>
                  </a:p>
                </p:txBody>
              </p:sp>
            </mc:Choice>
            <mc:Fallback xmlns="">
              <p:sp>
                <p:nvSpPr>
                  <p:cNvPr id="44" name="TextBox 43">
                    <a:extLst>
                      <a:ext uri="{FF2B5EF4-FFF2-40B4-BE49-F238E27FC236}">
                        <a16:creationId xmlns:a16="http://schemas.microsoft.com/office/drawing/2014/main" id="{38730C83-EA11-BF2A-279C-7AC0EFE63CE9}"/>
                      </a:ext>
                    </a:extLst>
                  </p:cNvPr>
                  <p:cNvSpPr txBox="1">
                    <a:spLocks noRot="1" noChangeAspect="1" noMove="1" noResize="1" noEditPoints="1" noAdjustHandles="1" noChangeArrowheads="1" noChangeShapeType="1" noTextEdit="1"/>
                  </p:cNvSpPr>
                  <p:nvPr/>
                </p:nvSpPr>
                <p:spPr>
                  <a:xfrm>
                    <a:off x="865603" y="1649664"/>
                    <a:ext cx="230991" cy="336205"/>
                  </a:xfrm>
                  <a:prstGeom prst="rect">
                    <a:avLst/>
                  </a:prstGeom>
                  <a:blipFill>
                    <a:blip r:embed="rId3"/>
                    <a:stretch>
                      <a:fillRect r="-68421" b="-30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FD3757F8-4CAB-5010-1456-41F3FAA8211F}"/>
                      </a:ext>
                    </a:extLst>
                  </p:cNvPr>
                  <p:cNvSpPr/>
                  <p:nvPr/>
                </p:nvSpPr>
                <p:spPr>
                  <a:xfrm>
                    <a:off x="742297" y="1957926"/>
                    <a:ext cx="419701" cy="21318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200" b="1" i="1" u="none" strike="noStrike" kern="0" cap="none" spc="0" normalizeH="0" baseline="0" noProof="0" smtClean="0">
                              <a:ln>
                                <a:noFill/>
                              </a:ln>
                              <a:solidFill>
                                <a:prstClr val="black"/>
                              </a:solidFill>
                              <a:effectLst/>
                              <a:uLnTx/>
                              <a:uFillTx/>
                              <a:latin typeface="Cambria Math" panose="02040503050406030204" pitchFamily="18" charset="0"/>
                            </a:rPr>
                            <m:t>𝑽</m:t>
                          </m:r>
                          <m:r>
                            <a:rPr kumimoji="0" lang="en-US" sz="1200" b="1" i="1" u="none" strike="noStrike" kern="0" cap="none" spc="0" normalizeH="0" baseline="-25000" noProof="0" smtClean="0">
                              <a:ln>
                                <a:noFill/>
                              </a:ln>
                              <a:solidFill>
                                <a:prstClr val="black"/>
                              </a:solidFill>
                              <a:effectLst/>
                              <a:uLnTx/>
                              <a:uFillTx/>
                              <a:latin typeface="Cambria Math" panose="02040503050406030204" pitchFamily="18" charset="0"/>
                            </a:rPr>
                            <m:t>𝑻𝑯𝑵</m:t>
                          </m:r>
                        </m:oMath>
                      </m:oMathPara>
                    </a14:m>
                    <a:endParaRPr kumimoji="0" lang="en-US" sz="1200" b="1" i="1" u="none" strike="noStrike" kern="0" cap="none" spc="0" normalizeH="0" baseline="0" noProof="0">
                      <a:ln>
                        <a:noFill/>
                      </a:ln>
                      <a:solidFill>
                        <a:prstClr val="black"/>
                      </a:solidFill>
                      <a:effectLst/>
                      <a:uLnTx/>
                      <a:uFillTx/>
                      <a:latin typeface="Arial Rounded MT Bold" panose="020F0704030504030204" pitchFamily="34" charset="0"/>
                    </a:endParaRPr>
                  </a:p>
                </p:txBody>
              </p:sp>
            </mc:Choice>
            <mc:Fallback xmlns="">
              <p:sp>
                <p:nvSpPr>
                  <p:cNvPr id="45" name="Rectangle 44">
                    <a:extLst>
                      <a:ext uri="{FF2B5EF4-FFF2-40B4-BE49-F238E27FC236}">
                        <a16:creationId xmlns:a16="http://schemas.microsoft.com/office/drawing/2014/main" id="{FD3757F8-4CAB-5010-1456-41F3FAA8211F}"/>
                      </a:ext>
                    </a:extLst>
                  </p:cNvPr>
                  <p:cNvSpPr>
                    <a:spLocks noRot="1" noChangeAspect="1" noMove="1" noResize="1" noEditPoints="1" noAdjustHandles="1" noChangeArrowheads="1" noChangeShapeType="1" noTextEdit="1"/>
                  </p:cNvSpPr>
                  <p:nvPr/>
                </p:nvSpPr>
                <p:spPr>
                  <a:xfrm>
                    <a:off x="742297" y="1957926"/>
                    <a:ext cx="419701" cy="213181"/>
                  </a:xfrm>
                  <a:prstGeom prst="rect">
                    <a:avLst/>
                  </a:prstGeom>
                  <a:blipFill>
                    <a:blip r:embed="rId4"/>
                    <a:stretch>
                      <a:fillRect r="-7246" b="-22857"/>
                    </a:stretch>
                  </a:blipFill>
                </p:spPr>
                <p:txBody>
                  <a:bodyPr/>
                  <a:lstStyle/>
                  <a:p>
                    <a:r>
                      <a:rPr lang="en-IN">
                        <a:noFill/>
                      </a:rPr>
                      <a:t> </a:t>
                    </a:r>
                  </a:p>
                </p:txBody>
              </p:sp>
            </mc:Fallback>
          </mc:AlternateContent>
          <p:sp>
            <p:nvSpPr>
              <p:cNvPr id="48" name="Oval 47">
                <a:extLst>
                  <a:ext uri="{FF2B5EF4-FFF2-40B4-BE49-F238E27FC236}">
                    <a16:creationId xmlns:a16="http://schemas.microsoft.com/office/drawing/2014/main" id="{17074B91-1EEC-DCF4-EEAB-B42BD6C52CEC}"/>
                  </a:ext>
                </a:extLst>
              </p:cNvPr>
              <p:cNvSpPr/>
              <p:nvPr/>
            </p:nvSpPr>
            <p:spPr bwMode="auto">
              <a:xfrm>
                <a:off x="1835260" y="3016696"/>
                <a:ext cx="142738" cy="128761"/>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A</a:t>
                </a:r>
              </a:p>
            </p:txBody>
          </p:sp>
          <p:sp>
            <p:nvSpPr>
              <p:cNvPr id="49" name="Oval 48">
                <a:extLst>
                  <a:ext uri="{FF2B5EF4-FFF2-40B4-BE49-F238E27FC236}">
                    <a16:creationId xmlns:a16="http://schemas.microsoft.com/office/drawing/2014/main" id="{EFC56B73-CD3F-2D25-57E4-E5140E62736E}"/>
                  </a:ext>
                </a:extLst>
              </p:cNvPr>
              <p:cNvSpPr/>
              <p:nvPr/>
            </p:nvSpPr>
            <p:spPr bwMode="auto">
              <a:xfrm>
                <a:off x="2171049" y="2486215"/>
                <a:ext cx="140307" cy="138683"/>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B</a:t>
                </a:r>
              </a:p>
            </p:txBody>
          </p:sp>
          <p:sp>
            <p:nvSpPr>
              <p:cNvPr id="50" name="Oval 49">
                <a:extLst>
                  <a:ext uri="{FF2B5EF4-FFF2-40B4-BE49-F238E27FC236}">
                    <a16:creationId xmlns:a16="http://schemas.microsoft.com/office/drawing/2014/main" id="{37AA6C72-123E-F5C7-1FBE-DA5DF8C75F63}"/>
                  </a:ext>
                </a:extLst>
              </p:cNvPr>
              <p:cNvSpPr/>
              <p:nvPr/>
            </p:nvSpPr>
            <p:spPr bwMode="auto">
              <a:xfrm>
                <a:off x="2507971" y="3015753"/>
                <a:ext cx="123658" cy="139556"/>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C</a:t>
                </a:r>
              </a:p>
            </p:txBody>
          </p:sp>
          <p:sp>
            <p:nvSpPr>
              <p:cNvPr id="51" name="Oval 50">
                <a:extLst>
                  <a:ext uri="{FF2B5EF4-FFF2-40B4-BE49-F238E27FC236}">
                    <a16:creationId xmlns:a16="http://schemas.microsoft.com/office/drawing/2014/main" id="{CF3D0DF1-D9D3-331A-71ED-FB854AE6E685}"/>
                  </a:ext>
                </a:extLst>
              </p:cNvPr>
              <p:cNvSpPr/>
              <p:nvPr/>
            </p:nvSpPr>
            <p:spPr bwMode="auto">
              <a:xfrm>
                <a:off x="2631552" y="3397185"/>
                <a:ext cx="143264" cy="127513"/>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D</a:t>
                </a:r>
              </a:p>
            </p:txBody>
          </p:sp>
          <p:sp>
            <p:nvSpPr>
              <p:cNvPr id="52" name="Oval 51">
                <a:extLst>
                  <a:ext uri="{FF2B5EF4-FFF2-40B4-BE49-F238E27FC236}">
                    <a16:creationId xmlns:a16="http://schemas.microsoft.com/office/drawing/2014/main" id="{5F5FEB3D-4ED6-78FD-2659-6E9CCAB61900}"/>
                  </a:ext>
                </a:extLst>
              </p:cNvPr>
              <p:cNvSpPr/>
              <p:nvPr/>
            </p:nvSpPr>
            <p:spPr bwMode="auto">
              <a:xfrm>
                <a:off x="3296801" y="3023523"/>
                <a:ext cx="160351" cy="115103"/>
              </a:xfrm>
              <a:prstGeom prst="ellipse">
                <a:avLst/>
              </a:prstGeom>
              <a:solidFill>
                <a:sysClr val="window" lastClr="FFFFFF"/>
              </a:solidFill>
              <a:ln w="19050" cap="flat" cmpd="sng" algn="ctr">
                <a:solidFill>
                  <a:sysClr val="window" lastClr="FFFFFF"/>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cs typeface="Times New Roman" pitchFamily="18" charset="0"/>
                  </a:rPr>
                  <a:t>E</a:t>
                </a:r>
              </a:p>
            </p:txBody>
          </p:sp>
          <p:sp>
            <p:nvSpPr>
              <p:cNvPr id="53" name="TextBox 52">
                <a:extLst>
                  <a:ext uri="{FF2B5EF4-FFF2-40B4-BE49-F238E27FC236}">
                    <a16:creationId xmlns:a16="http://schemas.microsoft.com/office/drawing/2014/main" id="{70B21C81-DE2D-0F1C-20BA-6BCC303F0301}"/>
                  </a:ext>
                </a:extLst>
              </p:cNvPr>
              <p:cNvSpPr txBox="1"/>
              <p:nvPr/>
            </p:nvSpPr>
            <p:spPr>
              <a:xfrm rot="16200000">
                <a:off x="701008" y="3001463"/>
                <a:ext cx="977164"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Negative Current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 (mA)</a:t>
                </a:r>
              </a:p>
            </p:txBody>
          </p:sp>
          <p:sp>
            <p:nvSpPr>
              <p:cNvPr id="54" name="TextBox 53">
                <a:extLst>
                  <a:ext uri="{FF2B5EF4-FFF2-40B4-BE49-F238E27FC236}">
                    <a16:creationId xmlns:a16="http://schemas.microsoft.com/office/drawing/2014/main" id="{17ACFCB9-2B0E-8347-354D-CD5C743CFB41}"/>
                  </a:ext>
                </a:extLst>
              </p:cNvPr>
              <p:cNvSpPr txBox="1"/>
              <p:nvPr/>
            </p:nvSpPr>
            <p:spPr>
              <a:xfrm>
                <a:off x="3412418" y="3543346"/>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55" name="TextBox 54">
                <a:extLst>
                  <a:ext uri="{FF2B5EF4-FFF2-40B4-BE49-F238E27FC236}">
                    <a16:creationId xmlns:a16="http://schemas.microsoft.com/office/drawing/2014/main" id="{56BE4196-EAF2-7383-E6FB-8C75A29EA3F2}"/>
                  </a:ext>
                </a:extLst>
              </p:cNvPr>
              <p:cNvSpPr txBox="1"/>
              <p:nvPr/>
            </p:nvSpPr>
            <p:spPr>
              <a:xfrm>
                <a:off x="3271251" y="2566541"/>
                <a:ext cx="1090231" cy="4154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00B050"/>
                    </a:solidFill>
                    <a:effectLst/>
                    <a:uLnTx/>
                    <a:uFillTx/>
                    <a:latin typeface="Arial Rounded MT Bold" panose="020F0704030504030204" pitchFamily="34" charset="0"/>
                  </a:rPr>
                  <a:t>NMOS Current (mA)</a:t>
                </a:r>
              </a:p>
            </p:txBody>
          </p:sp>
          <p:sp>
            <p:nvSpPr>
              <p:cNvPr id="56" name="TextBox 55">
                <a:extLst>
                  <a:ext uri="{FF2B5EF4-FFF2-40B4-BE49-F238E27FC236}">
                    <a16:creationId xmlns:a16="http://schemas.microsoft.com/office/drawing/2014/main" id="{68180A4E-B8B1-9992-F635-5F9A7568228B}"/>
                  </a:ext>
                </a:extLst>
              </p:cNvPr>
              <p:cNvSpPr txBox="1"/>
              <p:nvPr/>
            </p:nvSpPr>
            <p:spPr>
              <a:xfrm>
                <a:off x="3197154" y="3071009"/>
                <a:ext cx="1303252"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PMOS Current (mA)</a:t>
                </a:r>
              </a:p>
            </p:txBody>
          </p:sp>
          <p:cxnSp>
            <p:nvCxnSpPr>
              <p:cNvPr id="57" name="Straight Connector 56">
                <a:extLst>
                  <a:ext uri="{FF2B5EF4-FFF2-40B4-BE49-F238E27FC236}">
                    <a16:creationId xmlns:a16="http://schemas.microsoft.com/office/drawing/2014/main" id="{606DFBB4-FBC1-4762-85F1-C11E2C70D3BE}"/>
                  </a:ext>
                </a:extLst>
              </p:cNvPr>
              <p:cNvCxnSpPr>
                <a:cxnSpLocks/>
                <a:endCxn id="60" idx="2"/>
              </p:cNvCxnSpPr>
              <p:nvPr/>
            </p:nvCxnSpPr>
            <p:spPr>
              <a:xfrm flipH="1" flipV="1">
                <a:off x="1636128" y="1275937"/>
                <a:ext cx="179476" cy="207811"/>
              </a:xfrm>
              <a:prstGeom prst="line">
                <a:avLst/>
              </a:prstGeom>
              <a:noFill/>
              <a:ln w="25400" cap="flat" cmpd="sng" algn="ctr">
                <a:solidFill>
                  <a:sysClr val="windowText" lastClr="000000"/>
                </a:solidFill>
                <a:prstDash val="sysDot"/>
                <a:miter lim="800000"/>
                <a:headEnd type="triangle"/>
              </a:ln>
              <a:effectLst/>
            </p:spPr>
          </p:cxnSp>
          <p:cxnSp>
            <p:nvCxnSpPr>
              <p:cNvPr id="58" name="Straight Connector 57">
                <a:extLst>
                  <a:ext uri="{FF2B5EF4-FFF2-40B4-BE49-F238E27FC236}">
                    <a16:creationId xmlns:a16="http://schemas.microsoft.com/office/drawing/2014/main" id="{BC7F7517-7453-DE5E-BA71-30330F0D5A94}"/>
                  </a:ext>
                </a:extLst>
              </p:cNvPr>
              <p:cNvCxnSpPr/>
              <p:nvPr/>
            </p:nvCxnSpPr>
            <p:spPr>
              <a:xfrm flipV="1">
                <a:off x="2227965" y="1317596"/>
                <a:ext cx="115730" cy="160991"/>
              </a:xfrm>
              <a:prstGeom prst="line">
                <a:avLst/>
              </a:prstGeom>
              <a:noFill/>
              <a:ln w="25400" cap="flat" cmpd="sng" algn="ctr">
                <a:solidFill>
                  <a:sysClr val="windowText" lastClr="000000"/>
                </a:solidFill>
                <a:prstDash val="sysDot"/>
                <a:miter lim="800000"/>
                <a:headEnd type="triangle"/>
              </a:ln>
              <a:effectLst/>
            </p:spPr>
          </p:cxnSp>
          <p:sp>
            <p:nvSpPr>
              <p:cNvPr id="59" name="TextBox 58">
                <a:extLst>
                  <a:ext uri="{FF2B5EF4-FFF2-40B4-BE49-F238E27FC236}">
                    <a16:creationId xmlns:a16="http://schemas.microsoft.com/office/drawing/2014/main" id="{796527E8-2CEE-F166-B0DB-0FAE6BCEEDE2}"/>
                  </a:ext>
                </a:extLst>
              </p:cNvPr>
              <p:cNvSpPr txBox="1"/>
              <p:nvPr/>
            </p:nvSpPr>
            <p:spPr>
              <a:xfrm>
                <a:off x="1861355" y="1120168"/>
                <a:ext cx="955386"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rPr>
                  <a:t>I/P</a:t>
                </a:r>
              </a:p>
            </p:txBody>
          </p:sp>
          <p:sp>
            <p:nvSpPr>
              <p:cNvPr id="60" name="TextBox 59">
                <a:extLst>
                  <a:ext uri="{FF2B5EF4-FFF2-40B4-BE49-F238E27FC236}">
                    <a16:creationId xmlns:a16="http://schemas.microsoft.com/office/drawing/2014/main" id="{4FA32FAE-A25E-EC04-22E9-830CDE2D311A}"/>
                  </a:ext>
                </a:extLst>
              </p:cNvPr>
              <p:cNvSpPr txBox="1"/>
              <p:nvPr/>
            </p:nvSpPr>
            <p:spPr>
              <a:xfrm>
                <a:off x="1278570" y="1154015"/>
                <a:ext cx="715116" cy="12192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Arial Rounded MT Bold" panose="020F0704030504030204" pitchFamily="34" charset="0"/>
                  </a:rPr>
                  <a:t>Output </a:t>
                </a:r>
              </a:p>
            </p:txBody>
          </p:sp>
          <p:grpSp>
            <p:nvGrpSpPr>
              <p:cNvPr id="61" name="Group 60">
                <a:extLst>
                  <a:ext uri="{FF2B5EF4-FFF2-40B4-BE49-F238E27FC236}">
                    <a16:creationId xmlns:a16="http://schemas.microsoft.com/office/drawing/2014/main" id="{DC15678E-95AA-2C82-B612-5C1F61D18A37}"/>
                  </a:ext>
                </a:extLst>
              </p:cNvPr>
              <p:cNvGrpSpPr/>
              <p:nvPr/>
            </p:nvGrpSpPr>
            <p:grpSpPr>
              <a:xfrm>
                <a:off x="253882" y="3641786"/>
                <a:ext cx="3831237" cy="2437414"/>
                <a:chOff x="28693" y="3774819"/>
                <a:chExt cx="4978148" cy="3167073"/>
              </a:xfrm>
            </p:grpSpPr>
            <p:sp>
              <p:nvSpPr>
                <p:cNvPr id="109" name="Rectangle 108">
                  <a:extLst>
                    <a:ext uri="{FF2B5EF4-FFF2-40B4-BE49-F238E27FC236}">
                      <a16:creationId xmlns:a16="http://schemas.microsoft.com/office/drawing/2014/main" id="{25AE7F61-2068-7CAA-9962-2469A4314ABF}"/>
                    </a:ext>
                  </a:extLst>
                </p:cNvPr>
                <p:cNvSpPr/>
                <p:nvPr/>
              </p:nvSpPr>
              <p:spPr>
                <a:xfrm>
                  <a:off x="3157215" y="4705762"/>
                  <a:ext cx="1085374" cy="2142891"/>
                </a:xfrm>
                <a:prstGeom prst="rect">
                  <a:avLst/>
                </a:prstGeom>
                <a:solidFill>
                  <a:sysClr val="window" lastClr="FFFFFF">
                    <a:lumMod val="95000"/>
                  </a:sysClr>
                </a:solidFill>
                <a:ln w="15875"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grpSp>
              <p:nvGrpSpPr>
                <p:cNvPr id="110" name="Group 109">
                  <a:extLst>
                    <a:ext uri="{FF2B5EF4-FFF2-40B4-BE49-F238E27FC236}">
                      <a16:creationId xmlns:a16="http://schemas.microsoft.com/office/drawing/2014/main" id="{E47EC3D5-EBEE-5FD5-110B-8CD69D07FF47}"/>
                    </a:ext>
                  </a:extLst>
                </p:cNvPr>
                <p:cNvGrpSpPr/>
                <p:nvPr/>
              </p:nvGrpSpPr>
              <p:grpSpPr>
                <a:xfrm>
                  <a:off x="2062865" y="3823062"/>
                  <a:ext cx="1023127" cy="749797"/>
                  <a:chOff x="2062864" y="3975461"/>
                  <a:chExt cx="1023127" cy="749797"/>
                </a:xfrm>
              </p:grpSpPr>
              <p:sp>
                <p:nvSpPr>
                  <p:cNvPr id="132" name="Freeform 79">
                    <a:extLst>
                      <a:ext uri="{FF2B5EF4-FFF2-40B4-BE49-F238E27FC236}">
                        <a16:creationId xmlns:a16="http://schemas.microsoft.com/office/drawing/2014/main" id="{04527816-F047-696D-538A-CF8874D7632B}"/>
                      </a:ext>
                    </a:extLst>
                  </p:cNvPr>
                  <p:cNvSpPr/>
                  <p:nvPr/>
                </p:nvSpPr>
                <p:spPr>
                  <a:xfrm>
                    <a:off x="2062864" y="3983220"/>
                    <a:ext cx="549101" cy="742038"/>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Lst>
                    <a:ahLst/>
                    <a:cxnLst>
                      <a:cxn ang="0">
                        <a:pos x="connsiteX0" y="connsiteY0"/>
                      </a:cxn>
                      <a:cxn ang="0">
                        <a:pos x="connsiteX1" y="connsiteY1"/>
                      </a:cxn>
                      <a:cxn ang="0">
                        <a:pos x="connsiteX2" y="connsiteY2"/>
                      </a:cxn>
                      <a:cxn ang="0">
                        <a:pos x="connsiteX3" y="connsiteY3"/>
                      </a:cxn>
                    </a:cxnLst>
                    <a:rect l="l" t="t" r="r" b="b"/>
                    <a:pathLst>
                      <a:path w="515968" h="637005">
                        <a:moveTo>
                          <a:pt x="0" y="637005"/>
                        </a:moveTo>
                        <a:cubicBezTo>
                          <a:pt x="118446" y="621212"/>
                          <a:pt x="94610" y="585076"/>
                          <a:pt x="156991" y="505323"/>
                        </a:cubicBezTo>
                        <a:cubicBezTo>
                          <a:pt x="219372" y="425570"/>
                          <a:pt x="321382" y="239028"/>
                          <a:pt x="374288" y="158485"/>
                        </a:cubicBezTo>
                        <a:cubicBezTo>
                          <a:pt x="427194" y="77942"/>
                          <a:pt x="459904" y="-8079"/>
                          <a:pt x="515968" y="607"/>
                        </a:cubicBezTo>
                      </a:path>
                    </a:pathLst>
                  </a:custGeom>
                  <a:noFill/>
                  <a:ln w="25400" cap="flat"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33" name="Freeform 80">
                    <a:extLst>
                      <a:ext uri="{FF2B5EF4-FFF2-40B4-BE49-F238E27FC236}">
                        <a16:creationId xmlns:a16="http://schemas.microsoft.com/office/drawing/2014/main" id="{B59F5AF4-3182-9FFF-8BD9-7B5752EF9236}"/>
                      </a:ext>
                    </a:extLst>
                  </p:cNvPr>
                  <p:cNvSpPr/>
                  <p:nvPr/>
                </p:nvSpPr>
                <p:spPr>
                  <a:xfrm flipH="1">
                    <a:off x="2614837" y="3975461"/>
                    <a:ext cx="471154" cy="730242"/>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406919"/>
                      <a:gd name="connsiteY0" fmla="*/ 631554 h 631554"/>
                      <a:gd name="connsiteX1" fmla="*/ 63289 w 406919"/>
                      <a:gd name="connsiteY1" fmla="*/ 538800 h 631554"/>
                      <a:gd name="connsiteX2" fmla="*/ 286011 w 406919"/>
                      <a:gd name="connsiteY2" fmla="*/ 174492 h 631554"/>
                      <a:gd name="connsiteX3" fmla="*/ 406919 w 406919"/>
                      <a:gd name="connsiteY3" fmla="*/ 519 h 631554"/>
                      <a:gd name="connsiteX0" fmla="*/ 0 w 442725"/>
                      <a:gd name="connsiteY0" fmla="*/ 626878 h 626878"/>
                      <a:gd name="connsiteX1" fmla="*/ 99095 w 442725"/>
                      <a:gd name="connsiteY1" fmla="*/ 538800 h 626878"/>
                      <a:gd name="connsiteX2" fmla="*/ 321817 w 442725"/>
                      <a:gd name="connsiteY2" fmla="*/ 174492 h 626878"/>
                      <a:gd name="connsiteX3" fmla="*/ 442725 w 442725"/>
                      <a:gd name="connsiteY3" fmla="*/ 519 h 626878"/>
                      <a:gd name="connsiteX0" fmla="*/ 0 w 442725"/>
                      <a:gd name="connsiteY0" fmla="*/ 626878 h 626878"/>
                      <a:gd name="connsiteX1" fmla="*/ 99095 w 442725"/>
                      <a:gd name="connsiteY1" fmla="*/ 538800 h 626878"/>
                      <a:gd name="connsiteX2" fmla="*/ 291978 w 442725"/>
                      <a:gd name="connsiteY2" fmla="*/ 174492 h 626878"/>
                      <a:gd name="connsiteX3" fmla="*/ 442725 w 442725"/>
                      <a:gd name="connsiteY3" fmla="*/ 519 h 626878"/>
                    </a:gdLst>
                    <a:ahLst/>
                    <a:cxnLst>
                      <a:cxn ang="0">
                        <a:pos x="connsiteX0" y="connsiteY0"/>
                      </a:cxn>
                      <a:cxn ang="0">
                        <a:pos x="connsiteX1" y="connsiteY1"/>
                      </a:cxn>
                      <a:cxn ang="0">
                        <a:pos x="connsiteX2" y="connsiteY2"/>
                      </a:cxn>
                      <a:cxn ang="0">
                        <a:pos x="connsiteX3" y="connsiteY3"/>
                      </a:cxn>
                    </a:cxnLst>
                    <a:rect l="l" t="t" r="r" b="b"/>
                    <a:pathLst>
                      <a:path w="442725" h="626878">
                        <a:moveTo>
                          <a:pt x="0" y="626878"/>
                        </a:moveTo>
                        <a:cubicBezTo>
                          <a:pt x="70208" y="608301"/>
                          <a:pt x="50432" y="614198"/>
                          <a:pt x="99095" y="538800"/>
                        </a:cubicBezTo>
                        <a:cubicBezTo>
                          <a:pt x="147758" y="463402"/>
                          <a:pt x="239072" y="255035"/>
                          <a:pt x="291978" y="174492"/>
                        </a:cubicBezTo>
                        <a:cubicBezTo>
                          <a:pt x="344884" y="93949"/>
                          <a:pt x="386661" y="-8167"/>
                          <a:pt x="442725" y="519"/>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grpSp>
            <p:grpSp>
              <p:nvGrpSpPr>
                <p:cNvPr id="111" name="Group 110">
                  <a:extLst>
                    <a:ext uri="{FF2B5EF4-FFF2-40B4-BE49-F238E27FC236}">
                      <a16:creationId xmlns:a16="http://schemas.microsoft.com/office/drawing/2014/main" id="{F0AEF2F4-9184-C3F4-E693-0290D8C6A7E3}"/>
                    </a:ext>
                  </a:extLst>
                </p:cNvPr>
                <p:cNvGrpSpPr/>
                <p:nvPr/>
              </p:nvGrpSpPr>
              <p:grpSpPr>
                <a:xfrm>
                  <a:off x="3113521" y="4740638"/>
                  <a:ext cx="973440" cy="642727"/>
                  <a:chOff x="3113519" y="4854938"/>
                  <a:chExt cx="973439" cy="642728"/>
                </a:xfrm>
              </p:grpSpPr>
              <p:sp>
                <p:nvSpPr>
                  <p:cNvPr id="130" name="Freeform 88">
                    <a:extLst>
                      <a:ext uri="{FF2B5EF4-FFF2-40B4-BE49-F238E27FC236}">
                        <a16:creationId xmlns:a16="http://schemas.microsoft.com/office/drawing/2014/main" id="{213C9017-1CAA-6E88-2A91-C8C4E2CA67F3}"/>
                      </a:ext>
                    </a:extLst>
                  </p:cNvPr>
                  <p:cNvSpPr/>
                  <p:nvPr/>
                </p:nvSpPr>
                <p:spPr>
                  <a:xfrm>
                    <a:off x="3113519" y="4854938"/>
                    <a:ext cx="302188" cy="642728"/>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21160"/>
                      <a:gd name="connsiteY0" fmla="*/ 584121 h 584121"/>
                      <a:gd name="connsiteX1" fmla="*/ 156991 w 521160"/>
                      <a:gd name="connsiteY1" fmla="*/ 452439 h 584121"/>
                      <a:gd name="connsiteX2" fmla="*/ 374288 w 521160"/>
                      <a:gd name="connsiteY2" fmla="*/ 105601 h 584121"/>
                      <a:gd name="connsiteX3" fmla="*/ 521160 w 521160"/>
                      <a:gd name="connsiteY3" fmla="*/ 1369 h 584121"/>
                      <a:gd name="connsiteX0" fmla="*/ 0 w 552317"/>
                      <a:gd name="connsiteY0" fmla="*/ 637005 h 637005"/>
                      <a:gd name="connsiteX1" fmla="*/ 156991 w 552317"/>
                      <a:gd name="connsiteY1" fmla="*/ 505323 h 637005"/>
                      <a:gd name="connsiteX2" fmla="*/ 374288 w 552317"/>
                      <a:gd name="connsiteY2" fmla="*/ 158485 h 637005"/>
                      <a:gd name="connsiteX3" fmla="*/ 552317 w 552317"/>
                      <a:gd name="connsiteY3" fmla="*/ 607 h 637005"/>
                      <a:gd name="connsiteX0" fmla="*/ 0 w 515968"/>
                      <a:gd name="connsiteY0" fmla="*/ 637005 h 637005"/>
                      <a:gd name="connsiteX1" fmla="*/ 156991 w 515968"/>
                      <a:gd name="connsiteY1" fmla="*/ 505323 h 637005"/>
                      <a:gd name="connsiteX2" fmla="*/ 374288 w 515968"/>
                      <a:gd name="connsiteY2" fmla="*/ 158485 h 637005"/>
                      <a:gd name="connsiteX3" fmla="*/ 515968 w 515968"/>
                      <a:gd name="connsiteY3" fmla="*/ 607 h 637005"/>
                      <a:gd name="connsiteX0" fmla="*/ 0 w 604157"/>
                      <a:gd name="connsiteY0" fmla="*/ 650672 h 650672"/>
                      <a:gd name="connsiteX1" fmla="*/ 245180 w 604157"/>
                      <a:gd name="connsiteY1" fmla="*/ 505323 h 650672"/>
                      <a:gd name="connsiteX2" fmla="*/ 462477 w 604157"/>
                      <a:gd name="connsiteY2" fmla="*/ 158485 h 650672"/>
                      <a:gd name="connsiteX3" fmla="*/ 604157 w 604157"/>
                      <a:gd name="connsiteY3" fmla="*/ 607 h 650672"/>
                      <a:gd name="connsiteX0" fmla="*/ 0 w 702144"/>
                      <a:gd name="connsiteY0" fmla="*/ 650672 h 650672"/>
                      <a:gd name="connsiteX1" fmla="*/ 343167 w 702144"/>
                      <a:gd name="connsiteY1" fmla="*/ 505323 h 650672"/>
                      <a:gd name="connsiteX2" fmla="*/ 560464 w 702144"/>
                      <a:gd name="connsiteY2" fmla="*/ 158485 h 650672"/>
                      <a:gd name="connsiteX3" fmla="*/ 702144 w 702144"/>
                      <a:gd name="connsiteY3" fmla="*/ 607 h 650672"/>
                      <a:gd name="connsiteX0" fmla="*/ 0 w 702144"/>
                      <a:gd name="connsiteY0" fmla="*/ 650672 h 650672"/>
                      <a:gd name="connsiteX1" fmla="*/ 195579 w 702144"/>
                      <a:gd name="connsiteY1" fmla="*/ 601831 h 650672"/>
                      <a:gd name="connsiteX2" fmla="*/ 343167 w 702144"/>
                      <a:gd name="connsiteY2" fmla="*/ 505323 h 650672"/>
                      <a:gd name="connsiteX3" fmla="*/ 560464 w 702144"/>
                      <a:gd name="connsiteY3" fmla="*/ 158485 h 650672"/>
                      <a:gd name="connsiteX4" fmla="*/ 702144 w 702144"/>
                      <a:gd name="connsiteY4" fmla="*/ 607 h 650672"/>
                      <a:gd name="connsiteX0" fmla="*/ 0 w 839327"/>
                      <a:gd name="connsiteY0" fmla="*/ 507167 h 604907"/>
                      <a:gd name="connsiteX1" fmla="*/ 332762 w 839327"/>
                      <a:gd name="connsiteY1" fmla="*/ 601831 h 604907"/>
                      <a:gd name="connsiteX2" fmla="*/ 480350 w 839327"/>
                      <a:gd name="connsiteY2" fmla="*/ 505323 h 604907"/>
                      <a:gd name="connsiteX3" fmla="*/ 697647 w 839327"/>
                      <a:gd name="connsiteY3" fmla="*/ 158485 h 604907"/>
                      <a:gd name="connsiteX4" fmla="*/ 839327 w 839327"/>
                      <a:gd name="connsiteY4" fmla="*/ 607 h 604907"/>
                      <a:gd name="connsiteX0" fmla="*/ 0 w 1216579"/>
                      <a:gd name="connsiteY0" fmla="*/ 623338 h 623338"/>
                      <a:gd name="connsiteX1" fmla="*/ 710014 w 1216579"/>
                      <a:gd name="connsiteY1" fmla="*/ 601831 h 623338"/>
                      <a:gd name="connsiteX2" fmla="*/ 857602 w 1216579"/>
                      <a:gd name="connsiteY2" fmla="*/ 505323 h 623338"/>
                      <a:gd name="connsiteX3" fmla="*/ 1074899 w 1216579"/>
                      <a:gd name="connsiteY3" fmla="*/ 158485 h 623338"/>
                      <a:gd name="connsiteX4" fmla="*/ 1216579 w 1216579"/>
                      <a:gd name="connsiteY4"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474845 w 1216579"/>
                      <a:gd name="connsiteY1" fmla="*/ 601830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469946 w 1216579"/>
                      <a:gd name="connsiteY1" fmla="*/ 5198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16579"/>
                      <a:gd name="connsiteY0" fmla="*/ 623338 h 623338"/>
                      <a:gd name="connsiteX1" fmla="*/ 533637 w 1216579"/>
                      <a:gd name="connsiteY1" fmla="*/ 499327 h 623338"/>
                      <a:gd name="connsiteX2" fmla="*/ 710014 w 1216579"/>
                      <a:gd name="connsiteY2" fmla="*/ 601831 h 623338"/>
                      <a:gd name="connsiteX3" fmla="*/ 857602 w 1216579"/>
                      <a:gd name="connsiteY3" fmla="*/ 505323 h 623338"/>
                      <a:gd name="connsiteX4" fmla="*/ 1074899 w 1216579"/>
                      <a:gd name="connsiteY4" fmla="*/ 158485 h 623338"/>
                      <a:gd name="connsiteX5" fmla="*/ 1216579 w 1216579"/>
                      <a:gd name="connsiteY5" fmla="*/ 607 h 623338"/>
                      <a:gd name="connsiteX0" fmla="*/ 0 w 1216579"/>
                      <a:gd name="connsiteY0" fmla="*/ 623338 h 623338"/>
                      <a:gd name="connsiteX1" fmla="*/ 293568 w 1216579"/>
                      <a:gd name="connsiteY1" fmla="*/ 540328 h 623338"/>
                      <a:gd name="connsiteX2" fmla="*/ 533637 w 1216579"/>
                      <a:gd name="connsiteY2" fmla="*/ 499327 h 623338"/>
                      <a:gd name="connsiteX3" fmla="*/ 710014 w 1216579"/>
                      <a:gd name="connsiteY3" fmla="*/ 601831 h 623338"/>
                      <a:gd name="connsiteX4" fmla="*/ 857602 w 1216579"/>
                      <a:gd name="connsiteY4" fmla="*/ 505323 h 623338"/>
                      <a:gd name="connsiteX5" fmla="*/ 1074899 w 1216579"/>
                      <a:gd name="connsiteY5" fmla="*/ 158485 h 623338"/>
                      <a:gd name="connsiteX6" fmla="*/ 1216579 w 1216579"/>
                      <a:gd name="connsiteY6" fmla="*/ 607 h 623338"/>
                      <a:gd name="connsiteX0" fmla="*/ 0 w 1265573"/>
                      <a:gd name="connsiteY0" fmla="*/ 643838 h 643838"/>
                      <a:gd name="connsiteX1" fmla="*/ 342562 w 1265573"/>
                      <a:gd name="connsiteY1" fmla="*/ 540328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759008 w 1265573"/>
                      <a:gd name="connsiteY3" fmla="*/ 601831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43838 h 643838"/>
                      <a:gd name="connsiteX1" fmla="*/ 313166 w 1265573"/>
                      <a:gd name="connsiteY1" fmla="*/ 451491 h 643838"/>
                      <a:gd name="connsiteX2" fmla="*/ 582631 w 1265573"/>
                      <a:gd name="connsiteY2" fmla="*/ 499327 h 643838"/>
                      <a:gd name="connsiteX3" fmla="*/ 812901 w 1265573"/>
                      <a:gd name="connsiteY3" fmla="*/ 622332 h 643838"/>
                      <a:gd name="connsiteX4" fmla="*/ 906596 w 1265573"/>
                      <a:gd name="connsiteY4" fmla="*/ 505323 h 643838"/>
                      <a:gd name="connsiteX5" fmla="*/ 1123893 w 1265573"/>
                      <a:gd name="connsiteY5" fmla="*/ 158485 h 643838"/>
                      <a:gd name="connsiteX6" fmla="*/ 1265573 w 1265573"/>
                      <a:gd name="connsiteY6" fmla="*/ 607 h 643838"/>
                      <a:gd name="connsiteX0" fmla="*/ 0 w 1265573"/>
                      <a:gd name="connsiteY0" fmla="*/ 659259 h 659259"/>
                      <a:gd name="connsiteX1" fmla="*/ 313166 w 1265573"/>
                      <a:gd name="connsiteY1" fmla="*/ 466912 h 659259"/>
                      <a:gd name="connsiteX2" fmla="*/ 582631 w 1265573"/>
                      <a:gd name="connsiteY2" fmla="*/ 514748 h 659259"/>
                      <a:gd name="connsiteX3" fmla="*/ 812901 w 1265573"/>
                      <a:gd name="connsiteY3" fmla="*/ 637753 h 659259"/>
                      <a:gd name="connsiteX4" fmla="*/ 906596 w 1265573"/>
                      <a:gd name="connsiteY4" fmla="*/ 520744 h 659259"/>
                      <a:gd name="connsiteX5" fmla="*/ 1035704 w 1265573"/>
                      <a:gd name="connsiteY5" fmla="*/ 50902 h 659259"/>
                      <a:gd name="connsiteX6" fmla="*/ 1265573 w 1265573"/>
                      <a:gd name="connsiteY6" fmla="*/ 16028 h 659259"/>
                      <a:gd name="connsiteX0" fmla="*/ 0 w 1265573"/>
                      <a:gd name="connsiteY0" fmla="*/ 693563 h 693563"/>
                      <a:gd name="connsiteX1" fmla="*/ 313166 w 1265573"/>
                      <a:gd name="connsiteY1" fmla="*/ 501216 h 693563"/>
                      <a:gd name="connsiteX2" fmla="*/ 582631 w 1265573"/>
                      <a:gd name="connsiteY2" fmla="*/ 549052 h 693563"/>
                      <a:gd name="connsiteX3" fmla="*/ 812901 w 1265573"/>
                      <a:gd name="connsiteY3" fmla="*/ 672057 h 693563"/>
                      <a:gd name="connsiteX4" fmla="*/ 906596 w 1265573"/>
                      <a:gd name="connsiteY4" fmla="*/ 555048 h 693563"/>
                      <a:gd name="connsiteX5" fmla="*/ 1035704 w 1265573"/>
                      <a:gd name="connsiteY5" fmla="*/ 85206 h 693563"/>
                      <a:gd name="connsiteX6" fmla="*/ 1265573 w 1265573"/>
                      <a:gd name="connsiteY6" fmla="*/ 2498 h 693563"/>
                      <a:gd name="connsiteX0" fmla="*/ 0 w 1265573"/>
                      <a:gd name="connsiteY0" fmla="*/ 698599 h 698599"/>
                      <a:gd name="connsiteX1" fmla="*/ 313166 w 1265573"/>
                      <a:gd name="connsiteY1" fmla="*/ 506252 h 698599"/>
                      <a:gd name="connsiteX2" fmla="*/ 582631 w 1265573"/>
                      <a:gd name="connsiteY2" fmla="*/ 554088 h 698599"/>
                      <a:gd name="connsiteX3" fmla="*/ 812901 w 1265573"/>
                      <a:gd name="connsiteY3" fmla="*/ 677093 h 698599"/>
                      <a:gd name="connsiteX4" fmla="*/ 906596 w 1265573"/>
                      <a:gd name="connsiteY4" fmla="*/ 560084 h 698599"/>
                      <a:gd name="connsiteX5" fmla="*/ 1035704 w 1265573"/>
                      <a:gd name="connsiteY5" fmla="*/ 62908 h 698599"/>
                      <a:gd name="connsiteX6" fmla="*/ 1265573 w 1265573"/>
                      <a:gd name="connsiteY6" fmla="*/ 7534 h 698599"/>
                      <a:gd name="connsiteX0" fmla="*/ 0 w 1265573"/>
                      <a:gd name="connsiteY0" fmla="*/ 695887 h 695887"/>
                      <a:gd name="connsiteX1" fmla="*/ 313166 w 1265573"/>
                      <a:gd name="connsiteY1" fmla="*/ 503540 h 695887"/>
                      <a:gd name="connsiteX2" fmla="*/ 582631 w 1265573"/>
                      <a:gd name="connsiteY2" fmla="*/ 551376 h 695887"/>
                      <a:gd name="connsiteX3" fmla="*/ 812901 w 1265573"/>
                      <a:gd name="connsiteY3" fmla="*/ 674381 h 695887"/>
                      <a:gd name="connsiteX4" fmla="*/ 906596 w 1265573"/>
                      <a:gd name="connsiteY4" fmla="*/ 557372 h 695887"/>
                      <a:gd name="connsiteX5" fmla="*/ 1035704 w 1265573"/>
                      <a:gd name="connsiteY5" fmla="*/ 60196 h 695887"/>
                      <a:gd name="connsiteX6" fmla="*/ 1151247 w 1265573"/>
                      <a:gd name="connsiteY6" fmla="*/ 3909 h 695887"/>
                      <a:gd name="connsiteX7" fmla="*/ 1265573 w 1265573"/>
                      <a:gd name="connsiteY7" fmla="*/ 4822 h 69588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906596 w 1265573"/>
                      <a:gd name="connsiteY4" fmla="*/ 575702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65573"/>
                      <a:gd name="connsiteY0" fmla="*/ 714217 h 714217"/>
                      <a:gd name="connsiteX1" fmla="*/ 313166 w 1265573"/>
                      <a:gd name="connsiteY1" fmla="*/ 521870 h 714217"/>
                      <a:gd name="connsiteX2" fmla="*/ 582631 w 1265573"/>
                      <a:gd name="connsiteY2" fmla="*/ 569706 h 714217"/>
                      <a:gd name="connsiteX3" fmla="*/ 812901 w 1265573"/>
                      <a:gd name="connsiteY3" fmla="*/ 692711 h 714217"/>
                      <a:gd name="connsiteX4" fmla="*/ 883644 w 1265573"/>
                      <a:gd name="connsiteY4" fmla="*/ 567698 h 714217"/>
                      <a:gd name="connsiteX5" fmla="*/ 1035704 w 1265573"/>
                      <a:gd name="connsiteY5" fmla="*/ 78526 h 714217"/>
                      <a:gd name="connsiteX6" fmla="*/ 1151247 w 1265573"/>
                      <a:gd name="connsiteY6" fmla="*/ 1739 h 714217"/>
                      <a:gd name="connsiteX7" fmla="*/ 1265573 w 1265573"/>
                      <a:gd name="connsiteY7" fmla="*/ 23152 h 714217"/>
                      <a:gd name="connsiteX0" fmla="*/ 0 w 1225407"/>
                      <a:gd name="connsiteY0" fmla="*/ 713270 h 713270"/>
                      <a:gd name="connsiteX1" fmla="*/ 313166 w 1225407"/>
                      <a:gd name="connsiteY1" fmla="*/ 520923 h 713270"/>
                      <a:gd name="connsiteX2" fmla="*/ 582631 w 1225407"/>
                      <a:gd name="connsiteY2" fmla="*/ 568759 h 713270"/>
                      <a:gd name="connsiteX3" fmla="*/ 812901 w 1225407"/>
                      <a:gd name="connsiteY3" fmla="*/ 691764 h 713270"/>
                      <a:gd name="connsiteX4" fmla="*/ 883644 w 1225407"/>
                      <a:gd name="connsiteY4" fmla="*/ 566751 h 713270"/>
                      <a:gd name="connsiteX5" fmla="*/ 1035704 w 1225407"/>
                      <a:gd name="connsiteY5" fmla="*/ 77579 h 713270"/>
                      <a:gd name="connsiteX6" fmla="*/ 1151247 w 1225407"/>
                      <a:gd name="connsiteY6" fmla="*/ 792 h 713270"/>
                      <a:gd name="connsiteX7" fmla="*/ 1225407 w 1225407"/>
                      <a:gd name="connsiteY7" fmla="*/ 66223 h 713270"/>
                      <a:gd name="connsiteX0" fmla="*/ 0 w 1225407"/>
                      <a:gd name="connsiteY0" fmla="*/ 695387 h 695387"/>
                      <a:gd name="connsiteX1" fmla="*/ 313166 w 1225407"/>
                      <a:gd name="connsiteY1" fmla="*/ 503040 h 695387"/>
                      <a:gd name="connsiteX2" fmla="*/ 582631 w 1225407"/>
                      <a:gd name="connsiteY2" fmla="*/ 550876 h 695387"/>
                      <a:gd name="connsiteX3" fmla="*/ 812901 w 1225407"/>
                      <a:gd name="connsiteY3" fmla="*/ 673881 h 695387"/>
                      <a:gd name="connsiteX4" fmla="*/ 883644 w 1225407"/>
                      <a:gd name="connsiteY4" fmla="*/ 548868 h 695387"/>
                      <a:gd name="connsiteX5" fmla="*/ 1035704 w 1225407"/>
                      <a:gd name="connsiteY5" fmla="*/ 59696 h 695387"/>
                      <a:gd name="connsiteX6" fmla="*/ 1134033 w 1225407"/>
                      <a:gd name="connsiteY6" fmla="*/ 2917 h 695387"/>
                      <a:gd name="connsiteX7" fmla="*/ 1225407 w 1225407"/>
                      <a:gd name="connsiteY7" fmla="*/ 48340 h 695387"/>
                      <a:gd name="connsiteX0" fmla="*/ 0 w 1225407"/>
                      <a:gd name="connsiteY0" fmla="*/ 721202 h 721202"/>
                      <a:gd name="connsiteX1" fmla="*/ 313166 w 1225407"/>
                      <a:gd name="connsiteY1" fmla="*/ 528855 h 721202"/>
                      <a:gd name="connsiteX2" fmla="*/ 582631 w 1225407"/>
                      <a:gd name="connsiteY2" fmla="*/ 576691 h 721202"/>
                      <a:gd name="connsiteX3" fmla="*/ 812901 w 1225407"/>
                      <a:gd name="connsiteY3" fmla="*/ 699696 h 721202"/>
                      <a:gd name="connsiteX4" fmla="*/ 883644 w 1225407"/>
                      <a:gd name="connsiteY4" fmla="*/ 574683 h 721202"/>
                      <a:gd name="connsiteX5" fmla="*/ 1035704 w 1225407"/>
                      <a:gd name="connsiteY5" fmla="*/ 85511 h 721202"/>
                      <a:gd name="connsiteX6" fmla="*/ 1136902 w 1225407"/>
                      <a:gd name="connsiteY6" fmla="*/ 720 h 721202"/>
                      <a:gd name="connsiteX7" fmla="*/ 1225407 w 1225407"/>
                      <a:gd name="connsiteY7" fmla="*/ 74155 h 721202"/>
                      <a:gd name="connsiteX0" fmla="*/ 0 w 1222538"/>
                      <a:gd name="connsiteY0" fmla="*/ 721202 h 721202"/>
                      <a:gd name="connsiteX1" fmla="*/ 313166 w 1222538"/>
                      <a:gd name="connsiteY1" fmla="*/ 528855 h 721202"/>
                      <a:gd name="connsiteX2" fmla="*/ 582631 w 1222538"/>
                      <a:gd name="connsiteY2" fmla="*/ 576691 h 721202"/>
                      <a:gd name="connsiteX3" fmla="*/ 812901 w 1222538"/>
                      <a:gd name="connsiteY3" fmla="*/ 699696 h 721202"/>
                      <a:gd name="connsiteX4" fmla="*/ 883644 w 1222538"/>
                      <a:gd name="connsiteY4" fmla="*/ 574683 h 721202"/>
                      <a:gd name="connsiteX5" fmla="*/ 1035704 w 1222538"/>
                      <a:gd name="connsiteY5" fmla="*/ 85511 h 721202"/>
                      <a:gd name="connsiteX6" fmla="*/ 1136902 w 1222538"/>
                      <a:gd name="connsiteY6" fmla="*/ 720 h 721202"/>
                      <a:gd name="connsiteX7" fmla="*/ 1222538 w 1222538"/>
                      <a:gd name="connsiteY7" fmla="*/ 74155 h 721202"/>
                      <a:gd name="connsiteX0" fmla="*/ 0 w 1136902"/>
                      <a:gd name="connsiteY0" fmla="*/ 720482 h 720482"/>
                      <a:gd name="connsiteX1" fmla="*/ 313166 w 1136902"/>
                      <a:gd name="connsiteY1" fmla="*/ 528135 h 720482"/>
                      <a:gd name="connsiteX2" fmla="*/ 582631 w 1136902"/>
                      <a:gd name="connsiteY2" fmla="*/ 575971 h 720482"/>
                      <a:gd name="connsiteX3" fmla="*/ 812901 w 1136902"/>
                      <a:gd name="connsiteY3" fmla="*/ 698976 h 720482"/>
                      <a:gd name="connsiteX4" fmla="*/ 883644 w 1136902"/>
                      <a:gd name="connsiteY4" fmla="*/ 573963 h 720482"/>
                      <a:gd name="connsiteX5" fmla="*/ 1035704 w 1136902"/>
                      <a:gd name="connsiteY5" fmla="*/ 84791 h 720482"/>
                      <a:gd name="connsiteX6" fmla="*/ 1136902 w 1136902"/>
                      <a:gd name="connsiteY6" fmla="*/ 0 h 720482"/>
                      <a:gd name="connsiteX0" fmla="*/ 0 w 1211495"/>
                      <a:gd name="connsiteY0" fmla="*/ 720482 h 720482"/>
                      <a:gd name="connsiteX1" fmla="*/ 387759 w 1211495"/>
                      <a:gd name="connsiteY1" fmla="*/ 528135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57224 w 1211495"/>
                      <a:gd name="connsiteY2" fmla="*/ 575971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0628 w 1211495"/>
                      <a:gd name="connsiteY1" fmla="*/ 568151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1211495"/>
                      <a:gd name="connsiteY0" fmla="*/ 720482 h 720482"/>
                      <a:gd name="connsiteX1" fmla="*/ 399234 w 1211495"/>
                      <a:gd name="connsiteY1" fmla="*/ 588159 h 720482"/>
                      <a:gd name="connsiteX2" fmla="*/ 662962 w 1211495"/>
                      <a:gd name="connsiteY2" fmla="*/ 611985 h 720482"/>
                      <a:gd name="connsiteX3" fmla="*/ 887494 w 1211495"/>
                      <a:gd name="connsiteY3" fmla="*/ 698976 h 720482"/>
                      <a:gd name="connsiteX4" fmla="*/ 958237 w 1211495"/>
                      <a:gd name="connsiteY4" fmla="*/ 573963 h 720482"/>
                      <a:gd name="connsiteX5" fmla="*/ 1110297 w 1211495"/>
                      <a:gd name="connsiteY5" fmla="*/ 84791 h 720482"/>
                      <a:gd name="connsiteX6" fmla="*/ 1211495 w 1211495"/>
                      <a:gd name="connsiteY6" fmla="*/ 0 h 720482"/>
                      <a:gd name="connsiteX0" fmla="*/ 0 w 812261"/>
                      <a:gd name="connsiteY0" fmla="*/ 588159 h 700843"/>
                      <a:gd name="connsiteX1" fmla="*/ 263728 w 812261"/>
                      <a:gd name="connsiteY1" fmla="*/ 611985 h 700843"/>
                      <a:gd name="connsiteX2" fmla="*/ 488260 w 812261"/>
                      <a:gd name="connsiteY2" fmla="*/ 698976 h 700843"/>
                      <a:gd name="connsiteX3" fmla="*/ 559003 w 812261"/>
                      <a:gd name="connsiteY3" fmla="*/ 573963 h 700843"/>
                      <a:gd name="connsiteX4" fmla="*/ 711063 w 812261"/>
                      <a:gd name="connsiteY4" fmla="*/ 84791 h 700843"/>
                      <a:gd name="connsiteX5" fmla="*/ 812261 w 812261"/>
                      <a:gd name="connsiteY5" fmla="*/ 0 h 700843"/>
                      <a:gd name="connsiteX0" fmla="*/ 0 w 548533"/>
                      <a:gd name="connsiteY0" fmla="*/ 611985 h 700843"/>
                      <a:gd name="connsiteX1" fmla="*/ 224532 w 548533"/>
                      <a:gd name="connsiteY1" fmla="*/ 698976 h 700843"/>
                      <a:gd name="connsiteX2" fmla="*/ 295275 w 548533"/>
                      <a:gd name="connsiteY2" fmla="*/ 573963 h 700843"/>
                      <a:gd name="connsiteX3" fmla="*/ 447335 w 548533"/>
                      <a:gd name="connsiteY3" fmla="*/ 84791 h 700843"/>
                      <a:gd name="connsiteX4" fmla="*/ 548533 w 548533"/>
                      <a:gd name="connsiteY4" fmla="*/ 0 h 700843"/>
                      <a:gd name="connsiteX0" fmla="*/ 0 w 324001"/>
                      <a:gd name="connsiteY0" fmla="*/ 698976 h 698976"/>
                      <a:gd name="connsiteX1" fmla="*/ 70743 w 324001"/>
                      <a:gd name="connsiteY1" fmla="*/ 573963 h 698976"/>
                      <a:gd name="connsiteX2" fmla="*/ 222803 w 324001"/>
                      <a:gd name="connsiteY2" fmla="*/ 84791 h 698976"/>
                      <a:gd name="connsiteX3" fmla="*/ 324001 w 324001"/>
                      <a:gd name="connsiteY3" fmla="*/ 0 h 698976"/>
                    </a:gdLst>
                    <a:ahLst/>
                    <a:cxnLst>
                      <a:cxn ang="0">
                        <a:pos x="connsiteX0" y="connsiteY0"/>
                      </a:cxn>
                      <a:cxn ang="0">
                        <a:pos x="connsiteX1" y="connsiteY1"/>
                      </a:cxn>
                      <a:cxn ang="0">
                        <a:pos x="connsiteX2" y="connsiteY2"/>
                      </a:cxn>
                      <a:cxn ang="0">
                        <a:pos x="connsiteX3" y="connsiteY3"/>
                      </a:cxn>
                    </a:cxnLst>
                    <a:rect l="l" t="t" r="r" b="b"/>
                    <a:pathLst>
                      <a:path w="324001" h="698976">
                        <a:moveTo>
                          <a:pt x="0" y="698976"/>
                        </a:moveTo>
                        <a:cubicBezTo>
                          <a:pt x="58077" y="682891"/>
                          <a:pt x="33609" y="676327"/>
                          <a:pt x="70743" y="573963"/>
                        </a:cubicBezTo>
                        <a:cubicBezTo>
                          <a:pt x="107877" y="471599"/>
                          <a:pt x="182028" y="177035"/>
                          <a:pt x="222803" y="84791"/>
                        </a:cubicBezTo>
                        <a:cubicBezTo>
                          <a:pt x="263578" y="-7453"/>
                          <a:pt x="285690" y="9229"/>
                          <a:pt x="324001" y="0"/>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131" name="Freeform 89">
                    <a:extLst>
                      <a:ext uri="{FF2B5EF4-FFF2-40B4-BE49-F238E27FC236}">
                        <a16:creationId xmlns:a16="http://schemas.microsoft.com/office/drawing/2014/main" id="{91ADB3CA-6C56-83EF-A2DB-521B2E1D6965}"/>
                      </a:ext>
                    </a:extLst>
                  </p:cNvPr>
                  <p:cNvSpPr/>
                  <p:nvPr/>
                </p:nvSpPr>
                <p:spPr>
                  <a:xfrm flipH="1">
                    <a:off x="3417501" y="4860689"/>
                    <a:ext cx="669457" cy="622423"/>
                  </a:xfrm>
                  <a:custGeom>
                    <a:avLst/>
                    <a:gdLst>
                      <a:gd name="connsiteX0" fmla="*/ 0 w 1416610"/>
                      <a:gd name="connsiteY0" fmla="*/ 579383 h 607810"/>
                      <a:gd name="connsiteX1" fmla="*/ 506948 w 1416610"/>
                      <a:gd name="connsiteY1" fmla="*/ 584121 h 607810"/>
                      <a:gd name="connsiteX2" fmla="*/ 710674 w 1416610"/>
                      <a:gd name="connsiteY2" fmla="*/ 484627 h 607810"/>
                      <a:gd name="connsiteX3" fmla="*/ 881236 w 1416610"/>
                      <a:gd name="connsiteY3" fmla="*/ 105601 h 607810"/>
                      <a:gd name="connsiteX4" fmla="*/ 1028108 w 1416610"/>
                      <a:gd name="connsiteY4" fmla="*/ 1369 h 607810"/>
                      <a:gd name="connsiteX5" fmla="*/ 1217621 w 1416610"/>
                      <a:gd name="connsiteY5" fmla="*/ 157717 h 607810"/>
                      <a:gd name="connsiteX6" fmla="*/ 1416610 w 1416610"/>
                      <a:gd name="connsiteY6" fmla="*/ 607810 h 607810"/>
                      <a:gd name="connsiteX0" fmla="*/ 0 w 1217621"/>
                      <a:gd name="connsiteY0" fmla="*/ 579383 h 592269"/>
                      <a:gd name="connsiteX1" fmla="*/ 506948 w 1217621"/>
                      <a:gd name="connsiteY1" fmla="*/ 584121 h 592269"/>
                      <a:gd name="connsiteX2" fmla="*/ 710674 w 1217621"/>
                      <a:gd name="connsiteY2" fmla="*/ 484627 h 592269"/>
                      <a:gd name="connsiteX3" fmla="*/ 881236 w 1217621"/>
                      <a:gd name="connsiteY3" fmla="*/ 105601 h 592269"/>
                      <a:gd name="connsiteX4" fmla="*/ 1028108 w 1217621"/>
                      <a:gd name="connsiteY4" fmla="*/ 1369 h 592269"/>
                      <a:gd name="connsiteX5" fmla="*/ 1217621 w 1217621"/>
                      <a:gd name="connsiteY5" fmla="*/ 157717 h 592269"/>
                      <a:gd name="connsiteX0" fmla="*/ 0 w 1028108"/>
                      <a:gd name="connsiteY0" fmla="*/ 579383 h 592269"/>
                      <a:gd name="connsiteX1" fmla="*/ 506948 w 1028108"/>
                      <a:gd name="connsiteY1" fmla="*/ 584121 h 592269"/>
                      <a:gd name="connsiteX2" fmla="*/ 710674 w 1028108"/>
                      <a:gd name="connsiteY2" fmla="*/ 484627 h 592269"/>
                      <a:gd name="connsiteX3" fmla="*/ 881236 w 1028108"/>
                      <a:gd name="connsiteY3" fmla="*/ 105601 h 592269"/>
                      <a:gd name="connsiteX4" fmla="*/ 1028108 w 1028108"/>
                      <a:gd name="connsiteY4" fmla="*/ 1369 h 592269"/>
                      <a:gd name="connsiteX0" fmla="*/ 0 w 738679"/>
                      <a:gd name="connsiteY0" fmla="*/ 596090 h 601718"/>
                      <a:gd name="connsiteX1" fmla="*/ 217519 w 738679"/>
                      <a:gd name="connsiteY1" fmla="*/ 584121 h 601718"/>
                      <a:gd name="connsiteX2" fmla="*/ 421245 w 738679"/>
                      <a:gd name="connsiteY2" fmla="*/ 484627 h 601718"/>
                      <a:gd name="connsiteX3" fmla="*/ 591807 w 738679"/>
                      <a:gd name="connsiteY3" fmla="*/ 105601 h 601718"/>
                      <a:gd name="connsiteX4" fmla="*/ 738679 w 738679"/>
                      <a:gd name="connsiteY4" fmla="*/ 1369 h 601718"/>
                      <a:gd name="connsiteX0" fmla="*/ 0 w 521160"/>
                      <a:gd name="connsiteY0" fmla="*/ 584121 h 584121"/>
                      <a:gd name="connsiteX1" fmla="*/ 203726 w 521160"/>
                      <a:gd name="connsiteY1" fmla="*/ 484627 h 584121"/>
                      <a:gd name="connsiteX2" fmla="*/ 374288 w 521160"/>
                      <a:gd name="connsiteY2" fmla="*/ 105601 h 584121"/>
                      <a:gd name="connsiteX3" fmla="*/ 521160 w 521160"/>
                      <a:gd name="connsiteY3" fmla="*/ 1369 h 584121"/>
                      <a:gd name="connsiteX0" fmla="*/ 0 w 510774"/>
                      <a:gd name="connsiteY0" fmla="*/ 631678 h 631678"/>
                      <a:gd name="connsiteX1" fmla="*/ 203726 w 510774"/>
                      <a:gd name="connsiteY1" fmla="*/ 532184 h 631678"/>
                      <a:gd name="connsiteX2" fmla="*/ 374288 w 510774"/>
                      <a:gd name="connsiteY2" fmla="*/ 153158 h 631678"/>
                      <a:gd name="connsiteX3" fmla="*/ 510774 w 510774"/>
                      <a:gd name="connsiteY3" fmla="*/ 644 h 631678"/>
                      <a:gd name="connsiteX0" fmla="*/ 0 w 510774"/>
                      <a:gd name="connsiteY0" fmla="*/ 637006 h 637006"/>
                      <a:gd name="connsiteX1" fmla="*/ 203726 w 510774"/>
                      <a:gd name="connsiteY1" fmla="*/ 537512 h 637006"/>
                      <a:gd name="connsiteX2" fmla="*/ 374288 w 510774"/>
                      <a:gd name="connsiteY2" fmla="*/ 158486 h 637006"/>
                      <a:gd name="connsiteX3" fmla="*/ 510774 w 510774"/>
                      <a:gd name="connsiteY3" fmla="*/ 607 h 637006"/>
                      <a:gd name="connsiteX0" fmla="*/ 0 w 521160"/>
                      <a:gd name="connsiteY0" fmla="*/ 642338 h 642338"/>
                      <a:gd name="connsiteX1" fmla="*/ 203726 w 521160"/>
                      <a:gd name="connsiteY1" fmla="*/ 542844 h 642338"/>
                      <a:gd name="connsiteX2" fmla="*/ 374288 w 521160"/>
                      <a:gd name="connsiteY2" fmla="*/ 163818 h 642338"/>
                      <a:gd name="connsiteX3" fmla="*/ 521160 w 521160"/>
                      <a:gd name="connsiteY3" fmla="*/ 574 h 642338"/>
                      <a:gd name="connsiteX0" fmla="*/ 0 w 521160"/>
                      <a:gd name="connsiteY0" fmla="*/ 642283 h 642283"/>
                      <a:gd name="connsiteX1" fmla="*/ 203726 w 521160"/>
                      <a:gd name="connsiteY1" fmla="*/ 542789 h 642283"/>
                      <a:gd name="connsiteX2" fmla="*/ 400252 w 521160"/>
                      <a:gd name="connsiteY2" fmla="*/ 174492 h 642283"/>
                      <a:gd name="connsiteX3" fmla="*/ 521160 w 521160"/>
                      <a:gd name="connsiteY3" fmla="*/ 519 h 642283"/>
                      <a:gd name="connsiteX0" fmla="*/ 0 w 521160"/>
                      <a:gd name="connsiteY0" fmla="*/ 642283 h 642283"/>
                      <a:gd name="connsiteX1" fmla="*/ 219304 w 521160"/>
                      <a:gd name="connsiteY1" fmla="*/ 548153 h 642283"/>
                      <a:gd name="connsiteX2" fmla="*/ 400252 w 521160"/>
                      <a:gd name="connsiteY2" fmla="*/ 174492 h 642283"/>
                      <a:gd name="connsiteX3" fmla="*/ 521160 w 521160"/>
                      <a:gd name="connsiteY3" fmla="*/ 519 h 642283"/>
                      <a:gd name="connsiteX0" fmla="*/ 0 w 406919"/>
                      <a:gd name="connsiteY0" fmla="*/ 631554 h 631554"/>
                      <a:gd name="connsiteX1" fmla="*/ 105063 w 406919"/>
                      <a:gd name="connsiteY1" fmla="*/ 548153 h 631554"/>
                      <a:gd name="connsiteX2" fmla="*/ 286011 w 406919"/>
                      <a:gd name="connsiteY2" fmla="*/ 174492 h 631554"/>
                      <a:gd name="connsiteX3" fmla="*/ 406919 w 406919"/>
                      <a:gd name="connsiteY3" fmla="*/ 519 h 631554"/>
                      <a:gd name="connsiteX0" fmla="*/ 0 w 835268"/>
                      <a:gd name="connsiteY0" fmla="*/ 638388 h 638388"/>
                      <a:gd name="connsiteX1" fmla="*/ 533412 w 835268"/>
                      <a:gd name="connsiteY1" fmla="*/ 548153 h 638388"/>
                      <a:gd name="connsiteX2" fmla="*/ 714360 w 835268"/>
                      <a:gd name="connsiteY2" fmla="*/ 174492 h 638388"/>
                      <a:gd name="connsiteX3" fmla="*/ 835268 w 835268"/>
                      <a:gd name="connsiteY3" fmla="*/ 519 h 638388"/>
                      <a:gd name="connsiteX0" fmla="*/ 0 w 942354"/>
                      <a:gd name="connsiteY0" fmla="*/ 617887 h 617887"/>
                      <a:gd name="connsiteX1" fmla="*/ 640498 w 942354"/>
                      <a:gd name="connsiteY1" fmla="*/ 548153 h 617887"/>
                      <a:gd name="connsiteX2" fmla="*/ 821446 w 942354"/>
                      <a:gd name="connsiteY2" fmla="*/ 174492 h 617887"/>
                      <a:gd name="connsiteX3" fmla="*/ 942354 w 942354"/>
                      <a:gd name="connsiteY3" fmla="*/ 519 h 617887"/>
                      <a:gd name="connsiteX0" fmla="*/ 0 w 1049442"/>
                      <a:gd name="connsiteY0" fmla="*/ 624690 h 624690"/>
                      <a:gd name="connsiteX1" fmla="*/ 640498 w 1049442"/>
                      <a:gd name="connsiteY1" fmla="*/ 554956 h 624690"/>
                      <a:gd name="connsiteX2" fmla="*/ 821446 w 1049442"/>
                      <a:gd name="connsiteY2" fmla="*/ 181295 h 624690"/>
                      <a:gd name="connsiteX3" fmla="*/ 1049442 w 1049442"/>
                      <a:gd name="connsiteY3" fmla="*/ 488 h 624690"/>
                      <a:gd name="connsiteX0" fmla="*/ 0 w 1049442"/>
                      <a:gd name="connsiteY0" fmla="*/ 624690 h 624690"/>
                      <a:gd name="connsiteX1" fmla="*/ 452372 w 1049442"/>
                      <a:gd name="connsiteY1" fmla="*/ 506936 h 624690"/>
                      <a:gd name="connsiteX2" fmla="*/ 821446 w 1049442"/>
                      <a:gd name="connsiteY2" fmla="*/ 181295 h 624690"/>
                      <a:gd name="connsiteX3" fmla="*/ 1049442 w 1049442"/>
                      <a:gd name="connsiteY3" fmla="*/ 488 h 624690"/>
                      <a:gd name="connsiteX0" fmla="*/ 0 w 1049442"/>
                      <a:gd name="connsiteY0" fmla="*/ 624746 h 624746"/>
                      <a:gd name="connsiteX1" fmla="*/ 452372 w 1049442"/>
                      <a:gd name="connsiteY1" fmla="*/ 506992 h 624746"/>
                      <a:gd name="connsiteX2" fmla="*/ 783821 w 1049442"/>
                      <a:gd name="connsiteY2" fmla="*/ 169346 h 624746"/>
                      <a:gd name="connsiteX3" fmla="*/ 1049442 w 1049442"/>
                      <a:gd name="connsiteY3" fmla="*/ 544 h 624746"/>
                      <a:gd name="connsiteX0" fmla="*/ 0 w 1174859"/>
                      <a:gd name="connsiteY0" fmla="*/ 672766 h 672766"/>
                      <a:gd name="connsiteX1" fmla="*/ 577789 w 1174859"/>
                      <a:gd name="connsiteY1" fmla="*/ 506992 h 672766"/>
                      <a:gd name="connsiteX2" fmla="*/ 909238 w 1174859"/>
                      <a:gd name="connsiteY2" fmla="*/ 169346 h 672766"/>
                      <a:gd name="connsiteX3" fmla="*/ 1174859 w 1174859"/>
                      <a:gd name="connsiteY3" fmla="*/ 544 h 672766"/>
                      <a:gd name="connsiteX0" fmla="*/ 0 w 1174859"/>
                      <a:gd name="connsiteY0" fmla="*/ 672766 h 672766"/>
                      <a:gd name="connsiteX1" fmla="*/ 231404 w 1174859"/>
                      <a:gd name="connsiteY1" fmla="*/ 618980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766 h 672766"/>
                      <a:gd name="connsiteX1" fmla="*/ 231404 w 1174859"/>
                      <a:gd name="connsiteY1" fmla="*/ 642991 h 672766"/>
                      <a:gd name="connsiteX2" fmla="*/ 577789 w 1174859"/>
                      <a:gd name="connsiteY2" fmla="*/ 506992 h 672766"/>
                      <a:gd name="connsiteX3" fmla="*/ 909238 w 1174859"/>
                      <a:gd name="connsiteY3" fmla="*/ 169346 h 672766"/>
                      <a:gd name="connsiteX4" fmla="*/ 1174859 w 1174859"/>
                      <a:gd name="connsiteY4" fmla="*/ 544 h 672766"/>
                      <a:gd name="connsiteX0" fmla="*/ 0 w 1174859"/>
                      <a:gd name="connsiteY0" fmla="*/ 672893 h 672893"/>
                      <a:gd name="connsiteX1" fmla="*/ 231404 w 1174859"/>
                      <a:gd name="connsiteY1" fmla="*/ 643118 h 672893"/>
                      <a:gd name="connsiteX2" fmla="*/ 577789 w 1174859"/>
                      <a:gd name="connsiteY2" fmla="*/ 507119 h 672893"/>
                      <a:gd name="connsiteX3" fmla="*/ 865342 w 1174859"/>
                      <a:gd name="connsiteY3" fmla="*/ 149464 h 672893"/>
                      <a:gd name="connsiteX4" fmla="*/ 1174859 w 1174859"/>
                      <a:gd name="connsiteY4"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714260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77789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174859"/>
                      <a:gd name="connsiteY0" fmla="*/ 672893 h 672893"/>
                      <a:gd name="connsiteX1" fmla="*/ 231404 w 1174859"/>
                      <a:gd name="connsiteY1" fmla="*/ 643118 h 672893"/>
                      <a:gd name="connsiteX2" fmla="*/ 558976 w 1174859"/>
                      <a:gd name="connsiteY2" fmla="*/ 507119 h 672893"/>
                      <a:gd name="connsiteX3" fmla="*/ 689177 w 1174859"/>
                      <a:gd name="connsiteY3" fmla="*/ 363003 h 672893"/>
                      <a:gd name="connsiteX4" fmla="*/ 865342 w 1174859"/>
                      <a:gd name="connsiteY4" fmla="*/ 149464 h 672893"/>
                      <a:gd name="connsiteX5" fmla="*/ 1174859 w 1174859"/>
                      <a:gd name="connsiteY5" fmla="*/ 671 h 672893"/>
                      <a:gd name="connsiteX0" fmla="*/ 0 w 1218754"/>
                      <a:gd name="connsiteY0" fmla="*/ 676895 h 676895"/>
                      <a:gd name="connsiteX1" fmla="*/ 275299 w 1218754"/>
                      <a:gd name="connsiteY1" fmla="*/ 643118 h 676895"/>
                      <a:gd name="connsiteX2" fmla="*/ 602871 w 1218754"/>
                      <a:gd name="connsiteY2" fmla="*/ 507119 h 676895"/>
                      <a:gd name="connsiteX3" fmla="*/ 733072 w 1218754"/>
                      <a:gd name="connsiteY3" fmla="*/ 363003 h 676895"/>
                      <a:gd name="connsiteX4" fmla="*/ 909237 w 1218754"/>
                      <a:gd name="connsiteY4" fmla="*/ 149464 h 676895"/>
                      <a:gd name="connsiteX5" fmla="*/ 1218754 w 1218754"/>
                      <a:gd name="connsiteY5" fmla="*/ 671 h 676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754" h="676895">
                        <a:moveTo>
                          <a:pt x="0" y="676895"/>
                        </a:moveTo>
                        <a:cubicBezTo>
                          <a:pt x="38567" y="667931"/>
                          <a:pt x="179001" y="670747"/>
                          <a:pt x="275299" y="643118"/>
                        </a:cubicBezTo>
                        <a:cubicBezTo>
                          <a:pt x="371597" y="615489"/>
                          <a:pt x="526575" y="553805"/>
                          <a:pt x="602871" y="507119"/>
                        </a:cubicBezTo>
                        <a:cubicBezTo>
                          <a:pt x="679167" y="460433"/>
                          <a:pt x="685147" y="422612"/>
                          <a:pt x="733072" y="363003"/>
                        </a:cubicBezTo>
                        <a:cubicBezTo>
                          <a:pt x="780997" y="303394"/>
                          <a:pt x="832471" y="209853"/>
                          <a:pt x="909237" y="149464"/>
                        </a:cubicBezTo>
                        <a:cubicBezTo>
                          <a:pt x="962143" y="68921"/>
                          <a:pt x="1162690" y="-8015"/>
                          <a:pt x="1218754" y="671"/>
                        </a:cubicBezTo>
                      </a:path>
                    </a:pathLst>
                  </a:custGeom>
                  <a:noFill/>
                  <a:ln w="25400" cap="rnd" cmpd="sng" algn="ctr">
                    <a:solidFill>
                      <a:sysClr val="windowText" lastClr="000000"/>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grpSp>
            <p:grpSp>
              <p:nvGrpSpPr>
                <p:cNvPr id="112" name="Group 111">
                  <a:extLst>
                    <a:ext uri="{FF2B5EF4-FFF2-40B4-BE49-F238E27FC236}">
                      <a16:creationId xmlns:a16="http://schemas.microsoft.com/office/drawing/2014/main" id="{87471BD6-6B8F-8102-DC92-6DE6CE404204}"/>
                    </a:ext>
                  </a:extLst>
                </p:cNvPr>
                <p:cNvGrpSpPr/>
                <p:nvPr/>
              </p:nvGrpSpPr>
              <p:grpSpPr>
                <a:xfrm>
                  <a:off x="724594" y="3774819"/>
                  <a:ext cx="4282247" cy="914400"/>
                  <a:chOff x="2137258" y="3117590"/>
                  <a:chExt cx="4923361" cy="3535163"/>
                </a:xfrm>
              </p:grpSpPr>
              <p:cxnSp>
                <p:nvCxnSpPr>
                  <p:cNvPr id="128" name="Straight Arrow Connector 127">
                    <a:extLst>
                      <a:ext uri="{FF2B5EF4-FFF2-40B4-BE49-F238E27FC236}">
                        <a16:creationId xmlns:a16="http://schemas.microsoft.com/office/drawing/2014/main" id="{F442B47B-7953-782D-7D37-76B03CA95B42}"/>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129" name="Straight Arrow Connector 128">
                    <a:extLst>
                      <a:ext uri="{FF2B5EF4-FFF2-40B4-BE49-F238E27FC236}">
                        <a16:creationId xmlns:a16="http://schemas.microsoft.com/office/drawing/2014/main" id="{CCCE23D9-B35F-E70E-702C-A4BAB6426786}"/>
                      </a:ext>
                    </a:extLst>
                  </p:cNvPr>
                  <p:cNvCxnSpPr/>
                  <p:nvPr/>
                </p:nvCxnSpPr>
                <p:spPr>
                  <a:xfrm flipH="1" flipV="1">
                    <a:off x="2137258" y="3117590"/>
                    <a:ext cx="0" cy="3535163"/>
                  </a:xfrm>
                  <a:prstGeom prst="straightConnector1">
                    <a:avLst/>
                  </a:prstGeom>
                  <a:noFill/>
                  <a:ln w="44450" cap="rnd" cmpd="sng" algn="ctr">
                    <a:solidFill>
                      <a:srgbClr val="002060"/>
                    </a:solidFill>
                    <a:prstDash val="solid"/>
                    <a:miter lim="800000"/>
                    <a:tailEnd type="triangle"/>
                  </a:ln>
                  <a:effectLst/>
                </p:spPr>
              </p:cxnSp>
            </p:grpSp>
            <p:grpSp>
              <p:nvGrpSpPr>
                <p:cNvPr id="113" name="Group 112">
                  <a:extLst>
                    <a:ext uri="{FF2B5EF4-FFF2-40B4-BE49-F238E27FC236}">
                      <a16:creationId xmlns:a16="http://schemas.microsoft.com/office/drawing/2014/main" id="{765892C5-CF67-3601-2735-AD58BC71D42E}"/>
                    </a:ext>
                  </a:extLst>
                </p:cNvPr>
                <p:cNvGrpSpPr/>
                <p:nvPr/>
              </p:nvGrpSpPr>
              <p:grpSpPr>
                <a:xfrm>
                  <a:off x="724594" y="4768554"/>
                  <a:ext cx="4282247" cy="677030"/>
                  <a:chOff x="2137258" y="3964565"/>
                  <a:chExt cx="4923361" cy="2617467"/>
                </a:xfrm>
              </p:grpSpPr>
              <p:cxnSp>
                <p:nvCxnSpPr>
                  <p:cNvPr id="126" name="Straight Arrow Connector 125">
                    <a:extLst>
                      <a:ext uri="{FF2B5EF4-FFF2-40B4-BE49-F238E27FC236}">
                        <a16:creationId xmlns:a16="http://schemas.microsoft.com/office/drawing/2014/main" id="{FB6079E3-2B7F-8863-A735-42126F47979E}"/>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127" name="Straight Arrow Connector 126">
                    <a:extLst>
                      <a:ext uri="{FF2B5EF4-FFF2-40B4-BE49-F238E27FC236}">
                        <a16:creationId xmlns:a16="http://schemas.microsoft.com/office/drawing/2014/main" id="{DD53C10A-022B-899E-617C-6D473E5DEEA8}"/>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grpSp>
              <p:nvGrpSpPr>
                <p:cNvPr id="114" name="Group 113">
                  <a:extLst>
                    <a:ext uri="{FF2B5EF4-FFF2-40B4-BE49-F238E27FC236}">
                      <a16:creationId xmlns:a16="http://schemas.microsoft.com/office/drawing/2014/main" id="{9BFAAC72-98AC-01E3-A69B-0F51D4ACC6F8}"/>
                    </a:ext>
                  </a:extLst>
                </p:cNvPr>
                <p:cNvGrpSpPr/>
                <p:nvPr/>
              </p:nvGrpSpPr>
              <p:grpSpPr>
                <a:xfrm>
                  <a:off x="705208" y="5540588"/>
                  <a:ext cx="4282247" cy="677030"/>
                  <a:chOff x="2137258" y="3964565"/>
                  <a:chExt cx="4923361" cy="2617467"/>
                </a:xfrm>
              </p:grpSpPr>
              <p:cxnSp>
                <p:nvCxnSpPr>
                  <p:cNvPr id="124" name="Straight Arrow Connector 123">
                    <a:extLst>
                      <a:ext uri="{FF2B5EF4-FFF2-40B4-BE49-F238E27FC236}">
                        <a16:creationId xmlns:a16="http://schemas.microsoft.com/office/drawing/2014/main" id="{092DB446-A101-A4EA-74FB-A978EF7EE27D}"/>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125" name="Straight Arrow Connector 124">
                    <a:extLst>
                      <a:ext uri="{FF2B5EF4-FFF2-40B4-BE49-F238E27FC236}">
                        <a16:creationId xmlns:a16="http://schemas.microsoft.com/office/drawing/2014/main" id="{46513CEE-659D-5090-8C4E-1EA4B516A36E}"/>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grpSp>
              <p:nvGrpSpPr>
                <p:cNvPr id="115" name="Group 114">
                  <a:extLst>
                    <a:ext uri="{FF2B5EF4-FFF2-40B4-BE49-F238E27FC236}">
                      <a16:creationId xmlns:a16="http://schemas.microsoft.com/office/drawing/2014/main" id="{F8B2C836-8488-000D-E2D0-3CC518C74F4F}"/>
                    </a:ext>
                  </a:extLst>
                </p:cNvPr>
                <p:cNvGrpSpPr/>
                <p:nvPr/>
              </p:nvGrpSpPr>
              <p:grpSpPr>
                <a:xfrm>
                  <a:off x="705208" y="6264862"/>
                  <a:ext cx="4282247" cy="677030"/>
                  <a:chOff x="2137258" y="3964565"/>
                  <a:chExt cx="4923361" cy="2617467"/>
                </a:xfrm>
              </p:grpSpPr>
              <p:cxnSp>
                <p:nvCxnSpPr>
                  <p:cNvPr id="122" name="Straight Arrow Connector 121">
                    <a:extLst>
                      <a:ext uri="{FF2B5EF4-FFF2-40B4-BE49-F238E27FC236}">
                        <a16:creationId xmlns:a16="http://schemas.microsoft.com/office/drawing/2014/main" id="{FCBDBD7D-7AB8-320C-A71D-3AA3F7FEF1D9}"/>
                      </a:ext>
                    </a:extLst>
                  </p:cNvPr>
                  <p:cNvCxnSpPr/>
                  <p:nvPr/>
                </p:nvCxnSpPr>
                <p:spPr>
                  <a:xfrm>
                    <a:off x="2137258" y="6582032"/>
                    <a:ext cx="4923361" cy="0"/>
                  </a:xfrm>
                  <a:prstGeom prst="straightConnector1">
                    <a:avLst/>
                  </a:prstGeom>
                  <a:noFill/>
                  <a:ln w="44450" cap="rnd" cmpd="sng" algn="ctr">
                    <a:solidFill>
                      <a:srgbClr val="002060"/>
                    </a:solidFill>
                    <a:prstDash val="solid"/>
                    <a:miter lim="800000"/>
                    <a:tailEnd type="triangle"/>
                  </a:ln>
                  <a:effectLst/>
                </p:spPr>
              </p:cxnSp>
              <p:cxnSp>
                <p:nvCxnSpPr>
                  <p:cNvPr id="123" name="Straight Arrow Connector 122">
                    <a:extLst>
                      <a:ext uri="{FF2B5EF4-FFF2-40B4-BE49-F238E27FC236}">
                        <a16:creationId xmlns:a16="http://schemas.microsoft.com/office/drawing/2014/main" id="{D5B548E4-2F44-3E4C-27A6-6BEEF410B094}"/>
                      </a:ext>
                    </a:extLst>
                  </p:cNvPr>
                  <p:cNvCxnSpPr/>
                  <p:nvPr/>
                </p:nvCxnSpPr>
                <p:spPr>
                  <a:xfrm flipH="1" flipV="1">
                    <a:off x="2137258" y="3964565"/>
                    <a:ext cx="0" cy="2617467"/>
                  </a:xfrm>
                  <a:prstGeom prst="straightConnector1">
                    <a:avLst/>
                  </a:prstGeom>
                  <a:noFill/>
                  <a:ln w="44450" cap="rnd" cmpd="sng" algn="ctr">
                    <a:solidFill>
                      <a:srgbClr val="002060"/>
                    </a:solidFill>
                    <a:prstDash val="solid"/>
                    <a:miter lim="800000"/>
                    <a:tailEnd type="triangle"/>
                  </a:ln>
                  <a:effectLst/>
                </p:spPr>
              </p:cxnSp>
            </p:grpSp>
            <p:sp>
              <p:nvSpPr>
                <p:cNvPr id="116" name="TextBox 115">
                  <a:extLst>
                    <a:ext uri="{FF2B5EF4-FFF2-40B4-BE49-F238E27FC236}">
                      <a16:creationId xmlns:a16="http://schemas.microsoft.com/office/drawing/2014/main" id="{876917DD-A13C-4D36-F461-507816AD1664}"/>
                    </a:ext>
                  </a:extLst>
                </p:cNvPr>
                <p:cNvSpPr txBox="1"/>
                <p:nvPr/>
              </p:nvSpPr>
              <p:spPr>
                <a:xfrm rot="16200000">
                  <a:off x="-170486" y="4551430"/>
                  <a:ext cx="992643" cy="5232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Flicker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Envelope</a:t>
                  </a:r>
                </a:p>
              </p:txBody>
            </p:sp>
            <p:sp>
              <p:nvSpPr>
                <p:cNvPr id="117" name="TextBox 116">
                  <a:extLst>
                    <a:ext uri="{FF2B5EF4-FFF2-40B4-BE49-F238E27FC236}">
                      <a16:creationId xmlns:a16="http://schemas.microsoft.com/office/drawing/2014/main" id="{FABFF6D2-3052-9867-2531-8E3CE795D545}"/>
                    </a:ext>
                  </a:extLst>
                </p:cNvPr>
                <p:cNvSpPr txBox="1"/>
                <p:nvPr/>
              </p:nvSpPr>
              <p:spPr>
                <a:xfrm rot="16200000">
                  <a:off x="-206019" y="5956007"/>
                  <a:ext cx="992643" cy="5232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Thermal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Envelope</a:t>
                  </a:r>
                </a:p>
              </p:txBody>
            </p:sp>
            <p:sp>
              <p:nvSpPr>
                <p:cNvPr id="118" name="TextBox 117">
                  <a:extLst>
                    <a:ext uri="{FF2B5EF4-FFF2-40B4-BE49-F238E27FC236}">
                      <a16:creationId xmlns:a16="http://schemas.microsoft.com/office/drawing/2014/main" id="{607394B3-E1D2-6713-2C3B-F575E6115D11}"/>
                    </a:ext>
                  </a:extLst>
                </p:cNvPr>
                <p:cNvSpPr txBox="1"/>
                <p:nvPr/>
              </p:nvSpPr>
              <p:spPr>
                <a:xfrm>
                  <a:off x="516380" y="3992788"/>
                  <a:ext cx="1518875"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NMOS Contribution</a:t>
                  </a:r>
                </a:p>
              </p:txBody>
            </p:sp>
            <p:sp>
              <p:nvSpPr>
                <p:cNvPr id="119" name="TextBox 118">
                  <a:extLst>
                    <a:ext uri="{FF2B5EF4-FFF2-40B4-BE49-F238E27FC236}">
                      <a16:creationId xmlns:a16="http://schemas.microsoft.com/office/drawing/2014/main" id="{D5FA1EB6-04D6-1862-2C8E-D9CFFEFB89C8}"/>
                    </a:ext>
                  </a:extLst>
                </p:cNvPr>
                <p:cNvSpPr txBox="1"/>
                <p:nvPr/>
              </p:nvSpPr>
              <p:spPr>
                <a:xfrm>
                  <a:off x="595568" y="4832380"/>
                  <a:ext cx="1386489"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PMOS Contribution</a:t>
                  </a:r>
                </a:p>
              </p:txBody>
            </p:sp>
            <p:sp>
              <p:nvSpPr>
                <p:cNvPr id="120" name="TextBox 119">
                  <a:extLst>
                    <a:ext uri="{FF2B5EF4-FFF2-40B4-BE49-F238E27FC236}">
                      <a16:creationId xmlns:a16="http://schemas.microsoft.com/office/drawing/2014/main" id="{2F44DD16-F1BE-763B-1F76-A5FE7202E92B}"/>
                    </a:ext>
                  </a:extLst>
                </p:cNvPr>
                <p:cNvSpPr txBox="1"/>
                <p:nvPr/>
              </p:nvSpPr>
              <p:spPr>
                <a:xfrm>
                  <a:off x="653962" y="5560723"/>
                  <a:ext cx="1282758"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NMOS Contribution</a:t>
                  </a:r>
                </a:p>
              </p:txBody>
            </p:sp>
            <p:sp>
              <p:nvSpPr>
                <p:cNvPr id="121" name="TextBox 120">
                  <a:extLst>
                    <a:ext uri="{FF2B5EF4-FFF2-40B4-BE49-F238E27FC236}">
                      <a16:creationId xmlns:a16="http://schemas.microsoft.com/office/drawing/2014/main" id="{39E58CF4-CBF1-70D9-090A-FFD814A8B9AE}"/>
                    </a:ext>
                  </a:extLst>
                </p:cNvPr>
                <p:cNvSpPr txBox="1"/>
                <p:nvPr/>
              </p:nvSpPr>
              <p:spPr>
                <a:xfrm>
                  <a:off x="672087" y="6332760"/>
                  <a:ext cx="1282758" cy="519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B050"/>
                      </a:solidFill>
                      <a:effectLst/>
                      <a:uLnTx/>
                      <a:uFillTx/>
                      <a:latin typeface="Arial Rounded MT Bold" panose="020F0704030504030204" pitchFamily="34" charset="0"/>
                    </a:rPr>
                    <a:t>PMOS Contribution</a:t>
                  </a:r>
                </a:p>
              </p:txBody>
            </p:sp>
          </p:grpSp>
          <p:sp>
            <p:nvSpPr>
              <p:cNvPr id="62" name="TextBox 61">
                <a:extLst>
                  <a:ext uri="{FF2B5EF4-FFF2-40B4-BE49-F238E27FC236}">
                    <a16:creationId xmlns:a16="http://schemas.microsoft.com/office/drawing/2014/main" id="{B5D5AA45-7DDC-2F3B-2242-209490668B7C}"/>
                  </a:ext>
                </a:extLst>
              </p:cNvPr>
              <p:cNvSpPr txBox="1"/>
              <p:nvPr/>
            </p:nvSpPr>
            <p:spPr>
              <a:xfrm>
                <a:off x="3496943" y="4371737"/>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63" name="TextBox 62">
                <a:extLst>
                  <a:ext uri="{FF2B5EF4-FFF2-40B4-BE49-F238E27FC236}">
                    <a16:creationId xmlns:a16="http://schemas.microsoft.com/office/drawing/2014/main" id="{01573A0E-F8B0-4B54-399A-CACA48798314}"/>
                  </a:ext>
                </a:extLst>
              </p:cNvPr>
              <p:cNvSpPr txBox="1"/>
              <p:nvPr/>
            </p:nvSpPr>
            <p:spPr>
              <a:xfrm>
                <a:off x="3459845" y="4936230"/>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64" name="TextBox 63">
                <a:extLst>
                  <a:ext uri="{FF2B5EF4-FFF2-40B4-BE49-F238E27FC236}">
                    <a16:creationId xmlns:a16="http://schemas.microsoft.com/office/drawing/2014/main" id="{09597BDE-E9A4-8CFA-919A-5B7ACC6D0196}"/>
                  </a:ext>
                </a:extLst>
              </p:cNvPr>
              <p:cNvSpPr txBox="1"/>
              <p:nvPr/>
            </p:nvSpPr>
            <p:spPr>
              <a:xfrm>
                <a:off x="3496943" y="5484403"/>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sp>
            <p:nvSpPr>
              <p:cNvPr id="65" name="TextBox 64">
                <a:extLst>
                  <a:ext uri="{FF2B5EF4-FFF2-40B4-BE49-F238E27FC236}">
                    <a16:creationId xmlns:a16="http://schemas.microsoft.com/office/drawing/2014/main" id="{777DE26B-276A-AF59-2F8E-79694137B036}"/>
                  </a:ext>
                </a:extLst>
              </p:cNvPr>
              <p:cNvSpPr txBox="1"/>
              <p:nvPr/>
            </p:nvSpPr>
            <p:spPr>
              <a:xfrm>
                <a:off x="3482073" y="6052392"/>
                <a:ext cx="994183"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Time (</a:t>
                </a:r>
                <a:r>
                  <a:rPr kumimoji="0" lang="en-US" sz="1400" b="1" i="1" u="none" strike="noStrike" kern="0" cap="none" spc="0" normalizeH="0" baseline="0" noProof="0" err="1">
                    <a:ln>
                      <a:noFill/>
                    </a:ln>
                    <a:solidFill>
                      <a:prstClr val="black"/>
                    </a:solidFill>
                    <a:effectLst/>
                    <a:uLnTx/>
                    <a:uFillTx/>
                    <a:latin typeface="Arial Rounded MT Bold" panose="020F0704030504030204" pitchFamily="34" charset="0"/>
                  </a:rPr>
                  <a:t>ps</a:t>
                </a:r>
                <a:r>
                  <a:rPr kumimoji="0" lang="en-US" sz="1400" b="1" i="1" u="none" strike="noStrike" kern="0" cap="none" spc="0" normalizeH="0" baseline="0" noProof="0">
                    <a:ln>
                      <a:noFill/>
                    </a:ln>
                    <a:solidFill>
                      <a:prstClr val="black"/>
                    </a:solidFill>
                    <a:effectLst/>
                    <a:uLnTx/>
                    <a:uFillTx/>
                    <a:latin typeface="Arial Rounded MT Bold" panose="020F0704030504030204" pitchFamily="34" charset="0"/>
                  </a:rPr>
                  <a:t>)</a:t>
                </a:r>
              </a:p>
            </p:txBody>
          </p:sp>
          <p:cxnSp>
            <p:nvCxnSpPr>
              <p:cNvPr id="66" name="Straight Arrow Connector 65">
                <a:extLst>
                  <a:ext uri="{FF2B5EF4-FFF2-40B4-BE49-F238E27FC236}">
                    <a16:creationId xmlns:a16="http://schemas.microsoft.com/office/drawing/2014/main" id="{81F41A81-DEC8-5372-A349-B34B98FF8DBE}"/>
                  </a:ext>
                </a:extLst>
              </p:cNvPr>
              <p:cNvCxnSpPr/>
              <p:nvPr/>
            </p:nvCxnSpPr>
            <p:spPr>
              <a:xfrm flipH="1" flipV="1">
                <a:off x="2855011" y="2150766"/>
                <a:ext cx="0" cy="2322315"/>
              </a:xfrm>
              <a:prstGeom prst="straightConnector1">
                <a:avLst/>
              </a:prstGeom>
              <a:noFill/>
              <a:ln w="25400" cap="flat" cmpd="sng" algn="ctr">
                <a:solidFill>
                  <a:srgbClr val="000099"/>
                </a:solidFill>
                <a:prstDash val="sysDot"/>
                <a:miter lim="800000"/>
                <a:tailEnd type="none"/>
              </a:ln>
              <a:effectLst/>
            </p:spPr>
          </p:cxnSp>
          <p:cxnSp>
            <p:nvCxnSpPr>
              <p:cNvPr id="67" name="Straight Arrow Connector 66">
                <a:extLst>
                  <a:ext uri="{FF2B5EF4-FFF2-40B4-BE49-F238E27FC236}">
                    <a16:creationId xmlns:a16="http://schemas.microsoft.com/office/drawing/2014/main" id="{0E9D322F-A69C-395C-E708-CB76EAB7A725}"/>
                  </a:ext>
                </a:extLst>
              </p:cNvPr>
              <p:cNvCxnSpPr/>
              <p:nvPr/>
            </p:nvCxnSpPr>
            <p:spPr>
              <a:xfrm flipV="1">
                <a:off x="3308423" y="2161734"/>
                <a:ext cx="0" cy="2687016"/>
              </a:xfrm>
              <a:prstGeom prst="straightConnector1">
                <a:avLst/>
              </a:prstGeom>
              <a:noFill/>
              <a:ln w="25400" cap="flat" cmpd="sng" algn="ctr">
                <a:solidFill>
                  <a:srgbClr val="000099"/>
                </a:solidFill>
                <a:prstDash val="sysDot"/>
                <a:miter lim="800000"/>
                <a:tailEnd type="none"/>
              </a:ln>
              <a:effectLst/>
            </p:spPr>
          </p:cxnSp>
          <p:sp>
            <p:nvSpPr>
              <p:cNvPr id="68" name="Oval 67">
                <a:extLst>
                  <a:ext uri="{FF2B5EF4-FFF2-40B4-BE49-F238E27FC236}">
                    <a16:creationId xmlns:a16="http://schemas.microsoft.com/office/drawing/2014/main" id="{CB0B47EE-E460-1103-BBE1-BB229D142F20}"/>
                  </a:ext>
                </a:extLst>
              </p:cNvPr>
              <p:cNvSpPr/>
              <p:nvPr/>
            </p:nvSpPr>
            <p:spPr bwMode="auto">
              <a:xfrm>
                <a:off x="1873539" y="2955937"/>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69" name="Oval 68">
                <a:extLst>
                  <a:ext uri="{FF2B5EF4-FFF2-40B4-BE49-F238E27FC236}">
                    <a16:creationId xmlns:a16="http://schemas.microsoft.com/office/drawing/2014/main" id="{47DBCAC9-9564-B9BA-2591-C13ABCE38650}"/>
                  </a:ext>
                </a:extLst>
              </p:cNvPr>
              <p:cNvSpPr/>
              <p:nvPr/>
            </p:nvSpPr>
            <p:spPr bwMode="auto">
              <a:xfrm>
                <a:off x="2589685" y="2966579"/>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70" name="Oval 69">
                <a:extLst>
                  <a:ext uri="{FF2B5EF4-FFF2-40B4-BE49-F238E27FC236}">
                    <a16:creationId xmlns:a16="http://schemas.microsoft.com/office/drawing/2014/main" id="{E5DA7E05-015C-4083-00D7-658B17AACFB2}"/>
                  </a:ext>
                </a:extLst>
              </p:cNvPr>
              <p:cNvSpPr/>
              <p:nvPr/>
            </p:nvSpPr>
            <p:spPr bwMode="auto">
              <a:xfrm>
                <a:off x="1880190" y="4199260"/>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71" name="Oval 70">
                <a:extLst>
                  <a:ext uri="{FF2B5EF4-FFF2-40B4-BE49-F238E27FC236}">
                    <a16:creationId xmlns:a16="http://schemas.microsoft.com/office/drawing/2014/main" id="{8EDF745C-F985-7877-FE51-ED8EE03E717A}"/>
                  </a:ext>
                </a:extLst>
              </p:cNvPr>
              <p:cNvSpPr/>
              <p:nvPr/>
            </p:nvSpPr>
            <p:spPr bwMode="auto">
              <a:xfrm>
                <a:off x="2593422" y="4219647"/>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72" name="Oval 71">
                <a:extLst>
                  <a:ext uri="{FF2B5EF4-FFF2-40B4-BE49-F238E27FC236}">
                    <a16:creationId xmlns:a16="http://schemas.microsoft.com/office/drawing/2014/main" id="{7ABDFE69-9213-92A7-3F91-2D8B327E4488}"/>
                  </a:ext>
                </a:extLst>
              </p:cNvPr>
              <p:cNvSpPr/>
              <p:nvPr/>
            </p:nvSpPr>
            <p:spPr bwMode="auto">
              <a:xfrm>
                <a:off x="3286836" y="4841189"/>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73" name="Oval 72">
                <a:extLst>
                  <a:ext uri="{FF2B5EF4-FFF2-40B4-BE49-F238E27FC236}">
                    <a16:creationId xmlns:a16="http://schemas.microsoft.com/office/drawing/2014/main" id="{594C1720-914C-7505-3657-522BA29B5E21}"/>
                  </a:ext>
                </a:extLst>
              </p:cNvPr>
              <p:cNvSpPr/>
              <p:nvPr/>
            </p:nvSpPr>
            <p:spPr bwMode="auto">
              <a:xfrm>
                <a:off x="2640021" y="4831129"/>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74" name="Straight Connector 73">
                <a:extLst>
                  <a:ext uri="{FF2B5EF4-FFF2-40B4-BE49-F238E27FC236}">
                    <a16:creationId xmlns:a16="http://schemas.microsoft.com/office/drawing/2014/main" id="{2953F5AA-9458-E8D5-9BDB-D2D47299334E}"/>
                  </a:ext>
                </a:extLst>
              </p:cNvPr>
              <p:cNvCxnSpPr>
                <a:cxnSpLocks/>
                <a:stCxn id="70" idx="0"/>
              </p:cNvCxnSpPr>
              <p:nvPr/>
            </p:nvCxnSpPr>
            <p:spPr>
              <a:xfrm flipV="1">
                <a:off x="1901778" y="3661780"/>
                <a:ext cx="1444" cy="537480"/>
              </a:xfrm>
              <a:prstGeom prst="line">
                <a:avLst/>
              </a:prstGeom>
              <a:noFill/>
              <a:ln w="25400" cap="flat" cmpd="sng" algn="ctr">
                <a:solidFill>
                  <a:srgbClr val="00B050"/>
                </a:solidFill>
                <a:prstDash val="solid"/>
                <a:miter lim="800000"/>
              </a:ln>
              <a:effectLst/>
            </p:spPr>
          </p:cxnSp>
          <p:cxnSp>
            <p:nvCxnSpPr>
              <p:cNvPr id="75" name="Straight Connector 74">
                <a:extLst>
                  <a:ext uri="{FF2B5EF4-FFF2-40B4-BE49-F238E27FC236}">
                    <a16:creationId xmlns:a16="http://schemas.microsoft.com/office/drawing/2014/main" id="{D731FD20-1E54-EC4F-3EA9-26A72AFC715F}"/>
                  </a:ext>
                </a:extLst>
              </p:cNvPr>
              <p:cNvCxnSpPr>
                <a:cxnSpLocks/>
              </p:cNvCxnSpPr>
              <p:nvPr/>
            </p:nvCxnSpPr>
            <p:spPr>
              <a:xfrm flipH="1" flipV="1">
                <a:off x="2611416" y="3657774"/>
                <a:ext cx="1" cy="542001"/>
              </a:xfrm>
              <a:prstGeom prst="line">
                <a:avLst/>
              </a:prstGeom>
              <a:noFill/>
              <a:ln w="25400" cap="flat" cmpd="sng" algn="ctr">
                <a:solidFill>
                  <a:srgbClr val="00B050"/>
                </a:solidFill>
                <a:prstDash val="solid"/>
                <a:miter lim="800000"/>
              </a:ln>
              <a:effectLst/>
            </p:spPr>
          </p:cxnSp>
          <p:cxnSp>
            <p:nvCxnSpPr>
              <p:cNvPr id="76" name="Straight Connector 75">
                <a:extLst>
                  <a:ext uri="{FF2B5EF4-FFF2-40B4-BE49-F238E27FC236}">
                    <a16:creationId xmlns:a16="http://schemas.microsoft.com/office/drawing/2014/main" id="{07FDA956-EBB4-FD6B-136F-EB23010691A9}"/>
                  </a:ext>
                </a:extLst>
              </p:cNvPr>
              <p:cNvCxnSpPr>
                <a:cxnSpLocks/>
              </p:cNvCxnSpPr>
              <p:nvPr/>
            </p:nvCxnSpPr>
            <p:spPr>
              <a:xfrm flipH="1">
                <a:off x="1902331" y="3675057"/>
                <a:ext cx="713145" cy="0"/>
              </a:xfrm>
              <a:prstGeom prst="line">
                <a:avLst/>
              </a:prstGeom>
              <a:noFill/>
              <a:ln w="25400" cap="flat" cmpd="sng" algn="ctr">
                <a:solidFill>
                  <a:srgbClr val="00B050"/>
                </a:solidFill>
                <a:prstDash val="solid"/>
                <a:miter lim="800000"/>
              </a:ln>
              <a:effectLst/>
            </p:spPr>
          </p:cxnSp>
          <p:sp>
            <p:nvSpPr>
              <p:cNvPr id="77" name="Oval 76">
                <a:extLst>
                  <a:ext uri="{FF2B5EF4-FFF2-40B4-BE49-F238E27FC236}">
                    <a16:creationId xmlns:a16="http://schemas.microsoft.com/office/drawing/2014/main" id="{ABBF69B7-C031-E820-DE8E-0F5025E19237}"/>
                  </a:ext>
                </a:extLst>
              </p:cNvPr>
              <p:cNvSpPr/>
              <p:nvPr/>
            </p:nvSpPr>
            <p:spPr bwMode="auto">
              <a:xfrm>
                <a:off x="2230194" y="3661402"/>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78" name="Oval 77">
                <a:extLst>
                  <a:ext uri="{FF2B5EF4-FFF2-40B4-BE49-F238E27FC236}">
                    <a16:creationId xmlns:a16="http://schemas.microsoft.com/office/drawing/2014/main" id="{722EFEC0-467D-A701-507B-C6355F6BA965}"/>
                  </a:ext>
                </a:extLst>
              </p:cNvPr>
              <p:cNvSpPr/>
              <p:nvPr/>
            </p:nvSpPr>
            <p:spPr bwMode="auto">
              <a:xfrm>
                <a:off x="2664654" y="4209552"/>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79" name="Straight Connector 78">
                <a:extLst>
                  <a:ext uri="{FF2B5EF4-FFF2-40B4-BE49-F238E27FC236}">
                    <a16:creationId xmlns:a16="http://schemas.microsoft.com/office/drawing/2014/main" id="{152EBFE4-D6B4-87F8-B701-E985FB615919}"/>
                  </a:ext>
                </a:extLst>
              </p:cNvPr>
              <p:cNvCxnSpPr>
                <a:cxnSpLocks/>
              </p:cNvCxnSpPr>
              <p:nvPr/>
            </p:nvCxnSpPr>
            <p:spPr>
              <a:xfrm flipV="1">
                <a:off x="2674424" y="4376339"/>
                <a:ext cx="0" cy="454271"/>
              </a:xfrm>
              <a:prstGeom prst="line">
                <a:avLst/>
              </a:prstGeom>
              <a:noFill/>
              <a:ln w="25400" cap="flat" cmpd="sng" algn="ctr">
                <a:solidFill>
                  <a:srgbClr val="00B050"/>
                </a:solidFill>
                <a:prstDash val="solid"/>
                <a:miter lim="800000"/>
              </a:ln>
              <a:effectLst/>
            </p:spPr>
          </p:cxnSp>
          <p:cxnSp>
            <p:nvCxnSpPr>
              <p:cNvPr id="80" name="Straight Connector 79">
                <a:extLst>
                  <a:ext uri="{FF2B5EF4-FFF2-40B4-BE49-F238E27FC236}">
                    <a16:creationId xmlns:a16="http://schemas.microsoft.com/office/drawing/2014/main" id="{549F1544-932C-C069-3206-69E20D540507}"/>
                  </a:ext>
                </a:extLst>
              </p:cNvPr>
              <p:cNvCxnSpPr>
                <a:cxnSpLocks/>
              </p:cNvCxnSpPr>
              <p:nvPr/>
            </p:nvCxnSpPr>
            <p:spPr>
              <a:xfrm flipH="1">
                <a:off x="2663159" y="4385090"/>
                <a:ext cx="654349" cy="0"/>
              </a:xfrm>
              <a:prstGeom prst="line">
                <a:avLst/>
              </a:prstGeom>
              <a:noFill/>
              <a:ln w="25400" cap="flat" cmpd="sng" algn="ctr">
                <a:solidFill>
                  <a:srgbClr val="00B050"/>
                </a:solidFill>
                <a:prstDash val="solid"/>
                <a:miter lim="800000"/>
              </a:ln>
              <a:effectLst/>
            </p:spPr>
          </p:cxnSp>
          <p:sp>
            <p:nvSpPr>
              <p:cNvPr id="81" name="Oval 80">
                <a:extLst>
                  <a:ext uri="{FF2B5EF4-FFF2-40B4-BE49-F238E27FC236}">
                    <a16:creationId xmlns:a16="http://schemas.microsoft.com/office/drawing/2014/main" id="{321766EE-3E5E-FD10-085B-2AE769B43BD7}"/>
                  </a:ext>
                </a:extLst>
              </p:cNvPr>
              <p:cNvSpPr/>
              <p:nvPr/>
            </p:nvSpPr>
            <p:spPr bwMode="auto">
              <a:xfrm>
                <a:off x="2832410" y="4370216"/>
                <a:ext cx="43175" cy="34238"/>
              </a:xfrm>
              <a:prstGeom prst="ellipse">
                <a:avLst/>
              </a:prstGeom>
              <a:solidFill>
                <a:srgbClr val="FF0000"/>
              </a:solidFill>
              <a:ln w="12700" cap="flat" cmpd="sng" algn="ctr">
                <a:solidFill>
                  <a:srgbClr val="FF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cxnSp>
            <p:nvCxnSpPr>
              <p:cNvPr id="82" name="Straight Connector 81">
                <a:extLst>
                  <a:ext uri="{FF2B5EF4-FFF2-40B4-BE49-F238E27FC236}">
                    <a16:creationId xmlns:a16="http://schemas.microsoft.com/office/drawing/2014/main" id="{31C6CC89-366F-F010-0003-917CB2309DDB}"/>
                  </a:ext>
                </a:extLst>
              </p:cNvPr>
              <p:cNvCxnSpPr>
                <a:cxnSpLocks/>
              </p:cNvCxnSpPr>
              <p:nvPr/>
            </p:nvCxnSpPr>
            <p:spPr>
              <a:xfrm flipV="1">
                <a:off x="3308423" y="4385090"/>
                <a:ext cx="0" cy="437697"/>
              </a:xfrm>
              <a:prstGeom prst="line">
                <a:avLst/>
              </a:prstGeom>
              <a:noFill/>
              <a:ln w="25400" cap="flat" cmpd="sng" algn="ctr">
                <a:solidFill>
                  <a:srgbClr val="00B050"/>
                </a:solidFill>
                <a:prstDash val="solid"/>
                <a:miter lim="800000"/>
              </a:ln>
              <a:effectLst/>
            </p:spPr>
          </p:cxnSp>
          <p:sp>
            <p:nvSpPr>
              <p:cNvPr id="83" name="Rectangle 233">
                <a:extLst>
                  <a:ext uri="{FF2B5EF4-FFF2-40B4-BE49-F238E27FC236}">
                    <a16:creationId xmlns:a16="http://schemas.microsoft.com/office/drawing/2014/main" id="{ED2BBB89-04DE-FF48-984C-609CD0746B6B}"/>
                  </a:ext>
                </a:extLst>
              </p:cNvPr>
              <p:cNvSpPr>
                <a:spLocks noChangeArrowheads="1"/>
              </p:cNvSpPr>
              <p:nvPr/>
            </p:nvSpPr>
            <p:spPr bwMode="auto">
              <a:xfrm>
                <a:off x="2023446" y="2219862"/>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1</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sp>
            <p:nvSpPr>
              <p:cNvPr id="84" name="Freeform 132">
                <a:extLst>
                  <a:ext uri="{FF2B5EF4-FFF2-40B4-BE49-F238E27FC236}">
                    <a16:creationId xmlns:a16="http://schemas.microsoft.com/office/drawing/2014/main" id="{D6E6A15A-D59E-7CA6-B594-9E93FC8322B5}"/>
                  </a:ext>
                </a:extLst>
              </p:cNvPr>
              <p:cNvSpPr>
                <a:spLocks/>
              </p:cNvSpPr>
              <p:nvPr/>
            </p:nvSpPr>
            <p:spPr bwMode="auto">
              <a:xfrm>
                <a:off x="1665503" y="5096939"/>
                <a:ext cx="966788" cy="325438"/>
              </a:xfrm>
              <a:custGeom>
                <a:avLst/>
                <a:gdLst>
                  <a:gd name="T0" fmla="*/ 0 w 7312"/>
                  <a:gd name="T1" fmla="*/ 2693 h 2693"/>
                  <a:gd name="T2" fmla="*/ 1198 w 7312"/>
                  <a:gd name="T3" fmla="*/ 2661 h 2693"/>
                  <a:gd name="T4" fmla="*/ 1888 w 7312"/>
                  <a:gd name="T5" fmla="*/ 738 h 2693"/>
                  <a:gd name="T6" fmla="*/ 2873 w 7312"/>
                  <a:gd name="T7" fmla="*/ 102 h 2693"/>
                  <a:gd name="T8" fmla="*/ 5531 w 7312"/>
                  <a:gd name="T9" fmla="*/ 127 h 2693"/>
                  <a:gd name="T10" fmla="*/ 5531 w 7312"/>
                  <a:gd name="T11" fmla="*/ 127 h 2693"/>
                  <a:gd name="T12" fmla="*/ 6323 w 7312"/>
                  <a:gd name="T13" fmla="*/ 518 h 2693"/>
                  <a:gd name="T14" fmla="*/ 7312 w 7312"/>
                  <a:gd name="T15" fmla="*/ 2643 h 26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12" h="2693">
                    <a:moveTo>
                      <a:pt x="0" y="2693"/>
                    </a:moveTo>
                    <a:lnTo>
                      <a:pt x="1198" y="2661"/>
                    </a:lnTo>
                    <a:cubicBezTo>
                      <a:pt x="1752" y="2339"/>
                      <a:pt x="1609" y="1164"/>
                      <a:pt x="1888" y="738"/>
                    </a:cubicBezTo>
                    <a:cubicBezTo>
                      <a:pt x="2167" y="311"/>
                      <a:pt x="2266" y="204"/>
                      <a:pt x="2873" y="102"/>
                    </a:cubicBezTo>
                    <a:cubicBezTo>
                      <a:pt x="3480" y="0"/>
                      <a:pt x="5088" y="123"/>
                      <a:pt x="5531" y="127"/>
                    </a:cubicBezTo>
                    <a:lnTo>
                      <a:pt x="5531" y="127"/>
                    </a:lnTo>
                    <a:cubicBezTo>
                      <a:pt x="5663" y="192"/>
                      <a:pt x="6026" y="99"/>
                      <a:pt x="6323" y="518"/>
                    </a:cubicBezTo>
                    <a:cubicBezTo>
                      <a:pt x="6620" y="938"/>
                      <a:pt x="6699" y="2276"/>
                      <a:pt x="7312" y="2643"/>
                    </a:cubicBez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5" name="Freeform 135">
                <a:extLst>
                  <a:ext uri="{FF2B5EF4-FFF2-40B4-BE49-F238E27FC236}">
                    <a16:creationId xmlns:a16="http://schemas.microsoft.com/office/drawing/2014/main" id="{BDA543D0-A9A3-C9AF-371D-4D452C4C50A1}"/>
                  </a:ext>
                </a:extLst>
              </p:cNvPr>
              <p:cNvSpPr>
                <a:spLocks/>
              </p:cNvSpPr>
              <p:nvPr/>
            </p:nvSpPr>
            <p:spPr bwMode="auto">
              <a:xfrm>
                <a:off x="2283041" y="5582714"/>
                <a:ext cx="1271588" cy="322263"/>
              </a:xfrm>
              <a:custGeom>
                <a:avLst/>
                <a:gdLst>
                  <a:gd name="T0" fmla="*/ 0 w 4804"/>
                  <a:gd name="T1" fmla="*/ 1334 h 1334"/>
                  <a:gd name="T2" fmla="*/ 1315 w 4804"/>
                  <a:gd name="T3" fmla="*/ 1330 h 1334"/>
                  <a:gd name="T4" fmla="*/ 1660 w 4804"/>
                  <a:gd name="T5" fmla="*/ 368 h 1334"/>
                  <a:gd name="T6" fmla="*/ 2152 w 4804"/>
                  <a:gd name="T7" fmla="*/ 51 h 1334"/>
                  <a:gd name="T8" fmla="*/ 3479 w 4804"/>
                  <a:gd name="T9" fmla="*/ 63 h 1334"/>
                  <a:gd name="T10" fmla="*/ 3479 w 4804"/>
                  <a:gd name="T11" fmla="*/ 63 h 1334"/>
                  <a:gd name="T12" fmla="*/ 3875 w 4804"/>
                  <a:gd name="T13" fmla="*/ 259 h 1334"/>
                  <a:gd name="T14" fmla="*/ 4163 w 4804"/>
                  <a:gd name="T15" fmla="*/ 905 h 1334"/>
                  <a:gd name="T16" fmla="*/ 4369 w 4804"/>
                  <a:gd name="T17" fmla="*/ 1321 h 1334"/>
                  <a:gd name="T18" fmla="*/ 4804 w 4804"/>
                  <a:gd name="T19" fmla="*/ 1309 h 1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04" h="1334">
                    <a:moveTo>
                      <a:pt x="0" y="1334"/>
                    </a:moveTo>
                    <a:lnTo>
                      <a:pt x="1315" y="1330"/>
                    </a:lnTo>
                    <a:cubicBezTo>
                      <a:pt x="1591" y="1169"/>
                      <a:pt x="1520" y="582"/>
                      <a:pt x="1660" y="368"/>
                    </a:cubicBezTo>
                    <a:cubicBezTo>
                      <a:pt x="1799" y="155"/>
                      <a:pt x="1848" y="101"/>
                      <a:pt x="2152" y="51"/>
                    </a:cubicBezTo>
                    <a:cubicBezTo>
                      <a:pt x="2455" y="0"/>
                      <a:pt x="3258" y="61"/>
                      <a:pt x="3479" y="63"/>
                    </a:cubicBezTo>
                    <a:lnTo>
                      <a:pt x="3479" y="63"/>
                    </a:lnTo>
                    <a:cubicBezTo>
                      <a:pt x="3545" y="96"/>
                      <a:pt x="3727" y="49"/>
                      <a:pt x="3875" y="259"/>
                    </a:cubicBezTo>
                    <a:cubicBezTo>
                      <a:pt x="3989" y="399"/>
                      <a:pt x="4081" y="728"/>
                      <a:pt x="4163" y="905"/>
                    </a:cubicBezTo>
                    <a:cubicBezTo>
                      <a:pt x="4246" y="1082"/>
                      <a:pt x="4263" y="1253"/>
                      <a:pt x="4369" y="1321"/>
                    </a:cubicBezTo>
                    <a:lnTo>
                      <a:pt x="4804" y="1309"/>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6" name="Line 188">
                <a:extLst>
                  <a:ext uri="{FF2B5EF4-FFF2-40B4-BE49-F238E27FC236}">
                    <a16:creationId xmlns:a16="http://schemas.microsoft.com/office/drawing/2014/main" id="{DD4D4D8A-70EA-AA55-3814-368DF3DF3CF8}"/>
                  </a:ext>
                </a:extLst>
              </p:cNvPr>
              <p:cNvSpPr>
                <a:spLocks noChangeShapeType="1"/>
              </p:cNvSpPr>
              <p:nvPr/>
            </p:nvSpPr>
            <p:spPr bwMode="auto">
              <a:xfrm>
                <a:off x="1732178" y="5423964"/>
                <a:ext cx="103188"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7" name="Line 189">
                <a:extLst>
                  <a:ext uri="{FF2B5EF4-FFF2-40B4-BE49-F238E27FC236}">
                    <a16:creationId xmlns:a16="http://schemas.microsoft.com/office/drawing/2014/main" id="{FDFDB3EE-A1C7-18BD-C5F7-7C25704788CD}"/>
                  </a:ext>
                </a:extLst>
              </p:cNvPr>
              <p:cNvSpPr>
                <a:spLocks noChangeShapeType="1"/>
              </p:cNvSpPr>
              <p:nvPr/>
            </p:nvSpPr>
            <p:spPr bwMode="auto">
              <a:xfrm>
                <a:off x="1836953" y="5101702"/>
                <a:ext cx="790575"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8" name="Line 190">
                <a:extLst>
                  <a:ext uri="{FF2B5EF4-FFF2-40B4-BE49-F238E27FC236}">
                    <a16:creationId xmlns:a16="http://schemas.microsoft.com/office/drawing/2014/main" id="{7B696C3F-0CF0-F6F5-AB8C-B822C0B9072F}"/>
                  </a:ext>
                </a:extLst>
              </p:cNvPr>
              <p:cNvSpPr>
                <a:spLocks noChangeShapeType="1"/>
              </p:cNvSpPr>
              <p:nvPr/>
            </p:nvSpPr>
            <p:spPr bwMode="auto">
              <a:xfrm>
                <a:off x="1836953" y="5103289"/>
                <a:ext cx="0" cy="320675"/>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9" name="Line 191">
                <a:extLst>
                  <a:ext uri="{FF2B5EF4-FFF2-40B4-BE49-F238E27FC236}">
                    <a16:creationId xmlns:a16="http://schemas.microsoft.com/office/drawing/2014/main" id="{DF11505A-0B86-7DFF-004E-4AFB9FF180CF}"/>
                  </a:ext>
                </a:extLst>
              </p:cNvPr>
              <p:cNvSpPr>
                <a:spLocks noChangeShapeType="1"/>
              </p:cNvSpPr>
              <p:nvPr/>
            </p:nvSpPr>
            <p:spPr bwMode="auto">
              <a:xfrm>
                <a:off x="2627528" y="5101702"/>
                <a:ext cx="0" cy="322263"/>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0" name="Line 192">
                <a:extLst>
                  <a:ext uri="{FF2B5EF4-FFF2-40B4-BE49-F238E27FC236}">
                    <a16:creationId xmlns:a16="http://schemas.microsoft.com/office/drawing/2014/main" id="{9324F5D8-B118-1387-B126-5C876D39EE46}"/>
                  </a:ext>
                </a:extLst>
              </p:cNvPr>
              <p:cNvSpPr>
                <a:spLocks noChangeShapeType="1"/>
              </p:cNvSpPr>
              <p:nvPr/>
            </p:nvSpPr>
            <p:spPr bwMode="auto">
              <a:xfrm>
                <a:off x="2633878" y="5428727"/>
                <a:ext cx="38100"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1" name="Line 197">
                <a:extLst>
                  <a:ext uri="{FF2B5EF4-FFF2-40B4-BE49-F238E27FC236}">
                    <a16:creationId xmlns:a16="http://schemas.microsoft.com/office/drawing/2014/main" id="{38D0FC88-6E44-61CE-1AB3-48729D7C5EE0}"/>
                  </a:ext>
                </a:extLst>
              </p:cNvPr>
              <p:cNvSpPr>
                <a:spLocks noChangeShapeType="1"/>
              </p:cNvSpPr>
              <p:nvPr/>
            </p:nvSpPr>
            <p:spPr bwMode="auto">
              <a:xfrm>
                <a:off x="2506878" y="5911327"/>
                <a:ext cx="149225"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2" name="Line 198">
                <a:extLst>
                  <a:ext uri="{FF2B5EF4-FFF2-40B4-BE49-F238E27FC236}">
                    <a16:creationId xmlns:a16="http://schemas.microsoft.com/office/drawing/2014/main" id="{DEF38258-83BA-362F-762F-56E4D3EB262B}"/>
                  </a:ext>
                </a:extLst>
              </p:cNvPr>
              <p:cNvSpPr>
                <a:spLocks noChangeShapeType="1"/>
              </p:cNvSpPr>
              <p:nvPr/>
            </p:nvSpPr>
            <p:spPr bwMode="auto">
              <a:xfrm>
                <a:off x="2654516" y="5590652"/>
                <a:ext cx="722313"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3" name="Line 199">
                <a:extLst>
                  <a:ext uri="{FF2B5EF4-FFF2-40B4-BE49-F238E27FC236}">
                    <a16:creationId xmlns:a16="http://schemas.microsoft.com/office/drawing/2014/main" id="{E4F39654-042F-163E-70B9-180BBD0524A8}"/>
                  </a:ext>
                </a:extLst>
              </p:cNvPr>
              <p:cNvSpPr>
                <a:spLocks noChangeShapeType="1"/>
              </p:cNvSpPr>
              <p:nvPr/>
            </p:nvSpPr>
            <p:spPr bwMode="auto">
              <a:xfrm>
                <a:off x="2654516" y="5590652"/>
                <a:ext cx="0" cy="322263"/>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4" name="Line 200">
                <a:extLst>
                  <a:ext uri="{FF2B5EF4-FFF2-40B4-BE49-F238E27FC236}">
                    <a16:creationId xmlns:a16="http://schemas.microsoft.com/office/drawing/2014/main" id="{818DA332-CFEB-D584-FD60-E3B7388A6B6F}"/>
                  </a:ext>
                </a:extLst>
              </p:cNvPr>
              <p:cNvSpPr>
                <a:spLocks noChangeShapeType="1"/>
              </p:cNvSpPr>
              <p:nvPr/>
            </p:nvSpPr>
            <p:spPr bwMode="auto">
              <a:xfrm>
                <a:off x="3376828" y="5590652"/>
                <a:ext cx="0" cy="320675"/>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5" name="Line 201">
                <a:extLst>
                  <a:ext uri="{FF2B5EF4-FFF2-40B4-BE49-F238E27FC236}">
                    <a16:creationId xmlns:a16="http://schemas.microsoft.com/office/drawing/2014/main" id="{A9AFD0EE-05A5-F086-B0A8-293ED68A0BB6}"/>
                  </a:ext>
                </a:extLst>
              </p:cNvPr>
              <p:cNvSpPr>
                <a:spLocks noChangeShapeType="1"/>
              </p:cNvSpPr>
              <p:nvPr/>
            </p:nvSpPr>
            <p:spPr bwMode="auto">
              <a:xfrm>
                <a:off x="3392703" y="5911327"/>
                <a:ext cx="196850" cy="0"/>
              </a:xfrm>
              <a:prstGeom prst="line">
                <a:avLst/>
              </a:prstGeom>
              <a:noFill/>
              <a:ln w="23813" cap="rnd">
                <a:solidFill>
                  <a:srgbClr val="00B05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6" name="Oval 223">
                <a:extLst>
                  <a:ext uri="{FF2B5EF4-FFF2-40B4-BE49-F238E27FC236}">
                    <a16:creationId xmlns:a16="http://schemas.microsoft.com/office/drawing/2014/main" id="{50CDF683-7EE6-8A38-F48B-BF24D4FDA13B}"/>
                  </a:ext>
                </a:extLst>
              </p:cNvPr>
              <p:cNvSpPr>
                <a:spLocks noChangeArrowheads="1"/>
              </p:cNvSpPr>
              <p:nvPr/>
            </p:nvSpPr>
            <p:spPr bwMode="auto">
              <a:xfrm>
                <a:off x="2621178" y="5398564"/>
                <a:ext cx="50800"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7" name="Oval 224">
                <a:extLst>
                  <a:ext uri="{FF2B5EF4-FFF2-40B4-BE49-F238E27FC236}">
                    <a16:creationId xmlns:a16="http://schemas.microsoft.com/office/drawing/2014/main" id="{E7C62E73-7852-5D2F-FBFD-B20174EEC9DB}"/>
                  </a:ext>
                </a:extLst>
              </p:cNvPr>
              <p:cNvSpPr>
                <a:spLocks noChangeArrowheads="1"/>
              </p:cNvSpPr>
              <p:nvPr/>
            </p:nvSpPr>
            <p:spPr bwMode="auto">
              <a:xfrm>
                <a:off x="2621178" y="5398564"/>
                <a:ext cx="50800"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8" name="Oval 225">
                <a:extLst>
                  <a:ext uri="{FF2B5EF4-FFF2-40B4-BE49-F238E27FC236}">
                    <a16:creationId xmlns:a16="http://schemas.microsoft.com/office/drawing/2014/main" id="{CA751125-2B9D-C14C-4ADD-014F34406A95}"/>
                  </a:ext>
                </a:extLst>
              </p:cNvPr>
              <p:cNvSpPr>
                <a:spLocks noChangeArrowheads="1"/>
              </p:cNvSpPr>
              <p:nvPr/>
            </p:nvSpPr>
            <p:spPr bwMode="auto">
              <a:xfrm>
                <a:off x="1794091" y="5395389"/>
                <a:ext cx="49213"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99" name="Oval 226">
                <a:extLst>
                  <a:ext uri="{FF2B5EF4-FFF2-40B4-BE49-F238E27FC236}">
                    <a16:creationId xmlns:a16="http://schemas.microsoft.com/office/drawing/2014/main" id="{D12BB710-CCCA-1340-EC3A-0C174EA58926}"/>
                  </a:ext>
                </a:extLst>
              </p:cNvPr>
              <p:cNvSpPr>
                <a:spLocks noChangeArrowheads="1"/>
              </p:cNvSpPr>
              <p:nvPr/>
            </p:nvSpPr>
            <p:spPr bwMode="auto">
              <a:xfrm>
                <a:off x="1794091" y="5395389"/>
                <a:ext cx="49213"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00" name="Oval 227">
                <a:extLst>
                  <a:ext uri="{FF2B5EF4-FFF2-40B4-BE49-F238E27FC236}">
                    <a16:creationId xmlns:a16="http://schemas.microsoft.com/office/drawing/2014/main" id="{CDCAC505-7C3D-6695-1906-ED977A702E2C}"/>
                  </a:ext>
                </a:extLst>
              </p:cNvPr>
              <p:cNvSpPr>
                <a:spLocks noChangeArrowheads="1"/>
              </p:cNvSpPr>
              <p:nvPr/>
            </p:nvSpPr>
            <p:spPr bwMode="auto">
              <a:xfrm>
                <a:off x="2535453" y="5874814"/>
                <a:ext cx="50800"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01" name="Oval 228">
                <a:extLst>
                  <a:ext uri="{FF2B5EF4-FFF2-40B4-BE49-F238E27FC236}">
                    <a16:creationId xmlns:a16="http://schemas.microsoft.com/office/drawing/2014/main" id="{4CB02E25-0FF2-4ACA-F9D6-D0AF680214E3}"/>
                  </a:ext>
                </a:extLst>
              </p:cNvPr>
              <p:cNvSpPr>
                <a:spLocks noChangeArrowheads="1"/>
              </p:cNvSpPr>
              <p:nvPr/>
            </p:nvSpPr>
            <p:spPr bwMode="auto">
              <a:xfrm>
                <a:off x="2535453" y="5874814"/>
                <a:ext cx="50800"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02" name="Oval 229">
                <a:extLst>
                  <a:ext uri="{FF2B5EF4-FFF2-40B4-BE49-F238E27FC236}">
                    <a16:creationId xmlns:a16="http://schemas.microsoft.com/office/drawing/2014/main" id="{703B3282-F29D-E4B2-BFAD-E5F997A80014}"/>
                  </a:ext>
                </a:extLst>
              </p:cNvPr>
              <p:cNvSpPr>
                <a:spLocks noChangeArrowheads="1"/>
              </p:cNvSpPr>
              <p:nvPr/>
            </p:nvSpPr>
            <p:spPr bwMode="auto">
              <a:xfrm>
                <a:off x="2992653" y="5562077"/>
                <a:ext cx="50800" cy="46038"/>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03" name="Oval 230">
                <a:extLst>
                  <a:ext uri="{FF2B5EF4-FFF2-40B4-BE49-F238E27FC236}">
                    <a16:creationId xmlns:a16="http://schemas.microsoft.com/office/drawing/2014/main" id="{492C692D-9569-1BF9-9C1E-67F6E43CE215}"/>
                  </a:ext>
                </a:extLst>
              </p:cNvPr>
              <p:cNvSpPr>
                <a:spLocks noChangeArrowheads="1"/>
              </p:cNvSpPr>
              <p:nvPr/>
            </p:nvSpPr>
            <p:spPr bwMode="auto">
              <a:xfrm>
                <a:off x="2992653" y="5562077"/>
                <a:ext cx="50800" cy="46038"/>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04" name="Oval 231">
                <a:extLst>
                  <a:ext uri="{FF2B5EF4-FFF2-40B4-BE49-F238E27FC236}">
                    <a16:creationId xmlns:a16="http://schemas.microsoft.com/office/drawing/2014/main" id="{2BA17439-642F-2CB4-F2F3-6C521270B06F}"/>
                  </a:ext>
                </a:extLst>
              </p:cNvPr>
              <p:cNvSpPr>
                <a:spLocks noChangeArrowheads="1"/>
              </p:cNvSpPr>
              <p:nvPr/>
            </p:nvSpPr>
            <p:spPr bwMode="auto">
              <a:xfrm>
                <a:off x="3414928" y="5873227"/>
                <a:ext cx="49213" cy="44450"/>
              </a:xfrm>
              <a:prstGeom prst="ellipse">
                <a:avLst/>
              </a:prstGeom>
              <a:solidFill>
                <a:srgbClr val="FF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05" name="Oval 232">
                <a:extLst>
                  <a:ext uri="{FF2B5EF4-FFF2-40B4-BE49-F238E27FC236}">
                    <a16:creationId xmlns:a16="http://schemas.microsoft.com/office/drawing/2014/main" id="{7145AE24-8CAC-92BB-34AC-89B9386C69FB}"/>
                  </a:ext>
                </a:extLst>
              </p:cNvPr>
              <p:cNvSpPr>
                <a:spLocks noChangeArrowheads="1"/>
              </p:cNvSpPr>
              <p:nvPr/>
            </p:nvSpPr>
            <p:spPr bwMode="auto">
              <a:xfrm>
                <a:off x="3414928" y="5873227"/>
                <a:ext cx="49213" cy="44450"/>
              </a:xfrm>
              <a:prstGeom prst="ellipse">
                <a:avLst/>
              </a:prstGeom>
              <a:noFill/>
              <a:ln w="79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06" name="Rectangle 233">
                <a:extLst>
                  <a:ext uri="{FF2B5EF4-FFF2-40B4-BE49-F238E27FC236}">
                    <a16:creationId xmlns:a16="http://schemas.microsoft.com/office/drawing/2014/main" id="{FCB97C36-CF0A-6B2D-51B0-839910F70398}"/>
                  </a:ext>
                </a:extLst>
              </p:cNvPr>
              <p:cNvSpPr>
                <a:spLocks noChangeArrowheads="1"/>
              </p:cNvSpPr>
              <p:nvPr/>
            </p:nvSpPr>
            <p:spPr bwMode="auto">
              <a:xfrm>
                <a:off x="2349860" y="2212277"/>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2</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sp>
            <p:nvSpPr>
              <p:cNvPr id="107" name="Rectangle 233">
                <a:extLst>
                  <a:ext uri="{FF2B5EF4-FFF2-40B4-BE49-F238E27FC236}">
                    <a16:creationId xmlns:a16="http://schemas.microsoft.com/office/drawing/2014/main" id="{DB6DF43D-4590-A47A-25CF-C60C68D3B82F}"/>
                  </a:ext>
                </a:extLst>
              </p:cNvPr>
              <p:cNvSpPr>
                <a:spLocks noChangeArrowheads="1"/>
              </p:cNvSpPr>
              <p:nvPr/>
            </p:nvSpPr>
            <p:spPr bwMode="auto">
              <a:xfrm>
                <a:off x="3027853" y="2187886"/>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4</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sp>
            <p:nvSpPr>
              <p:cNvPr id="108" name="Rectangle 233">
                <a:extLst>
                  <a:ext uri="{FF2B5EF4-FFF2-40B4-BE49-F238E27FC236}">
                    <a16:creationId xmlns:a16="http://schemas.microsoft.com/office/drawing/2014/main" id="{C97D236B-E264-3AC2-62E0-2803C3299E22}"/>
                  </a:ext>
                </a:extLst>
              </p:cNvPr>
              <p:cNvSpPr>
                <a:spLocks noChangeArrowheads="1"/>
              </p:cNvSpPr>
              <p:nvPr/>
            </p:nvSpPr>
            <p:spPr bwMode="auto">
              <a:xfrm>
                <a:off x="2659619" y="2172150"/>
                <a:ext cx="11221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800" b="1" i="0" u="none" strike="noStrike" kern="0" cap="none" spc="0" normalizeH="0" baseline="0" noProof="0">
                    <a:ln>
                      <a:noFill/>
                    </a:ln>
                    <a:solidFill>
                      <a:srgbClr val="000000"/>
                    </a:solidFill>
                    <a:effectLst/>
                    <a:uLnTx/>
                    <a:uFillTx/>
                    <a:latin typeface="Arial" panose="020B0604020202020204" pitchFamily="34" charset="0"/>
                  </a:rPr>
                  <a:t>R</a:t>
                </a:r>
                <a:r>
                  <a:rPr kumimoji="0" lang="en-US" altLang="en-US" sz="800" b="1" i="0" u="none" strike="noStrike" kern="0" cap="none" spc="0" normalizeH="0" baseline="-25000" noProof="0">
                    <a:ln>
                      <a:noFill/>
                    </a:ln>
                    <a:solidFill>
                      <a:srgbClr val="000000"/>
                    </a:solidFill>
                    <a:effectLst/>
                    <a:uLnTx/>
                    <a:uFillTx/>
                    <a:latin typeface="Arial" panose="020B0604020202020204" pitchFamily="34" charset="0"/>
                  </a:rPr>
                  <a:t>3</a:t>
                </a:r>
                <a:endParaRPr kumimoji="0" lang="en-US" altLang="en-US" sz="1800" b="0" i="0" u="none" strike="noStrike" kern="0" cap="none" spc="0" normalizeH="0" baseline="-25000" noProof="0">
                  <a:ln>
                    <a:noFill/>
                  </a:ln>
                  <a:solidFill>
                    <a:prstClr val="black"/>
                  </a:solidFill>
                  <a:effectLst/>
                  <a:uLnTx/>
                  <a:uFillTx/>
                  <a:latin typeface="Arial" panose="020B0604020202020204" pitchFamily="34" charset="0"/>
                </a:endParaRPr>
              </a:p>
            </p:txBody>
          </p:sp>
        </p:grpSp>
        <p:sp>
          <p:nvSpPr>
            <p:cNvPr id="8" name="Freeform 17">
              <a:extLst>
                <a:ext uri="{FF2B5EF4-FFF2-40B4-BE49-F238E27FC236}">
                  <a16:creationId xmlns:a16="http://schemas.microsoft.com/office/drawing/2014/main" id="{578E4C35-9C51-9A40-CBD6-3F1D4E512E8A}"/>
                </a:ext>
              </a:extLst>
            </p:cNvPr>
            <p:cNvSpPr/>
            <p:nvPr/>
          </p:nvSpPr>
          <p:spPr>
            <a:xfrm flipV="1">
              <a:off x="1971467" y="1481732"/>
              <a:ext cx="1914976" cy="877211"/>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317788"/>
                <a:gd name="connsiteY0" fmla="*/ 1963864 h 1963864"/>
                <a:gd name="connsiteX1" fmla="*/ 391708 w 3317788"/>
                <a:gd name="connsiteY1" fmla="*/ 1400251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511284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623825 w 3317788"/>
                <a:gd name="connsiteY3" fmla="*/ 753137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85603 w 3317788"/>
                <a:gd name="connsiteY4" fmla="*/ 353539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317362 w 3317788"/>
                <a:gd name="connsiteY1" fmla="*/ 1317124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426319 w 3317788"/>
                <a:gd name="connsiteY2" fmla="*/ 1041525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70721 w 3317788"/>
                <a:gd name="connsiteY3" fmla="*/ 683864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74982 w 3317788"/>
                <a:gd name="connsiteY4" fmla="*/ 339684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1052889 w 3317788"/>
                <a:gd name="connsiteY5" fmla="*/ 58117 h 1963864"/>
                <a:gd name="connsiteX6" fmla="*/ 1263904 w 3317788"/>
                <a:gd name="connsiteY6" fmla="*/ 1847 h 1963864"/>
                <a:gd name="connsiteX7" fmla="*/ 1467887 w 3317788"/>
                <a:gd name="connsiteY7" fmla="*/ 28651 h 1963864"/>
                <a:gd name="connsiteX8" fmla="*/ 1664833 w 3317788"/>
                <a:gd name="connsiteY8" fmla="*/ 191762 h 1963864"/>
                <a:gd name="connsiteX9" fmla="*/ 1812545 w 3317788"/>
                <a:gd name="connsiteY9" fmla="*/ 577291 h 1963864"/>
                <a:gd name="connsiteX10" fmla="*/ 2037627 w 3317788"/>
                <a:gd name="connsiteY10" fmla="*/ 1429717 h 1963864"/>
                <a:gd name="connsiteX11" fmla="*/ 2192372 w 3317788"/>
                <a:gd name="connsiteY11" fmla="*/ 1774376 h 1963864"/>
                <a:gd name="connsiteX12" fmla="*/ 2361184 w 3317788"/>
                <a:gd name="connsiteY12" fmla="*/ 1908019 h 1963864"/>
                <a:gd name="connsiteX13" fmla="*/ 2621436 w 3317788"/>
                <a:gd name="connsiteY13" fmla="*/ 1795478 h 1963864"/>
                <a:gd name="connsiteX14" fmla="*/ 2909825 w 3317788"/>
                <a:gd name="connsiteY14" fmla="*/ 1210337 h 1963864"/>
                <a:gd name="connsiteX15" fmla="*/ 3036433 w 3317788"/>
                <a:gd name="connsiteY15" fmla="*/ 923280 h 1963864"/>
                <a:gd name="connsiteX16" fmla="*/ 3141942 w 3317788"/>
                <a:gd name="connsiteY16" fmla="*/ 577291 h 1963864"/>
                <a:gd name="connsiteX17" fmla="*/ 3275585 w 3317788"/>
                <a:gd name="connsiteY17" fmla="*/ 204497 h 1963864"/>
                <a:gd name="connsiteX18" fmla="*/ 3317788 w 3317788"/>
                <a:gd name="connsiteY18"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51694 w 3317788"/>
                <a:gd name="connsiteY5" fmla="*/ 109221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3864 h 1963864"/>
                <a:gd name="connsiteX1" fmla="*/ 264258 w 3317788"/>
                <a:gd name="connsiteY1" fmla="*/ 1303269 h 1963864"/>
                <a:gd name="connsiteX2" fmla="*/ 373215 w 3317788"/>
                <a:gd name="connsiteY2" fmla="*/ 1055379 h 1963864"/>
                <a:gd name="connsiteX3" fmla="*/ 549480 w 3317788"/>
                <a:gd name="connsiteY3" fmla="*/ 628446 h 1963864"/>
                <a:gd name="connsiteX4" fmla="*/ 753741 w 3317788"/>
                <a:gd name="connsiteY4" fmla="*/ 284266 h 1963864"/>
                <a:gd name="connsiteX5" fmla="*/ 930453 w 3317788"/>
                <a:gd name="connsiteY5" fmla="*/ 53803 h 1963864"/>
                <a:gd name="connsiteX6" fmla="*/ 1052889 w 3317788"/>
                <a:gd name="connsiteY6" fmla="*/ 58117 h 1963864"/>
                <a:gd name="connsiteX7" fmla="*/ 1263904 w 3317788"/>
                <a:gd name="connsiteY7" fmla="*/ 1847 h 1963864"/>
                <a:gd name="connsiteX8" fmla="*/ 1467887 w 3317788"/>
                <a:gd name="connsiteY8" fmla="*/ 28651 h 1963864"/>
                <a:gd name="connsiteX9" fmla="*/ 1664833 w 3317788"/>
                <a:gd name="connsiteY9" fmla="*/ 191762 h 1963864"/>
                <a:gd name="connsiteX10" fmla="*/ 1812545 w 3317788"/>
                <a:gd name="connsiteY10" fmla="*/ 577291 h 1963864"/>
                <a:gd name="connsiteX11" fmla="*/ 2037627 w 3317788"/>
                <a:gd name="connsiteY11" fmla="*/ 1429717 h 1963864"/>
                <a:gd name="connsiteX12" fmla="*/ 2192372 w 3317788"/>
                <a:gd name="connsiteY12" fmla="*/ 1774376 h 1963864"/>
                <a:gd name="connsiteX13" fmla="*/ 2361184 w 3317788"/>
                <a:gd name="connsiteY13" fmla="*/ 1908019 h 1963864"/>
                <a:gd name="connsiteX14" fmla="*/ 2621436 w 3317788"/>
                <a:gd name="connsiteY14" fmla="*/ 1795478 h 1963864"/>
                <a:gd name="connsiteX15" fmla="*/ 2909825 w 3317788"/>
                <a:gd name="connsiteY15" fmla="*/ 1210337 h 1963864"/>
                <a:gd name="connsiteX16" fmla="*/ 3036433 w 3317788"/>
                <a:gd name="connsiteY16" fmla="*/ 923280 h 1963864"/>
                <a:gd name="connsiteX17" fmla="*/ 3141942 w 3317788"/>
                <a:gd name="connsiteY17" fmla="*/ 577291 h 1963864"/>
                <a:gd name="connsiteX18" fmla="*/ 3275585 w 3317788"/>
                <a:gd name="connsiteY18" fmla="*/ 204497 h 1963864"/>
                <a:gd name="connsiteX19" fmla="*/ 3317788 w 3317788"/>
                <a:gd name="connsiteY19" fmla="*/ 51084 h 1963864"/>
                <a:gd name="connsiteX0" fmla="*/ 0 w 3317788"/>
                <a:gd name="connsiteY0" fmla="*/ 1962531 h 1962531"/>
                <a:gd name="connsiteX1" fmla="*/ 264258 w 3317788"/>
                <a:gd name="connsiteY1" fmla="*/ 1301936 h 1962531"/>
                <a:gd name="connsiteX2" fmla="*/ 373215 w 3317788"/>
                <a:gd name="connsiteY2" fmla="*/ 1054046 h 1962531"/>
                <a:gd name="connsiteX3" fmla="*/ 549480 w 3317788"/>
                <a:gd name="connsiteY3" fmla="*/ 627113 h 1962531"/>
                <a:gd name="connsiteX4" fmla="*/ 753741 w 3317788"/>
                <a:gd name="connsiteY4" fmla="*/ 282933 h 1962531"/>
                <a:gd name="connsiteX5" fmla="*/ 930453 w 3317788"/>
                <a:gd name="connsiteY5" fmla="*/ 52470 h 1962531"/>
                <a:gd name="connsiteX6" fmla="*/ 1045432 w 3317788"/>
                <a:gd name="connsiteY6" fmla="*/ 13010 h 1962531"/>
                <a:gd name="connsiteX7" fmla="*/ 1263904 w 3317788"/>
                <a:gd name="connsiteY7" fmla="*/ 514 h 1962531"/>
                <a:gd name="connsiteX8" fmla="*/ 1467887 w 3317788"/>
                <a:gd name="connsiteY8" fmla="*/ 27318 h 1962531"/>
                <a:gd name="connsiteX9" fmla="*/ 1664833 w 3317788"/>
                <a:gd name="connsiteY9" fmla="*/ 190429 h 1962531"/>
                <a:gd name="connsiteX10" fmla="*/ 1812545 w 3317788"/>
                <a:gd name="connsiteY10" fmla="*/ 575958 h 1962531"/>
                <a:gd name="connsiteX11" fmla="*/ 2037627 w 3317788"/>
                <a:gd name="connsiteY11" fmla="*/ 1428384 h 1962531"/>
                <a:gd name="connsiteX12" fmla="*/ 2192372 w 3317788"/>
                <a:gd name="connsiteY12" fmla="*/ 1773043 h 1962531"/>
                <a:gd name="connsiteX13" fmla="*/ 2361184 w 3317788"/>
                <a:gd name="connsiteY13" fmla="*/ 1906686 h 1962531"/>
                <a:gd name="connsiteX14" fmla="*/ 2621436 w 3317788"/>
                <a:gd name="connsiteY14" fmla="*/ 1794145 h 1962531"/>
                <a:gd name="connsiteX15" fmla="*/ 2909825 w 3317788"/>
                <a:gd name="connsiteY15" fmla="*/ 1209004 h 1962531"/>
                <a:gd name="connsiteX16" fmla="*/ 3036433 w 3317788"/>
                <a:gd name="connsiteY16" fmla="*/ 921947 h 1962531"/>
                <a:gd name="connsiteX17" fmla="*/ 3141942 w 3317788"/>
                <a:gd name="connsiteY17" fmla="*/ 575958 h 1962531"/>
                <a:gd name="connsiteX18" fmla="*/ 3275585 w 3317788"/>
                <a:gd name="connsiteY18" fmla="*/ 203164 h 1962531"/>
                <a:gd name="connsiteX19" fmla="*/ 3317788 w 3317788"/>
                <a:gd name="connsiteY19" fmla="*/ 49751 h 1962531"/>
                <a:gd name="connsiteX0" fmla="*/ 0 w 3317788"/>
                <a:gd name="connsiteY0" fmla="*/ 1976836 h 1976836"/>
                <a:gd name="connsiteX1" fmla="*/ 264258 w 3317788"/>
                <a:gd name="connsiteY1" fmla="*/ 1316241 h 1976836"/>
                <a:gd name="connsiteX2" fmla="*/ 373215 w 3317788"/>
                <a:gd name="connsiteY2" fmla="*/ 1068351 h 1976836"/>
                <a:gd name="connsiteX3" fmla="*/ 549480 w 3317788"/>
                <a:gd name="connsiteY3" fmla="*/ 641418 h 1976836"/>
                <a:gd name="connsiteX4" fmla="*/ 753741 w 3317788"/>
                <a:gd name="connsiteY4" fmla="*/ 297238 h 1976836"/>
                <a:gd name="connsiteX5" fmla="*/ 930453 w 3317788"/>
                <a:gd name="connsiteY5" fmla="*/ 66775 h 1976836"/>
                <a:gd name="connsiteX6" fmla="*/ 1045432 w 3317788"/>
                <a:gd name="connsiteY6" fmla="*/ 27315 h 1976836"/>
                <a:gd name="connsiteX7" fmla="*/ 1263904 w 3317788"/>
                <a:gd name="connsiteY7" fmla="*/ 14819 h 1976836"/>
                <a:gd name="connsiteX8" fmla="*/ 1467887 w 3317788"/>
                <a:gd name="connsiteY8" fmla="*/ 12440 h 1976836"/>
                <a:gd name="connsiteX9" fmla="*/ 1664833 w 3317788"/>
                <a:gd name="connsiteY9" fmla="*/ 204734 h 1976836"/>
                <a:gd name="connsiteX10" fmla="*/ 1812545 w 3317788"/>
                <a:gd name="connsiteY10" fmla="*/ 590263 h 1976836"/>
                <a:gd name="connsiteX11" fmla="*/ 2037627 w 3317788"/>
                <a:gd name="connsiteY11" fmla="*/ 1442689 h 1976836"/>
                <a:gd name="connsiteX12" fmla="*/ 2192372 w 3317788"/>
                <a:gd name="connsiteY12" fmla="*/ 1787348 h 1976836"/>
                <a:gd name="connsiteX13" fmla="*/ 2361184 w 3317788"/>
                <a:gd name="connsiteY13" fmla="*/ 1920991 h 1976836"/>
                <a:gd name="connsiteX14" fmla="*/ 2621436 w 3317788"/>
                <a:gd name="connsiteY14" fmla="*/ 1808450 h 1976836"/>
                <a:gd name="connsiteX15" fmla="*/ 2909825 w 3317788"/>
                <a:gd name="connsiteY15" fmla="*/ 1223309 h 1976836"/>
                <a:gd name="connsiteX16" fmla="*/ 3036433 w 3317788"/>
                <a:gd name="connsiteY16" fmla="*/ 936252 h 1976836"/>
                <a:gd name="connsiteX17" fmla="*/ 3141942 w 3317788"/>
                <a:gd name="connsiteY17" fmla="*/ 590263 h 1976836"/>
                <a:gd name="connsiteX18" fmla="*/ 3275585 w 3317788"/>
                <a:gd name="connsiteY18" fmla="*/ 217469 h 1976836"/>
                <a:gd name="connsiteX19" fmla="*/ 3317788 w 3317788"/>
                <a:gd name="connsiteY19" fmla="*/ 64056 h 1976836"/>
                <a:gd name="connsiteX0" fmla="*/ 0 w 3317788"/>
                <a:gd name="connsiteY0" fmla="*/ 1997415 h 1997415"/>
                <a:gd name="connsiteX1" fmla="*/ 264258 w 3317788"/>
                <a:gd name="connsiteY1" fmla="*/ 1336820 h 1997415"/>
                <a:gd name="connsiteX2" fmla="*/ 373215 w 3317788"/>
                <a:gd name="connsiteY2" fmla="*/ 1088930 h 1997415"/>
                <a:gd name="connsiteX3" fmla="*/ 549480 w 3317788"/>
                <a:gd name="connsiteY3" fmla="*/ 661997 h 1997415"/>
                <a:gd name="connsiteX4" fmla="*/ 753741 w 3317788"/>
                <a:gd name="connsiteY4" fmla="*/ 317817 h 1997415"/>
                <a:gd name="connsiteX5" fmla="*/ 930453 w 3317788"/>
                <a:gd name="connsiteY5" fmla="*/ 87354 h 1997415"/>
                <a:gd name="connsiteX6" fmla="*/ 1045432 w 3317788"/>
                <a:gd name="connsiteY6" fmla="*/ 47894 h 1997415"/>
                <a:gd name="connsiteX7" fmla="*/ 1263904 w 3317788"/>
                <a:gd name="connsiteY7" fmla="*/ 1351 h 1997415"/>
                <a:gd name="connsiteX8" fmla="*/ 1467887 w 3317788"/>
                <a:gd name="connsiteY8" fmla="*/ 33019 h 1997415"/>
                <a:gd name="connsiteX9" fmla="*/ 1664833 w 3317788"/>
                <a:gd name="connsiteY9" fmla="*/ 225313 h 1997415"/>
                <a:gd name="connsiteX10" fmla="*/ 1812545 w 3317788"/>
                <a:gd name="connsiteY10" fmla="*/ 610842 h 1997415"/>
                <a:gd name="connsiteX11" fmla="*/ 2037627 w 3317788"/>
                <a:gd name="connsiteY11" fmla="*/ 1463268 h 1997415"/>
                <a:gd name="connsiteX12" fmla="*/ 2192372 w 3317788"/>
                <a:gd name="connsiteY12" fmla="*/ 1807927 h 1997415"/>
                <a:gd name="connsiteX13" fmla="*/ 2361184 w 3317788"/>
                <a:gd name="connsiteY13" fmla="*/ 1941570 h 1997415"/>
                <a:gd name="connsiteX14" fmla="*/ 2621436 w 3317788"/>
                <a:gd name="connsiteY14" fmla="*/ 1829029 h 1997415"/>
                <a:gd name="connsiteX15" fmla="*/ 2909825 w 3317788"/>
                <a:gd name="connsiteY15" fmla="*/ 1243888 h 1997415"/>
                <a:gd name="connsiteX16" fmla="*/ 3036433 w 3317788"/>
                <a:gd name="connsiteY16" fmla="*/ 956831 h 1997415"/>
                <a:gd name="connsiteX17" fmla="*/ 3141942 w 3317788"/>
                <a:gd name="connsiteY17" fmla="*/ 610842 h 1997415"/>
                <a:gd name="connsiteX18" fmla="*/ 3275585 w 3317788"/>
                <a:gd name="connsiteY18" fmla="*/ 238048 h 1997415"/>
                <a:gd name="connsiteX19" fmla="*/ 3317788 w 3317788"/>
                <a:gd name="connsiteY19" fmla="*/ 84635 h 199741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361184 w 3317788"/>
                <a:gd name="connsiteY13" fmla="*/ 1940390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1998933"/>
                <a:gd name="connsiteX1" fmla="*/ 264258 w 3317788"/>
                <a:gd name="connsiteY1" fmla="*/ 1335640 h 1998933"/>
                <a:gd name="connsiteX2" fmla="*/ 373215 w 3317788"/>
                <a:gd name="connsiteY2" fmla="*/ 1087750 h 1998933"/>
                <a:gd name="connsiteX3" fmla="*/ 549480 w 3317788"/>
                <a:gd name="connsiteY3" fmla="*/ 660817 h 1998933"/>
                <a:gd name="connsiteX4" fmla="*/ 753741 w 3317788"/>
                <a:gd name="connsiteY4" fmla="*/ 316637 h 1998933"/>
                <a:gd name="connsiteX5" fmla="*/ 930453 w 3317788"/>
                <a:gd name="connsiteY5" fmla="*/ 86174 h 1998933"/>
                <a:gd name="connsiteX6" fmla="*/ 1045432 w 3317788"/>
                <a:gd name="connsiteY6" fmla="*/ 22395 h 1998933"/>
                <a:gd name="connsiteX7" fmla="*/ 1263904 w 3317788"/>
                <a:gd name="connsiteY7" fmla="*/ 171 h 1998933"/>
                <a:gd name="connsiteX8" fmla="*/ 1467887 w 3317788"/>
                <a:gd name="connsiteY8" fmla="*/ 31839 h 1998933"/>
                <a:gd name="connsiteX9" fmla="*/ 1664833 w 3317788"/>
                <a:gd name="connsiteY9" fmla="*/ 224133 h 1998933"/>
                <a:gd name="connsiteX10" fmla="*/ 1812545 w 3317788"/>
                <a:gd name="connsiteY10" fmla="*/ 609662 h 1998933"/>
                <a:gd name="connsiteX11" fmla="*/ 2037627 w 3317788"/>
                <a:gd name="connsiteY11" fmla="*/ 1462088 h 1998933"/>
                <a:gd name="connsiteX12" fmla="*/ 2192372 w 3317788"/>
                <a:gd name="connsiteY12" fmla="*/ 1806747 h 1998933"/>
                <a:gd name="connsiteX13" fmla="*/ 2364912 w 3317788"/>
                <a:gd name="connsiteY13" fmla="*/ 1998756 h 1998933"/>
                <a:gd name="connsiteX14" fmla="*/ 2621436 w 3317788"/>
                <a:gd name="connsiteY14" fmla="*/ 1827849 h 1998933"/>
                <a:gd name="connsiteX15" fmla="*/ 2909825 w 3317788"/>
                <a:gd name="connsiteY15" fmla="*/ 1242708 h 1998933"/>
                <a:gd name="connsiteX16" fmla="*/ 3036433 w 3317788"/>
                <a:gd name="connsiteY16" fmla="*/ 955651 h 1998933"/>
                <a:gd name="connsiteX17" fmla="*/ 3141942 w 3317788"/>
                <a:gd name="connsiteY17" fmla="*/ 609662 h 1998933"/>
                <a:gd name="connsiteX18" fmla="*/ 3275585 w 3317788"/>
                <a:gd name="connsiteY18" fmla="*/ 236868 h 1998933"/>
                <a:gd name="connsiteX19" fmla="*/ 3317788 w 3317788"/>
                <a:gd name="connsiteY19" fmla="*/ 83455 h 1998933"/>
                <a:gd name="connsiteX0" fmla="*/ 0 w 3317788"/>
                <a:gd name="connsiteY0" fmla="*/ 1996235 h 2008638"/>
                <a:gd name="connsiteX1" fmla="*/ 264258 w 3317788"/>
                <a:gd name="connsiteY1" fmla="*/ 1335640 h 2008638"/>
                <a:gd name="connsiteX2" fmla="*/ 373215 w 3317788"/>
                <a:gd name="connsiteY2" fmla="*/ 1087750 h 2008638"/>
                <a:gd name="connsiteX3" fmla="*/ 549480 w 3317788"/>
                <a:gd name="connsiteY3" fmla="*/ 660817 h 2008638"/>
                <a:gd name="connsiteX4" fmla="*/ 753741 w 3317788"/>
                <a:gd name="connsiteY4" fmla="*/ 316637 h 2008638"/>
                <a:gd name="connsiteX5" fmla="*/ 930453 w 3317788"/>
                <a:gd name="connsiteY5" fmla="*/ 86174 h 2008638"/>
                <a:gd name="connsiteX6" fmla="*/ 1045432 w 3317788"/>
                <a:gd name="connsiteY6" fmla="*/ 22395 h 2008638"/>
                <a:gd name="connsiteX7" fmla="*/ 1263904 w 3317788"/>
                <a:gd name="connsiteY7" fmla="*/ 171 h 2008638"/>
                <a:gd name="connsiteX8" fmla="*/ 1467887 w 3317788"/>
                <a:gd name="connsiteY8" fmla="*/ 31839 h 2008638"/>
                <a:gd name="connsiteX9" fmla="*/ 1664833 w 3317788"/>
                <a:gd name="connsiteY9" fmla="*/ 224133 h 2008638"/>
                <a:gd name="connsiteX10" fmla="*/ 1812545 w 3317788"/>
                <a:gd name="connsiteY10" fmla="*/ 609662 h 2008638"/>
                <a:gd name="connsiteX11" fmla="*/ 2037627 w 3317788"/>
                <a:gd name="connsiteY11" fmla="*/ 1462088 h 2008638"/>
                <a:gd name="connsiteX12" fmla="*/ 2192372 w 3317788"/>
                <a:gd name="connsiteY12" fmla="*/ 1806747 h 2008638"/>
                <a:gd name="connsiteX13" fmla="*/ 2394741 w 3317788"/>
                <a:gd name="connsiteY13" fmla="*/ 2008484 h 2008638"/>
                <a:gd name="connsiteX14" fmla="*/ 2621436 w 3317788"/>
                <a:gd name="connsiteY14" fmla="*/ 1827849 h 2008638"/>
                <a:gd name="connsiteX15" fmla="*/ 2909825 w 3317788"/>
                <a:gd name="connsiteY15" fmla="*/ 1242708 h 2008638"/>
                <a:gd name="connsiteX16" fmla="*/ 3036433 w 3317788"/>
                <a:gd name="connsiteY16" fmla="*/ 955651 h 2008638"/>
                <a:gd name="connsiteX17" fmla="*/ 3141942 w 3317788"/>
                <a:gd name="connsiteY17" fmla="*/ 609662 h 2008638"/>
                <a:gd name="connsiteX18" fmla="*/ 3275585 w 3317788"/>
                <a:gd name="connsiteY18" fmla="*/ 236868 h 2008638"/>
                <a:gd name="connsiteX19" fmla="*/ 3317788 w 3317788"/>
                <a:gd name="connsiteY19" fmla="*/ 83455 h 2008638"/>
                <a:gd name="connsiteX0" fmla="*/ 0 w 3317788"/>
                <a:gd name="connsiteY0" fmla="*/ 1996235 h 1996235"/>
                <a:gd name="connsiteX1" fmla="*/ 264258 w 3317788"/>
                <a:gd name="connsiteY1" fmla="*/ 1335640 h 1996235"/>
                <a:gd name="connsiteX2" fmla="*/ 373215 w 3317788"/>
                <a:gd name="connsiteY2" fmla="*/ 1087750 h 1996235"/>
                <a:gd name="connsiteX3" fmla="*/ 549480 w 3317788"/>
                <a:gd name="connsiteY3" fmla="*/ 660817 h 1996235"/>
                <a:gd name="connsiteX4" fmla="*/ 753741 w 3317788"/>
                <a:gd name="connsiteY4" fmla="*/ 316637 h 1996235"/>
                <a:gd name="connsiteX5" fmla="*/ 930453 w 3317788"/>
                <a:gd name="connsiteY5" fmla="*/ 86174 h 1996235"/>
                <a:gd name="connsiteX6" fmla="*/ 1045432 w 3317788"/>
                <a:gd name="connsiteY6" fmla="*/ 22395 h 1996235"/>
                <a:gd name="connsiteX7" fmla="*/ 1263904 w 3317788"/>
                <a:gd name="connsiteY7" fmla="*/ 171 h 1996235"/>
                <a:gd name="connsiteX8" fmla="*/ 1467887 w 3317788"/>
                <a:gd name="connsiteY8" fmla="*/ 31839 h 1996235"/>
                <a:gd name="connsiteX9" fmla="*/ 1664833 w 3317788"/>
                <a:gd name="connsiteY9" fmla="*/ 224133 h 1996235"/>
                <a:gd name="connsiteX10" fmla="*/ 1812545 w 3317788"/>
                <a:gd name="connsiteY10" fmla="*/ 609662 h 1996235"/>
                <a:gd name="connsiteX11" fmla="*/ 2037627 w 3317788"/>
                <a:gd name="connsiteY11" fmla="*/ 1462088 h 1996235"/>
                <a:gd name="connsiteX12" fmla="*/ 2192372 w 3317788"/>
                <a:gd name="connsiteY12" fmla="*/ 1806747 h 1996235"/>
                <a:gd name="connsiteX13" fmla="*/ 2413384 w 3317788"/>
                <a:gd name="connsiteY13" fmla="*/ 1989029 h 1996235"/>
                <a:gd name="connsiteX14" fmla="*/ 2621436 w 3317788"/>
                <a:gd name="connsiteY14" fmla="*/ 1827849 h 1996235"/>
                <a:gd name="connsiteX15" fmla="*/ 2909825 w 3317788"/>
                <a:gd name="connsiteY15" fmla="*/ 1242708 h 1996235"/>
                <a:gd name="connsiteX16" fmla="*/ 3036433 w 3317788"/>
                <a:gd name="connsiteY16" fmla="*/ 955651 h 1996235"/>
                <a:gd name="connsiteX17" fmla="*/ 3141942 w 3317788"/>
                <a:gd name="connsiteY17" fmla="*/ 609662 h 1996235"/>
                <a:gd name="connsiteX18" fmla="*/ 3275585 w 3317788"/>
                <a:gd name="connsiteY18" fmla="*/ 236868 h 1996235"/>
                <a:gd name="connsiteX19" fmla="*/ 3317788 w 3317788"/>
                <a:gd name="connsiteY19" fmla="*/ 83455 h 1996235"/>
                <a:gd name="connsiteX0" fmla="*/ 0 w 3317788"/>
                <a:gd name="connsiteY0" fmla="*/ 1996235 h 2057214"/>
                <a:gd name="connsiteX1" fmla="*/ 264258 w 3317788"/>
                <a:gd name="connsiteY1" fmla="*/ 1335640 h 2057214"/>
                <a:gd name="connsiteX2" fmla="*/ 373215 w 3317788"/>
                <a:gd name="connsiteY2" fmla="*/ 1087750 h 2057214"/>
                <a:gd name="connsiteX3" fmla="*/ 549480 w 3317788"/>
                <a:gd name="connsiteY3" fmla="*/ 660817 h 2057214"/>
                <a:gd name="connsiteX4" fmla="*/ 753741 w 3317788"/>
                <a:gd name="connsiteY4" fmla="*/ 316637 h 2057214"/>
                <a:gd name="connsiteX5" fmla="*/ 930453 w 3317788"/>
                <a:gd name="connsiteY5" fmla="*/ 86174 h 2057214"/>
                <a:gd name="connsiteX6" fmla="*/ 1045432 w 3317788"/>
                <a:gd name="connsiteY6" fmla="*/ 22395 h 2057214"/>
                <a:gd name="connsiteX7" fmla="*/ 1263904 w 3317788"/>
                <a:gd name="connsiteY7" fmla="*/ 171 h 2057214"/>
                <a:gd name="connsiteX8" fmla="*/ 1467887 w 3317788"/>
                <a:gd name="connsiteY8" fmla="*/ 31839 h 2057214"/>
                <a:gd name="connsiteX9" fmla="*/ 1664833 w 3317788"/>
                <a:gd name="connsiteY9" fmla="*/ 224133 h 2057214"/>
                <a:gd name="connsiteX10" fmla="*/ 1812545 w 3317788"/>
                <a:gd name="connsiteY10" fmla="*/ 609662 h 2057214"/>
                <a:gd name="connsiteX11" fmla="*/ 2037627 w 3317788"/>
                <a:gd name="connsiteY11" fmla="*/ 1462088 h 2057214"/>
                <a:gd name="connsiteX12" fmla="*/ 2192372 w 3317788"/>
                <a:gd name="connsiteY12" fmla="*/ 1806747 h 2057214"/>
                <a:gd name="connsiteX13" fmla="*/ 2394741 w 3317788"/>
                <a:gd name="connsiteY13" fmla="*/ 2057122 h 2057214"/>
                <a:gd name="connsiteX14" fmla="*/ 2621436 w 3317788"/>
                <a:gd name="connsiteY14" fmla="*/ 1827849 h 2057214"/>
                <a:gd name="connsiteX15" fmla="*/ 2909825 w 3317788"/>
                <a:gd name="connsiteY15" fmla="*/ 1242708 h 2057214"/>
                <a:gd name="connsiteX16" fmla="*/ 3036433 w 3317788"/>
                <a:gd name="connsiteY16" fmla="*/ 955651 h 2057214"/>
                <a:gd name="connsiteX17" fmla="*/ 3141942 w 3317788"/>
                <a:gd name="connsiteY17" fmla="*/ 609662 h 2057214"/>
                <a:gd name="connsiteX18" fmla="*/ 3275585 w 3317788"/>
                <a:gd name="connsiteY18" fmla="*/ 236868 h 2057214"/>
                <a:gd name="connsiteX19" fmla="*/ 3317788 w 3317788"/>
                <a:gd name="connsiteY19" fmla="*/ 83455 h 2057214"/>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1012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28060"/>
                <a:gd name="connsiteX1" fmla="*/ 264258 w 3317788"/>
                <a:gd name="connsiteY1" fmla="*/ 1335640 h 2028060"/>
                <a:gd name="connsiteX2" fmla="*/ 373215 w 3317788"/>
                <a:gd name="connsiteY2" fmla="*/ 1087750 h 2028060"/>
                <a:gd name="connsiteX3" fmla="*/ 549480 w 3317788"/>
                <a:gd name="connsiteY3" fmla="*/ 660817 h 2028060"/>
                <a:gd name="connsiteX4" fmla="*/ 753741 w 3317788"/>
                <a:gd name="connsiteY4" fmla="*/ 316637 h 2028060"/>
                <a:gd name="connsiteX5" fmla="*/ 930453 w 3317788"/>
                <a:gd name="connsiteY5" fmla="*/ 86174 h 2028060"/>
                <a:gd name="connsiteX6" fmla="*/ 1045432 w 3317788"/>
                <a:gd name="connsiteY6" fmla="*/ 22395 h 2028060"/>
                <a:gd name="connsiteX7" fmla="*/ 1263904 w 3317788"/>
                <a:gd name="connsiteY7" fmla="*/ 171 h 2028060"/>
                <a:gd name="connsiteX8" fmla="*/ 1467887 w 3317788"/>
                <a:gd name="connsiteY8" fmla="*/ 31839 h 2028060"/>
                <a:gd name="connsiteX9" fmla="*/ 1664833 w 3317788"/>
                <a:gd name="connsiteY9" fmla="*/ 224133 h 2028060"/>
                <a:gd name="connsiteX10" fmla="*/ 1812545 w 3317788"/>
                <a:gd name="connsiteY10" fmla="*/ 609662 h 2028060"/>
                <a:gd name="connsiteX11" fmla="*/ 2037627 w 3317788"/>
                <a:gd name="connsiteY11" fmla="*/ 1462088 h 2028060"/>
                <a:gd name="connsiteX12" fmla="*/ 2192372 w 3317788"/>
                <a:gd name="connsiteY12" fmla="*/ 1806747 h 2028060"/>
                <a:gd name="connsiteX13" fmla="*/ 2398470 w 3317788"/>
                <a:gd name="connsiteY13" fmla="*/ 2027939 h 2028060"/>
                <a:gd name="connsiteX14" fmla="*/ 2621436 w 3317788"/>
                <a:gd name="connsiteY14" fmla="*/ 1827849 h 2028060"/>
                <a:gd name="connsiteX15" fmla="*/ 2909825 w 3317788"/>
                <a:gd name="connsiteY15" fmla="*/ 1242708 h 2028060"/>
                <a:gd name="connsiteX16" fmla="*/ 3036433 w 3317788"/>
                <a:gd name="connsiteY16" fmla="*/ 955651 h 2028060"/>
                <a:gd name="connsiteX17" fmla="*/ 3141942 w 3317788"/>
                <a:gd name="connsiteY17" fmla="*/ 609662 h 2028060"/>
                <a:gd name="connsiteX18" fmla="*/ 3275585 w 3317788"/>
                <a:gd name="connsiteY18" fmla="*/ 236868 h 2028060"/>
                <a:gd name="connsiteX19" fmla="*/ 3317788 w 3317788"/>
                <a:gd name="connsiteY19" fmla="*/ 83455 h 2028060"/>
                <a:gd name="connsiteX0" fmla="*/ 0 w 3317788"/>
                <a:gd name="connsiteY0" fmla="*/ 1996235 h 2042643"/>
                <a:gd name="connsiteX1" fmla="*/ 264258 w 3317788"/>
                <a:gd name="connsiteY1" fmla="*/ 1335640 h 2042643"/>
                <a:gd name="connsiteX2" fmla="*/ 373215 w 3317788"/>
                <a:gd name="connsiteY2" fmla="*/ 1087750 h 2042643"/>
                <a:gd name="connsiteX3" fmla="*/ 549480 w 3317788"/>
                <a:gd name="connsiteY3" fmla="*/ 660817 h 2042643"/>
                <a:gd name="connsiteX4" fmla="*/ 753741 w 3317788"/>
                <a:gd name="connsiteY4" fmla="*/ 316637 h 2042643"/>
                <a:gd name="connsiteX5" fmla="*/ 930453 w 3317788"/>
                <a:gd name="connsiteY5" fmla="*/ 86174 h 2042643"/>
                <a:gd name="connsiteX6" fmla="*/ 1045432 w 3317788"/>
                <a:gd name="connsiteY6" fmla="*/ 22395 h 2042643"/>
                <a:gd name="connsiteX7" fmla="*/ 1263904 w 3317788"/>
                <a:gd name="connsiteY7" fmla="*/ 171 h 2042643"/>
                <a:gd name="connsiteX8" fmla="*/ 1467887 w 3317788"/>
                <a:gd name="connsiteY8" fmla="*/ 31839 h 2042643"/>
                <a:gd name="connsiteX9" fmla="*/ 1664833 w 3317788"/>
                <a:gd name="connsiteY9" fmla="*/ 224133 h 2042643"/>
                <a:gd name="connsiteX10" fmla="*/ 1812545 w 3317788"/>
                <a:gd name="connsiteY10" fmla="*/ 609662 h 2042643"/>
                <a:gd name="connsiteX11" fmla="*/ 2037627 w 3317788"/>
                <a:gd name="connsiteY11" fmla="*/ 1462088 h 2042643"/>
                <a:gd name="connsiteX12" fmla="*/ 2192372 w 3317788"/>
                <a:gd name="connsiteY12" fmla="*/ 1806747 h 2042643"/>
                <a:gd name="connsiteX13" fmla="*/ 2346289 w 3317788"/>
                <a:gd name="connsiteY13" fmla="*/ 2002930 h 2042643"/>
                <a:gd name="connsiteX14" fmla="*/ 2398470 w 3317788"/>
                <a:gd name="connsiteY14" fmla="*/ 2027939 h 2042643"/>
                <a:gd name="connsiteX15" fmla="*/ 2621436 w 3317788"/>
                <a:gd name="connsiteY15" fmla="*/ 1827849 h 2042643"/>
                <a:gd name="connsiteX16" fmla="*/ 2909825 w 3317788"/>
                <a:gd name="connsiteY16" fmla="*/ 1242708 h 2042643"/>
                <a:gd name="connsiteX17" fmla="*/ 3036433 w 3317788"/>
                <a:gd name="connsiteY17" fmla="*/ 955651 h 2042643"/>
                <a:gd name="connsiteX18" fmla="*/ 3141942 w 3317788"/>
                <a:gd name="connsiteY18" fmla="*/ 609662 h 2042643"/>
                <a:gd name="connsiteX19" fmla="*/ 3275585 w 3317788"/>
                <a:gd name="connsiteY19" fmla="*/ 236868 h 2042643"/>
                <a:gd name="connsiteX20" fmla="*/ 3317788 w 3317788"/>
                <a:gd name="connsiteY20" fmla="*/ 83455 h 2042643"/>
                <a:gd name="connsiteX0" fmla="*/ 0 w 3317788"/>
                <a:gd name="connsiteY0" fmla="*/ 1996235 h 2033151"/>
                <a:gd name="connsiteX1" fmla="*/ 264258 w 3317788"/>
                <a:gd name="connsiteY1" fmla="*/ 1335640 h 2033151"/>
                <a:gd name="connsiteX2" fmla="*/ 373215 w 3317788"/>
                <a:gd name="connsiteY2" fmla="*/ 1087750 h 2033151"/>
                <a:gd name="connsiteX3" fmla="*/ 549480 w 3317788"/>
                <a:gd name="connsiteY3" fmla="*/ 660817 h 2033151"/>
                <a:gd name="connsiteX4" fmla="*/ 753741 w 3317788"/>
                <a:gd name="connsiteY4" fmla="*/ 316637 h 2033151"/>
                <a:gd name="connsiteX5" fmla="*/ 930453 w 3317788"/>
                <a:gd name="connsiteY5" fmla="*/ 86174 h 2033151"/>
                <a:gd name="connsiteX6" fmla="*/ 1045432 w 3317788"/>
                <a:gd name="connsiteY6" fmla="*/ 22395 h 2033151"/>
                <a:gd name="connsiteX7" fmla="*/ 1263904 w 3317788"/>
                <a:gd name="connsiteY7" fmla="*/ 171 h 2033151"/>
                <a:gd name="connsiteX8" fmla="*/ 1467887 w 3317788"/>
                <a:gd name="connsiteY8" fmla="*/ 31839 h 2033151"/>
                <a:gd name="connsiteX9" fmla="*/ 1664833 w 3317788"/>
                <a:gd name="connsiteY9" fmla="*/ 224133 h 2033151"/>
                <a:gd name="connsiteX10" fmla="*/ 1812545 w 3317788"/>
                <a:gd name="connsiteY10" fmla="*/ 609662 h 2033151"/>
                <a:gd name="connsiteX11" fmla="*/ 2037627 w 3317788"/>
                <a:gd name="connsiteY11" fmla="*/ 1462088 h 2033151"/>
                <a:gd name="connsiteX12" fmla="*/ 2192372 w 3317788"/>
                <a:gd name="connsiteY12" fmla="*/ 1806747 h 2033151"/>
                <a:gd name="connsiteX13" fmla="*/ 2346289 w 3317788"/>
                <a:gd name="connsiteY13" fmla="*/ 2002930 h 2033151"/>
                <a:gd name="connsiteX14" fmla="*/ 2435756 w 3317788"/>
                <a:gd name="connsiteY14" fmla="*/ 2013347 h 2033151"/>
                <a:gd name="connsiteX15" fmla="*/ 2621436 w 3317788"/>
                <a:gd name="connsiteY15" fmla="*/ 1827849 h 2033151"/>
                <a:gd name="connsiteX16" fmla="*/ 2909825 w 3317788"/>
                <a:gd name="connsiteY16" fmla="*/ 1242708 h 2033151"/>
                <a:gd name="connsiteX17" fmla="*/ 3036433 w 3317788"/>
                <a:gd name="connsiteY17" fmla="*/ 955651 h 2033151"/>
                <a:gd name="connsiteX18" fmla="*/ 3141942 w 3317788"/>
                <a:gd name="connsiteY18" fmla="*/ 609662 h 2033151"/>
                <a:gd name="connsiteX19" fmla="*/ 3275585 w 3317788"/>
                <a:gd name="connsiteY19" fmla="*/ 236868 h 2033151"/>
                <a:gd name="connsiteX20" fmla="*/ 3317788 w 3317788"/>
                <a:gd name="connsiteY20" fmla="*/ 83455 h 2033151"/>
                <a:gd name="connsiteX0" fmla="*/ 0 w 3317788"/>
                <a:gd name="connsiteY0" fmla="*/ 1996235 h 2028097"/>
                <a:gd name="connsiteX1" fmla="*/ 264258 w 3317788"/>
                <a:gd name="connsiteY1" fmla="*/ 1335640 h 2028097"/>
                <a:gd name="connsiteX2" fmla="*/ 373215 w 3317788"/>
                <a:gd name="connsiteY2" fmla="*/ 1087750 h 2028097"/>
                <a:gd name="connsiteX3" fmla="*/ 549480 w 3317788"/>
                <a:gd name="connsiteY3" fmla="*/ 660817 h 2028097"/>
                <a:gd name="connsiteX4" fmla="*/ 753741 w 3317788"/>
                <a:gd name="connsiteY4" fmla="*/ 316637 h 2028097"/>
                <a:gd name="connsiteX5" fmla="*/ 930453 w 3317788"/>
                <a:gd name="connsiteY5" fmla="*/ 86174 h 2028097"/>
                <a:gd name="connsiteX6" fmla="*/ 1045432 w 3317788"/>
                <a:gd name="connsiteY6" fmla="*/ 22395 h 2028097"/>
                <a:gd name="connsiteX7" fmla="*/ 1263904 w 3317788"/>
                <a:gd name="connsiteY7" fmla="*/ 171 h 2028097"/>
                <a:gd name="connsiteX8" fmla="*/ 1467887 w 3317788"/>
                <a:gd name="connsiteY8" fmla="*/ 31839 h 2028097"/>
                <a:gd name="connsiteX9" fmla="*/ 1664833 w 3317788"/>
                <a:gd name="connsiteY9" fmla="*/ 224133 h 2028097"/>
                <a:gd name="connsiteX10" fmla="*/ 1812545 w 3317788"/>
                <a:gd name="connsiteY10" fmla="*/ 609662 h 2028097"/>
                <a:gd name="connsiteX11" fmla="*/ 2037627 w 3317788"/>
                <a:gd name="connsiteY11" fmla="*/ 1462088 h 2028097"/>
                <a:gd name="connsiteX12" fmla="*/ 2192372 w 3317788"/>
                <a:gd name="connsiteY12" fmla="*/ 1806747 h 2028097"/>
                <a:gd name="connsiteX13" fmla="*/ 2346289 w 3317788"/>
                <a:gd name="connsiteY13" fmla="*/ 2002930 h 2028097"/>
                <a:gd name="connsiteX14" fmla="*/ 2461856 w 3317788"/>
                <a:gd name="connsiteY14" fmla="*/ 2003619 h 2028097"/>
                <a:gd name="connsiteX15" fmla="*/ 2621436 w 3317788"/>
                <a:gd name="connsiteY15" fmla="*/ 1827849 h 2028097"/>
                <a:gd name="connsiteX16" fmla="*/ 2909825 w 3317788"/>
                <a:gd name="connsiteY16" fmla="*/ 1242708 h 2028097"/>
                <a:gd name="connsiteX17" fmla="*/ 3036433 w 3317788"/>
                <a:gd name="connsiteY17" fmla="*/ 955651 h 2028097"/>
                <a:gd name="connsiteX18" fmla="*/ 3141942 w 3317788"/>
                <a:gd name="connsiteY18" fmla="*/ 609662 h 2028097"/>
                <a:gd name="connsiteX19" fmla="*/ 3275585 w 3317788"/>
                <a:gd name="connsiteY19" fmla="*/ 236868 h 2028097"/>
                <a:gd name="connsiteX20" fmla="*/ 3317788 w 3317788"/>
                <a:gd name="connsiteY20" fmla="*/ 83455 h 2028097"/>
                <a:gd name="connsiteX0" fmla="*/ 0 w 3317788"/>
                <a:gd name="connsiteY0" fmla="*/ 1996235 h 2024084"/>
                <a:gd name="connsiteX1" fmla="*/ 264258 w 3317788"/>
                <a:gd name="connsiteY1" fmla="*/ 1335640 h 2024084"/>
                <a:gd name="connsiteX2" fmla="*/ 373215 w 3317788"/>
                <a:gd name="connsiteY2" fmla="*/ 1087750 h 2024084"/>
                <a:gd name="connsiteX3" fmla="*/ 549480 w 3317788"/>
                <a:gd name="connsiteY3" fmla="*/ 660817 h 2024084"/>
                <a:gd name="connsiteX4" fmla="*/ 753741 w 3317788"/>
                <a:gd name="connsiteY4" fmla="*/ 316637 h 2024084"/>
                <a:gd name="connsiteX5" fmla="*/ 930453 w 3317788"/>
                <a:gd name="connsiteY5" fmla="*/ 86174 h 2024084"/>
                <a:gd name="connsiteX6" fmla="*/ 1045432 w 3317788"/>
                <a:gd name="connsiteY6" fmla="*/ 22395 h 2024084"/>
                <a:gd name="connsiteX7" fmla="*/ 1263904 w 3317788"/>
                <a:gd name="connsiteY7" fmla="*/ 171 h 2024084"/>
                <a:gd name="connsiteX8" fmla="*/ 1467887 w 3317788"/>
                <a:gd name="connsiteY8" fmla="*/ 31839 h 2024084"/>
                <a:gd name="connsiteX9" fmla="*/ 1664833 w 3317788"/>
                <a:gd name="connsiteY9" fmla="*/ 224133 h 2024084"/>
                <a:gd name="connsiteX10" fmla="*/ 1812545 w 3317788"/>
                <a:gd name="connsiteY10" fmla="*/ 609662 h 2024084"/>
                <a:gd name="connsiteX11" fmla="*/ 2037627 w 3317788"/>
                <a:gd name="connsiteY11" fmla="*/ 1462088 h 2024084"/>
                <a:gd name="connsiteX12" fmla="*/ 2192372 w 3317788"/>
                <a:gd name="connsiteY12" fmla="*/ 1806747 h 2024084"/>
                <a:gd name="connsiteX13" fmla="*/ 2346289 w 3317788"/>
                <a:gd name="connsiteY13" fmla="*/ 2002930 h 2024084"/>
                <a:gd name="connsiteX14" fmla="*/ 2476771 w 3317788"/>
                <a:gd name="connsiteY14" fmla="*/ 1993891 h 2024084"/>
                <a:gd name="connsiteX15" fmla="*/ 2621436 w 3317788"/>
                <a:gd name="connsiteY15" fmla="*/ 1827849 h 2024084"/>
                <a:gd name="connsiteX16" fmla="*/ 2909825 w 3317788"/>
                <a:gd name="connsiteY16" fmla="*/ 1242708 h 2024084"/>
                <a:gd name="connsiteX17" fmla="*/ 3036433 w 3317788"/>
                <a:gd name="connsiteY17" fmla="*/ 955651 h 2024084"/>
                <a:gd name="connsiteX18" fmla="*/ 3141942 w 3317788"/>
                <a:gd name="connsiteY18" fmla="*/ 609662 h 2024084"/>
                <a:gd name="connsiteX19" fmla="*/ 3275585 w 3317788"/>
                <a:gd name="connsiteY19" fmla="*/ 236868 h 2024084"/>
                <a:gd name="connsiteX20" fmla="*/ 3317788 w 3317788"/>
                <a:gd name="connsiteY20" fmla="*/ 83455 h 2024084"/>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37627 w 3317788"/>
                <a:gd name="connsiteY11" fmla="*/ 1462088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192372 w 3317788"/>
                <a:gd name="connsiteY12" fmla="*/ 1806747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18548"/>
                <a:gd name="connsiteX1" fmla="*/ 264258 w 3317788"/>
                <a:gd name="connsiteY1" fmla="*/ 1335640 h 2018548"/>
                <a:gd name="connsiteX2" fmla="*/ 373215 w 3317788"/>
                <a:gd name="connsiteY2" fmla="*/ 1087750 h 2018548"/>
                <a:gd name="connsiteX3" fmla="*/ 549480 w 3317788"/>
                <a:gd name="connsiteY3" fmla="*/ 660817 h 2018548"/>
                <a:gd name="connsiteX4" fmla="*/ 753741 w 3317788"/>
                <a:gd name="connsiteY4" fmla="*/ 316637 h 2018548"/>
                <a:gd name="connsiteX5" fmla="*/ 930453 w 3317788"/>
                <a:gd name="connsiteY5" fmla="*/ 86174 h 2018548"/>
                <a:gd name="connsiteX6" fmla="*/ 1045432 w 3317788"/>
                <a:gd name="connsiteY6" fmla="*/ 22395 h 2018548"/>
                <a:gd name="connsiteX7" fmla="*/ 1263904 w 3317788"/>
                <a:gd name="connsiteY7" fmla="*/ 171 h 2018548"/>
                <a:gd name="connsiteX8" fmla="*/ 1467887 w 3317788"/>
                <a:gd name="connsiteY8" fmla="*/ 31839 h 2018548"/>
                <a:gd name="connsiteX9" fmla="*/ 1664833 w 3317788"/>
                <a:gd name="connsiteY9" fmla="*/ 224133 h 2018548"/>
                <a:gd name="connsiteX10" fmla="*/ 1812545 w 3317788"/>
                <a:gd name="connsiteY10" fmla="*/ 609662 h 2018548"/>
                <a:gd name="connsiteX11" fmla="*/ 2063727 w 3317788"/>
                <a:gd name="connsiteY11" fmla="*/ 1447497 h 2018548"/>
                <a:gd name="connsiteX12" fmla="*/ 2211015 w 3317788"/>
                <a:gd name="connsiteY12" fmla="*/ 1801883 h 2018548"/>
                <a:gd name="connsiteX13" fmla="*/ 2346289 w 3317788"/>
                <a:gd name="connsiteY13" fmla="*/ 2002930 h 2018548"/>
                <a:gd name="connsiteX14" fmla="*/ 2510328 w 3317788"/>
                <a:gd name="connsiteY14" fmla="*/ 1974436 h 2018548"/>
                <a:gd name="connsiteX15" fmla="*/ 2621436 w 3317788"/>
                <a:gd name="connsiteY15" fmla="*/ 1827849 h 2018548"/>
                <a:gd name="connsiteX16" fmla="*/ 2909825 w 3317788"/>
                <a:gd name="connsiteY16" fmla="*/ 1242708 h 2018548"/>
                <a:gd name="connsiteX17" fmla="*/ 3036433 w 3317788"/>
                <a:gd name="connsiteY17" fmla="*/ 955651 h 2018548"/>
                <a:gd name="connsiteX18" fmla="*/ 3141942 w 3317788"/>
                <a:gd name="connsiteY18" fmla="*/ 609662 h 2018548"/>
                <a:gd name="connsiteX19" fmla="*/ 3275585 w 3317788"/>
                <a:gd name="connsiteY19" fmla="*/ 236868 h 2018548"/>
                <a:gd name="connsiteX20" fmla="*/ 3317788 w 3317788"/>
                <a:gd name="connsiteY20" fmla="*/ 83455 h 2018548"/>
                <a:gd name="connsiteX0" fmla="*/ 0 w 3317788"/>
                <a:gd name="connsiteY0" fmla="*/ 1996235 h 2007199"/>
                <a:gd name="connsiteX1" fmla="*/ 264258 w 3317788"/>
                <a:gd name="connsiteY1" fmla="*/ 1335640 h 2007199"/>
                <a:gd name="connsiteX2" fmla="*/ 373215 w 3317788"/>
                <a:gd name="connsiteY2" fmla="*/ 1087750 h 2007199"/>
                <a:gd name="connsiteX3" fmla="*/ 549480 w 3317788"/>
                <a:gd name="connsiteY3" fmla="*/ 660817 h 2007199"/>
                <a:gd name="connsiteX4" fmla="*/ 753741 w 3317788"/>
                <a:gd name="connsiteY4" fmla="*/ 316637 h 2007199"/>
                <a:gd name="connsiteX5" fmla="*/ 930453 w 3317788"/>
                <a:gd name="connsiteY5" fmla="*/ 86174 h 2007199"/>
                <a:gd name="connsiteX6" fmla="*/ 1045432 w 3317788"/>
                <a:gd name="connsiteY6" fmla="*/ 22395 h 2007199"/>
                <a:gd name="connsiteX7" fmla="*/ 1263904 w 3317788"/>
                <a:gd name="connsiteY7" fmla="*/ 171 h 2007199"/>
                <a:gd name="connsiteX8" fmla="*/ 1467887 w 3317788"/>
                <a:gd name="connsiteY8" fmla="*/ 31839 h 2007199"/>
                <a:gd name="connsiteX9" fmla="*/ 1664833 w 3317788"/>
                <a:gd name="connsiteY9" fmla="*/ 224133 h 2007199"/>
                <a:gd name="connsiteX10" fmla="*/ 1812545 w 3317788"/>
                <a:gd name="connsiteY10" fmla="*/ 609662 h 2007199"/>
                <a:gd name="connsiteX11" fmla="*/ 2063727 w 3317788"/>
                <a:gd name="connsiteY11" fmla="*/ 1447497 h 2007199"/>
                <a:gd name="connsiteX12" fmla="*/ 2211015 w 3317788"/>
                <a:gd name="connsiteY12" fmla="*/ 1801883 h 2007199"/>
                <a:gd name="connsiteX13" fmla="*/ 2346289 w 3317788"/>
                <a:gd name="connsiteY13" fmla="*/ 1988338 h 2007199"/>
                <a:gd name="connsiteX14" fmla="*/ 2510328 w 3317788"/>
                <a:gd name="connsiteY14" fmla="*/ 1974436 h 2007199"/>
                <a:gd name="connsiteX15" fmla="*/ 2621436 w 3317788"/>
                <a:gd name="connsiteY15" fmla="*/ 1827849 h 2007199"/>
                <a:gd name="connsiteX16" fmla="*/ 2909825 w 3317788"/>
                <a:gd name="connsiteY16" fmla="*/ 1242708 h 2007199"/>
                <a:gd name="connsiteX17" fmla="*/ 3036433 w 3317788"/>
                <a:gd name="connsiteY17" fmla="*/ 955651 h 2007199"/>
                <a:gd name="connsiteX18" fmla="*/ 3141942 w 3317788"/>
                <a:gd name="connsiteY18" fmla="*/ 609662 h 2007199"/>
                <a:gd name="connsiteX19" fmla="*/ 3275585 w 3317788"/>
                <a:gd name="connsiteY19" fmla="*/ 236868 h 2007199"/>
                <a:gd name="connsiteX20" fmla="*/ 3317788 w 3317788"/>
                <a:gd name="connsiteY20" fmla="*/ 83455 h 2007199"/>
                <a:gd name="connsiteX0" fmla="*/ 0 w 3317788"/>
                <a:gd name="connsiteY0" fmla="*/ 1996235 h 2003500"/>
                <a:gd name="connsiteX1" fmla="*/ 264258 w 3317788"/>
                <a:gd name="connsiteY1" fmla="*/ 1335640 h 2003500"/>
                <a:gd name="connsiteX2" fmla="*/ 373215 w 3317788"/>
                <a:gd name="connsiteY2" fmla="*/ 1087750 h 2003500"/>
                <a:gd name="connsiteX3" fmla="*/ 549480 w 3317788"/>
                <a:gd name="connsiteY3" fmla="*/ 660817 h 2003500"/>
                <a:gd name="connsiteX4" fmla="*/ 753741 w 3317788"/>
                <a:gd name="connsiteY4" fmla="*/ 316637 h 2003500"/>
                <a:gd name="connsiteX5" fmla="*/ 930453 w 3317788"/>
                <a:gd name="connsiteY5" fmla="*/ 86174 h 2003500"/>
                <a:gd name="connsiteX6" fmla="*/ 1045432 w 3317788"/>
                <a:gd name="connsiteY6" fmla="*/ 22395 h 2003500"/>
                <a:gd name="connsiteX7" fmla="*/ 1263904 w 3317788"/>
                <a:gd name="connsiteY7" fmla="*/ 171 h 2003500"/>
                <a:gd name="connsiteX8" fmla="*/ 1467887 w 3317788"/>
                <a:gd name="connsiteY8" fmla="*/ 31839 h 2003500"/>
                <a:gd name="connsiteX9" fmla="*/ 1664833 w 3317788"/>
                <a:gd name="connsiteY9" fmla="*/ 224133 h 2003500"/>
                <a:gd name="connsiteX10" fmla="*/ 1812545 w 3317788"/>
                <a:gd name="connsiteY10" fmla="*/ 609662 h 2003500"/>
                <a:gd name="connsiteX11" fmla="*/ 2063727 w 3317788"/>
                <a:gd name="connsiteY11" fmla="*/ 1447497 h 2003500"/>
                <a:gd name="connsiteX12" fmla="*/ 2211015 w 3317788"/>
                <a:gd name="connsiteY12" fmla="*/ 1801883 h 2003500"/>
                <a:gd name="connsiteX13" fmla="*/ 2346289 w 3317788"/>
                <a:gd name="connsiteY13" fmla="*/ 1988338 h 2003500"/>
                <a:gd name="connsiteX14" fmla="*/ 2525242 w 3317788"/>
                <a:gd name="connsiteY14" fmla="*/ 1959844 h 2003500"/>
                <a:gd name="connsiteX15" fmla="*/ 2621436 w 3317788"/>
                <a:gd name="connsiteY15" fmla="*/ 1827849 h 2003500"/>
                <a:gd name="connsiteX16" fmla="*/ 2909825 w 3317788"/>
                <a:gd name="connsiteY16" fmla="*/ 1242708 h 2003500"/>
                <a:gd name="connsiteX17" fmla="*/ 3036433 w 3317788"/>
                <a:gd name="connsiteY17" fmla="*/ 955651 h 2003500"/>
                <a:gd name="connsiteX18" fmla="*/ 3141942 w 3317788"/>
                <a:gd name="connsiteY18" fmla="*/ 609662 h 2003500"/>
                <a:gd name="connsiteX19" fmla="*/ 3275585 w 3317788"/>
                <a:gd name="connsiteY19" fmla="*/ 236868 h 2003500"/>
                <a:gd name="connsiteX20" fmla="*/ 3317788 w 3317788"/>
                <a:gd name="connsiteY20" fmla="*/ 83455 h 2003500"/>
                <a:gd name="connsiteX0" fmla="*/ 0 w 3317788"/>
                <a:gd name="connsiteY0" fmla="*/ 1996235 h 2035035"/>
                <a:gd name="connsiteX1" fmla="*/ 264258 w 3317788"/>
                <a:gd name="connsiteY1" fmla="*/ 1335640 h 2035035"/>
                <a:gd name="connsiteX2" fmla="*/ 373215 w 3317788"/>
                <a:gd name="connsiteY2" fmla="*/ 1087750 h 2035035"/>
                <a:gd name="connsiteX3" fmla="*/ 549480 w 3317788"/>
                <a:gd name="connsiteY3" fmla="*/ 660817 h 2035035"/>
                <a:gd name="connsiteX4" fmla="*/ 753741 w 3317788"/>
                <a:gd name="connsiteY4" fmla="*/ 316637 h 2035035"/>
                <a:gd name="connsiteX5" fmla="*/ 930453 w 3317788"/>
                <a:gd name="connsiteY5" fmla="*/ 86174 h 2035035"/>
                <a:gd name="connsiteX6" fmla="*/ 1045432 w 3317788"/>
                <a:gd name="connsiteY6" fmla="*/ 22395 h 2035035"/>
                <a:gd name="connsiteX7" fmla="*/ 1263904 w 3317788"/>
                <a:gd name="connsiteY7" fmla="*/ 171 h 2035035"/>
                <a:gd name="connsiteX8" fmla="*/ 1467887 w 3317788"/>
                <a:gd name="connsiteY8" fmla="*/ 31839 h 2035035"/>
                <a:gd name="connsiteX9" fmla="*/ 1664833 w 3317788"/>
                <a:gd name="connsiteY9" fmla="*/ 224133 h 2035035"/>
                <a:gd name="connsiteX10" fmla="*/ 1812545 w 3317788"/>
                <a:gd name="connsiteY10" fmla="*/ 609662 h 2035035"/>
                <a:gd name="connsiteX11" fmla="*/ 2063727 w 3317788"/>
                <a:gd name="connsiteY11" fmla="*/ 1447497 h 2035035"/>
                <a:gd name="connsiteX12" fmla="*/ 2211015 w 3317788"/>
                <a:gd name="connsiteY12" fmla="*/ 1801883 h 2035035"/>
                <a:gd name="connsiteX13" fmla="*/ 2346289 w 3317788"/>
                <a:gd name="connsiteY13" fmla="*/ 1988338 h 2035035"/>
                <a:gd name="connsiteX14" fmla="*/ 2525242 w 3317788"/>
                <a:gd name="connsiteY14" fmla="*/ 1959844 h 2035035"/>
                <a:gd name="connsiteX15" fmla="*/ 2909825 w 3317788"/>
                <a:gd name="connsiteY15" fmla="*/ 1242708 h 2035035"/>
                <a:gd name="connsiteX16" fmla="*/ 3036433 w 3317788"/>
                <a:gd name="connsiteY16" fmla="*/ 955651 h 2035035"/>
                <a:gd name="connsiteX17" fmla="*/ 3141942 w 3317788"/>
                <a:gd name="connsiteY17" fmla="*/ 609662 h 2035035"/>
                <a:gd name="connsiteX18" fmla="*/ 3275585 w 3317788"/>
                <a:gd name="connsiteY18" fmla="*/ 236868 h 2035035"/>
                <a:gd name="connsiteX19" fmla="*/ 3317788 w 3317788"/>
                <a:gd name="connsiteY19" fmla="*/ 83455 h 2035035"/>
                <a:gd name="connsiteX0" fmla="*/ 0 w 3317788"/>
                <a:gd name="connsiteY0" fmla="*/ 1996235 h 2016424"/>
                <a:gd name="connsiteX1" fmla="*/ 264258 w 3317788"/>
                <a:gd name="connsiteY1" fmla="*/ 1335640 h 2016424"/>
                <a:gd name="connsiteX2" fmla="*/ 373215 w 3317788"/>
                <a:gd name="connsiteY2" fmla="*/ 1087750 h 2016424"/>
                <a:gd name="connsiteX3" fmla="*/ 549480 w 3317788"/>
                <a:gd name="connsiteY3" fmla="*/ 660817 h 2016424"/>
                <a:gd name="connsiteX4" fmla="*/ 753741 w 3317788"/>
                <a:gd name="connsiteY4" fmla="*/ 316637 h 2016424"/>
                <a:gd name="connsiteX5" fmla="*/ 930453 w 3317788"/>
                <a:gd name="connsiteY5" fmla="*/ 86174 h 2016424"/>
                <a:gd name="connsiteX6" fmla="*/ 1045432 w 3317788"/>
                <a:gd name="connsiteY6" fmla="*/ 22395 h 2016424"/>
                <a:gd name="connsiteX7" fmla="*/ 1263904 w 3317788"/>
                <a:gd name="connsiteY7" fmla="*/ 171 h 2016424"/>
                <a:gd name="connsiteX8" fmla="*/ 1467887 w 3317788"/>
                <a:gd name="connsiteY8" fmla="*/ 31839 h 2016424"/>
                <a:gd name="connsiteX9" fmla="*/ 1664833 w 3317788"/>
                <a:gd name="connsiteY9" fmla="*/ 224133 h 2016424"/>
                <a:gd name="connsiteX10" fmla="*/ 1812545 w 3317788"/>
                <a:gd name="connsiteY10" fmla="*/ 609662 h 2016424"/>
                <a:gd name="connsiteX11" fmla="*/ 2063727 w 3317788"/>
                <a:gd name="connsiteY11" fmla="*/ 1447497 h 2016424"/>
                <a:gd name="connsiteX12" fmla="*/ 2211015 w 3317788"/>
                <a:gd name="connsiteY12" fmla="*/ 1801883 h 2016424"/>
                <a:gd name="connsiteX13" fmla="*/ 2346289 w 3317788"/>
                <a:gd name="connsiteY13" fmla="*/ 1988338 h 2016424"/>
                <a:gd name="connsiteX14" fmla="*/ 2625913 w 3317788"/>
                <a:gd name="connsiteY14" fmla="*/ 1920933 h 2016424"/>
                <a:gd name="connsiteX15" fmla="*/ 2909825 w 3317788"/>
                <a:gd name="connsiteY15" fmla="*/ 1242708 h 2016424"/>
                <a:gd name="connsiteX16" fmla="*/ 3036433 w 3317788"/>
                <a:gd name="connsiteY16" fmla="*/ 955651 h 2016424"/>
                <a:gd name="connsiteX17" fmla="*/ 3141942 w 3317788"/>
                <a:gd name="connsiteY17" fmla="*/ 609662 h 2016424"/>
                <a:gd name="connsiteX18" fmla="*/ 3275585 w 3317788"/>
                <a:gd name="connsiteY18" fmla="*/ 236868 h 2016424"/>
                <a:gd name="connsiteX19" fmla="*/ 3317788 w 3317788"/>
                <a:gd name="connsiteY19" fmla="*/ 83455 h 2016424"/>
                <a:gd name="connsiteX0" fmla="*/ 0 w 3317788"/>
                <a:gd name="connsiteY0" fmla="*/ 1996235 h 2001733"/>
                <a:gd name="connsiteX1" fmla="*/ 264258 w 3317788"/>
                <a:gd name="connsiteY1" fmla="*/ 1335640 h 2001733"/>
                <a:gd name="connsiteX2" fmla="*/ 373215 w 3317788"/>
                <a:gd name="connsiteY2" fmla="*/ 1087750 h 2001733"/>
                <a:gd name="connsiteX3" fmla="*/ 549480 w 3317788"/>
                <a:gd name="connsiteY3" fmla="*/ 660817 h 2001733"/>
                <a:gd name="connsiteX4" fmla="*/ 753741 w 3317788"/>
                <a:gd name="connsiteY4" fmla="*/ 316637 h 2001733"/>
                <a:gd name="connsiteX5" fmla="*/ 930453 w 3317788"/>
                <a:gd name="connsiteY5" fmla="*/ 86174 h 2001733"/>
                <a:gd name="connsiteX6" fmla="*/ 1045432 w 3317788"/>
                <a:gd name="connsiteY6" fmla="*/ 22395 h 2001733"/>
                <a:gd name="connsiteX7" fmla="*/ 1263904 w 3317788"/>
                <a:gd name="connsiteY7" fmla="*/ 171 h 2001733"/>
                <a:gd name="connsiteX8" fmla="*/ 1467887 w 3317788"/>
                <a:gd name="connsiteY8" fmla="*/ 31839 h 2001733"/>
                <a:gd name="connsiteX9" fmla="*/ 1664833 w 3317788"/>
                <a:gd name="connsiteY9" fmla="*/ 224133 h 2001733"/>
                <a:gd name="connsiteX10" fmla="*/ 1812545 w 3317788"/>
                <a:gd name="connsiteY10" fmla="*/ 609662 h 2001733"/>
                <a:gd name="connsiteX11" fmla="*/ 2063727 w 3317788"/>
                <a:gd name="connsiteY11" fmla="*/ 1447497 h 2001733"/>
                <a:gd name="connsiteX12" fmla="*/ 2211015 w 3317788"/>
                <a:gd name="connsiteY12" fmla="*/ 1801883 h 2001733"/>
                <a:gd name="connsiteX13" fmla="*/ 2346289 w 3317788"/>
                <a:gd name="connsiteY13" fmla="*/ 1988338 h 2001733"/>
                <a:gd name="connsiteX14" fmla="*/ 2599813 w 3317788"/>
                <a:gd name="connsiteY14" fmla="*/ 1862567 h 2001733"/>
                <a:gd name="connsiteX15" fmla="*/ 2909825 w 3317788"/>
                <a:gd name="connsiteY15" fmla="*/ 1242708 h 2001733"/>
                <a:gd name="connsiteX16" fmla="*/ 3036433 w 3317788"/>
                <a:gd name="connsiteY16" fmla="*/ 955651 h 2001733"/>
                <a:gd name="connsiteX17" fmla="*/ 3141942 w 3317788"/>
                <a:gd name="connsiteY17" fmla="*/ 609662 h 2001733"/>
                <a:gd name="connsiteX18" fmla="*/ 3275585 w 3317788"/>
                <a:gd name="connsiteY18" fmla="*/ 236868 h 2001733"/>
                <a:gd name="connsiteX19" fmla="*/ 3317788 w 3317788"/>
                <a:gd name="connsiteY19" fmla="*/ 83455 h 2001733"/>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036433 w 3317788"/>
                <a:gd name="connsiteY16" fmla="*/ 955651 h 2022554"/>
                <a:gd name="connsiteX17" fmla="*/ 3141942 w 3317788"/>
                <a:gd name="connsiteY17" fmla="*/ 609662 h 2022554"/>
                <a:gd name="connsiteX18" fmla="*/ 3275585 w 3317788"/>
                <a:gd name="connsiteY18" fmla="*/ 236868 h 2022554"/>
                <a:gd name="connsiteX19" fmla="*/ 3317788 w 3317788"/>
                <a:gd name="connsiteY19"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549480 w 3317788"/>
                <a:gd name="connsiteY3" fmla="*/ 660817 h 2022554"/>
                <a:gd name="connsiteX4" fmla="*/ 753741 w 3317788"/>
                <a:gd name="connsiteY4" fmla="*/ 316637 h 2022554"/>
                <a:gd name="connsiteX5" fmla="*/ 930453 w 3317788"/>
                <a:gd name="connsiteY5" fmla="*/ 86174 h 2022554"/>
                <a:gd name="connsiteX6" fmla="*/ 1045432 w 3317788"/>
                <a:gd name="connsiteY6" fmla="*/ 22395 h 2022554"/>
                <a:gd name="connsiteX7" fmla="*/ 1263904 w 3317788"/>
                <a:gd name="connsiteY7" fmla="*/ 171 h 2022554"/>
                <a:gd name="connsiteX8" fmla="*/ 1467887 w 3317788"/>
                <a:gd name="connsiteY8" fmla="*/ 31839 h 2022554"/>
                <a:gd name="connsiteX9" fmla="*/ 1664833 w 3317788"/>
                <a:gd name="connsiteY9" fmla="*/ 224133 h 2022554"/>
                <a:gd name="connsiteX10" fmla="*/ 1812545 w 3317788"/>
                <a:gd name="connsiteY10" fmla="*/ 609662 h 2022554"/>
                <a:gd name="connsiteX11" fmla="*/ 2063727 w 3317788"/>
                <a:gd name="connsiteY11" fmla="*/ 1447497 h 2022554"/>
                <a:gd name="connsiteX12" fmla="*/ 2211015 w 3317788"/>
                <a:gd name="connsiteY12" fmla="*/ 1801883 h 2022554"/>
                <a:gd name="connsiteX13" fmla="*/ 2346289 w 3317788"/>
                <a:gd name="connsiteY13" fmla="*/ 1988338 h 2022554"/>
                <a:gd name="connsiteX14" fmla="*/ 2569985 w 3317788"/>
                <a:gd name="connsiteY14" fmla="*/ 1935525 h 2022554"/>
                <a:gd name="connsiteX15" fmla="*/ 2909825 w 3317788"/>
                <a:gd name="connsiteY15" fmla="*/ 1242708 h 2022554"/>
                <a:gd name="connsiteX16" fmla="*/ 3141942 w 3317788"/>
                <a:gd name="connsiteY16" fmla="*/ 609662 h 2022554"/>
                <a:gd name="connsiteX17" fmla="*/ 3275585 w 3317788"/>
                <a:gd name="connsiteY17" fmla="*/ 236868 h 2022554"/>
                <a:gd name="connsiteX18" fmla="*/ 3317788 w 3317788"/>
                <a:gd name="connsiteY18" fmla="*/ 83455 h 2022554"/>
                <a:gd name="connsiteX0" fmla="*/ 0 w 3317788"/>
                <a:gd name="connsiteY0" fmla="*/ 1996235 h 2022554"/>
                <a:gd name="connsiteX1" fmla="*/ 264258 w 3317788"/>
                <a:gd name="connsiteY1" fmla="*/ 1335640 h 2022554"/>
                <a:gd name="connsiteX2" fmla="*/ 373215 w 3317788"/>
                <a:gd name="connsiteY2" fmla="*/ 1087750 h 2022554"/>
                <a:gd name="connsiteX3" fmla="*/ 753741 w 3317788"/>
                <a:gd name="connsiteY3" fmla="*/ 316637 h 2022554"/>
                <a:gd name="connsiteX4" fmla="*/ 930453 w 3317788"/>
                <a:gd name="connsiteY4" fmla="*/ 86174 h 2022554"/>
                <a:gd name="connsiteX5" fmla="*/ 1045432 w 3317788"/>
                <a:gd name="connsiteY5" fmla="*/ 22395 h 2022554"/>
                <a:gd name="connsiteX6" fmla="*/ 1263904 w 3317788"/>
                <a:gd name="connsiteY6" fmla="*/ 171 h 2022554"/>
                <a:gd name="connsiteX7" fmla="*/ 1467887 w 3317788"/>
                <a:gd name="connsiteY7" fmla="*/ 31839 h 2022554"/>
                <a:gd name="connsiteX8" fmla="*/ 1664833 w 3317788"/>
                <a:gd name="connsiteY8" fmla="*/ 224133 h 2022554"/>
                <a:gd name="connsiteX9" fmla="*/ 1812545 w 3317788"/>
                <a:gd name="connsiteY9" fmla="*/ 609662 h 2022554"/>
                <a:gd name="connsiteX10" fmla="*/ 2063727 w 3317788"/>
                <a:gd name="connsiteY10" fmla="*/ 1447497 h 2022554"/>
                <a:gd name="connsiteX11" fmla="*/ 2211015 w 3317788"/>
                <a:gd name="connsiteY11" fmla="*/ 1801883 h 2022554"/>
                <a:gd name="connsiteX12" fmla="*/ 2346289 w 3317788"/>
                <a:gd name="connsiteY12" fmla="*/ 1988338 h 2022554"/>
                <a:gd name="connsiteX13" fmla="*/ 2569985 w 3317788"/>
                <a:gd name="connsiteY13" fmla="*/ 1935525 h 2022554"/>
                <a:gd name="connsiteX14" fmla="*/ 2909825 w 3317788"/>
                <a:gd name="connsiteY14" fmla="*/ 1242708 h 2022554"/>
                <a:gd name="connsiteX15" fmla="*/ 3141942 w 3317788"/>
                <a:gd name="connsiteY15" fmla="*/ 609662 h 2022554"/>
                <a:gd name="connsiteX16" fmla="*/ 3275585 w 3317788"/>
                <a:gd name="connsiteY16" fmla="*/ 236868 h 2022554"/>
                <a:gd name="connsiteX17" fmla="*/ 3317788 w 3317788"/>
                <a:gd name="connsiteY17" fmla="*/ 83455 h 2022554"/>
                <a:gd name="connsiteX0" fmla="*/ 0 w 3317788"/>
                <a:gd name="connsiteY0" fmla="*/ 1996235 h 2022554"/>
                <a:gd name="connsiteX1" fmla="*/ 264258 w 3317788"/>
                <a:gd name="connsiteY1" fmla="*/ 1335640 h 2022554"/>
                <a:gd name="connsiteX2" fmla="*/ 753741 w 3317788"/>
                <a:gd name="connsiteY2" fmla="*/ 316637 h 2022554"/>
                <a:gd name="connsiteX3" fmla="*/ 930453 w 3317788"/>
                <a:gd name="connsiteY3" fmla="*/ 86174 h 2022554"/>
                <a:gd name="connsiteX4" fmla="*/ 1045432 w 3317788"/>
                <a:gd name="connsiteY4" fmla="*/ 22395 h 2022554"/>
                <a:gd name="connsiteX5" fmla="*/ 1263904 w 3317788"/>
                <a:gd name="connsiteY5" fmla="*/ 171 h 2022554"/>
                <a:gd name="connsiteX6" fmla="*/ 1467887 w 3317788"/>
                <a:gd name="connsiteY6" fmla="*/ 31839 h 2022554"/>
                <a:gd name="connsiteX7" fmla="*/ 1664833 w 3317788"/>
                <a:gd name="connsiteY7" fmla="*/ 224133 h 2022554"/>
                <a:gd name="connsiteX8" fmla="*/ 1812545 w 3317788"/>
                <a:gd name="connsiteY8" fmla="*/ 609662 h 2022554"/>
                <a:gd name="connsiteX9" fmla="*/ 2063727 w 3317788"/>
                <a:gd name="connsiteY9" fmla="*/ 1447497 h 2022554"/>
                <a:gd name="connsiteX10" fmla="*/ 2211015 w 3317788"/>
                <a:gd name="connsiteY10" fmla="*/ 1801883 h 2022554"/>
                <a:gd name="connsiteX11" fmla="*/ 2346289 w 3317788"/>
                <a:gd name="connsiteY11" fmla="*/ 1988338 h 2022554"/>
                <a:gd name="connsiteX12" fmla="*/ 2569985 w 3317788"/>
                <a:gd name="connsiteY12" fmla="*/ 1935525 h 2022554"/>
                <a:gd name="connsiteX13" fmla="*/ 2909825 w 3317788"/>
                <a:gd name="connsiteY13" fmla="*/ 1242708 h 2022554"/>
                <a:gd name="connsiteX14" fmla="*/ 3141942 w 3317788"/>
                <a:gd name="connsiteY14" fmla="*/ 609662 h 2022554"/>
                <a:gd name="connsiteX15" fmla="*/ 3275585 w 3317788"/>
                <a:gd name="connsiteY15" fmla="*/ 236868 h 2022554"/>
                <a:gd name="connsiteX16" fmla="*/ 3317788 w 3317788"/>
                <a:gd name="connsiteY16" fmla="*/ 83455 h 2022554"/>
                <a:gd name="connsiteX0" fmla="*/ 0 w 3317788"/>
                <a:gd name="connsiteY0" fmla="*/ 2005396 h 2031715"/>
                <a:gd name="connsiteX1" fmla="*/ 264258 w 3317788"/>
                <a:gd name="connsiteY1" fmla="*/ 1344801 h 2031715"/>
                <a:gd name="connsiteX2" fmla="*/ 753741 w 3317788"/>
                <a:gd name="connsiteY2" fmla="*/ 325798 h 2031715"/>
                <a:gd name="connsiteX3" fmla="*/ 1045432 w 3317788"/>
                <a:gd name="connsiteY3" fmla="*/ 31556 h 2031715"/>
                <a:gd name="connsiteX4" fmla="*/ 1263904 w 3317788"/>
                <a:gd name="connsiteY4" fmla="*/ 9332 h 2031715"/>
                <a:gd name="connsiteX5" fmla="*/ 1467887 w 3317788"/>
                <a:gd name="connsiteY5" fmla="*/ 41000 h 2031715"/>
                <a:gd name="connsiteX6" fmla="*/ 1664833 w 3317788"/>
                <a:gd name="connsiteY6" fmla="*/ 233294 h 2031715"/>
                <a:gd name="connsiteX7" fmla="*/ 1812545 w 3317788"/>
                <a:gd name="connsiteY7" fmla="*/ 618823 h 2031715"/>
                <a:gd name="connsiteX8" fmla="*/ 2063727 w 3317788"/>
                <a:gd name="connsiteY8" fmla="*/ 1456658 h 2031715"/>
                <a:gd name="connsiteX9" fmla="*/ 2211015 w 3317788"/>
                <a:gd name="connsiteY9" fmla="*/ 1811044 h 2031715"/>
                <a:gd name="connsiteX10" fmla="*/ 2346289 w 3317788"/>
                <a:gd name="connsiteY10" fmla="*/ 1997499 h 2031715"/>
                <a:gd name="connsiteX11" fmla="*/ 2569985 w 3317788"/>
                <a:gd name="connsiteY11" fmla="*/ 1944686 h 2031715"/>
                <a:gd name="connsiteX12" fmla="*/ 2909825 w 3317788"/>
                <a:gd name="connsiteY12" fmla="*/ 1251869 h 2031715"/>
                <a:gd name="connsiteX13" fmla="*/ 3141942 w 3317788"/>
                <a:gd name="connsiteY13" fmla="*/ 618823 h 2031715"/>
                <a:gd name="connsiteX14" fmla="*/ 3275585 w 3317788"/>
                <a:gd name="connsiteY14" fmla="*/ 246029 h 2031715"/>
                <a:gd name="connsiteX15" fmla="*/ 3317788 w 3317788"/>
                <a:gd name="connsiteY15" fmla="*/ 92616 h 2031715"/>
                <a:gd name="connsiteX0" fmla="*/ 0 w 3317788"/>
                <a:gd name="connsiteY0" fmla="*/ 2000709 h 2027028"/>
                <a:gd name="connsiteX1" fmla="*/ 264258 w 3317788"/>
                <a:gd name="connsiteY1" fmla="*/ 1340114 h 2027028"/>
                <a:gd name="connsiteX2" fmla="*/ 753741 w 3317788"/>
                <a:gd name="connsiteY2" fmla="*/ 321111 h 2027028"/>
                <a:gd name="connsiteX3" fmla="*/ 1045432 w 3317788"/>
                <a:gd name="connsiteY3" fmla="*/ 26869 h 2027028"/>
                <a:gd name="connsiteX4" fmla="*/ 1467887 w 3317788"/>
                <a:gd name="connsiteY4" fmla="*/ 36313 h 2027028"/>
                <a:gd name="connsiteX5" fmla="*/ 1664833 w 3317788"/>
                <a:gd name="connsiteY5" fmla="*/ 228607 h 2027028"/>
                <a:gd name="connsiteX6" fmla="*/ 1812545 w 3317788"/>
                <a:gd name="connsiteY6" fmla="*/ 614136 h 2027028"/>
                <a:gd name="connsiteX7" fmla="*/ 2063727 w 3317788"/>
                <a:gd name="connsiteY7" fmla="*/ 1451971 h 2027028"/>
                <a:gd name="connsiteX8" fmla="*/ 2211015 w 3317788"/>
                <a:gd name="connsiteY8" fmla="*/ 1806357 h 2027028"/>
                <a:gd name="connsiteX9" fmla="*/ 2346289 w 3317788"/>
                <a:gd name="connsiteY9" fmla="*/ 1992812 h 2027028"/>
                <a:gd name="connsiteX10" fmla="*/ 2569985 w 3317788"/>
                <a:gd name="connsiteY10" fmla="*/ 1939999 h 2027028"/>
                <a:gd name="connsiteX11" fmla="*/ 2909825 w 3317788"/>
                <a:gd name="connsiteY11" fmla="*/ 1247182 h 2027028"/>
                <a:gd name="connsiteX12" fmla="*/ 3141942 w 3317788"/>
                <a:gd name="connsiteY12" fmla="*/ 614136 h 2027028"/>
                <a:gd name="connsiteX13" fmla="*/ 3275585 w 3317788"/>
                <a:gd name="connsiteY13" fmla="*/ 241342 h 2027028"/>
                <a:gd name="connsiteX14" fmla="*/ 3317788 w 3317788"/>
                <a:gd name="connsiteY14" fmla="*/ 87929 h 2027028"/>
                <a:gd name="connsiteX0" fmla="*/ 0 w 3317788"/>
                <a:gd name="connsiteY0" fmla="*/ 1997433 h 2023752"/>
                <a:gd name="connsiteX1" fmla="*/ 264258 w 3317788"/>
                <a:gd name="connsiteY1" fmla="*/ 1336838 h 2023752"/>
                <a:gd name="connsiteX2" fmla="*/ 753741 w 3317788"/>
                <a:gd name="connsiteY2" fmla="*/ 317835 h 2023752"/>
                <a:gd name="connsiteX3" fmla="*/ 1045432 w 3317788"/>
                <a:gd name="connsiteY3" fmla="*/ 28457 h 2023752"/>
                <a:gd name="connsiteX4" fmla="*/ 1467887 w 3317788"/>
                <a:gd name="connsiteY4" fmla="*/ 33037 h 2023752"/>
                <a:gd name="connsiteX5" fmla="*/ 1664833 w 3317788"/>
                <a:gd name="connsiteY5" fmla="*/ 225331 h 2023752"/>
                <a:gd name="connsiteX6" fmla="*/ 1812545 w 3317788"/>
                <a:gd name="connsiteY6" fmla="*/ 610860 h 2023752"/>
                <a:gd name="connsiteX7" fmla="*/ 2063727 w 3317788"/>
                <a:gd name="connsiteY7" fmla="*/ 1448695 h 2023752"/>
                <a:gd name="connsiteX8" fmla="*/ 2211015 w 3317788"/>
                <a:gd name="connsiteY8" fmla="*/ 1803081 h 2023752"/>
                <a:gd name="connsiteX9" fmla="*/ 2346289 w 3317788"/>
                <a:gd name="connsiteY9" fmla="*/ 1989536 h 2023752"/>
                <a:gd name="connsiteX10" fmla="*/ 2569985 w 3317788"/>
                <a:gd name="connsiteY10" fmla="*/ 1936723 h 2023752"/>
                <a:gd name="connsiteX11" fmla="*/ 2909825 w 3317788"/>
                <a:gd name="connsiteY11" fmla="*/ 1243906 h 2023752"/>
                <a:gd name="connsiteX12" fmla="*/ 3141942 w 3317788"/>
                <a:gd name="connsiteY12" fmla="*/ 610860 h 2023752"/>
                <a:gd name="connsiteX13" fmla="*/ 3275585 w 3317788"/>
                <a:gd name="connsiteY13" fmla="*/ 238066 h 2023752"/>
                <a:gd name="connsiteX14" fmla="*/ 3317788 w 3317788"/>
                <a:gd name="connsiteY14" fmla="*/ 84653 h 2023752"/>
                <a:gd name="connsiteX0" fmla="*/ 0 w 3317788"/>
                <a:gd name="connsiteY0" fmla="*/ 2021904 h 2048223"/>
                <a:gd name="connsiteX1" fmla="*/ 264258 w 3317788"/>
                <a:gd name="connsiteY1" fmla="*/ 1361309 h 2048223"/>
                <a:gd name="connsiteX2" fmla="*/ 753741 w 3317788"/>
                <a:gd name="connsiteY2" fmla="*/ 342306 h 2048223"/>
                <a:gd name="connsiteX3" fmla="*/ 1045432 w 3317788"/>
                <a:gd name="connsiteY3" fmla="*/ 52928 h 2048223"/>
                <a:gd name="connsiteX4" fmla="*/ 1467887 w 3317788"/>
                <a:gd name="connsiteY4" fmla="*/ 57508 h 2048223"/>
                <a:gd name="connsiteX5" fmla="*/ 1812545 w 3317788"/>
                <a:gd name="connsiteY5" fmla="*/ 635331 h 2048223"/>
                <a:gd name="connsiteX6" fmla="*/ 2063727 w 3317788"/>
                <a:gd name="connsiteY6" fmla="*/ 1473166 h 2048223"/>
                <a:gd name="connsiteX7" fmla="*/ 2211015 w 3317788"/>
                <a:gd name="connsiteY7" fmla="*/ 1827552 h 2048223"/>
                <a:gd name="connsiteX8" fmla="*/ 2346289 w 3317788"/>
                <a:gd name="connsiteY8" fmla="*/ 2014007 h 2048223"/>
                <a:gd name="connsiteX9" fmla="*/ 2569985 w 3317788"/>
                <a:gd name="connsiteY9" fmla="*/ 1961194 h 2048223"/>
                <a:gd name="connsiteX10" fmla="*/ 2909825 w 3317788"/>
                <a:gd name="connsiteY10" fmla="*/ 1268377 h 2048223"/>
                <a:gd name="connsiteX11" fmla="*/ 3141942 w 3317788"/>
                <a:gd name="connsiteY11" fmla="*/ 635331 h 2048223"/>
                <a:gd name="connsiteX12" fmla="*/ 3275585 w 3317788"/>
                <a:gd name="connsiteY12" fmla="*/ 262537 h 2048223"/>
                <a:gd name="connsiteX13" fmla="*/ 3317788 w 3317788"/>
                <a:gd name="connsiteY13" fmla="*/ 109124 h 2048223"/>
                <a:gd name="connsiteX0" fmla="*/ 0 w 3317788"/>
                <a:gd name="connsiteY0" fmla="*/ 2082383 h 2108702"/>
                <a:gd name="connsiteX1" fmla="*/ 264258 w 3317788"/>
                <a:gd name="connsiteY1" fmla="*/ 1421788 h 2108702"/>
                <a:gd name="connsiteX2" fmla="*/ 753741 w 3317788"/>
                <a:gd name="connsiteY2" fmla="*/ 402785 h 2108702"/>
                <a:gd name="connsiteX3" fmla="*/ 1045432 w 3317788"/>
                <a:gd name="connsiteY3" fmla="*/ 113407 h 2108702"/>
                <a:gd name="connsiteX4" fmla="*/ 1467887 w 3317788"/>
                <a:gd name="connsiteY4" fmla="*/ 117987 h 2108702"/>
                <a:gd name="connsiteX5" fmla="*/ 2063727 w 3317788"/>
                <a:gd name="connsiteY5" fmla="*/ 1533645 h 2108702"/>
                <a:gd name="connsiteX6" fmla="*/ 2211015 w 3317788"/>
                <a:gd name="connsiteY6" fmla="*/ 1888031 h 2108702"/>
                <a:gd name="connsiteX7" fmla="*/ 2346289 w 3317788"/>
                <a:gd name="connsiteY7" fmla="*/ 2074486 h 2108702"/>
                <a:gd name="connsiteX8" fmla="*/ 2569985 w 3317788"/>
                <a:gd name="connsiteY8" fmla="*/ 2021673 h 2108702"/>
                <a:gd name="connsiteX9" fmla="*/ 2909825 w 3317788"/>
                <a:gd name="connsiteY9" fmla="*/ 1328856 h 2108702"/>
                <a:gd name="connsiteX10" fmla="*/ 3141942 w 3317788"/>
                <a:gd name="connsiteY10" fmla="*/ 695810 h 2108702"/>
                <a:gd name="connsiteX11" fmla="*/ 3275585 w 3317788"/>
                <a:gd name="connsiteY11" fmla="*/ 323016 h 2108702"/>
                <a:gd name="connsiteX12" fmla="*/ 3317788 w 3317788"/>
                <a:gd name="connsiteY12" fmla="*/ 169603 h 2108702"/>
                <a:gd name="connsiteX0" fmla="*/ 0 w 3317788"/>
                <a:gd name="connsiteY0" fmla="*/ 2118920 h 2145239"/>
                <a:gd name="connsiteX1" fmla="*/ 264258 w 3317788"/>
                <a:gd name="connsiteY1" fmla="*/ 1458325 h 2145239"/>
                <a:gd name="connsiteX2" fmla="*/ 753741 w 3317788"/>
                <a:gd name="connsiteY2" fmla="*/ 439322 h 2145239"/>
                <a:gd name="connsiteX3" fmla="*/ 1045432 w 3317788"/>
                <a:gd name="connsiteY3" fmla="*/ 149944 h 2145239"/>
                <a:gd name="connsiteX4" fmla="*/ 1282624 w 3317788"/>
                <a:gd name="connsiteY4" fmla="*/ 36880 h 2145239"/>
                <a:gd name="connsiteX5" fmla="*/ 1467887 w 3317788"/>
                <a:gd name="connsiteY5" fmla="*/ 154524 h 2145239"/>
                <a:gd name="connsiteX6" fmla="*/ 2063727 w 3317788"/>
                <a:gd name="connsiteY6" fmla="*/ 1570182 h 2145239"/>
                <a:gd name="connsiteX7" fmla="*/ 2211015 w 3317788"/>
                <a:gd name="connsiteY7" fmla="*/ 1924568 h 2145239"/>
                <a:gd name="connsiteX8" fmla="*/ 2346289 w 3317788"/>
                <a:gd name="connsiteY8" fmla="*/ 2111023 h 2145239"/>
                <a:gd name="connsiteX9" fmla="*/ 2569985 w 3317788"/>
                <a:gd name="connsiteY9" fmla="*/ 2058210 h 2145239"/>
                <a:gd name="connsiteX10" fmla="*/ 2909825 w 3317788"/>
                <a:gd name="connsiteY10" fmla="*/ 1365393 h 2145239"/>
                <a:gd name="connsiteX11" fmla="*/ 3141942 w 3317788"/>
                <a:gd name="connsiteY11" fmla="*/ 732347 h 2145239"/>
                <a:gd name="connsiteX12" fmla="*/ 3275585 w 3317788"/>
                <a:gd name="connsiteY12" fmla="*/ 359553 h 2145239"/>
                <a:gd name="connsiteX13" fmla="*/ 3317788 w 3317788"/>
                <a:gd name="connsiteY13" fmla="*/ 206140 h 2145239"/>
                <a:gd name="connsiteX0" fmla="*/ 0 w 3317788"/>
                <a:gd name="connsiteY0" fmla="*/ 2082051 h 2108370"/>
                <a:gd name="connsiteX1" fmla="*/ 264258 w 3317788"/>
                <a:gd name="connsiteY1" fmla="*/ 1421456 h 2108370"/>
                <a:gd name="connsiteX2" fmla="*/ 753741 w 3317788"/>
                <a:gd name="connsiteY2" fmla="*/ 402453 h 2108370"/>
                <a:gd name="connsiteX3" fmla="*/ 1045432 w 3317788"/>
                <a:gd name="connsiteY3" fmla="*/ 113075 h 2108370"/>
                <a:gd name="connsiteX4" fmla="*/ 1282624 w 3317788"/>
                <a:gd name="connsiteY4" fmla="*/ 11 h 2108370"/>
                <a:gd name="connsiteX5" fmla="*/ 1391430 w 3317788"/>
                <a:gd name="connsiteY5" fmla="*/ 274174 h 2108370"/>
                <a:gd name="connsiteX6" fmla="*/ 2063727 w 3317788"/>
                <a:gd name="connsiteY6" fmla="*/ 1533313 h 2108370"/>
                <a:gd name="connsiteX7" fmla="*/ 2211015 w 3317788"/>
                <a:gd name="connsiteY7" fmla="*/ 1887699 h 2108370"/>
                <a:gd name="connsiteX8" fmla="*/ 2346289 w 3317788"/>
                <a:gd name="connsiteY8" fmla="*/ 2074154 h 2108370"/>
                <a:gd name="connsiteX9" fmla="*/ 2569985 w 3317788"/>
                <a:gd name="connsiteY9" fmla="*/ 2021341 h 2108370"/>
                <a:gd name="connsiteX10" fmla="*/ 2909825 w 3317788"/>
                <a:gd name="connsiteY10" fmla="*/ 1328524 h 2108370"/>
                <a:gd name="connsiteX11" fmla="*/ 3141942 w 3317788"/>
                <a:gd name="connsiteY11" fmla="*/ 695478 h 2108370"/>
                <a:gd name="connsiteX12" fmla="*/ 3275585 w 3317788"/>
                <a:gd name="connsiteY12" fmla="*/ 322684 h 2108370"/>
                <a:gd name="connsiteX13" fmla="*/ 3317788 w 3317788"/>
                <a:gd name="connsiteY13" fmla="*/ 169271 h 2108370"/>
                <a:gd name="connsiteX0" fmla="*/ 0 w 3317788"/>
                <a:gd name="connsiteY0" fmla="*/ 2082053 h 2108372"/>
                <a:gd name="connsiteX1" fmla="*/ 264258 w 3317788"/>
                <a:gd name="connsiteY1" fmla="*/ 1421458 h 2108372"/>
                <a:gd name="connsiteX2" fmla="*/ 753741 w 3317788"/>
                <a:gd name="connsiteY2" fmla="*/ 402455 h 2108372"/>
                <a:gd name="connsiteX3" fmla="*/ 903439 w 3317788"/>
                <a:gd name="connsiteY3" fmla="*/ 98847 h 2108372"/>
                <a:gd name="connsiteX4" fmla="*/ 1282624 w 3317788"/>
                <a:gd name="connsiteY4" fmla="*/ 13 h 2108372"/>
                <a:gd name="connsiteX5" fmla="*/ 1391430 w 3317788"/>
                <a:gd name="connsiteY5" fmla="*/ 274176 h 2108372"/>
                <a:gd name="connsiteX6" fmla="*/ 2063727 w 3317788"/>
                <a:gd name="connsiteY6" fmla="*/ 1533315 h 2108372"/>
                <a:gd name="connsiteX7" fmla="*/ 2211015 w 3317788"/>
                <a:gd name="connsiteY7" fmla="*/ 1887701 h 2108372"/>
                <a:gd name="connsiteX8" fmla="*/ 2346289 w 3317788"/>
                <a:gd name="connsiteY8" fmla="*/ 2074156 h 2108372"/>
                <a:gd name="connsiteX9" fmla="*/ 2569985 w 3317788"/>
                <a:gd name="connsiteY9" fmla="*/ 2021343 h 2108372"/>
                <a:gd name="connsiteX10" fmla="*/ 2909825 w 3317788"/>
                <a:gd name="connsiteY10" fmla="*/ 1328526 h 2108372"/>
                <a:gd name="connsiteX11" fmla="*/ 3141942 w 3317788"/>
                <a:gd name="connsiteY11" fmla="*/ 695480 h 2108372"/>
                <a:gd name="connsiteX12" fmla="*/ 3275585 w 3317788"/>
                <a:gd name="connsiteY12" fmla="*/ 322686 h 2108372"/>
                <a:gd name="connsiteX13" fmla="*/ 3317788 w 3317788"/>
                <a:gd name="connsiteY13" fmla="*/ 169273 h 2108372"/>
                <a:gd name="connsiteX0" fmla="*/ 0 w 3317788"/>
                <a:gd name="connsiteY0" fmla="*/ 2018044 h 2044363"/>
                <a:gd name="connsiteX1" fmla="*/ 264258 w 3317788"/>
                <a:gd name="connsiteY1" fmla="*/ 1357449 h 2044363"/>
                <a:gd name="connsiteX2" fmla="*/ 753741 w 3317788"/>
                <a:gd name="connsiteY2" fmla="*/ 338446 h 2044363"/>
                <a:gd name="connsiteX3" fmla="*/ 903439 w 3317788"/>
                <a:gd name="connsiteY3" fmla="*/ 34838 h 2044363"/>
                <a:gd name="connsiteX4" fmla="*/ 1293546 w 3317788"/>
                <a:gd name="connsiteY4" fmla="*/ 7150 h 2044363"/>
                <a:gd name="connsiteX5" fmla="*/ 1391430 w 3317788"/>
                <a:gd name="connsiteY5" fmla="*/ 210167 h 2044363"/>
                <a:gd name="connsiteX6" fmla="*/ 2063727 w 3317788"/>
                <a:gd name="connsiteY6" fmla="*/ 1469306 h 2044363"/>
                <a:gd name="connsiteX7" fmla="*/ 2211015 w 3317788"/>
                <a:gd name="connsiteY7" fmla="*/ 1823692 h 2044363"/>
                <a:gd name="connsiteX8" fmla="*/ 2346289 w 3317788"/>
                <a:gd name="connsiteY8" fmla="*/ 2010147 h 2044363"/>
                <a:gd name="connsiteX9" fmla="*/ 2569985 w 3317788"/>
                <a:gd name="connsiteY9" fmla="*/ 1957334 h 2044363"/>
                <a:gd name="connsiteX10" fmla="*/ 2909825 w 3317788"/>
                <a:gd name="connsiteY10" fmla="*/ 1264517 h 2044363"/>
                <a:gd name="connsiteX11" fmla="*/ 3141942 w 3317788"/>
                <a:gd name="connsiteY11" fmla="*/ 631471 h 2044363"/>
                <a:gd name="connsiteX12" fmla="*/ 3275585 w 3317788"/>
                <a:gd name="connsiteY12" fmla="*/ 258677 h 2044363"/>
                <a:gd name="connsiteX13" fmla="*/ 3317788 w 3317788"/>
                <a:gd name="connsiteY13" fmla="*/ 105264 h 2044363"/>
                <a:gd name="connsiteX0" fmla="*/ 0 w 3317788"/>
                <a:gd name="connsiteY0" fmla="*/ 2018044 h 2044363"/>
                <a:gd name="connsiteX1" fmla="*/ 264258 w 3317788"/>
                <a:gd name="connsiteY1" fmla="*/ 1357449 h 2044363"/>
                <a:gd name="connsiteX2" fmla="*/ 753741 w 3317788"/>
                <a:gd name="connsiteY2" fmla="*/ 338446 h 2044363"/>
                <a:gd name="connsiteX3" fmla="*/ 903439 w 3317788"/>
                <a:gd name="connsiteY3" fmla="*/ 34838 h 2044363"/>
                <a:gd name="connsiteX4" fmla="*/ 1293546 w 3317788"/>
                <a:gd name="connsiteY4" fmla="*/ 7150 h 2044363"/>
                <a:gd name="connsiteX5" fmla="*/ 1440579 w 3317788"/>
                <a:gd name="connsiteY5" fmla="*/ 210167 h 2044363"/>
                <a:gd name="connsiteX6" fmla="*/ 2063727 w 3317788"/>
                <a:gd name="connsiteY6" fmla="*/ 1469306 h 2044363"/>
                <a:gd name="connsiteX7" fmla="*/ 2211015 w 3317788"/>
                <a:gd name="connsiteY7" fmla="*/ 1823692 h 2044363"/>
                <a:gd name="connsiteX8" fmla="*/ 2346289 w 3317788"/>
                <a:gd name="connsiteY8" fmla="*/ 2010147 h 2044363"/>
                <a:gd name="connsiteX9" fmla="*/ 2569985 w 3317788"/>
                <a:gd name="connsiteY9" fmla="*/ 1957334 h 2044363"/>
                <a:gd name="connsiteX10" fmla="*/ 2909825 w 3317788"/>
                <a:gd name="connsiteY10" fmla="*/ 1264517 h 2044363"/>
                <a:gd name="connsiteX11" fmla="*/ 3141942 w 3317788"/>
                <a:gd name="connsiteY11" fmla="*/ 631471 h 2044363"/>
                <a:gd name="connsiteX12" fmla="*/ 3275585 w 3317788"/>
                <a:gd name="connsiteY12" fmla="*/ 258677 h 2044363"/>
                <a:gd name="connsiteX13" fmla="*/ 3317788 w 3317788"/>
                <a:gd name="connsiteY13" fmla="*/ 105264 h 2044363"/>
                <a:gd name="connsiteX0" fmla="*/ 0 w 3317788"/>
                <a:gd name="connsiteY0" fmla="*/ 2014906 h 2041225"/>
                <a:gd name="connsiteX1" fmla="*/ 264258 w 3317788"/>
                <a:gd name="connsiteY1" fmla="*/ 1354311 h 2041225"/>
                <a:gd name="connsiteX2" fmla="*/ 753741 w 3317788"/>
                <a:gd name="connsiteY2" fmla="*/ 335308 h 2041225"/>
                <a:gd name="connsiteX3" fmla="*/ 968974 w 3317788"/>
                <a:gd name="connsiteY3" fmla="*/ 38813 h 2041225"/>
                <a:gd name="connsiteX4" fmla="*/ 1293546 w 3317788"/>
                <a:gd name="connsiteY4" fmla="*/ 4012 h 2041225"/>
                <a:gd name="connsiteX5" fmla="*/ 1440579 w 3317788"/>
                <a:gd name="connsiteY5" fmla="*/ 207029 h 2041225"/>
                <a:gd name="connsiteX6" fmla="*/ 2063727 w 3317788"/>
                <a:gd name="connsiteY6" fmla="*/ 1466168 h 2041225"/>
                <a:gd name="connsiteX7" fmla="*/ 2211015 w 3317788"/>
                <a:gd name="connsiteY7" fmla="*/ 1820554 h 2041225"/>
                <a:gd name="connsiteX8" fmla="*/ 2346289 w 3317788"/>
                <a:gd name="connsiteY8" fmla="*/ 2007009 h 2041225"/>
                <a:gd name="connsiteX9" fmla="*/ 2569985 w 3317788"/>
                <a:gd name="connsiteY9" fmla="*/ 1954196 h 2041225"/>
                <a:gd name="connsiteX10" fmla="*/ 2909825 w 3317788"/>
                <a:gd name="connsiteY10" fmla="*/ 1261379 h 2041225"/>
                <a:gd name="connsiteX11" fmla="*/ 3141942 w 3317788"/>
                <a:gd name="connsiteY11" fmla="*/ 628333 h 2041225"/>
                <a:gd name="connsiteX12" fmla="*/ 3275585 w 3317788"/>
                <a:gd name="connsiteY12" fmla="*/ 255539 h 2041225"/>
                <a:gd name="connsiteX13" fmla="*/ 3317788 w 3317788"/>
                <a:gd name="connsiteY13" fmla="*/ 102126 h 2041225"/>
                <a:gd name="connsiteX0" fmla="*/ 0 w 3317788"/>
                <a:gd name="connsiteY0" fmla="*/ 2003371 h 2029690"/>
                <a:gd name="connsiteX1" fmla="*/ 264258 w 3317788"/>
                <a:gd name="connsiteY1" fmla="*/ 1342776 h 2029690"/>
                <a:gd name="connsiteX2" fmla="*/ 753741 w 3317788"/>
                <a:gd name="connsiteY2" fmla="*/ 323773 h 2029690"/>
                <a:gd name="connsiteX3" fmla="*/ 968974 w 3317788"/>
                <a:gd name="connsiteY3" fmla="*/ 27278 h 2029690"/>
                <a:gd name="connsiteX4" fmla="*/ 1271702 w 3317788"/>
                <a:gd name="connsiteY4" fmla="*/ 13820 h 2029690"/>
                <a:gd name="connsiteX5" fmla="*/ 1440579 w 3317788"/>
                <a:gd name="connsiteY5" fmla="*/ 195494 h 2029690"/>
                <a:gd name="connsiteX6" fmla="*/ 2063727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371 h 2029690"/>
                <a:gd name="connsiteX1" fmla="*/ 264258 w 3317788"/>
                <a:gd name="connsiteY1" fmla="*/ 1342776 h 2029690"/>
                <a:gd name="connsiteX2" fmla="*/ 753741 w 3317788"/>
                <a:gd name="connsiteY2" fmla="*/ 323773 h 2029690"/>
                <a:gd name="connsiteX3" fmla="*/ 968974 w 3317788"/>
                <a:gd name="connsiteY3" fmla="*/ 27278 h 2029690"/>
                <a:gd name="connsiteX4" fmla="*/ 1271702 w 3317788"/>
                <a:gd name="connsiteY4" fmla="*/ 13820 h 2029690"/>
                <a:gd name="connsiteX5" fmla="*/ 1440579 w 3317788"/>
                <a:gd name="connsiteY5" fmla="*/ 195494 h 2029690"/>
                <a:gd name="connsiteX6" fmla="*/ 2030959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371 h 2029690"/>
                <a:gd name="connsiteX1" fmla="*/ 264258 w 3317788"/>
                <a:gd name="connsiteY1" fmla="*/ 1342776 h 2029690"/>
                <a:gd name="connsiteX2" fmla="*/ 753741 w 3317788"/>
                <a:gd name="connsiteY2" fmla="*/ 323773 h 2029690"/>
                <a:gd name="connsiteX3" fmla="*/ 1045430 w 3317788"/>
                <a:gd name="connsiteY3" fmla="*/ 27279 h 2029690"/>
                <a:gd name="connsiteX4" fmla="*/ 1271702 w 3317788"/>
                <a:gd name="connsiteY4" fmla="*/ 13820 h 2029690"/>
                <a:gd name="connsiteX5" fmla="*/ 1440579 w 3317788"/>
                <a:gd name="connsiteY5" fmla="*/ 195494 h 2029690"/>
                <a:gd name="connsiteX6" fmla="*/ 2030959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371 h 2029690"/>
                <a:gd name="connsiteX1" fmla="*/ 264258 w 3317788"/>
                <a:gd name="connsiteY1" fmla="*/ 1342776 h 2029690"/>
                <a:gd name="connsiteX2" fmla="*/ 753741 w 3317788"/>
                <a:gd name="connsiteY2" fmla="*/ 323773 h 2029690"/>
                <a:gd name="connsiteX3" fmla="*/ 1116427 w 3317788"/>
                <a:gd name="connsiteY3" fmla="*/ 27279 h 2029690"/>
                <a:gd name="connsiteX4" fmla="*/ 1271702 w 3317788"/>
                <a:gd name="connsiteY4" fmla="*/ 13820 h 2029690"/>
                <a:gd name="connsiteX5" fmla="*/ 1440579 w 3317788"/>
                <a:gd name="connsiteY5" fmla="*/ 195494 h 2029690"/>
                <a:gd name="connsiteX6" fmla="*/ 2030959 w 3317788"/>
                <a:gd name="connsiteY6" fmla="*/ 1454633 h 2029690"/>
                <a:gd name="connsiteX7" fmla="*/ 2211015 w 3317788"/>
                <a:gd name="connsiteY7" fmla="*/ 1809019 h 2029690"/>
                <a:gd name="connsiteX8" fmla="*/ 2346289 w 3317788"/>
                <a:gd name="connsiteY8" fmla="*/ 1995474 h 2029690"/>
                <a:gd name="connsiteX9" fmla="*/ 2569985 w 3317788"/>
                <a:gd name="connsiteY9" fmla="*/ 1942661 h 2029690"/>
                <a:gd name="connsiteX10" fmla="*/ 2909825 w 3317788"/>
                <a:gd name="connsiteY10" fmla="*/ 1249844 h 2029690"/>
                <a:gd name="connsiteX11" fmla="*/ 3141942 w 3317788"/>
                <a:gd name="connsiteY11" fmla="*/ 616798 h 2029690"/>
                <a:gd name="connsiteX12" fmla="*/ 3275585 w 3317788"/>
                <a:gd name="connsiteY12" fmla="*/ 244004 h 2029690"/>
                <a:gd name="connsiteX13" fmla="*/ 3317788 w 3317788"/>
                <a:gd name="connsiteY13" fmla="*/ 90591 h 2029690"/>
                <a:gd name="connsiteX0" fmla="*/ 0 w 3317788"/>
                <a:gd name="connsiteY0" fmla="*/ 2003880 h 2030199"/>
                <a:gd name="connsiteX1" fmla="*/ 264258 w 3317788"/>
                <a:gd name="connsiteY1" fmla="*/ 1343285 h 2030199"/>
                <a:gd name="connsiteX2" fmla="*/ 852043 w 3317788"/>
                <a:gd name="connsiteY2" fmla="*/ 331397 h 2030199"/>
                <a:gd name="connsiteX3" fmla="*/ 1116427 w 3317788"/>
                <a:gd name="connsiteY3" fmla="*/ 27788 h 2030199"/>
                <a:gd name="connsiteX4" fmla="*/ 1271702 w 3317788"/>
                <a:gd name="connsiteY4" fmla="*/ 14329 h 2030199"/>
                <a:gd name="connsiteX5" fmla="*/ 1440579 w 3317788"/>
                <a:gd name="connsiteY5" fmla="*/ 196003 h 2030199"/>
                <a:gd name="connsiteX6" fmla="*/ 2030959 w 3317788"/>
                <a:gd name="connsiteY6" fmla="*/ 1455142 h 2030199"/>
                <a:gd name="connsiteX7" fmla="*/ 2211015 w 3317788"/>
                <a:gd name="connsiteY7" fmla="*/ 1809528 h 2030199"/>
                <a:gd name="connsiteX8" fmla="*/ 2346289 w 3317788"/>
                <a:gd name="connsiteY8" fmla="*/ 1995983 h 2030199"/>
                <a:gd name="connsiteX9" fmla="*/ 2569985 w 3317788"/>
                <a:gd name="connsiteY9" fmla="*/ 1943170 h 2030199"/>
                <a:gd name="connsiteX10" fmla="*/ 2909825 w 3317788"/>
                <a:gd name="connsiteY10" fmla="*/ 1250353 h 2030199"/>
                <a:gd name="connsiteX11" fmla="*/ 3141942 w 3317788"/>
                <a:gd name="connsiteY11" fmla="*/ 617307 h 2030199"/>
                <a:gd name="connsiteX12" fmla="*/ 3275585 w 3317788"/>
                <a:gd name="connsiteY12" fmla="*/ 244513 h 2030199"/>
                <a:gd name="connsiteX13" fmla="*/ 3317788 w 3317788"/>
                <a:gd name="connsiteY13" fmla="*/ 91100 h 2030199"/>
                <a:gd name="connsiteX0" fmla="*/ 0 w 3317788"/>
                <a:gd name="connsiteY0" fmla="*/ 2003880 h 2030199"/>
                <a:gd name="connsiteX1" fmla="*/ 335255 w 3317788"/>
                <a:gd name="connsiteY1" fmla="*/ 1343285 h 2030199"/>
                <a:gd name="connsiteX2" fmla="*/ 852043 w 3317788"/>
                <a:gd name="connsiteY2" fmla="*/ 331397 h 2030199"/>
                <a:gd name="connsiteX3" fmla="*/ 1116427 w 3317788"/>
                <a:gd name="connsiteY3" fmla="*/ 27788 h 2030199"/>
                <a:gd name="connsiteX4" fmla="*/ 1271702 w 3317788"/>
                <a:gd name="connsiteY4" fmla="*/ 14329 h 2030199"/>
                <a:gd name="connsiteX5" fmla="*/ 1440579 w 3317788"/>
                <a:gd name="connsiteY5" fmla="*/ 196003 h 2030199"/>
                <a:gd name="connsiteX6" fmla="*/ 2030959 w 3317788"/>
                <a:gd name="connsiteY6" fmla="*/ 1455142 h 2030199"/>
                <a:gd name="connsiteX7" fmla="*/ 2211015 w 3317788"/>
                <a:gd name="connsiteY7" fmla="*/ 1809528 h 2030199"/>
                <a:gd name="connsiteX8" fmla="*/ 2346289 w 3317788"/>
                <a:gd name="connsiteY8" fmla="*/ 1995983 h 2030199"/>
                <a:gd name="connsiteX9" fmla="*/ 2569985 w 3317788"/>
                <a:gd name="connsiteY9" fmla="*/ 1943170 h 2030199"/>
                <a:gd name="connsiteX10" fmla="*/ 2909825 w 3317788"/>
                <a:gd name="connsiteY10" fmla="*/ 1250353 h 2030199"/>
                <a:gd name="connsiteX11" fmla="*/ 3141942 w 3317788"/>
                <a:gd name="connsiteY11" fmla="*/ 617307 h 2030199"/>
                <a:gd name="connsiteX12" fmla="*/ 3275585 w 3317788"/>
                <a:gd name="connsiteY12" fmla="*/ 244513 h 2030199"/>
                <a:gd name="connsiteX13" fmla="*/ 3317788 w 3317788"/>
                <a:gd name="connsiteY13" fmla="*/ 91100 h 2030199"/>
                <a:gd name="connsiteX0" fmla="*/ 0 w 3317788"/>
                <a:gd name="connsiteY0" fmla="*/ 1995481 h 2021800"/>
                <a:gd name="connsiteX1" fmla="*/ 335255 w 3317788"/>
                <a:gd name="connsiteY1" fmla="*/ 1334886 h 2021800"/>
                <a:gd name="connsiteX2" fmla="*/ 852043 w 3317788"/>
                <a:gd name="connsiteY2" fmla="*/ 322998 h 2021800"/>
                <a:gd name="connsiteX3" fmla="*/ 1004104 w 3317788"/>
                <a:gd name="connsiteY3" fmla="*/ 91305 h 2021800"/>
                <a:gd name="connsiteX4" fmla="*/ 1116427 w 3317788"/>
                <a:gd name="connsiteY4" fmla="*/ 19389 h 2021800"/>
                <a:gd name="connsiteX5" fmla="*/ 1271702 w 3317788"/>
                <a:gd name="connsiteY5" fmla="*/ 5930 h 2021800"/>
                <a:gd name="connsiteX6" fmla="*/ 1440579 w 3317788"/>
                <a:gd name="connsiteY6" fmla="*/ 187604 h 2021800"/>
                <a:gd name="connsiteX7" fmla="*/ 2030959 w 3317788"/>
                <a:gd name="connsiteY7" fmla="*/ 1446743 h 2021800"/>
                <a:gd name="connsiteX8" fmla="*/ 2211015 w 3317788"/>
                <a:gd name="connsiteY8" fmla="*/ 1801129 h 2021800"/>
                <a:gd name="connsiteX9" fmla="*/ 2346289 w 3317788"/>
                <a:gd name="connsiteY9" fmla="*/ 1987584 h 2021800"/>
                <a:gd name="connsiteX10" fmla="*/ 2569985 w 3317788"/>
                <a:gd name="connsiteY10" fmla="*/ 1934771 h 2021800"/>
                <a:gd name="connsiteX11" fmla="*/ 2909825 w 3317788"/>
                <a:gd name="connsiteY11" fmla="*/ 1241954 h 2021800"/>
                <a:gd name="connsiteX12" fmla="*/ 3141942 w 3317788"/>
                <a:gd name="connsiteY12" fmla="*/ 608908 h 2021800"/>
                <a:gd name="connsiteX13" fmla="*/ 3275585 w 3317788"/>
                <a:gd name="connsiteY13" fmla="*/ 236114 h 2021800"/>
                <a:gd name="connsiteX14" fmla="*/ 3317788 w 3317788"/>
                <a:gd name="connsiteY14" fmla="*/ 82701 h 2021800"/>
                <a:gd name="connsiteX0" fmla="*/ 0 w 3317788"/>
                <a:gd name="connsiteY0" fmla="*/ 1992025 h 2018344"/>
                <a:gd name="connsiteX1" fmla="*/ 335255 w 3317788"/>
                <a:gd name="connsiteY1" fmla="*/ 1331430 h 2018344"/>
                <a:gd name="connsiteX2" fmla="*/ 852043 w 3317788"/>
                <a:gd name="connsiteY2" fmla="*/ 319542 h 2018344"/>
                <a:gd name="connsiteX3" fmla="*/ 1004104 w 3317788"/>
                <a:gd name="connsiteY3" fmla="*/ 87849 h 2018344"/>
                <a:gd name="connsiteX4" fmla="*/ 1116427 w 3317788"/>
                <a:gd name="connsiteY4" fmla="*/ 15933 h 2018344"/>
                <a:gd name="connsiteX5" fmla="*/ 1271702 w 3317788"/>
                <a:gd name="connsiteY5" fmla="*/ 2474 h 2018344"/>
                <a:gd name="connsiteX6" fmla="*/ 1375465 w 3317788"/>
                <a:gd name="connsiteY6" fmla="*/ 52274 h 2018344"/>
                <a:gd name="connsiteX7" fmla="*/ 1440579 w 3317788"/>
                <a:gd name="connsiteY7" fmla="*/ 184148 h 2018344"/>
                <a:gd name="connsiteX8" fmla="*/ 2030959 w 3317788"/>
                <a:gd name="connsiteY8" fmla="*/ 1443287 h 2018344"/>
                <a:gd name="connsiteX9" fmla="*/ 2211015 w 3317788"/>
                <a:gd name="connsiteY9" fmla="*/ 1797673 h 2018344"/>
                <a:gd name="connsiteX10" fmla="*/ 2346289 w 3317788"/>
                <a:gd name="connsiteY10" fmla="*/ 1984128 h 2018344"/>
                <a:gd name="connsiteX11" fmla="*/ 2569985 w 3317788"/>
                <a:gd name="connsiteY11" fmla="*/ 1931315 h 2018344"/>
                <a:gd name="connsiteX12" fmla="*/ 2909825 w 3317788"/>
                <a:gd name="connsiteY12" fmla="*/ 1238498 h 2018344"/>
                <a:gd name="connsiteX13" fmla="*/ 3141942 w 3317788"/>
                <a:gd name="connsiteY13" fmla="*/ 605452 h 2018344"/>
                <a:gd name="connsiteX14" fmla="*/ 3275585 w 3317788"/>
                <a:gd name="connsiteY14" fmla="*/ 232658 h 2018344"/>
                <a:gd name="connsiteX15" fmla="*/ 3317788 w 3317788"/>
                <a:gd name="connsiteY15" fmla="*/ 79245 h 2018344"/>
                <a:gd name="connsiteX0" fmla="*/ 0 w 3317788"/>
                <a:gd name="connsiteY0" fmla="*/ 1992025 h 2018344"/>
                <a:gd name="connsiteX1" fmla="*/ 335255 w 3317788"/>
                <a:gd name="connsiteY1" fmla="*/ 1331430 h 2018344"/>
                <a:gd name="connsiteX2" fmla="*/ 852043 w 3317788"/>
                <a:gd name="connsiteY2" fmla="*/ 319542 h 2018344"/>
                <a:gd name="connsiteX3" fmla="*/ 1004104 w 3317788"/>
                <a:gd name="connsiteY3" fmla="*/ 87849 h 2018344"/>
                <a:gd name="connsiteX4" fmla="*/ 1116427 w 3317788"/>
                <a:gd name="connsiteY4" fmla="*/ 15933 h 2018344"/>
                <a:gd name="connsiteX5" fmla="*/ 1271702 w 3317788"/>
                <a:gd name="connsiteY5" fmla="*/ 2474 h 2018344"/>
                <a:gd name="connsiteX6" fmla="*/ 1375465 w 3317788"/>
                <a:gd name="connsiteY6" fmla="*/ 52274 h 2018344"/>
                <a:gd name="connsiteX7" fmla="*/ 1440579 w 3317788"/>
                <a:gd name="connsiteY7" fmla="*/ 184148 h 2018344"/>
                <a:gd name="connsiteX8" fmla="*/ 1943580 w 3317788"/>
                <a:gd name="connsiteY8" fmla="*/ 1485974 h 2018344"/>
                <a:gd name="connsiteX9" fmla="*/ 2211015 w 3317788"/>
                <a:gd name="connsiteY9" fmla="*/ 1797673 h 2018344"/>
                <a:gd name="connsiteX10" fmla="*/ 2346289 w 3317788"/>
                <a:gd name="connsiteY10" fmla="*/ 1984128 h 2018344"/>
                <a:gd name="connsiteX11" fmla="*/ 2569985 w 3317788"/>
                <a:gd name="connsiteY11" fmla="*/ 1931315 h 2018344"/>
                <a:gd name="connsiteX12" fmla="*/ 2909825 w 3317788"/>
                <a:gd name="connsiteY12" fmla="*/ 1238498 h 2018344"/>
                <a:gd name="connsiteX13" fmla="*/ 3141942 w 3317788"/>
                <a:gd name="connsiteY13" fmla="*/ 605452 h 2018344"/>
                <a:gd name="connsiteX14" fmla="*/ 3275585 w 3317788"/>
                <a:gd name="connsiteY14" fmla="*/ 232658 h 2018344"/>
                <a:gd name="connsiteX15" fmla="*/ 3317788 w 3317788"/>
                <a:gd name="connsiteY15" fmla="*/ 79245 h 2018344"/>
                <a:gd name="connsiteX0" fmla="*/ 0 w 3317788"/>
                <a:gd name="connsiteY0" fmla="*/ 1992025 h 2010456"/>
                <a:gd name="connsiteX1" fmla="*/ 335255 w 3317788"/>
                <a:gd name="connsiteY1" fmla="*/ 1331430 h 2010456"/>
                <a:gd name="connsiteX2" fmla="*/ 852043 w 3317788"/>
                <a:gd name="connsiteY2" fmla="*/ 319542 h 2010456"/>
                <a:gd name="connsiteX3" fmla="*/ 1004104 w 3317788"/>
                <a:gd name="connsiteY3" fmla="*/ 87849 h 2010456"/>
                <a:gd name="connsiteX4" fmla="*/ 1116427 w 3317788"/>
                <a:gd name="connsiteY4" fmla="*/ 15933 h 2010456"/>
                <a:gd name="connsiteX5" fmla="*/ 1271702 w 3317788"/>
                <a:gd name="connsiteY5" fmla="*/ 2474 h 2010456"/>
                <a:gd name="connsiteX6" fmla="*/ 1375465 w 3317788"/>
                <a:gd name="connsiteY6" fmla="*/ 52274 h 2010456"/>
                <a:gd name="connsiteX7" fmla="*/ 1440579 w 3317788"/>
                <a:gd name="connsiteY7" fmla="*/ 184148 h 2010456"/>
                <a:gd name="connsiteX8" fmla="*/ 1943580 w 3317788"/>
                <a:gd name="connsiteY8" fmla="*/ 1485974 h 2010456"/>
                <a:gd name="connsiteX9" fmla="*/ 2167326 w 3317788"/>
                <a:gd name="connsiteY9" fmla="*/ 1833245 h 2010456"/>
                <a:gd name="connsiteX10" fmla="*/ 2346289 w 3317788"/>
                <a:gd name="connsiteY10" fmla="*/ 1984128 h 2010456"/>
                <a:gd name="connsiteX11" fmla="*/ 2569985 w 3317788"/>
                <a:gd name="connsiteY11" fmla="*/ 1931315 h 2010456"/>
                <a:gd name="connsiteX12" fmla="*/ 2909825 w 3317788"/>
                <a:gd name="connsiteY12" fmla="*/ 1238498 h 2010456"/>
                <a:gd name="connsiteX13" fmla="*/ 3141942 w 3317788"/>
                <a:gd name="connsiteY13" fmla="*/ 605452 h 2010456"/>
                <a:gd name="connsiteX14" fmla="*/ 3275585 w 3317788"/>
                <a:gd name="connsiteY14" fmla="*/ 232658 h 2010456"/>
                <a:gd name="connsiteX15" fmla="*/ 3317788 w 3317788"/>
                <a:gd name="connsiteY15" fmla="*/ 79245 h 201045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69985 w 3317788"/>
                <a:gd name="connsiteY11" fmla="*/ 1838825 h 1992026"/>
                <a:gd name="connsiteX12" fmla="*/ 2909825 w 3317788"/>
                <a:gd name="connsiteY12" fmla="*/ 1238498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69985 w 3317788"/>
                <a:gd name="connsiteY11" fmla="*/ 1838825 h 1992026"/>
                <a:gd name="connsiteX12" fmla="*/ 2909825 w 3317788"/>
                <a:gd name="connsiteY12" fmla="*/ 1238498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31755 w 3317788"/>
                <a:gd name="connsiteY11" fmla="*/ 1824596 h 1992026"/>
                <a:gd name="connsiteX12" fmla="*/ 2909825 w 3317788"/>
                <a:gd name="connsiteY12" fmla="*/ 1238498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531755 w 3317788"/>
                <a:gd name="connsiteY11" fmla="*/ 1824596 h 1992026"/>
                <a:gd name="connsiteX12" fmla="*/ 2849750 w 3317788"/>
                <a:gd name="connsiteY12" fmla="*/ 1195810 h 1992026"/>
                <a:gd name="connsiteX13" fmla="*/ 3141942 w 3317788"/>
                <a:gd name="connsiteY13" fmla="*/ 605452 h 1992026"/>
                <a:gd name="connsiteX14" fmla="*/ 3275585 w 3317788"/>
                <a:gd name="connsiteY14" fmla="*/ 232658 h 1992026"/>
                <a:gd name="connsiteX15" fmla="*/ 3317788 w 3317788"/>
                <a:gd name="connsiteY15"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346289 w 3317788"/>
                <a:gd name="connsiteY10" fmla="*/ 1984128 h 1992026"/>
                <a:gd name="connsiteX11" fmla="*/ 2440402 w 3317788"/>
                <a:gd name="connsiteY11" fmla="*/ 1937634 h 1992026"/>
                <a:gd name="connsiteX12" fmla="*/ 2531755 w 3317788"/>
                <a:gd name="connsiteY12" fmla="*/ 1824596 h 1992026"/>
                <a:gd name="connsiteX13" fmla="*/ 2849750 w 3317788"/>
                <a:gd name="connsiteY13" fmla="*/ 1195810 h 1992026"/>
                <a:gd name="connsiteX14" fmla="*/ 3141942 w 3317788"/>
                <a:gd name="connsiteY14" fmla="*/ 605452 h 1992026"/>
                <a:gd name="connsiteX15" fmla="*/ 3275585 w 3317788"/>
                <a:gd name="connsiteY15" fmla="*/ 232658 h 1992026"/>
                <a:gd name="connsiteX16" fmla="*/ 3317788 w 3317788"/>
                <a:gd name="connsiteY16"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943580 w 3317788"/>
                <a:gd name="connsiteY8" fmla="*/ 1485974 h 1992026"/>
                <a:gd name="connsiteX9" fmla="*/ 2167326 w 3317788"/>
                <a:gd name="connsiteY9" fmla="*/ 1833245 h 1992026"/>
                <a:gd name="connsiteX10" fmla="*/ 2276566 w 3317788"/>
                <a:gd name="connsiteY10" fmla="*/ 1930520 h 1992026"/>
                <a:gd name="connsiteX11" fmla="*/ 2346289 w 3317788"/>
                <a:gd name="connsiteY11" fmla="*/ 1984128 h 1992026"/>
                <a:gd name="connsiteX12" fmla="*/ 2440402 w 3317788"/>
                <a:gd name="connsiteY12" fmla="*/ 1937634 h 1992026"/>
                <a:gd name="connsiteX13" fmla="*/ 2531755 w 3317788"/>
                <a:gd name="connsiteY13" fmla="*/ 1824596 h 1992026"/>
                <a:gd name="connsiteX14" fmla="*/ 2849750 w 3317788"/>
                <a:gd name="connsiteY14" fmla="*/ 1195810 h 1992026"/>
                <a:gd name="connsiteX15" fmla="*/ 3141942 w 3317788"/>
                <a:gd name="connsiteY15" fmla="*/ 605452 h 1992026"/>
                <a:gd name="connsiteX16" fmla="*/ 3275585 w 3317788"/>
                <a:gd name="connsiteY16" fmla="*/ 232658 h 1992026"/>
                <a:gd name="connsiteX17" fmla="*/ 3317788 w 3317788"/>
                <a:gd name="connsiteY17"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849750 w 3317788"/>
                <a:gd name="connsiteY15" fmla="*/ 1195810 h 1992026"/>
                <a:gd name="connsiteX16" fmla="*/ 3141942 w 3317788"/>
                <a:gd name="connsiteY16" fmla="*/ 605452 h 1992026"/>
                <a:gd name="connsiteX17" fmla="*/ 3275585 w 3317788"/>
                <a:gd name="connsiteY17" fmla="*/ 232658 h 1992026"/>
                <a:gd name="connsiteX18" fmla="*/ 3317788 w 3317788"/>
                <a:gd name="connsiteY18"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675234 w 3317788"/>
                <a:gd name="connsiteY15" fmla="*/ 1524990 h 1992026"/>
                <a:gd name="connsiteX16" fmla="*/ 2849750 w 3317788"/>
                <a:gd name="connsiteY16" fmla="*/ 1195810 h 1992026"/>
                <a:gd name="connsiteX17" fmla="*/ 3141942 w 3317788"/>
                <a:gd name="connsiteY17" fmla="*/ 605452 h 1992026"/>
                <a:gd name="connsiteX18" fmla="*/ 3275585 w 3317788"/>
                <a:gd name="connsiteY18" fmla="*/ 232658 h 1992026"/>
                <a:gd name="connsiteX19" fmla="*/ 3317788 w 3317788"/>
                <a:gd name="connsiteY19"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697079 w 3317788"/>
                <a:gd name="connsiteY15" fmla="*/ 1539219 h 1992026"/>
                <a:gd name="connsiteX16" fmla="*/ 2849750 w 3317788"/>
                <a:gd name="connsiteY16" fmla="*/ 1195810 h 1992026"/>
                <a:gd name="connsiteX17" fmla="*/ 3141942 w 3317788"/>
                <a:gd name="connsiteY17" fmla="*/ 605452 h 1992026"/>
                <a:gd name="connsiteX18" fmla="*/ 3275585 w 3317788"/>
                <a:gd name="connsiteY18" fmla="*/ 232658 h 1992026"/>
                <a:gd name="connsiteX19" fmla="*/ 3317788 w 3317788"/>
                <a:gd name="connsiteY19" fmla="*/ 79245 h 1992026"/>
                <a:gd name="connsiteX0" fmla="*/ 0 w 3317788"/>
                <a:gd name="connsiteY0" fmla="*/ 1992025 h 1992026"/>
                <a:gd name="connsiteX1" fmla="*/ 335255 w 3317788"/>
                <a:gd name="connsiteY1" fmla="*/ 1331430 h 1992026"/>
                <a:gd name="connsiteX2" fmla="*/ 852043 w 3317788"/>
                <a:gd name="connsiteY2" fmla="*/ 319542 h 1992026"/>
                <a:gd name="connsiteX3" fmla="*/ 1004104 w 3317788"/>
                <a:gd name="connsiteY3" fmla="*/ 87849 h 1992026"/>
                <a:gd name="connsiteX4" fmla="*/ 1116427 w 3317788"/>
                <a:gd name="connsiteY4" fmla="*/ 15933 h 1992026"/>
                <a:gd name="connsiteX5" fmla="*/ 1271702 w 3317788"/>
                <a:gd name="connsiteY5" fmla="*/ 2474 h 1992026"/>
                <a:gd name="connsiteX6" fmla="*/ 1375465 w 3317788"/>
                <a:gd name="connsiteY6" fmla="*/ 52274 h 1992026"/>
                <a:gd name="connsiteX7" fmla="*/ 1440579 w 3317788"/>
                <a:gd name="connsiteY7" fmla="*/ 184148 h 1992026"/>
                <a:gd name="connsiteX8" fmla="*/ 1779596 w 3317788"/>
                <a:gd name="connsiteY8" fmla="*/ 1076772 h 1992026"/>
                <a:gd name="connsiteX9" fmla="*/ 1943580 w 3317788"/>
                <a:gd name="connsiteY9" fmla="*/ 1485974 h 1992026"/>
                <a:gd name="connsiteX10" fmla="*/ 2167326 w 3317788"/>
                <a:gd name="connsiteY10" fmla="*/ 1833245 h 1992026"/>
                <a:gd name="connsiteX11" fmla="*/ 2276566 w 3317788"/>
                <a:gd name="connsiteY11" fmla="*/ 1930520 h 1992026"/>
                <a:gd name="connsiteX12" fmla="*/ 2346289 w 3317788"/>
                <a:gd name="connsiteY12" fmla="*/ 1984128 h 1992026"/>
                <a:gd name="connsiteX13" fmla="*/ 2440402 w 3317788"/>
                <a:gd name="connsiteY13" fmla="*/ 1937634 h 1992026"/>
                <a:gd name="connsiteX14" fmla="*/ 2531755 w 3317788"/>
                <a:gd name="connsiteY14" fmla="*/ 1824596 h 1992026"/>
                <a:gd name="connsiteX15" fmla="*/ 2697079 w 3317788"/>
                <a:gd name="connsiteY15" fmla="*/ 1539219 h 1992026"/>
                <a:gd name="connsiteX16" fmla="*/ 2849750 w 3317788"/>
                <a:gd name="connsiteY16" fmla="*/ 1195810 h 1992026"/>
                <a:gd name="connsiteX17" fmla="*/ 3141942 w 3317788"/>
                <a:gd name="connsiteY17" fmla="*/ 605452 h 1992026"/>
                <a:gd name="connsiteX18" fmla="*/ 3275585 w 3317788"/>
                <a:gd name="connsiteY18" fmla="*/ 232658 h 1992026"/>
                <a:gd name="connsiteX19" fmla="*/ 3317788 w 3317788"/>
                <a:gd name="connsiteY19" fmla="*/ 79245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67326 w 3339635"/>
                <a:gd name="connsiteY10" fmla="*/ 1833245 h 1992026"/>
                <a:gd name="connsiteX11" fmla="*/ 2276566 w 3339635"/>
                <a:gd name="connsiteY11" fmla="*/ 1930520 h 1992026"/>
                <a:gd name="connsiteX12" fmla="*/ 2346289 w 3339635"/>
                <a:gd name="connsiteY12" fmla="*/ 1984128 h 1992026"/>
                <a:gd name="connsiteX13" fmla="*/ 2440402 w 3339635"/>
                <a:gd name="connsiteY13" fmla="*/ 1937634 h 1992026"/>
                <a:gd name="connsiteX14" fmla="*/ 2531755 w 3339635"/>
                <a:gd name="connsiteY14" fmla="*/ 1824596 h 1992026"/>
                <a:gd name="connsiteX15" fmla="*/ 2697079 w 3339635"/>
                <a:gd name="connsiteY15" fmla="*/ 1539219 h 1992026"/>
                <a:gd name="connsiteX16" fmla="*/ 2849750 w 3339635"/>
                <a:gd name="connsiteY16" fmla="*/ 1195810 h 1992026"/>
                <a:gd name="connsiteX17" fmla="*/ 3141942 w 3339635"/>
                <a:gd name="connsiteY17" fmla="*/ 605452 h 1992026"/>
                <a:gd name="connsiteX18" fmla="*/ 3275585 w 3339635"/>
                <a:gd name="connsiteY18" fmla="*/ 232658 h 1992026"/>
                <a:gd name="connsiteX19" fmla="*/ 3339635 w 3339635"/>
                <a:gd name="connsiteY19" fmla="*/ 86358 h 1992026"/>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31755 w 3339635"/>
                <a:gd name="connsiteY14" fmla="*/ 1824596 h 1995595"/>
                <a:gd name="connsiteX15" fmla="*/ 2697079 w 3339635"/>
                <a:gd name="connsiteY15" fmla="*/ 1539219 h 1995595"/>
                <a:gd name="connsiteX16" fmla="*/ 2849750 w 3339635"/>
                <a:gd name="connsiteY16" fmla="*/ 1195810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697079 w 3339635"/>
                <a:gd name="connsiteY15" fmla="*/ 1539219 h 1995595"/>
                <a:gd name="connsiteX16" fmla="*/ 2849750 w 3339635"/>
                <a:gd name="connsiteY16" fmla="*/ 1195810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724385 w 3339635"/>
                <a:gd name="connsiteY15" fmla="*/ 1539219 h 1995595"/>
                <a:gd name="connsiteX16" fmla="*/ 2849750 w 3339635"/>
                <a:gd name="connsiteY16" fmla="*/ 1195810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724385 w 3339635"/>
                <a:gd name="connsiteY15" fmla="*/ 1539219 h 1995595"/>
                <a:gd name="connsiteX16" fmla="*/ 2871595 w 3339635"/>
                <a:gd name="connsiteY16" fmla="*/ 1231384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1995595"/>
                <a:gd name="connsiteX1" fmla="*/ 335255 w 3339635"/>
                <a:gd name="connsiteY1" fmla="*/ 1331430 h 1995595"/>
                <a:gd name="connsiteX2" fmla="*/ 852043 w 3339635"/>
                <a:gd name="connsiteY2" fmla="*/ 319542 h 1995595"/>
                <a:gd name="connsiteX3" fmla="*/ 1004104 w 3339635"/>
                <a:gd name="connsiteY3" fmla="*/ 87849 h 1995595"/>
                <a:gd name="connsiteX4" fmla="*/ 1116427 w 3339635"/>
                <a:gd name="connsiteY4" fmla="*/ 15933 h 1995595"/>
                <a:gd name="connsiteX5" fmla="*/ 1271702 w 3339635"/>
                <a:gd name="connsiteY5" fmla="*/ 2474 h 1995595"/>
                <a:gd name="connsiteX6" fmla="*/ 1375465 w 3339635"/>
                <a:gd name="connsiteY6" fmla="*/ 52274 h 1995595"/>
                <a:gd name="connsiteX7" fmla="*/ 1440579 w 3339635"/>
                <a:gd name="connsiteY7" fmla="*/ 184148 h 1995595"/>
                <a:gd name="connsiteX8" fmla="*/ 1779596 w 3339635"/>
                <a:gd name="connsiteY8" fmla="*/ 1076772 h 1995595"/>
                <a:gd name="connsiteX9" fmla="*/ 1943580 w 3339635"/>
                <a:gd name="connsiteY9" fmla="*/ 1485974 h 1995595"/>
                <a:gd name="connsiteX10" fmla="*/ 2167326 w 3339635"/>
                <a:gd name="connsiteY10" fmla="*/ 1833245 h 1995595"/>
                <a:gd name="connsiteX11" fmla="*/ 2276566 w 3339635"/>
                <a:gd name="connsiteY11" fmla="*/ 1930520 h 1995595"/>
                <a:gd name="connsiteX12" fmla="*/ 2346289 w 3339635"/>
                <a:gd name="connsiteY12" fmla="*/ 1984128 h 1995595"/>
                <a:gd name="connsiteX13" fmla="*/ 2505937 w 3339635"/>
                <a:gd name="connsiteY13" fmla="*/ 1980321 h 1995595"/>
                <a:gd name="connsiteX14" fmla="*/ 2591830 w 3339635"/>
                <a:gd name="connsiteY14" fmla="*/ 1853054 h 1995595"/>
                <a:gd name="connsiteX15" fmla="*/ 2724385 w 3339635"/>
                <a:gd name="connsiteY15" fmla="*/ 1539219 h 1995595"/>
                <a:gd name="connsiteX16" fmla="*/ 2898902 w 3339635"/>
                <a:gd name="connsiteY16" fmla="*/ 1252728 h 1995595"/>
                <a:gd name="connsiteX17" fmla="*/ 3141942 w 3339635"/>
                <a:gd name="connsiteY17" fmla="*/ 605452 h 1995595"/>
                <a:gd name="connsiteX18" fmla="*/ 3275585 w 3339635"/>
                <a:gd name="connsiteY18" fmla="*/ 232658 h 1995595"/>
                <a:gd name="connsiteX19" fmla="*/ 3339635 w 3339635"/>
                <a:gd name="connsiteY19" fmla="*/ 86358 h 1995595"/>
                <a:gd name="connsiteX0" fmla="*/ 0 w 3339635"/>
                <a:gd name="connsiteY0" fmla="*/ 1992025 h 2016317"/>
                <a:gd name="connsiteX1" fmla="*/ 335255 w 3339635"/>
                <a:gd name="connsiteY1" fmla="*/ 1331430 h 2016317"/>
                <a:gd name="connsiteX2" fmla="*/ 852043 w 3339635"/>
                <a:gd name="connsiteY2" fmla="*/ 319542 h 2016317"/>
                <a:gd name="connsiteX3" fmla="*/ 1004104 w 3339635"/>
                <a:gd name="connsiteY3" fmla="*/ 87849 h 2016317"/>
                <a:gd name="connsiteX4" fmla="*/ 1116427 w 3339635"/>
                <a:gd name="connsiteY4" fmla="*/ 15933 h 2016317"/>
                <a:gd name="connsiteX5" fmla="*/ 1271702 w 3339635"/>
                <a:gd name="connsiteY5" fmla="*/ 2474 h 2016317"/>
                <a:gd name="connsiteX6" fmla="*/ 1375465 w 3339635"/>
                <a:gd name="connsiteY6" fmla="*/ 52274 h 2016317"/>
                <a:gd name="connsiteX7" fmla="*/ 1440579 w 3339635"/>
                <a:gd name="connsiteY7" fmla="*/ 184148 h 2016317"/>
                <a:gd name="connsiteX8" fmla="*/ 1779596 w 3339635"/>
                <a:gd name="connsiteY8" fmla="*/ 1076772 h 2016317"/>
                <a:gd name="connsiteX9" fmla="*/ 1943580 w 3339635"/>
                <a:gd name="connsiteY9" fmla="*/ 1485974 h 2016317"/>
                <a:gd name="connsiteX10" fmla="*/ 2167326 w 3339635"/>
                <a:gd name="connsiteY10" fmla="*/ 1833245 h 2016317"/>
                <a:gd name="connsiteX11" fmla="*/ 2276566 w 3339635"/>
                <a:gd name="connsiteY11" fmla="*/ 1930520 h 2016317"/>
                <a:gd name="connsiteX12" fmla="*/ 2346289 w 3339635"/>
                <a:gd name="connsiteY12" fmla="*/ 1984128 h 2016317"/>
                <a:gd name="connsiteX13" fmla="*/ 2505937 w 3339635"/>
                <a:gd name="connsiteY13" fmla="*/ 1980321 h 2016317"/>
                <a:gd name="connsiteX14" fmla="*/ 2724385 w 3339635"/>
                <a:gd name="connsiteY14" fmla="*/ 1539219 h 2016317"/>
                <a:gd name="connsiteX15" fmla="*/ 2898902 w 3339635"/>
                <a:gd name="connsiteY15" fmla="*/ 1252728 h 2016317"/>
                <a:gd name="connsiteX16" fmla="*/ 3141942 w 3339635"/>
                <a:gd name="connsiteY16" fmla="*/ 605452 h 2016317"/>
                <a:gd name="connsiteX17" fmla="*/ 3275585 w 3339635"/>
                <a:gd name="connsiteY17" fmla="*/ 232658 h 2016317"/>
                <a:gd name="connsiteX18" fmla="*/ 3339635 w 3339635"/>
                <a:gd name="connsiteY18" fmla="*/ 86358 h 2016317"/>
                <a:gd name="connsiteX0" fmla="*/ 0 w 3339635"/>
                <a:gd name="connsiteY0" fmla="*/ 1992025 h 2004155"/>
                <a:gd name="connsiteX1" fmla="*/ 335255 w 3339635"/>
                <a:gd name="connsiteY1" fmla="*/ 1331430 h 2004155"/>
                <a:gd name="connsiteX2" fmla="*/ 852043 w 3339635"/>
                <a:gd name="connsiteY2" fmla="*/ 319542 h 2004155"/>
                <a:gd name="connsiteX3" fmla="*/ 1004104 w 3339635"/>
                <a:gd name="connsiteY3" fmla="*/ 87849 h 2004155"/>
                <a:gd name="connsiteX4" fmla="*/ 1116427 w 3339635"/>
                <a:gd name="connsiteY4" fmla="*/ 15933 h 2004155"/>
                <a:gd name="connsiteX5" fmla="*/ 1271702 w 3339635"/>
                <a:gd name="connsiteY5" fmla="*/ 2474 h 2004155"/>
                <a:gd name="connsiteX6" fmla="*/ 1375465 w 3339635"/>
                <a:gd name="connsiteY6" fmla="*/ 52274 h 2004155"/>
                <a:gd name="connsiteX7" fmla="*/ 1440579 w 3339635"/>
                <a:gd name="connsiteY7" fmla="*/ 184148 h 2004155"/>
                <a:gd name="connsiteX8" fmla="*/ 1779596 w 3339635"/>
                <a:gd name="connsiteY8" fmla="*/ 1076772 h 2004155"/>
                <a:gd name="connsiteX9" fmla="*/ 1943580 w 3339635"/>
                <a:gd name="connsiteY9" fmla="*/ 1485974 h 2004155"/>
                <a:gd name="connsiteX10" fmla="*/ 2167326 w 3339635"/>
                <a:gd name="connsiteY10" fmla="*/ 1833245 h 2004155"/>
                <a:gd name="connsiteX11" fmla="*/ 2276566 w 3339635"/>
                <a:gd name="connsiteY11" fmla="*/ 1930520 h 2004155"/>
                <a:gd name="connsiteX12" fmla="*/ 2346289 w 3339635"/>
                <a:gd name="connsiteY12" fmla="*/ 1984128 h 2004155"/>
                <a:gd name="connsiteX13" fmla="*/ 2505937 w 3339635"/>
                <a:gd name="connsiteY13" fmla="*/ 1963008 h 2004155"/>
                <a:gd name="connsiteX14" fmla="*/ 2724385 w 3339635"/>
                <a:gd name="connsiteY14" fmla="*/ 1539219 h 2004155"/>
                <a:gd name="connsiteX15" fmla="*/ 2898902 w 3339635"/>
                <a:gd name="connsiteY15" fmla="*/ 1252728 h 2004155"/>
                <a:gd name="connsiteX16" fmla="*/ 3141942 w 3339635"/>
                <a:gd name="connsiteY16" fmla="*/ 605452 h 2004155"/>
                <a:gd name="connsiteX17" fmla="*/ 3275585 w 3339635"/>
                <a:gd name="connsiteY17" fmla="*/ 232658 h 2004155"/>
                <a:gd name="connsiteX18" fmla="*/ 3339635 w 3339635"/>
                <a:gd name="connsiteY18" fmla="*/ 86358 h 2004155"/>
                <a:gd name="connsiteX0" fmla="*/ 0 w 3339635"/>
                <a:gd name="connsiteY0" fmla="*/ 1992025 h 2001006"/>
                <a:gd name="connsiteX1" fmla="*/ 335255 w 3339635"/>
                <a:gd name="connsiteY1" fmla="*/ 1331430 h 2001006"/>
                <a:gd name="connsiteX2" fmla="*/ 852043 w 3339635"/>
                <a:gd name="connsiteY2" fmla="*/ 319542 h 2001006"/>
                <a:gd name="connsiteX3" fmla="*/ 1004104 w 3339635"/>
                <a:gd name="connsiteY3" fmla="*/ 87849 h 2001006"/>
                <a:gd name="connsiteX4" fmla="*/ 1116427 w 3339635"/>
                <a:gd name="connsiteY4" fmla="*/ 15933 h 2001006"/>
                <a:gd name="connsiteX5" fmla="*/ 1271702 w 3339635"/>
                <a:gd name="connsiteY5" fmla="*/ 2474 h 2001006"/>
                <a:gd name="connsiteX6" fmla="*/ 1375465 w 3339635"/>
                <a:gd name="connsiteY6" fmla="*/ 52274 h 2001006"/>
                <a:gd name="connsiteX7" fmla="*/ 1440579 w 3339635"/>
                <a:gd name="connsiteY7" fmla="*/ 184148 h 2001006"/>
                <a:gd name="connsiteX8" fmla="*/ 1779596 w 3339635"/>
                <a:gd name="connsiteY8" fmla="*/ 1076772 h 2001006"/>
                <a:gd name="connsiteX9" fmla="*/ 1943580 w 3339635"/>
                <a:gd name="connsiteY9" fmla="*/ 1485974 h 2001006"/>
                <a:gd name="connsiteX10" fmla="*/ 2167326 w 3339635"/>
                <a:gd name="connsiteY10" fmla="*/ 1833245 h 2001006"/>
                <a:gd name="connsiteX11" fmla="*/ 2276566 w 3339635"/>
                <a:gd name="connsiteY11" fmla="*/ 1930520 h 2001006"/>
                <a:gd name="connsiteX12" fmla="*/ 2342967 w 3339635"/>
                <a:gd name="connsiteY12" fmla="*/ 1975472 h 2001006"/>
                <a:gd name="connsiteX13" fmla="*/ 2505937 w 3339635"/>
                <a:gd name="connsiteY13" fmla="*/ 1963008 h 2001006"/>
                <a:gd name="connsiteX14" fmla="*/ 2724385 w 3339635"/>
                <a:gd name="connsiteY14" fmla="*/ 1539219 h 2001006"/>
                <a:gd name="connsiteX15" fmla="*/ 2898902 w 3339635"/>
                <a:gd name="connsiteY15" fmla="*/ 1252728 h 2001006"/>
                <a:gd name="connsiteX16" fmla="*/ 3141942 w 3339635"/>
                <a:gd name="connsiteY16" fmla="*/ 605452 h 2001006"/>
                <a:gd name="connsiteX17" fmla="*/ 3275585 w 3339635"/>
                <a:gd name="connsiteY17" fmla="*/ 232658 h 2001006"/>
                <a:gd name="connsiteX18" fmla="*/ 3339635 w 3339635"/>
                <a:gd name="connsiteY18" fmla="*/ 86358 h 2001006"/>
                <a:gd name="connsiteX0" fmla="*/ 0 w 3339635"/>
                <a:gd name="connsiteY0" fmla="*/ 1992025 h 2005859"/>
                <a:gd name="connsiteX1" fmla="*/ 335255 w 3339635"/>
                <a:gd name="connsiteY1" fmla="*/ 1331430 h 2005859"/>
                <a:gd name="connsiteX2" fmla="*/ 852043 w 3339635"/>
                <a:gd name="connsiteY2" fmla="*/ 319542 h 2005859"/>
                <a:gd name="connsiteX3" fmla="*/ 1004104 w 3339635"/>
                <a:gd name="connsiteY3" fmla="*/ 87849 h 2005859"/>
                <a:gd name="connsiteX4" fmla="*/ 1116427 w 3339635"/>
                <a:gd name="connsiteY4" fmla="*/ 15933 h 2005859"/>
                <a:gd name="connsiteX5" fmla="*/ 1271702 w 3339635"/>
                <a:gd name="connsiteY5" fmla="*/ 2474 h 2005859"/>
                <a:gd name="connsiteX6" fmla="*/ 1375465 w 3339635"/>
                <a:gd name="connsiteY6" fmla="*/ 52274 h 2005859"/>
                <a:gd name="connsiteX7" fmla="*/ 1440579 w 3339635"/>
                <a:gd name="connsiteY7" fmla="*/ 184148 h 2005859"/>
                <a:gd name="connsiteX8" fmla="*/ 1779596 w 3339635"/>
                <a:gd name="connsiteY8" fmla="*/ 1076772 h 2005859"/>
                <a:gd name="connsiteX9" fmla="*/ 1943580 w 3339635"/>
                <a:gd name="connsiteY9" fmla="*/ 1485974 h 2005859"/>
                <a:gd name="connsiteX10" fmla="*/ 2167326 w 3339635"/>
                <a:gd name="connsiteY10" fmla="*/ 1833245 h 2005859"/>
                <a:gd name="connsiteX11" fmla="*/ 2342967 w 3339635"/>
                <a:gd name="connsiteY11" fmla="*/ 1975472 h 2005859"/>
                <a:gd name="connsiteX12" fmla="*/ 2505937 w 3339635"/>
                <a:gd name="connsiteY12" fmla="*/ 1963008 h 2005859"/>
                <a:gd name="connsiteX13" fmla="*/ 2724385 w 3339635"/>
                <a:gd name="connsiteY13" fmla="*/ 1539219 h 2005859"/>
                <a:gd name="connsiteX14" fmla="*/ 2898902 w 3339635"/>
                <a:gd name="connsiteY14" fmla="*/ 1252728 h 2005859"/>
                <a:gd name="connsiteX15" fmla="*/ 3141942 w 3339635"/>
                <a:gd name="connsiteY15" fmla="*/ 605452 h 2005859"/>
                <a:gd name="connsiteX16" fmla="*/ 3275585 w 3339635"/>
                <a:gd name="connsiteY16" fmla="*/ 232658 h 2005859"/>
                <a:gd name="connsiteX17" fmla="*/ 3339635 w 3339635"/>
                <a:gd name="connsiteY17" fmla="*/ 86358 h 2005859"/>
                <a:gd name="connsiteX0" fmla="*/ 0 w 3339635"/>
                <a:gd name="connsiteY0" fmla="*/ 1992025 h 2001145"/>
                <a:gd name="connsiteX1" fmla="*/ 335255 w 3339635"/>
                <a:gd name="connsiteY1" fmla="*/ 1331430 h 2001145"/>
                <a:gd name="connsiteX2" fmla="*/ 852043 w 3339635"/>
                <a:gd name="connsiteY2" fmla="*/ 319542 h 2001145"/>
                <a:gd name="connsiteX3" fmla="*/ 1004104 w 3339635"/>
                <a:gd name="connsiteY3" fmla="*/ 87849 h 2001145"/>
                <a:gd name="connsiteX4" fmla="*/ 1116427 w 3339635"/>
                <a:gd name="connsiteY4" fmla="*/ 15933 h 2001145"/>
                <a:gd name="connsiteX5" fmla="*/ 1271702 w 3339635"/>
                <a:gd name="connsiteY5" fmla="*/ 2474 h 2001145"/>
                <a:gd name="connsiteX6" fmla="*/ 1375465 w 3339635"/>
                <a:gd name="connsiteY6" fmla="*/ 52274 h 2001145"/>
                <a:gd name="connsiteX7" fmla="*/ 1440579 w 3339635"/>
                <a:gd name="connsiteY7" fmla="*/ 184148 h 2001145"/>
                <a:gd name="connsiteX8" fmla="*/ 1779596 w 3339635"/>
                <a:gd name="connsiteY8" fmla="*/ 1076772 h 2001145"/>
                <a:gd name="connsiteX9" fmla="*/ 1943580 w 3339635"/>
                <a:gd name="connsiteY9" fmla="*/ 1485974 h 2001145"/>
                <a:gd name="connsiteX10" fmla="*/ 2167326 w 3339635"/>
                <a:gd name="connsiteY10" fmla="*/ 1833245 h 2001145"/>
                <a:gd name="connsiteX11" fmla="*/ 2316389 w 3339635"/>
                <a:gd name="connsiteY11" fmla="*/ 1962488 h 2001145"/>
                <a:gd name="connsiteX12" fmla="*/ 2505937 w 3339635"/>
                <a:gd name="connsiteY12" fmla="*/ 1963008 h 2001145"/>
                <a:gd name="connsiteX13" fmla="*/ 2724385 w 3339635"/>
                <a:gd name="connsiteY13" fmla="*/ 1539219 h 2001145"/>
                <a:gd name="connsiteX14" fmla="*/ 2898902 w 3339635"/>
                <a:gd name="connsiteY14" fmla="*/ 1252728 h 2001145"/>
                <a:gd name="connsiteX15" fmla="*/ 3141942 w 3339635"/>
                <a:gd name="connsiteY15" fmla="*/ 605452 h 2001145"/>
                <a:gd name="connsiteX16" fmla="*/ 3275585 w 3339635"/>
                <a:gd name="connsiteY16" fmla="*/ 232658 h 2001145"/>
                <a:gd name="connsiteX17" fmla="*/ 3339635 w 3339635"/>
                <a:gd name="connsiteY17" fmla="*/ 86358 h 2001145"/>
                <a:gd name="connsiteX0" fmla="*/ 0 w 3339635"/>
                <a:gd name="connsiteY0" fmla="*/ 1992025 h 1997283"/>
                <a:gd name="connsiteX1" fmla="*/ 335255 w 3339635"/>
                <a:gd name="connsiteY1" fmla="*/ 1331430 h 1997283"/>
                <a:gd name="connsiteX2" fmla="*/ 852043 w 3339635"/>
                <a:gd name="connsiteY2" fmla="*/ 319542 h 1997283"/>
                <a:gd name="connsiteX3" fmla="*/ 1004104 w 3339635"/>
                <a:gd name="connsiteY3" fmla="*/ 87849 h 1997283"/>
                <a:gd name="connsiteX4" fmla="*/ 1116427 w 3339635"/>
                <a:gd name="connsiteY4" fmla="*/ 15933 h 1997283"/>
                <a:gd name="connsiteX5" fmla="*/ 1271702 w 3339635"/>
                <a:gd name="connsiteY5" fmla="*/ 2474 h 1997283"/>
                <a:gd name="connsiteX6" fmla="*/ 1375465 w 3339635"/>
                <a:gd name="connsiteY6" fmla="*/ 52274 h 1997283"/>
                <a:gd name="connsiteX7" fmla="*/ 1440579 w 3339635"/>
                <a:gd name="connsiteY7" fmla="*/ 184148 h 1997283"/>
                <a:gd name="connsiteX8" fmla="*/ 1779596 w 3339635"/>
                <a:gd name="connsiteY8" fmla="*/ 1076772 h 1997283"/>
                <a:gd name="connsiteX9" fmla="*/ 1943580 w 3339635"/>
                <a:gd name="connsiteY9" fmla="*/ 1485974 h 1997283"/>
                <a:gd name="connsiteX10" fmla="*/ 2167326 w 3339635"/>
                <a:gd name="connsiteY10" fmla="*/ 1833245 h 1997283"/>
                <a:gd name="connsiteX11" fmla="*/ 2286489 w 3339635"/>
                <a:gd name="connsiteY11" fmla="*/ 1949504 h 1997283"/>
                <a:gd name="connsiteX12" fmla="*/ 2505937 w 3339635"/>
                <a:gd name="connsiteY12" fmla="*/ 1963008 h 1997283"/>
                <a:gd name="connsiteX13" fmla="*/ 2724385 w 3339635"/>
                <a:gd name="connsiteY13" fmla="*/ 1539219 h 1997283"/>
                <a:gd name="connsiteX14" fmla="*/ 2898902 w 3339635"/>
                <a:gd name="connsiteY14" fmla="*/ 1252728 h 1997283"/>
                <a:gd name="connsiteX15" fmla="*/ 3141942 w 3339635"/>
                <a:gd name="connsiteY15" fmla="*/ 605452 h 1997283"/>
                <a:gd name="connsiteX16" fmla="*/ 3275585 w 3339635"/>
                <a:gd name="connsiteY16" fmla="*/ 232658 h 1997283"/>
                <a:gd name="connsiteX17" fmla="*/ 3339635 w 3339635"/>
                <a:gd name="connsiteY17" fmla="*/ 86358 h 1997283"/>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67326 w 3339635"/>
                <a:gd name="connsiteY10" fmla="*/ 1833245 h 1992026"/>
                <a:gd name="connsiteX11" fmla="*/ 2286489 w 3339635"/>
                <a:gd name="connsiteY11" fmla="*/ 1949504 h 1992026"/>
                <a:gd name="connsiteX12" fmla="*/ 2492648 w 3339635"/>
                <a:gd name="connsiteY12" fmla="*/ 1945697 h 1992026"/>
                <a:gd name="connsiteX13" fmla="*/ 2724385 w 3339635"/>
                <a:gd name="connsiteY13" fmla="*/ 1539219 h 1992026"/>
                <a:gd name="connsiteX14" fmla="*/ 2898902 w 3339635"/>
                <a:gd name="connsiteY14" fmla="*/ 1252728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67326 w 3339635"/>
                <a:gd name="connsiteY10" fmla="*/ 1833245 h 1992026"/>
                <a:gd name="connsiteX11" fmla="*/ 2286489 w 3339635"/>
                <a:gd name="connsiteY11" fmla="*/ 1949504 h 1992026"/>
                <a:gd name="connsiteX12" fmla="*/ 2492648 w 3339635"/>
                <a:gd name="connsiteY12" fmla="*/ 1945697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2648 w 3339635"/>
                <a:gd name="connsiteY12" fmla="*/ 1945697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40579 w 3339635"/>
                <a:gd name="connsiteY7" fmla="*/ 184148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5 w 3339635"/>
                <a:gd name="connsiteY6" fmla="*/ 52274 h 1992026"/>
                <a:gd name="connsiteX7" fmla="*/ 1450546 w 3339635"/>
                <a:gd name="connsiteY7" fmla="*/ 184149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75466 w 3339635"/>
                <a:gd name="connsiteY6" fmla="*/ 26307 h 1992026"/>
                <a:gd name="connsiteX7" fmla="*/ 1450546 w 3339635"/>
                <a:gd name="connsiteY7" fmla="*/ 184149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1992025 h 1992026"/>
                <a:gd name="connsiteX1" fmla="*/ 335255 w 3339635"/>
                <a:gd name="connsiteY1" fmla="*/ 1331430 h 1992026"/>
                <a:gd name="connsiteX2" fmla="*/ 852043 w 3339635"/>
                <a:gd name="connsiteY2" fmla="*/ 319542 h 1992026"/>
                <a:gd name="connsiteX3" fmla="*/ 1004104 w 3339635"/>
                <a:gd name="connsiteY3" fmla="*/ 87849 h 1992026"/>
                <a:gd name="connsiteX4" fmla="*/ 1116427 w 3339635"/>
                <a:gd name="connsiteY4" fmla="*/ 15933 h 1992026"/>
                <a:gd name="connsiteX5" fmla="*/ 1271702 w 3339635"/>
                <a:gd name="connsiteY5" fmla="*/ 2474 h 1992026"/>
                <a:gd name="connsiteX6" fmla="*/ 1362177 w 3339635"/>
                <a:gd name="connsiteY6" fmla="*/ 60931 h 1992026"/>
                <a:gd name="connsiteX7" fmla="*/ 1450546 w 3339635"/>
                <a:gd name="connsiteY7" fmla="*/ 184149 h 1992026"/>
                <a:gd name="connsiteX8" fmla="*/ 1779596 w 3339635"/>
                <a:gd name="connsiteY8" fmla="*/ 1076772 h 1992026"/>
                <a:gd name="connsiteX9" fmla="*/ 1943580 w 3339635"/>
                <a:gd name="connsiteY9" fmla="*/ 1485974 h 1992026"/>
                <a:gd name="connsiteX10" fmla="*/ 2127460 w 3339635"/>
                <a:gd name="connsiteY10" fmla="*/ 1815933 h 1992026"/>
                <a:gd name="connsiteX11" fmla="*/ 2286489 w 3339635"/>
                <a:gd name="connsiteY11" fmla="*/ 1949504 h 1992026"/>
                <a:gd name="connsiteX12" fmla="*/ 2499292 w 3339635"/>
                <a:gd name="connsiteY12" fmla="*/ 1911073 h 1992026"/>
                <a:gd name="connsiteX13" fmla="*/ 2724385 w 3339635"/>
                <a:gd name="connsiteY13" fmla="*/ 1539219 h 1992026"/>
                <a:gd name="connsiteX14" fmla="*/ 2869002 w 3339635"/>
                <a:gd name="connsiteY14" fmla="*/ 1244073 h 1992026"/>
                <a:gd name="connsiteX15" fmla="*/ 3141942 w 3339635"/>
                <a:gd name="connsiteY15" fmla="*/ 605452 h 1992026"/>
                <a:gd name="connsiteX16" fmla="*/ 3275585 w 3339635"/>
                <a:gd name="connsiteY16" fmla="*/ 232658 h 1992026"/>
                <a:gd name="connsiteX17" fmla="*/ 3339635 w 3339635"/>
                <a:gd name="connsiteY17" fmla="*/ 86358 h 1992026"/>
                <a:gd name="connsiteX0" fmla="*/ 0 w 3339635"/>
                <a:gd name="connsiteY0" fmla="*/ 2001719 h 2001720"/>
                <a:gd name="connsiteX1" fmla="*/ 335255 w 3339635"/>
                <a:gd name="connsiteY1" fmla="*/ 1341124 h 2001720"/>
                <a:gd name="connsiteX2" fmla="*/ 852043 w 3339635"/>
                <a:gd name="connsiteY2" fmla="*/ 329236 h 2001720"/>
                <a:gd name="connsiteX3" fmla="*/ 1004104 w 3339635"/>
                <a:gd name="connsiteY3" fmla="*/ 97543 h 2001720"/>
                <a:gd name="connsiteX4" fmla="*/ 1116427 w 3339635"/>
                <a:gd name="connsiteY4" fmla="*/ 25627 h 2001720"/>
                <a:gd name="connsiteX5" fmla="*/ 1271702 w 3339635"/>
                <a:gd name="connsiteY5" fmla="*/ 12168 h 2001720"/>
                <a:gd name="connsiteX6" fmla="*/ 1450546 w 3339635"/>
                <a:gd name="connsiteY6" fmla="*/ 193843 h 2001720"/>
                <a:gd name="connsiteX7" fmla="*/ 1779596 w 3339635"/>
                <a:gd name="connsiteY7" fmla="*/ 1086466 h 2001720"/>
                <a:gd name="connsiteX8" fmla="*/ 1943580 w 3339635"/>
                <a:gd name="connsiteY8" fmla="*/ 1495668 h 2001720"/>
                <a:gd name="connsiteX9" fmla="*/ 2127460 w 3339635"/>
                <a:gd name="connsiteY9" fmla="*/ 1825627 h 2001720"/>
                <a:gd name="connsiteX10" fmla="*/ 2286489 w 3339635"/>
                <a:gd name="connsiteY10" fmla="*/ 1959198 h 2001720"/>
                <a:gd name="connsiteX11" fmla="*/ 2499292 w 3339635"/>
                <a:gd name="connsiteY11" fmla="*/ 1920767 h 2001720"/>
                <a:gd name="connsiteX12" fmla="*/ 2724385 w 3339635"/>
                <a:gd name="connsiteY12" fmla="*/ 1548913 h 2001720"/>
                <a:gd name="connsiteX13" fmla="*/ 2869002 w 3339635"/>
                <a:gd name="connsiteY13" fmla="*/ 1253767 h 2001720"/>
                <a:gd name="connsiteX14" fmla="*/ 3141942 w 3339635"/>
                <a:gd name="connsiteY14" fmla="*/ 615146 h 2001720"/>
                <a:gd name="connsiteX15" fmla="*/ 3275585 w 3339635"/>
                <a:gd name="connsiteY15" fmla="*/ 242352 h 2001720"/>
                <a:gd name="connsiteX16" fmla="*/ 3339635 w 3339635"/>
                <a:gd name="connsiteY16" fmla="*/ 96052 h 2001720"/>
                <a:gd name="connsiteX0" fmla="*/ 0 w 3339635"/>
                <a:gd name="connsiteY0" fmla="*/ 1992668 h 1992669"/>
                <a:gd name="connsiteX1" fmla="*/ 335255 w 3339635"/>
                <a:gd name="connsiteY1" fmla="*/ 1332073 h 1992669"/>
                <a:gd name="connsiteX2" fmla="*/ 852043 w 3339635"/>
                <a:gd name="connsiteY2" fmla="*/ 320185 h 1992669"/>
                <a:gd name="connsiteX3" fmla="*/ 1004104 w 3339635"/>
                <a:gd name="connsiteY3" fmla="*/ 88492 h 1992669"/>
                <a:gd name="connsiteX4" fmla="*/ 1271702 w 3339635"/>
                <a:gd name="connsiteY4" fmla="*/ 3117 h 1992669"/>
                <a:gd name="connsiteX5" fmla="*/ 1450546 w 3339635"/>
                <a:gd name="connsiteY5" fmla="*/ 184792 h 1992669"/>
                <a:gd name="connsiteX6" fmla="*/ 1779596 w 3339635"/>
                <a:gd name="connsiteY6" fmla="*/ 1077415 h 1992669"/>
                <a:gd name="connsiteX7" fmla="*/ 1943580 w 3339635"/>
                <a:gd name="connsiteY7" fmla="*/ 1486617 h 1992669"/>
                <a:gd name="connsiteX8" fmla="*/ 2127460 w 3339635"/>
                <a:gd name="connsiteY8" fmla="*/ 1816576 h 1992669"/>
                <a:gd name="connsiteX9" fmla="*/ 2286489 w 3339635"/>
                <a:gd name="connsiteY9" fmla="*/ 1950147 h 1992669"/>
                <a:gd name="connsiteX10" fmla="*/ 2499292 w 3339635"/>
                <a:gd name="connsiteY10" fmla="*/ 1911716 h 1992669"/>
                <a:gd name="connsiteX11" fmla="*/ 2724385 w 3339635"/>
                <a:gd name="connsiteY11" fmla="*/ 1539862 h 1992669"/>
                <a:gd name="connsiteX12" fmla="*/ 2869002 w 3339635"/>
                <a:gd name="connsiteY12" fmla="*/ 1244716 h 1992669"/>
                <a:gd name="connsiteX13" fmla="*/ 3141942 w 3339635"/>
                <a:gd name="connsiteY13" fmla="*/ 606095 h 1992669"/>
                <a:gd name="connsiteX14" fmla="*/ 3275585 w 3339635"/>
                <a:gd name="connsiteY14" fmla="*/ 233301 h 1992669"/>
                <a:gd name="connsiteX15" fmla="*/ 3339635 w 3339635"/>
                <a:gd name="connsiteY15" fmla="*/ 87001 h 1992669"/>
                <a:gd name="connsiteX0" fmla="*/ 0 w 3339635"/>
                <a:gd name="connsiteY0" fmla="*/ 1996517 h 1996518"/>
                <a:gd name="connsiteX1" fmla="*/ 335255 w 3339635"/>
                <a:gd name="connsiteY1" fmla="*/ 1335922 h 1996518"/>
                <a:gd name="connsiteX2" fmla="*/ 852043 w 3339635"/>
                <a:gd name="connsiteY2" fmla="*/ 324034 h 1996518"/>
                <a:gd name="connsiteX3" fmla="*/ 1271702 w 3339635"/>
                <a:gd name="connsiteY3" fmla="*/ 6966 h 1996518"/>
                <a:gd name="connsiteX4" fmla="*/ 1450546 w 3339635"/>
                <a:gd name="connsiteY4" fmla="*/ 188641 h 1996518"/>
                <a:gd name="connsiteX5" fmla="*/ 1779596 w 3339635"/>
                <a:gd name="connsiteY5" fmla="*/ 1081264 h 1996518"/>
                <a:gd name="connsiteX6" fmla="*/ 1943580 w 3339635"/>
                <a:gd name="connsiteY6" fmla="*/ 1490466 h 1996518"/>
                <a:gd name="connsiteX7" fmla="*/ 2127460 w 3339635"/>
                <a:gd name="connsiteY7" fmla="*/ 1820425 h 1996518"/>
                <a:gd name="connsiteX8" fmla="*/ 2286489 w 3339635"/>
                <a:gd name="connsiteY8" fmla="*/ 1953996 h 1996518"/>
                <a:gd name="connsiteX9" fmla="*/ 2499292 w 3339635"/>
                <a:gd name="connsiteY9" fmla="*/ 1915565 h 1996518"/>
                <a:gd name="connsiteX10" fmla="*/ 2724385 w 3339635"/>
                <a:gd name="connsiteY10" fmla="*/ 1543711 h 1996518"/>
                <a:gd name="connsiteX11" fmla="*/ 2869002 w 3339635"/>
                <a:gd name="connsiteY11" fmla="*/ 1248565 h 1996518"/>
                <a:gd name="connsiteX12" fmla="*/ 3141942 w 3339635"/>
                <a:gd name="connsiteY12" fmla="*/ 609944 h 1996518"/>
                <a:gd name="connsiteX13" fmla="*/ 3275585 w 3339635"/>
                <a:gd name="connsiteY13" fmla="*/ 237150 h 1996518"/>
                <a:gd name="connsiteX14" fmla="*/ 3339635 w 3339635"/>
                <a:gd name="connsiteY14" fmla="*/ 90850 h 1996518"/>
                <a:gd name="connsiteX0" fmla="*/ 0 w 3339635"/>
                <a:gd name="connsiteY0" fmla="*/ 2002033 h 2002034"/>
                <a:gd name="connsiteX1" fmla="*/ 335255 w 3339635"/>
                <a:gd name="connsiteY1" fmla="*/ 1341438 h 2002034"/>
                <a:gd name="connsiteX2" fmla="*/ 852043 w 3339635"/>
                <a:gd name="connsiteY2" fmla="*/ 329550 h 2002034"/>
                <a:gd name="connsiteX3" fmla="*/ 1148095 w 3339635"/>
                <a:gd name="connsiteY3" fmla="*/ 50662 h 2002034"/>
                <a:gd name="connsiteX4" fmla="*/ 1271702 w 3339635"/>
                <a:gd name="connsiteY4" fmla="*/ 12482 h 2002034"/>
                <a:gd name="connsiteX5" fmla="*/ 1450546 w 3339635"/>
                <a:gd name="connsiteY5" fmla="*/ 194157 h 2002034"/>
                <a:gd name="connsiteX6" fmla="*/ 1779596 w 3339635"/>
                <a:gd name="connsiteY6" fmla="*/ 1086780 h 2002034"/>
                <a:gd name="connsiteX7" fmla="*/ 1943580 w 3339635"/>
                <a:gd name="connsiteY7" fmla="*/ 1495982 h 2002034"/>
                <a:gd name="connsiteX8" fmla="*/ 2127460 w 3339635"/>
                <a:gd name="connsiteY8" fmla="*/ 1825941 h 2002034"/>
                <a:gd name="connsiteX9" fmla="*/ 2286489 w 3339635"/>
                <a:gd name="connsiteY9" fmla="*/ 1959512 h 2002034"/>
                <a:gd name="connsiteX10" fmla="*/ 2499292 w 3339635"/>
                <a:gd name="connsiteY10" fmla="*/ 1921081 h 2002034"/>
                <a:gd name="connsiteX11" fmla="*/ 2724385 w 3339635"/>
                <a:gd name="connsiteY11" fmla="*/ 1549227 h 2002034"/>
                <a:gd name="connsiteX12" fmla="*/ 2869002 w 3339635"/>
                <a:gd name="connsiteY12" fmla="*/ 1254081 h 2002034"/>
                <a:gd name="connsiteX13" fmla="*/ 3141942 w 3339635"/>
                <a:gd name="connsiteY13" fmla="*/ 615460 h 2002034"/>
                <a:gd name="connsiteX14" fmla="*/ 3275585 w 3339635"/>
                <a:gd name="connsiteY14" fmla="*/ 242666 h 2002034"/>
                <a:gd name="connsiteX15" fmla="*/ 3339635 w 3339635"/>
                <a:gd name="connsiteY15" fmla="*/ 96366 h 2002034"/>
                <a:gd name="connsiteX0" fmla="*/ 0 w 3339635"/>
                <a:gd name="connsiteY0" fmla="*/ 1996053 h 1996054"/>
                <a:gd name="connsiteX1" fmla="*/ 335255 w 3339635"/>
                <a:gd name="connsiteY1" fmla="*/ 1335458 h 1996054"/>
                <a:gd name="connsiteX2" fmla="*/ 852043 w 3339635"/>
                <a:gd name="connsiteY2" fmla="*/ 323570 h 1996054"/>
                <a:gd name="connsiteX3" fmla="*/ 1148095 w 3339635"/>
                <a:gd name="connsiteY3" fmla="*/ 44682 h 1996054"/>
                <a:gd name="connsiteX4" fmla="*/ 1314891 w 3339635"/>
                <a:gd name="connsiteY4" fmla="*/ 15158 h 1996054"/>
                <a:gd name="connsiteX5" fmla="*/ 1450546 w 3339635"/>
                <a:gd name="connsiteY5" fmla="*/ 188177 h 1996054"/>
                <a:gd name="connsiteX6" fmla="*/ 1779596 w 3339635"/>
                <a:gd name="connsiteY6" fmla="*/ 1080800 h 1996054"/>
                <a:gd name="connsiteX7" fmla="*/ 1943580 w 3339635"/>
                <a:gd name="connsiteY7" fmla="*/ 1490002 h 1996054"/>
                <a:gd name="connsiteX8" fmla="*/ 2127460 w 3339635"/>
                <a:gd name="connsiteY8" fmla="*/ 1819961 h 1996054"/>
                <a:gd name="connsiteX9" fmla="*/ 2286489 w 3339635"/>
                <a:gd name="connsiteY9" fmla="*/ 1953532 h 1996054"/>
                <a:gd name="connsiteX10" fmla="*/ 2499292 w 3339635"/>
                <a:gd name="connsiteY10" fmla="*/ 1915101 h 1996054"/>
                <a:gd name="connsiteX11" fmla="*/ 2724385 w 3339635"/>
                <a:gd name="connsiteY11" fmla="*/ 1543247 h 1996054"/>
                <a:gd name="connsiteX12" fmla="*/ 2869002 w 3339635"/>
                <a:gd name="connsiteY12" fmla="*/ 1248101 h 1996054"/>
                <a:gd name="connsiteX13" fmla="*/ 3141942 w 3339635"/>
                <a:gd name="connsiteY13" fmla="*/ 609480 h 1996054"/>
                <a:gd name="connsiteX14" fmla="*/ 3275585 w 3339635"/>
                <a:gd name="connsiteY14" fmla="*/ 236686 h 1996054"/>
                <a:gd name="connsiteX15" fmla="*/ 3339635 w 3339635"/>
                <a:gd name="connsiteY15" fmla="*/ 90386 h 1996054"/>
                <a:gd name="connsiteX0" fmla="*/ 0 w 3339635"/>
                <a:gd name="connsiteY0" fmla="*/ 1999450 h 1999451"/>
                <a:gd name="connsiteX1" fmla="*/ 335255 w 3339635"/>
                <a:gd name="connsiteY1" fmla="*/ 1338855 h 1999451"/>
                <a:gd name="connsiteX2" fmla="*/ 852043 w 3339635"/>
                <a:gd name="connsiteY2" fmla="*/ 326967 h 1999451"/>
                <a:gd name="connsiteX3" fmla="*/ 1148095 w 3339635"/>
                <a:gd name="connsiteY3" fmla="*/ 39423 h 1999451"/>
                <a:gd name="connsiteX4" fmla="*/ 1314891 w 3339635"/>
                <a:gd name="connsiteY4" fmla="*/ 18555 h 1999451"/>
                <a:gd name="connsiteX5" fmla="*/ 1450546 w 3339635"/>
                <a:gd name="connsiteY5" fmla="*/ 191574 h 1999451"/>
                <a:gd name="connsiteX6" fmla="*/ 1779596 w 3339635"/>
                <a:gd name="connsiteY6" fmla="*/ 1084197 h 1999451"/>
                <a:gd name="connsiteX7" fmla="*/ 1943580 w 3339635"/>
                <a:gd name="connsiteY7" fmla="*/ 1493399 h 1999451"/>
                <a:gd name="connsiteX8" fmla="*/ 2127460 w 3339635"/>
                <a:gd name="connsiteY8" fmla="*/ 1823358 h 1999451"/>
                <a:gd name="connsiteX9" fmla="*/ 2286489 w 3339635"/>
                <a:gd name="connsiteY9" fmla="*/ 1956929 h 1999451"/>
                <a:gd name="connsiteX10" fmla="*/ 2499292 w 3339635"/>
                <a:gd name="connsiteY10" fmla="*/ 1918498 h 1999451"/>
                <a:gd name="connsiteX11" fmla="*/ 2724385 w 3339635"/>
                <a:gd name="connsiteY11" fmla="*/ 1546644 h 1999451"/>
                <a:gd name="connsiteX12" fmla="*/ 2869002 w 3339635"/>
                <a:gd name="connsiteY12" fmla="*/ 1251498 h 1999451"/>
                <a:gd name="connsiteX13" fmla="*/ 3141942 w 3339635"/>
                <a:gd name="connsiteY13" fmla="*/ 612877 h 1999451"/>
                <a:gd name="connsiteX14" fmla="*/ 3275585 w 3339635"/>
                <a:gd name="connsiteY14" fmla="*/ 240083 h 1999451"/>
                <a:gd name="connsiteX15" fmla="*/ 3339635 w 3339635"/>
                <a:gd name="connsiteY15" fmla="*/ 93783 h 1999451"/>
                <a:gd name="connsiteX0" fmla="*/ 0 w 3339635"/>
                <a:gd name="connsiteY0" fmla="*/ 1992961 h 1992962"/>
                <a:gd name="connsiteX1" fmla="*/ 335255 w 3339635"/>
                <a:gd name="connsiteY1" fmla="*/ 1332366 h 1992962"/>
                <a:gd name="connsiteX2" fmla="*/ 852043 w 3339635"/>
                <a:gd name="connsiteY2" fmla="*/ 320478 h 1992962"/>
                <a:gd name="connsiteX3" fmla="*/ 1148095 w 3339635"/>
                <a:gd name="connsiteY3" fmla="*/ 32934 h 1992962"/>
                <a:gd name="connsiteX4" fmla="*/ 1331502 w 3339635"/>
                <a:gd name="connsiteY4" fmla="*/ 25050 h 1992962"/>
                <a:gd name="connsiteX5" fmla="*/ 1450546 w 3339635"/>
                <a:gd name="connsiteY5" fmla="*/ 185085 h 1992962"/>
                <a:gd name="connsiteX6" fmla="*/ 1779596 w 3339635"/>
                <a:gd name="connsiteY6" fmla="*/ 1077708 h 1992962"/>
                <a:gd name="connsiteX7" fmla="*/ 1943580 w 3339635"/>
                <a:gd name="connsiteY7" fmla="*/ 1486910 h 1992962"/>
                <a:gd name="connsiteX8" fmla="*/ 2127460 w 3339635"/>
                <a:gd name="connsiteY8" fmla="*/ 1816869 h 1992962"/>
                <a:gd name="connsiteX9" fmla="*/ 2286489 w 3339635"/>
                <a:gd name="connsiteY9" fmla="*/ 1950440 h 1992962"/>
                <a:gd name="connsiteX10" fmla="*/ 2499292 w 3339635"/>
                <a:gd name="connsiteY10" fmla="*/ 1912009 h 1992962"/>
                <a:gd name="connsiteX11" fmla="*/ 2724385 w 3339635"/>
                <a:gd name="connsiteY11" fmla="*/ 1540155 h 1992962"/>
                <a:gd name="connsiteX12" fmla="*/ 2869002 w 3339635"/>
                <a:gd name="connsiteY12" fmla="*/ 1245009 h 1992962"/>
                <a:gd name="connsiteX13" fmla="*/ 3141942 w 3339635"/>
                <a:gd name="connsiteY13" fmla="*/ 606388 h 1992962"/>
                <a:gd name="connsiteX14" fmla="*/ 3275585 w 3339635"/>
                <a:gd name="connsiteY14" fmla="*/ 233594 h 1992962"/>
                <a:gd name="connsiteX15" fmla="*/ 3339635 w 3339635"/>
                <a:gd name="connsiteY15" fmla="*/ 87294 h 1992962"/>
                <a:gd name="connsiteX0" fmla="*/ 0 w 3339635"/>
                <a:gd name="connsiteY0" fmla="*/ 1992961 h 1992962"/>
                <a:gd name="connsiteX1" fmla="*/ 335255 w 3339635"/>
                <a:gd name="connsiteY1" fmla="*/ 1332366 h 1992962"/>
                <a:gd name="connsiteX2" fmla="*/ 852043 w 3339635"/>
                <a:gd name="connsiteY2" fmla="*/ 320478 h 1992962"/>
                <a:gd name="connsiteX3" fmla="*/ 1148095 w 3339635"/>
                <a:gd name="connsiteY3" fmla="*/ 32934 h 1992962"/>
                <a:gd name="connsiteX4" fmla="*/ 1331502 w 3339635"/>
                <a:gd name="connsiteY4" fmla="*/ 25050 h 1992962"/>
                <a:gd name="connsiteX5" fmla="*/ 1453869 w 3339635"/>
                <a:gd name="connsiteY5" fmla="*/ 215381 h 1992962"/>
                <a:gd name="connsiteX6" fmla="*/ 1779596 w 3339635"/>
                <a:gd name="connsiteY6" fmla="*/ 1077708 h 1992962"/>
                <a:gd name="connsiteX7" fmla="*/ 1943580 w 3339635"/>
                <a:gd name="connsiteY7" fmla="*/ 1486910 h 1992962"/>
                <a:gd name="connsiteX8" fmla="*/ 2127460 w 3339635"/>
                <a:gd name="connsiteY8" fmla="*/ 1816869 h 1992962"/>
                <a:gd name="connsiteX9" fmla="*/ 2286489 w 3339635"/>
                <a:gd name="connsiteY9" fmla="*/ 1950440 h 1992962"/>
                <a:gd name="connsiteX10" fmla="*/ 2499292 w 3339635"/>
                <a:gd name="connsiteY10" fmla="*/ 1912009 h 1992962"/>
                <a:gd name="connsiteX11" fmla="*/ 2724385 w 3339635"/>
                <a:gd name="connsiteY11" fmla="*/ 1540155 h 1992962"/>
                <a:gd name="connsiteX12" fmla="*/ 2869002 w 3339635"/>
                <a:gd name="connsiteY12" fmla="*/ 1245009 h 1992962"/>
                <a:gd name="connsiteX13" fmla="*/ 3141942 w 3339635"/>
                <a:gd name="connsiteY13" fmla="*/ 606388 h 1992962"/>
                <a:gd name="connsiteX14" fmla="*/ 3275585 w 3339635"/>
                <a:gd name="connsiteY14" fmla="*/ 233594 h 1992962"/>
                <a:gd name="connsiteX15" fmla="*/ 3339635 w 3339635"/>
                <a:gd name="connsiteY15" fmla="*/ 87294 h 199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39635" h="1992962">
                  <a:moveTo>
                    <a:pt x="0" y="1992961"/>
                  </a:moveTo>
                  <a:cubicBezTo>
                    <a:pt x="31652" y="1903644"/>
                    <a:pt x="193248" y="1611113"/>
                    <a:pt x="335255" y="1332366"/>
                  </a:cubicBezTo>
                  <a:cubicBezTo>
                    <a:pt x="477262" y="1053619"/>
                    <a:pt x="716570" y="537050"/>
                    <a:pt x="852043" y="320478"/>
                  </a:cubicBezTo>
                  <a:cubicBezTo>
                    <a:pt x="987516" y="103906"/>
                    <a:pt x="1078152" y="85779"/>
                    <a:pt x="1148095" y="32934"/>
                  </a:cubicBezTo>
                  <a:cubicBezTo>
                    <a:pt x="1218038" y="-19911"/>
                    <a:pt x="1281094" y="1134"/>
                    <a:pt x="1331502" y="25050"/>
                  </a:cubicBezTo>
                  <a:cubicBezTo>
                    <a:pt x="1381910" y="48966"/>
                    <a:pt x="1379187" y="39938"/>
                    <a:pt x="1453869" y="215381"/>
                  </a:cubicBezTo>
                  <a:cubicBezTo>
                    <a:pt x="1528551" y="390824"/>
                    <a:pt x="1695763" y="860737"/>
                    <a:pt x="1779596" y="1077708"/>
                  </a:cubicBezTo>
                  <a:cubicBezTo>
                    <a:pt x="1863429" y="1294679"/>
                    <a:pt x="1885603" y="1363717"/>
                    <a:pt x="1943580" y="1486910"/>
                  </a:cubicBezTo>
                  <a:cubicBezTo>
                    <a:pt x="2001557" y="1610104"/>
                    <a:pt x="2070309" y="1739614"/>
                    <a:pt x="2127460" y="1816869"/>
                  </a:cubicBezTo>
                  <a:cubicBezTo>
                    <a:pt x="2184611" y="1894124"/>
                    <a:pt x="2224517" y="1934583"/>
                    <a:pt x="2286489" y="1950440"/>
                  </a:cubicBezTo>
                  <a:cubicBezTo>
                    <a:pt x="2348461" y="1966297"/>
                    <a:pt x="2436276" y="1986160"/>
                    <a:pt x="2499292" y="1912009"/>
                  </a:cubicBezTo>
                  <a:cubicBezTo>
                    <a:pt x="2562308" y="1837858"/>
                    <a:pt x="2658891" y="1661420"/>
                    <a:pt x="2724385" y="1540155"/>
                  </a:cubicBezTo>
                  <a:cubicBezTo>
                    <a:pt x="2777384" y="1435357"/>
                    <a:pt x="2791217" y="1398265"/>
                    <a:pt x="2869002" y="1245009"/>
                  </a:cubicBezTo>
                  <a:lnTo>
                    <a:pt x="3141942" y="606388"/>
                  </a:lnTo>
                  <a:lnTo>
                    <a:pt x="3275585" y="233594"/>
                  </a:lnTo>
                  <a:lnTo>
                    <a:pt x="3339635" y="87294"/>
                  </a:lnTo>
                </a:path>
              </a:pathLst>
            </a:custGeom>
            <a:noFill/>
            <a:ln w="38100" cap="rnd"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grpSp>
      <p:sp>
        <p:nvSpPr>
          <p:cNvPr id="295" name="Rectangle 294">
            <a:extLst>
              <a:ext uri="{FF2B5EF4-FFF2-40B4-BE49-F238E27FC236}">
                <a16:creationId xmlns:a16="http://schemas.microsoft.com/office/drawing/2014/main" id="{2F2A8885-19E5-EA3C-E144-0311DF6E3AE8}"/>
              </a:ext>
            </a:extLst>
          </p:cNvPr>
          <p:cNvSpPr/>
          <p:nvPr/>
        </p:nvSpPr>
        <p:spPr>
          <a:xfrm>
            <a:off x="0" y="0"/>
            <a:ext cx="12192000" cy="464179"/>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96" name="Title 1">
            <a:extLst>
              <a:ext uri="{FF2B5EF4-FFF2-40B4-BE49-F238E27FC236}">
                <a16:creationId xmlns:a16="http://schemas.microsoft.com/office/drawing/2014/main" id="{71D79276-BE06-17FE-8855-D9DEC071F7D3}"/>
              </a:ext>
            </a:extLst>
          </p:cNvPr>
          <p:cNvSpPr txBox="1">
            <a:spLocks/>
          </p:cNvSpPr>
          <p:nvPr/>
        </p:nvSpPr>
        <p:spPr>
          <a:xfrm>
            <a:off x="124624" y="-29395"/>
            <a:ext cx="10129086" cy="55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3200" b="1">
                <a:solidFill>
                  <a:srgbClr val="FFFFFF"/>
                </a:solidFill>
                <a:latin typeface="Arial" panose="020B0604020202020204" pitchFamily="34" charset="0"/>
                <a:cs typeface="Arial" panose="020B0604020202020204" pitchFamily="34" charset="0"/>
              </a:rPr>
              <a:t>Noise Mechanism in MSSROs</a:t>
            </a:r>
          </a:p>
        </p:txBody>
      </p:sp>
      <p:cxnSp>
        <p:nvCxnSpPr>
          <p:cNvPr id="297" name="Straight Connector 296">
            <a:extLst>
              <a:ext uri="{FF2B5EF4-FFF2-40B4-BE49-F238E27FC236}">
                <a16:creationId xmlns:a16="http://schemas.microsoft.com/office/drawing/2014/main" id="{8387AED5-4E5F-DEBD-8044-3D101EDF2431}"/>
              </a:ext>
            </a:extLst>
          </p:cNvPr>
          <p:cNvCxnSpPr/>
          <p:nvPr/>
        </p:nvCxnSpPr>
        <p:spPr>
          <a:xfrm flipV="1">
            <a:off x="0" y="480519"/>
            <a:ext cx="12192000" cy="0"/>
          </a:xfrm>
          <a:prstGeom prst="line">
            <a:avLst/>
          </a:prstGeom>
          <a:noFill/>
          <a:ln w="63500" cap="flat" cmpd="sng" algn="ctr">
            <a:solidFill>
              <a:srgbClr val="002060"/>
            </a:solidFill>
            <a:prstDash val="solid"/>
          </a:ln>
          <a:effectLst/>
        </p:spPr>
      </p:cxnSp>
      <p:cxnSp>
        <p:nvCxnSpPr>
          <p:cNvPr id="298" name="Straight Connector 297">
            <a:extLst>
              <a:ext uri="{FF2B5EF4-FFF2-40B4-BE49-F238E27FC236}">
                <a16:creationId xmlns:a16="http://schemas.microsoft.com/office/drawing/2014/main" id="{FDA75AB0-05CB-887E-4950-426DBFE45ECE}"/>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299" name="Straight Connector 298">
            <a:extLst>
              <a:ext uri="{FF2B5EF4-FFF2-40B4-BE49-F238E27FC236}">
                <a16:creationId xmlns:a16="http://schemas.microsoft.com/office/drawing/2014/main" id="{78CF9EF5-DED1-95D7-5CF3-5938862EB1EE}"/>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300" name="Straight Connector 299">
            <a:extLst>
              <a:ext uri="{FF2B5EF4-FFF2-40B4-BE49-F238E27FC236}">
                <a16:creationId xmlns:a16="http://schemas.microsoft.com/office/drawing/2014/main" id="{A319F3D7-E619-B1A0-4183-7DDB0522F769}"/>
              </a:ext>
            </a:extLst>
          </p:cNvPr>
          <p:cNvCxnSpPr/>
          <p:nvPr/>
        </p:nvCxnSpPr>
        <p:spPr>
          <a:xfrm flipV="1">
            <a:off x="0" y="30424"/>
            <a:ext cx="12192000" cy="0"/>
          </a:xfrm>
          <a:prstGeom prst="line">
            <a:avLst/>
          </a:prstGeom>
          <a:noFill/>
          <a:ln w="63500" cap="flat" cmpd="sng" algn="ctr">
            <a:solidFill>
              <a:srgbClr val="002060"/>
            </a:solidFill>
            <a:prstDash val="solid"/>
          </a:ln>
          <a:effectLst/>
        </p:spPr>
      </p:cxnSp>
      <p:sp>
        <p:nvSpPr>
          <p:cNvPr id="301" name="TextBox 300">
            <a:extLst>
              <a:ext uri="{FF2B5EF4-FFF2-40B4-BE49-F238E27FC236}">
                <a16:creationId xmlns:a16="http://schemas.microsoft.com/office/drawing/2014/main" id="{3E3B2720-972E-4C69-AD6A-B2EA3D9FA128}"/>
              </a:ext>
            </a:extLst>
          </p:cNvPr>
          <p:cNvSpPr txBox="1"/>
          <p:nvPr/>
        </p:nvSpPr>
        <p:spPr>
          <a:xfrm>
            <a:off x="9147437" y="1104866"/>
            <a:ext cx="2626698" cy="2031325"/>
          </a:xfrm>
          <a:prstGeom prst="rect">
            <a:avLst/>
          </a:prstGeom>
          <a:noFill/>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smtClean="0">
                <a:ln>
                  <a:noFill/>
                </a:ln>
                <a:solidFill>
                  <a:srgbClr val="002060"/>
                </a:solidFill>
                <a:effectLst/>
                <a:uLnTx/>
                <a:uFillTx/>
              </a:rPr>
              <a:t>Note that the NMOS and PMOS contribute noise to the output during the output LH transition in the MSSRO, unlike in the conventional case.</a:t>
            </a:r>
            <a:endParaRPr kumimoji="0" lang="en-IN" sz="1800" b="0" i="0" u="none" strike="noStrike" kern="0" cap="none" spc="0" normalizeH="0" baseline="0" noProof="0" dirty="0" smtClean="0">
              <a:ln>
                <a:noFill/>
              </a:ln>
              <a:solidFill>
                <a:srgbClr val="002060"/>
              </a:solidFill>
              <a:effectLst/>
              <a:uLnTx/>
              <a:uFillTx/>
            </a:endParaRPr>
          </a:p>
        </p:txBody>
      </p:sp>
      <p:sp>
        <p:nvSpPr>
          <p:cNvPr id="304" name="TextBox 303">
            <a:extLst>
              <a:ext uri="{FF2B5EF4-FFF2-40B4-BE49-F238E27FC236}">
                <a16:creationId xmlns:a16="http://schemas.microsoft.com/office/drawing/2014/main" id="{EF1B5622-CF94-B809-4A51-C3CD9273488E}"/>
              </a:ext>
            </a:extLst>
          </p:cNvPr>
          <p:cNvSpPr txBox="1"/>
          <p:nvPr/>
        </p:nvSpPr>
        <p:spPr>
          <a:xfrm>
            <a:off x="393808" y="5711053"/>
            <a:ext cx="8569980" cy="646331"/>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smtClean="0">
                <a:ln>
                  <a:noFill/>
                </a:ln>
                <a:solidFill>
                  <a:srgbClr val="002060"/>
                </a:solidFill>
                <a:effectLst/>
                <a:uLnTx/>
                <a:uFillTx/>
              </a:rPr>
              <a:t>Thermal and flicker noise contributions conventional inverter-based RO (left) and the NSO-based MSSRO (right). </a:t>
            </a:r>
            <a:endParaRPr kumimoji="0" lang="en-IN" sz="1800" b="0" i="0" u="none" strike="noStrike" kern="0" cap="none" spc="0" normalizeH="0" baseline="0" noProof="0" dirty="0" smtClean="0">
              <a:ln>
                <a:noFill/>
              </a:ln>
              <a:solidFill>
                <a:srgbClr val="00407A"/>
              </a:solidFill>
              <a:effectLst/>
              <a:uLnTx/>
              <a:uFillTx/>
            </a:endParaRPr>
          </a:p>
        </p:txBody>
      </p:sp>
      <p:sp>
        <p:nvSpPr>
          <p:cNvPr id="305" name="TextBox 304">
            <a:extLst>
              <a:ext uri="{FF2B5EF4-FFF2-40B4-BE49-F238E27FC236}">
                <a16:creationId xmlns:a16="http://schemas.microsoft.com/office/drawing/2014/main" id="{A1353DCA-F9B0-0694-D5EE-047F7B69D9D7}"/>
              </a:ext>
            </a:extLst>
          </p:cNvPr>
          <p:cNvSpPr txBox="1"/>
          <p:nvPr/>
        </p:nvSpPr>
        <p:spPr>
          <a:xfrm>
            <a:off x="9209723" y="4053346"/>
            <a:ext cx="2626698" cy="92333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smtClean="0">
                <a:ln>
                  <a:noFill/>
                </a:ln>
                <a:solidFill>
                  <a:srgbClr val="00B050"/>
                </a:solidFill>
                <a:effectLst/>
                <a:uLnTx/>
                <a:uFillTx/>
              </a:rPr>
              <a:t>So it means that the MSSROs are having poor Phase Noise?</a:t>
            </a:r>
            <a:endParaRPr kumimoji="0" lang="en-IN" sz="1800" b="1" i="0" u="none" strike="noStrike" kern="0" cap="none" spc="0" normalizeH="0" baseline="0" noProof="0" dirty="0" smtClean="0">
              <a:ln>
                <a:noFill/>
              </a:ln>
              <a:solidFill>
                <a:srgbClr val="00B050"/>
              </a:solidFill>
              <a:effectLst/>
              <a:uLnTx/>
              <a:uFillTx/>
            </a:endParaRPr>
          </a:p>
        </p:txBody>
      </p:sp>
      <p:grpSp>
        <p:nvGrpSpPr>
          <p:cNvPr id="306" name="Group 305">
            <a:extLst>
              <a:ext uri="{FF2B5EF4-FFF2-40B4-BE49-F238E27FC236}">
                <a16:creationId xmlns:a16="http://schemas.microsoft.com/office/drawing/2014/main" id="{D7507961-B157-CE16-8A6D-AA3348B354A5}"/>
              </a:ext>
            </a:extLst>
          </p:cNvPr>
          <p:cNvGrpSpPr/>
          <p:nvPr/>
        </p:nvGrpSpPr>
        <p:grpSpPr>
          <a:xfrm>
            <a:off x="10205695" y="669738"/>
            <a:ext cx="445350" cy="637809"/>
            <a:chOff x="1776139" y="3289314"/>
            <a:chExt cx="472338" cy="660239"/>
          </a:xfrm>
        </p:grpSpPr>
        <p:sp>
          <p:nvSpPr>
            <p:cNvPr id="307" name="Oval 306">
              <a:extLst>
                <a:ext uri="{FF2B5EF4-FFF2-40B4-BE49-F238E27FC236}">
                  <a16:creationId xmlns:a16="http://schemas.microsoft.com/office/drawing/2014/main" id="{BDA32822-B9B0-D9A2-6823-5B8A23F564CE}"/>
                </a:ext>
              </a:extLst>
            </p:cNvPr>
            <p:cNvSpPr/>
            <p:nvPr/>
          </p:nvSpPr>
          <p:spPr>
            <a:xfrm>
              <a:off x="1776139" y="3289314"/>
              <a:ext cx="432000" cy="409653"/>
            </a:xfrm>
            <a:prstGeom prst="ellipse">
              <a:avLst/>
            </a:prstGeom>
            <a:solidFill>
              <a:srgbClr val="FFFFFF"/>
            </a:solidFill>
            <a:ln w="444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08" name="Oval 307">
              <a:extLst>
                <a:ext uri="{FF2B5EF4-FFF2-40B4-BE49-F238E27FC236}">
                  <a16:creationId xmlns:a16="http://schemas.microsoft.com/office/drawing/2014/main" id="{188D15CE-E222-7A0F-24CB-AE99AF356306}"/>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09" name="Oval 308">
              <a:extLst>
                <a:ext uri="{FF2B5EF4-FFF2-40B4-BE49-F238E27FC236}">
                  <a16:creationId xmlns:a16="http://schemas.microsoft.com/office/drawing/2014/main" id="{160B0AE6-B71B-9F83-EF4E-FADCC7334D1C}"/>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10" name="Arc 309">
              <a:extLst>
                <a:ext uri="{FF2B5EF4-FFF2-40B4-BE49-F238E27FC236}">
                  <a16:creationId xmlns:a16="http://schemas.microsoft.com/office/drawing/2014/main" id="{48476ED5-6258-B16E-970D-6770F42D7B77}"/>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pic>
        <p:nvPicPr>
          <p:cNvPr id="311" name="Picture 310" descr="A picture containing text&#10;&#10;Description automatically generated">
            <a:extLst>
              <a:ext uri="{FF2B5EF4-FFF2-40B4-BE49-F238E27FC236}">
                <a16:creationId xmlns:a16="http://schemas.microsoft.com/office/drawing/2014/main" id="{06FE5434-0E5A-1956-FBC2-2C5C3337AFC8}"/>
              </a:ext>
            </a:extLst>
          </p:cNvPr>
          <p:cNvPicPr>
            <a:picLocks noChangeAspect="1"/>
          </p:cNvPicPr>
          <p:nvPr/>
        </p:nvPicPr>
        <p:blipFill>
          <a:blip r:embed="rId6" cstate="print">
            <a:duotone>
              <a:srgbClr val="FF4D00">
                <a:shade val="45000"/>
                <a:satMod val="135000"/>
              </a:srgbClr>
              <a:prstClr val="white"/>
            </a:duotone>
            <a:extLst>
              <a:ext uri="{BEBA8EAE-BF5A-486C-A8C5-ECC9F3942E4B}">
                <a14:imgProps xmlns:a14="http://schemas.microsoft.com/office/drawing/2010/main">
                  <a14:imgLayer r:embed="rId7">
                    <a14:imgEffect>
                      <a14:artisticMarker/>
                    </a14:imgEffect>
                  </a14:imgLayer>
                </a14:imgProps>
              </a:ext>
              <a:ext uri="{28A0092B-C50C-407E-A947-70E740481C1C}">
                <a14:useLocalDpi xmlns:a14="http://schemas.microsoft.com/office/drawing/2010/main" val="0"/>
              </a:ext>
            </a:extLst>
          </a:blip>
          <a:stretch>
            <a:fillRect/>
          </a:stretch>
        </p:blipFill>
        <p:spPr>
          <a:xfrm>
            <a:off x="10185695" y="3429000"/>
            <a:ext cx="543518" cy="643294"/>
          </a:xfrm>
          <a:prstGeom prst="rect">
            <a:avLst/>
          </a:prstGeom>
          <a:solidFill>
            <a:srgbClr val="FFFFFF"/>
          </a:solidFill>
        </p:spPr>
      </p:pic>
      <p:sp>
        <p:nvSpPr>
          <p:cNvPr id="312" name="TextBox 311">
            <a:extLst>
              <a:ext uri="{FF2B5EF4-FFF2-40B4-BE49-F238E27FC236}">
                <a16:creationId xmlns:a16="http://schemas.microsoft.com/office/drawing/2014/main" id="{DD110B18-620D-F662-FDE1-BE765ED8B50B}"/>
              </a:ext>
            </a:extLst>
          </p:cNvPr>
          <p:cNvSpPr txBox="1"/>
          <p:nvPr/>
        </p:nvSpPr>
        <p:spPr>
          <a:xfrm>
            <a:off x="7237935" y="122193"/>
            <a:ext cx="3172663" cy="369332"/>
          </a:xfrm>
          <a:prstGeom prst="rect">
            <a:avLst/>
          </a:prstGeom>
          <a:noFill/>
          <a:ln>
            <a:solidFill>
              <a:srgbClr val="00B050"/>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smtClean="0">
                <a:ln>
                  <a:noFill/>
                </a:ln>
                <a:solidFill>
                  <a:srgbClr val="FFFFFF"/>
                </a:solidFill>
                <a:effectLst/>
                <a:uLnTx/>
                <a:uFillTx/>
              </a:rPr>
              <a:t>N Mishra </a:t>
            </a:r>
            <a:r>
              <a:rPr kumimoji="0" lang="en-GB" sz="1800" b="1" i="1" u="none" strike="noStrike" kern="0" cap="none" spc="0" normalizeH="0" baseline="0" noProof="0" dirty="0" smtClean="0">
                <a:ln>
                  <a:noFill/>
                </a:ln>
                <a:solidFill>
                  <a:srgbClr val="FFFFFF"/>
                </a:solidFill>
                <a:effectLst/>
                <a:uLnTx/>
                <a:uFillTx/>
              </a:rPr>
              <a:t>et al.</a:t>
            </a:r>
            <a:r>
              <a:rPr kumimoji="0" lang="en-GB" sz="1800" b="1" i="0" u="none" strike="noStrike" kern="0" cap="none" spc="0" normalizeH="0" baseline="0" noProof="0" dirty="0" smtClean="0">
                <a:ln>
                  <a:noFill/>
                </a:ln>
                <a:solidFill>
                  <a:srgbClr val="FFFFFF"/>
                </a:solidFill>
                <a:effectLst/>
                <a:uLnTx/>
                <a:uFillTx/>
              </a:rPr>
              <a:t> IEEE </a:t>
            </a:r>
            <a:r>
              <a:rPr kumimoji="0" lang="en-GB" sz="1800" b="1" i="1" u="none" strike="noStrike" kern="0" cap="none" spc="0" normalizeH="0" baseline="0" noProof="0" dirty="0" smtClean="0">
                <a:ln>
                  <a:noFill/>
                </a:ln>
                <a:solidFill>
                  <a:srgbClr val="FFFFFF"/>
                </a:solidFill>
                <a:effectLst/>
                <a:uLnTx/>
                <a:uFillTx/>
              </a:rPr>
              <a:t>TCAS-I</a:t>
            </a:r>
            <a:endParaRPr kumimoji="0" lang="en-IN" sz="1800" b="1" i="1" u="none" strike="noStrike" kern="0" cap="none" spc="0" normalizeH="0" baseline="0" noProof="0" dirty="0" smtClean="0">
              <a:ln>
                <a:noFill/>
              </a:ln>
              <a:solidFill>
                <a:srgbClr val="FFFFFF"/>
              </a:solidFill>
              <a:effectLst/>
              <a:uLnTx/>
              <a:uFillTx/>
            </a:endParaRPr>
          </a:p>
        </p:txBody>
      </p:sp>
      <p:sp>
        <p:nvSpPr>
          <p:cNvPr id="313" name="Rectangle 312"/>
          <p:cNvSpPr/>
          <p:nvPr/>
        </p:nvSpPr>
        <p:spPr>
          <a:xfrm>
            <a:off x="274320" y="563880"/>
            <a:ext cx="8615680" cy="52222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11520214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E76CE8-09CB-46DF-8E1B-1F9603E87AA5}"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46</a:t>
            </a:fld>
            <a:endParaRPr lang="en-BE"/>
          </a:p>
        </p:txBody>
      </p:sp>
      <p:sp>
        <p:nvSpPr>
          <p:cNvPr id="5" name="Rectangle 4">
            <a:extLst>
              <a:ext uri="{FF2B5EF4-FFF2-40B4-BE49-F238E27FC236}">
                <a16:creationId xmlns:a16="http://schemas.microsoft.com/office/drawing/2014/main" id="{FC2CF574-C5DE-E113-B08E-9A72FFB1C006}"/>
              </a:ext>
            </a:extLst>
          </p:cNvPr>
          <p:cNvSpPr/>
          <p:nvPr/>
        </p:nvSpPr>
        <p:spPr>
          <a:xfrm>
            <a:off x="5152749" y="1541124"/>
            <a:ext cx="5433058" cy="3955550"/>
          </a:xfrm>
          <a:prstGeom prst="rect">
            <a:avLst/>
          </a:prstGeom>
          <a:solidFill>
            <a:srgbClr val="FBE5D6"/>
          </a:solidFill>
          <a:ln w="38100" cap="flat" cmpd="sng" algn="ctr">
            <a:solidFill>
              <a:srgbClr val="C00000"/>
            </a:solidFill>
            <a:prstDash val="solid"/>
            <a:miter lim="800000"/>
          </a:ln>
          <a:effectLst/>
        </p:spPr>
        <p:txBody>
          <a:bodyPr rtlCol="0" anchor="ctr"/>
          <a:lstStyle/>
          <a:p>
            <a:pPr algn="ctr" eaLnBrk="0" fontAlgn="base" hangingPunct="0">
              <a:spcBef>
                <a:spcPct val="0"/>
              </a:spcBef>
              <a:spcAft>
                <a:spcPct val="0"/>
              </a:spcAft>
              <a:defRPr/>
            </a:pPr>
            <a:endParaRPr lang="en-IN" kern="0">
              <a:solidFill>
                <a:prstClr val="white"/>
              </a:solidFill>
              <a:latin typeface="Calibri" panose="020F0502020204030204"/>
            </a:endParaRPr>
          </a:p>
        </p:txBody>
      </p:sp>
      <p:pic>
        <p:nvPicPr>
          <p:cNvPr id="6" name="Picture 5">
            <a:extLst>
              <a:ext uri="{FF2B5EF4-FFF2-40B4-BE49-F238E27FC236}">
                <a16:creationId xmlns:a16="http://schemas.microsoft.com/office/drawing/2014/main" id="{C5D70C5A-0445-2FEA-AEAF-98F2A3CD36A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1160" y="1459932"/>
            <a:ext cx="2998715" cy="4135888"/>
          </a:xfrm>
          <a:prstGeom prst="rect">
            <a:avLst/>
          </a:prstGeom>
          <a:noFill/>
          <a:ln>
            <a:noFill/>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BF99912-6CD1-306E-77E0-199539B076F6}"/>
                  </a:ext>
                </a:extLst>
              </p:cNvPr>
              <p:cNvSpPr txBox="1"/>
              <p:nvPr/>
            </p:nvSpPr>
            <p:spPr>
              <a:xfrm>
                <a:off x="5302611" y="1703992"/>
                <a:ext cx="1495329" cy="553037"/>
              </a:xfrm>
              <a:prstGeom prst="rect">
                <a:avLst/>
              </a:prstGeom>
              <a:solidFill>
                <a:sysClr val="window" lastClr="FFFFFF"/>
              </a:solidFill>
              <a:ln w="25400">
                <a:solidFill>
                  <a:srgbClr val="00B050"/>
                </a:solidFill>
                <a:prstDash val="solid"/>
              </a:ln>
            </p:spPr>
            <p:txBody>
              <a:bodyPr wrap="square">
                <a:spAutoFit/>
              </a:bodyPr>
              <a:lstStyle/>
              <a:p>
                <a:pPr defTabSz="685800">
                  <a:defRPr/>
                </a:pPr>
                <a14:m>
                  <m:oMathPara xmlns:m="http://schemas.openxmlformats.org/officeDocument/2006/math">
                    <m:oMathParaPr>
                      <m:jc m:val="centerGroup"/>
                    </m:oMathParaPr>
                    <m:oMath xmlns:m="http://schemas.openxmlformats.org/officeDocument/2006/math">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𝑋</m:t>
                          </m:r>
                        </m:e>
                        <m:sub>
                          <m:r>
                            <a:rPr lang="en-IN" sz="1125" kern="0" smtClean="0">
                              <a:solidFill>
                                <a:srgbClr val="FF0000"/>
                              </a:solidFill>
                              <a:latin typeface="Cambria Math" panose="02040503050406030204" pitchFamily="18" charset="0"/>
                            </a:rPr>
                            <m:t>1</m:t>
                          </m:r>
                        </m:sub>
                      </m:sSub>
                      <m:r>
                        <a:rPr lang="en-IN" sz="1125" kern="0" smtClean="0">
                          <a:solidFill>
                            <a:srgbClr val="FF0000"/>
                          </a:solidFill>
                          <a:latin typeface="Cambria Math" panose="02040503050406030204" pitchFamily="18" charset="0"/>
                        </a:rPr>
                        <m:t>=</m:t>
                      </m:r>
                      <m:sSub>
                        <m:sSubPr>
                          <m:ctrlPr>
                            <a:rPr lang="en-IN" sz="1125" i="1" kern="0" smtClean="0">
                              <a:solidFill>
                                <a:srgbClr val="FF0000"/>
                              </a:solidFill>
                              <a:latin typeface="Cambria Math" panose="02040503050406030204" pitchFamily="18" charset="0"/>
                            </a:rPr>
                          </m:ctrlPr>
                        </m:sSubPr>
                        <m:e>
                          <m:d>
                            <m:dPr>
                              <m:begChr m:val=""/>
                              <m:endChr m:val="|"/>
                              <m:ctrlPr>
                                <a:rPr lang="en-IN" sz="1125" i="1" kern="0" smtClean="0">
                                  <a:solidFill>
                                    <a:srgbClr val="FF0000"/>
                                  </a:solidFill>
                                  <a:latin typeface="Cambria Math" panose="02040503050406030204" pitchFamily="18" charset="0"/>
                                </a:rPr>
                              </m:ctrlPr>
                            </m:dPr>
                            <m:e>
                              <m:f>
                                <m:fPr>
                                  <m:ctrlPr>
                                    <a:rPr lang="en-IN" sz="1125" i="1" kern="0" smtClean="0">
                                      <a:solidFill>
                                        <a:srgbClr val="FF0000"/>
                                      </a:solidFill>
                                      <a:latin typeface="Cambria Math" panose="02040503050406030204" pitchFamily="18" charset="0"/>
                                    </a:rPr>
                                  </m:ctrlPr>
                                </m:fPr>
                                <m:num>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𝑉</m:t>
                                      </m:r>
                                    </m:e>
                                    <m:sub>
                                      <m:r>
                                        <a:rPr lang="en-IN" sz="1125" i="1" kern="0" smtClean="0">
                                          <a:solidFill>
                                            <a:srgbClr val="FF0000"/>
                                          </a:solidFill>
                                          <a:latin typeface="Cambria Math" panose="02040503050406030204" pitchFamily="18" charset="0"/>
                                        </a:rPr>
                                        <m:t>𝐼𝑁</m:t>
                                      </m:r>
                                    </m:sub>
                                  </m:sSub>
                                </m:num>
                                <m:den>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𝜙</m:t>
                                      </m:r>
                                    </m:e>
                                    <m:sub>
                                      <m:r>
                                        <a:rPr lang="en-IN" sz="1125" i="1" kern="0" smtClean="0">
                                          <a:solidFill>
                                            <a:srgbClr val="FF0000"/>
                                          </a:solidFill>
                                          <a:latin typeface="Cambria Math" panose="02040503050406030204" pitchFamily="18" charset="0"/>
                                        </a:rPr>
                                        <m:t>𝐼𝑁</m:t>
                                      </m:r>
                                    </m:sub>
                                  </m:sSub>
                                </m:den>
                              </m:f>
                            </m:e>
                          </m:d>
                        </m:e>
                        <m:sub>
                          <m:func>
                            <m:funcPr>
                              <m:ctrlPr>
                                <a:rPr lang="en-IN" sz="1125" i="1" kern="0" smtClean="0">
                                  <a:solidFill>
                                    <a:srgbClr val="FF0000"/>
                                  </a:solidFill>
                                  <a:latin typeface="Cambria Math" panose="02040503050406030204" pitchFamily="18" charset="0"/>
                                </a:rPr>
                              </m:ctrlPr>
                            </m:funcPr>
                            <m:fName>
                              <m:r>
                                <a:rPr lang="en-IN" sz="1125" i="1" kern="0" smtClean="0">
                                  <a:solidFill>
                                    <a:srgbClr val="FF0000"/>
                                  </a:solidFill>
                                  <a:latin typeface="Cambria Math" panose="02040503050406030204" pitchFamily="18" charset="0"/>
                                </a:rPr>
                                <m:t>𝑚𝑎𝑥</m:t>
                              </m:r>
                            </m:fName>
                            <m:e>
                              <m:r>
                                <a:rPr lang="en-IN" sz="1125" kern="0" smtClean="0">
                                  <a:solidFill>
                                    <a:srgbClr val="FF0000"/>
                                  </a:solidFill>
                                  <a:latin typeface="Cambria Math" panose="02040503050406030204" pitchFamily="18" charset="0"/>
                                </a:rPr>
                                <m:t>=</m:t>
                              </m:r>
                            </m:e>
                          </m:func>
                          <m:f>
                            <m:fPr>
                              <m:ctrlPr>
                                <a:rPr lang="en-IN" sz="1125" i="1" kern="0" smtClean="0">
                                  <a:solidFill>
                                    <a:srgbClr val="FF0000"/>
                                  </a:solidFill>
                                  <a:latin typeface="Cambria Math" panose="02040503050406030204" pitchFamily="18" charset="0"/>
                                </a:rPr>
                              </m:ctrlPr>
                            </m:fPr>
                            <m:num>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𝑉</m:t>
                                  </m:r>
                                </m:e>
                                <m:sub>
                                  <m:r>
                                    <a:rPr lang="en-IN" sz="1125" i="1" kern="0" smtClean="0">
                                      <a:solidFill>
                                        <a:srgbClr val="FF0000"/>
                                      </a:solidFill>
                                      <a:latin typeface="Cambria Math" panose="02040503050406030204" pitchFamily="18" charset="0"/>
                                    </a:rPr>
                                    <m:t>𝐷𝐷</m:t>
                                  </m:r>
                                </m:sub>
                              </m:sSub>
                            </m:num>
                            <m:den>
                              <m:r>
                                <a:rPr lang="en-IN" sz="1125" kern="0" smtClean="0">
                                  <a:solidFill>
                                    <a:srgbClr val="FF0000"/>
                                  </a:solidFill>
                                  <a:latin typeface="Cambria Math" panose="02040503050406030204" pitchFamily="18" charset="0"/>
                                </a:rPr>
                                <m:t>2</m:t>
                              </m:r>
                            </m:den>
                          </m:f>
                        </m:sub>
                      </m:sSub>
                    </m:oMath>
                  </m:oMathPara>
                </a14:m>
                <a:endParaRPr lang="en-IN" sz="1125" kern="0" dirty="0">
                  <a:solidFill>
                    <a:srgbClr val="FF0000"/>
                  </a:solidFill>
                  <a:latin typeface="Calibri" panose="020F0502020204030204"/>
                </a:endParaRPr>
              </a:p>
            </p:txBody>
          </p:sp>
        </mc:Choice>
        <mc:Fallback xmlns="">
          <p:sp>
            <p:nvSpPr>
              <p:cNvPr id="7" name="TextBox 6">
                <a:extLst>
                  <a:ext uri="{FF2B5EF4-FFF2-40B4-BE49-F238E27FC236}">
                    <a16:creationId xmlns:a16="http://schemas.microsoft.com/office/drawing/2014/main" id="{EBF99912-6CD1-306E-77E0-199539B076F6}"/>
                  </a:ext>
                </a:extLst>
              </p:cNvPr>
              <p:cNvSpPr txBox="1">
                <a:spLocks noRot="1" noChangeAspect="1" noMove="1" noResize="1" noEditPoints="1" noAdjustHandles="1" noChangeArrowheads="1" noChangeShapeType="1" noTextEdit="1"/>
              </p:cNvSpPr>
              <p:nvPr/>
            </p:nvSpPr>
            <p:spPr>
              <a:xfrm>
                <a:off x="5302611" y="1703992"/>
                <a:ext cx="1495329" cy="553037"/>
              </a:xfrm>
              <a:prstGeom prst="rect">
                <a:avLst/>
              </a:prstGeom>
              <a:blipFill>
                <a:blip r:embed="rId3"/>
                <a:stretch>
                  <a:fillRect t="-140426" r="-4016" b="-192553"/>
                </a:stretch>
              </a:blipFill>
              <a:ln w="25400">
                <a:solidFill>
                  <a:srgbClr val="00B050"/>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7B92375-7071-D0BD-7B44-3C9540975F6E}"/>
                  </a:ext>
                </a:extLst>
              </p:cNvPr>
              <p:cNvSpPr txBox="1"/>
              <p:nvPr/>
            </p:nvSpPr>
            <p:spPr>
              <a:xfrm>
                <a:off x="7100177" y="1703992"/>
                <a:ext cx="1524883" cy="553037"/>
              </a:xfrm>
              <a:prstGeom prst="rect">
                <a:avLst/>
              </a:prstGeom>
              <a:solidFill>
                <a:sysClr val="window" lastClr="FFFFFF"/>
              </a:solidFill>
              <a:ln w="25400">
                <a:solidFill>
                  <a:srgbClr val="00B050"/>
                </a:solidFill>
                <a:prstDash val="solid"/>
              </a:ln>
            </p:spPr>
            <p:txBody>
              <a:bodyPr wrap="square">
                <a:spAutoFit/>
              </a:bodyPr>
              <a:lstStyle/>
              <a:p>
                <a:pPr defTabSz="685800">
                  <a:defRPr/>
                </a:pPr>
                <a14:m>
                  <m:oMathPara xmlns:m="http://schemas.openxmlformats.org/officeDocument/2006/math">
                    <m:oMathParaPr>
                      <m:jc m:val="centerGroup"/>
                    </m:oMathParaPr>
                    <m:oMath xmlns:m="http://schemas.openxmlformats.org/officeDocument/2006/math">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𝑋</m:t>
                          </m:r>
                        </m:e>
                        <m:sub>
                          <m:r>
                            <a:rPr lang="en-IN" sz="1125" kern="0" smtClean="0">
                              <a:solidFill>
                                <a:srgbClr val="FF0000"/>
                              </a:solidFill>
                              <a:latin typeface="Cambria Math" panose="02040503050406030204" pitchFamily="18" charset="0"/>
                            </a:rPr>
                            <m:t>2</m:t>
                          </m:r>
                        </m:sub>
                      </m:sSub>
                      <m:r>
                        <a:rPr lang="en-IN" sz="1125" kern="0" smtClean="0">
                          <a:solidFill>
                            <a:srgbClr val="FF0000"/>
                          </a:solidFill>
                          <a:latin typeface="Cambria Math" panose="02040503050406030204" pitchFamily="18" charset="0"/>
                        </a:rPr>
                        <m:t>=</m:t>
                      </m:r>
                      <m:sSub>
                        <m:sSubPr>
                          <m:ctrlPr>
                            <a:rPr lang="en-IN" sz="1125" i="1" kern="0" smtClean="0">
                              <a:solidFill>
                                <a:srgbClr val="FF0000"/>
                              </a:solidFill>
                              <a:latin typeface="Cambria Math" panose="02040503050406030204" pitchFamily="18" charset="0"/>
                            </a:rPr>
                          </m:ctrlPr>
                        </m:sSubPr>
                        <m:e>
                          <m:d>
                            <m:dPr>
                              <m:begChr m:val=""/>
                              <m:endChr m:val="|"/>
                              <m:ctrlPr>
                                <a:rPr lang="en-IN" sz="1125" i="1" kern="0" smtClean="0">
                                  <a:solidFill>
                                    <a:srgbClr val="FF0000"/>
                                  </a:solidFill>
                                  <a:latin typeface="Cambria Math" panose="02040503050406030204" pitchFamily="18" charset="0"/>
                                </a:rPr>
                              </m:ctrlPr>
                            </m:dPr>
                            <m:e>
                              <m:f>
                                <m:fPr>
                                  <m:ctrlPr>
                                    <a:rPr lang="en-IN" sz="1125" i="1" kern="0" smtClean="0">
                                      <a:solidFill>
                                        <a:srgbClr val="FF0000"/>
                                      </a:solidFill>
                                      <a:latin typeface="Cambria Math" panose="02040503050406030204" pitchFamily="18" charset="0"/>
                                    </a:rPr>
                                  </m:ctrlPr>
                                </m:fPr>
                                <m:num>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𝑉</m:t>
                                      </m:r>
                                    </m:e>
                                    <m:sub>
                                      <m:r>
                                        <a:rPr lang="en-IN" sz="1125" i="1" kern="0" smtClean="0">
                                          <a:solidFill>
                                            <a:srgbClr val="FF0000"/>
                                          </a:solidFill>
                                          <a:latin typeface="Cambria Math" panose="02040503050406030204" pitchFamily="18" charset="0"/>
                                        </a:rPr>
                                        <m:t>𝑂𝑈𝑇</m:t>
                                      </m:r>
                                    </m:sub>
                                  </m:sSub>
                                </m:num>
                                <m:den>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𝑉</m:t>
                                      </m:r>
                                    </m:e>
                                    <m:sub>
                                      <m:r>
                                        <a:rPr lang="en-IN" sz="1125" i="1" kern="0" smtClean="0">
                                          <a:solidFill>
                                            <a:srgbClr val="FF0000"/>
                                          </a:solidFill>
                                          <a:latin typeface="Cambria Math" panose="02040503050406030204" pitchFamily="18" charset="0"/>
                                        </a:rPr>
                                        <m:t>𝐼𝑁</m:t>
                                      </m:r>
                                    </m:sub>
                                  </m:sSub>
                                </m:den>
                              </m:f>
                            </m:e>
                          </m:d>
                        </m:e>
                        <m:sub>
                          <m:func>
                            <m:funcPr>
                              <m:ctrlPr>
                                <a:rPr lang="en-IN" sz="1125" i="1" kern="0" smtClean="0">
                                  <a:solidFill>
                                    <a:srgbClr val="FF0000"/>
                                  </a:solidFill>
                                  <a:latin typeface="Cambria Math" panose="02040503050406030204" pitchFamily="18" charset="0"/>
                                </a:rPr>
                              </m:ctrlPr>
                            </m:funcPr>
                            <m:fName>
                              <m:r>
                                <a:rPr lang="en-IN" sz="1125" i="1" kern="0" smtClean="0">
                                  <a:solidFill>
                                    <a:srgbClr val="FF0000"/>
                                  </a:solidFill>
                                  <a:latin typeface="Cambria Math" panose="02040503050406030204" pitchFamily="18" charset="0"/>
                                </a:rPr>
                                <m:t>𝑚𝑎𝑥</m:t>
                              </m:r>
                            </m:fName>
                            <m:e>
                              <m:r>
                                <a:rPr lang="en-IN" sz="1125" kern="0" smtClean="0">
                                  <a:solidFill>
                                    <a:srgbClr val="FF0000"/>
                                  </a:solidFill>
                                  <a:latin typeface="Cambria Math" panose="02040503050406030204" pitchFamily="18" charset="0"/>
                                </a:rPr>
                                <m:t>=</m:t>
                              </m:r>
                            </m:e>
                          </m:func>
                          <m:f>
                            <m:fPr>
                              <m:ctrlPr>
                                <a:rPr lang="en-IN" sz="1125" i="1" kern="0" smtClean="0">
                                  <a:solidFill>
                                    <a:srgbClr val="FF0000"/>
                                  </a:solidFill>
                                  <a:latin typeface="Cambria Math" panose="02040503050406030204" pitchFamily="18" charset="0"/>
                                </a:rPr>
                              </m:ctrlPr>
                            </m:fPr>
                            <m:num>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𝑉</m:t>
                                  </m:r>
                                </m:e>
                                <m:sub>
                                  <m:r>
                                    <a:rPr lang="en-IN" sz="1125" i="1" kern="0" smtClean="0">
                                      <a:solidFill>
                                        <a:srgbClr val="FF0000"/>
                                      </a:solidFill>
                                      <a:latin typeface="Cambria Math" panose="02040503050406030204" pitchFamily="18" charset="0"/>
                                    </a:rPr>
                                    <m:t>𝐷𝐷</m:t>
                                  </m:r>
                                </m:sub>
                              </m:sSub>
                            </m:num>
                            <m:den>
                              <m:r>
                                <a:rPr lang="en-IN" sz="1125" kern="0" smtClean="0">
                                  <a:solidFill>
                                    <a:srgbClr val="FF0000"/>
                                  </a:solidFill>
                                  <a:latin typeface="Cambria Math" panose="02040503050406030204" pitchFamily="18" charset="0"/>
                                </a:rPr>
                                <m:t>2</m:t>
                              </m:r>
                            </m:den>
                          </m:f>
                        </m:sub>
                      </m:sSub>
                    </m:oMath>
                  </m:oMathPara>
                </a14:m>
                <a:endParaRPr lang="en-IN" sz="1125" kern="0" dirty="0">
                  <a:solidFill>
                    <a:srgbClr val="FF0000"/>
                  </a:solidFill>
                  <a:latin typeface="Calibri" panose="020F0502020204030204"/>
                </a:endParaRPr>
              </a:p>
            </p:txBody>
          </p:sp>
        </mc:Choice>
        <mc:Fallback xmlns="">
          <p:sp>
            <p:nvSpPr>
              <p:cNvPr id="8" name="TextBox 7">
                <a:extLst>
                  <a:ext uri="{FF2B5EF4-FFF2-40B4-BE49-F238E27FC236}">
                    <a16:creationId xmlns:a16="http://schemas.microsoft.com/office/drawing/2014/main" id="{57B92375-7071-D0BD-7B44-3C9540975F6E}"/>
                  </a:ext>
                </a:extLst>
              </p:cNvPr>
              <p:cNvSpPr txBox="1">
                <a:spLocks noRot="1" noChangeAspect="1" noMove="1" noResize="1" noEditPoints="1" noAdjustHandles="1" noChangeArrowheads="1" noChangeShapeType="1" noTextEdit="1"/>
              </p:cNvSpPr>
              <p:nvPr/>
            </p:nvSpPr>
            <p:spPr>
              <a:xfrm>
                <a:off x="7100177" y="1703992"/>
                <a:ext cx="1524883" cy="553037"/>
              </a:xfrm>
              <a:prstGeom prst="rect">
                <a:avLst/>
              </a:prstGeom>
              <a:blipFill>
                <a:blip r:embed="rId4"/>
                <a:stretch>
                  <a:fillRect t="-140426" r="-5118" b="-192553"/>
                </a:stretch>
              </a:blipFill>
              <a:ln w="25400">
                <a:solidFill>
                  <a:srgbClr val="00B050"/>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2E62F56-9532-D299-2180-F0426251058E}"/>
                  </a:ext>
                </a:extLst>
              </p:cNvPr>
              <p:cNvSpPr txBox="1"/>
              <p:nvPr/>
            </p:nvSpPr>
            <p:spPr>
              <a:xfrm>
                <a:off x="8803695" y="1701839"/>
                <a:ext cx="1664281" cy="595804"/>
              </a:xfrm>
              <a:prstGeom prst="rect">
                <a:avLst/>
              </a:prstGeom>
              <a:solidFill>
                <a:sysClr val="window" lastClr="FFFFFF"/>
              </a:solidFill>
              <a:ln w="25400">
                <a:solidFill>
                  <a:srgbClr val="00B050"/>
                </a:solidFill>
                <a:prstDash val="solid"/>
              </a:ln>
            </p:spPr>
            <p:txBody>
              <a:bodyPr wrap="square">
                <a:spAutoFit/>
              </a:bodyPr>
              <a:lstStyle/>
              <a:p>
                <a:pPr defTabSz="685800">
                  <a:defRPr/>
                </a:pPr>
                <a14:m>
                  <m:oMathPara xmlns:m="http://schemas.openxmlformats.org/officeDocument/2006/math">
                    <m:oMathParaPr>
                      <m:jc m:val="centerGroup"/>
                    </m:oMathParaPr>
                    <m:oMath xmlns:m="http://schemas.openxmlformats.org/officeDocument/2006/math">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𝑋</m:t>
                          </m:r>
                        </m:e>
                        <m:sub>
                          <m:r>
                            <a:rPr lang="en-IN" sz="1125" kern="0" smtClean="0">
                              <a:solidFill>
                                <a:srgbClr val="FF0000"/>
                              </a:solidFill>
                              <a:latin typeface="Cambria Math" panose="02040503050406030204" pitchFamily="18" charset="0"/>
                            </a:rPr>
                            <m:t>3</m:t>
                          </m:r>
                        </m:sub>
                      </m:sSub>
                      <m:r>
                        <a:rPr lang="en-IN" sz="1125" kern="0" smtClean="0">
                          <a:solidFill>
                            <a:srgbClr val="FF0000"/>
                          </a:solidFill>
                          <a:latin typeface="Cambria Math" panose="02040503050406030204" pitchFamily="18" charset="0"/>
                        </a:rPr>
                        <m:t>=</m:t>
                      </m:r>
                      <m:f>
                        <m:fPr>
                          <m:ctrlPr>
                            <a:rPr lang="en-IN" sz="1125" i="1" kern="0" smtClean="0">
                              <a:solidFill>
                                <a:srgbClr val="FF0000"/>
                              </a:solidFill>
                              <a:latin typeface="Cambria Math" panose="02040503050406030204" pitchFamily="18" charset="0"/>
                            </a:rPr>
                          </m:ctrlPr>
                        </m:fPr>
                        <m:num>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𝜙</m:t>
                              </m:r>
                            </m:e>
                            <m:sub>
                              <m:r>
                                <a:rPr lang="en-IN" sz="1125" i="1" kern="0" smtClean="0">
                                  <a:solidFill>
                                    <a:srgbClr val="FF0000"/>
                                  </a:solidFill>
                                  <a:latin typeface="Cambria Math" panose="02040503050406030204" pitchFamily="18" charset="0"/>
                                </a:rPr>
                                <m:t>𝑂𝑈𝑇</m:t>
                              </m:r>
                            </m:sub>
                          </m:sSub>
                        </m:num>
                        <m:den>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𝑉</m:t>
                              </m:r>
                            </m:e>
                            <m:sub>
                              <m:r>
                                <a:rPr lang="en-IN" sz="1125" i="1" kern="0" smtClean="0">
                                  <a:solidFill>
                                    <a:srgbClr val="FF0000"/>
                                  </a:solidFill>
                                  <a:latin typeface="Cambria Math" panose="02040503050406030204" pitchFamily="18" charset="0"/>
                                </a:rPr>
                                <m:t>𝑂𝑈𝑇</m:t>
                              </m:r>
                            </m:sub>
                          </m:sSub>
                        </m:den>
                      </m:f>
                      <m:r>
                        <a:rPr lang="en-IN" sz="1125" kern="0" smtClean="0">
                          <a:solidFill>
                            <a:srgbClr val="FF0000"/>
                          </a:solidFill>
                          <a:latin typeface="Cambria Math" panose="02040503050406030204" pitchFamily="18" charset="0"/>
                        </a:rPr>
                        <m:t>= </m:t>
                      </m:r>
                      <m:f>
                        <m:fPr>
                          <m:ctrlPr>
                            <a:rPr lang="en-IN" sz="1125" i="1" kern="0" smtClean="0">
                              <a:solidFill>
                                <a:srgbClr val="FF0000"/>
                              </a:solidFill>
                              <a:latin typeface="Cambria Math" panose="02040503050406030204" pitchFamily="18" charset="0"/>
                            </a:rPr>
                          </m:ctrlPr>
                        </m:fPr>
                        <m:num>
                          <m:r>
                            <a:rPr lang="en-IN" sz="1125" kern="0" smtClean="0">
                              <a:solidFill>
                                <a:srgbClr val="FF0000"/>
                              </a:solidFill>
                              <a:latin typeface="Cambria Math" panose="02040503050406030204" pitchFamily="18" charset="0"/>
                            </a:rPr>
                            <m:t>1</m:t>
                          </m:r>
                        </m:num>
                        <m:den>
                          <m:f>
                            <m:fPr>
                              <m:ctrlPr>
                                <a:rPr lang="en-IN" sz="1125" i="1" kern="0" smtClean="0">
                                  <a:solidFill>
                                    <a:srgbClr val="FF0000"/>
                                  </a:solidFill>
                                  <a:latin typeface="Cambria Math" panose="02040503050406030204" pitchFamily="18" charset="0"/>
                                </a:rPr>
                              </m:ctrlPr>
                            </m:fPr>
                            <m:num>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𝑉</m:t>
                                  </m:r>
                                </m:e>
                                <m:sub>
                                  <m:r>
                                    <a:rPr lang="en-IN" sz="1125" i="1" kern="0" smtClean="0">
                                      <a:solidFill>
                                        <a:srgbClr val="FF0000"/>
                                      </a:solidFill>
                                      <a:latin typeface="Cambria Math" panose="02040503050406030204" pitchFamily="18" charset="0"/>
                                    </a:rPr>
                                    <m:t>𝑂𝑈𝑇</m:t>
                                  </m:r>
                                </m:sub>
                              </m:sSub>
                            </m:num>
                            <m:den>
                              <m:r>
                                <a:rPr lang="en-IN" sz="1125" i="1" kern="0" smtClean="0">
                                  <a:solidFill>
                                    <a:srgbClr val="FF0000"/>
                                  </a:solidFill>
                                  <a:latin typeface="Cambria Math" panose="02040503050406030204" pitchFamily="18" charset="0"/>
                                </a:rPr>
                                <m:t>𝑑</m:t>
                              </m:r>
                              <m:sSub>
                                <m:sSubPr>
                                  <m:ctrlPr>
                                    <a:rPr lang="en-IN" sz="1125" i="1" kern="0" smtClean="0">
                                      <a:solidFill>
                                        <a:srgbClr val="FF0000"/>
                                      </a:solidFill>
                                      <a:latin typeface="Cambria Math" panose="02040503050406030204" pitchFamily="18" charset="0"/>
                                    </a:rPr>
                                  </m:ctrlPr>
                                </m:sSubPr>
                                <m:e>
                                  <m:r>
                                    <a:rPr lang="en-IN" sz="1125" i="1" kern="0" smtClean="0">
                                      <a:solidFill>
                                        <a:srgbClr val="FF0000"/>
                                      </a:solidFill>
                                      <a:latin typeface="Cambria Math" panose="02040503050406030204" pitchFamily="18" charset="0"/>
                                    </a:rPr>
                                    <m:t>𝜙</m:t>
                                  </m:r>
                                </m:e>
                                <m:sub>
                                  <m:r>
                                    <a:rPr lang="en-IN" sz="1125" i="1" kern="0" smtClean="0">
                                      <a:solidFill>
                                        <a:srgbClr val="FF0000"/>
                                      </a:solidFill>
                                      <a:latin typeface="Cambria Math" panose="02040503050406030204" pitchFamily="18" charset="0"/>
                                    </a:rPr>
                                    <m:t>𝑂𝑈𝑇</m:t>
                                  </m:r>
                                </m:sub>
                              </m:sSub>
                            </m:den>
                          </m:f>
                        </m:den>
                      </m:f>
                    </m:oMath>
                  </m:oMathPara>
                </a14:m>
                <a:endParaRPr lang="en-IN" sz="1125" kern="0" dirty="0">
                  <a:solidFill>
                    <a:srgbClr val="FF0000"/>
                  </a:solidFill>
                  <a:latin typeface="Calibri" panose="020F0502020204030204"/>
                </a:endParaRPr>
              </a:p>
            </p:txBody>
          </p:sp>
        </mc:Choice>
        <mc:Fallback xmlns="">
          <p:sp>
            <p:nvSpPr>
              <p:cNvPr id="9" name="TextBox 8">
                <a:extLst>
                  <a:ext uri="{FF2B5EF4-FFF2-40B4-BE49-F238E27FC236}">
                    <a16:creationId xmlns:a16="http://schemas.microsoft.com/office/drawing/2014/main" id="{92E62F56-9532-D299-2180-F0426251058E}"/>
                  </a:ext>
                </a:extLst>
              </p:cNvPr>
              <p:cNvSpPr txBox="1">
                <a:spLocks noRot="1" noChangeAspect="1" noMove="1" noResize="1" noEditPoints="1" noAdjustHandles="1" noChangeArrowheads="1" noChangeShapeType="1" noTextEdit="1"/>
              </p:cNvSpPr>
              <p:nvPr/>
            </p:nvSpPr>
            <p:spPr>
              <a:xfrm>
                <a:off x="8803695" y="1701839"/>
                <a:ext cx="1664281" cy="595804"/>
              </a:xfrm>
              <a:prstGeom prst="rect">
                <a:avLst/>
              </a:prstGeom>
              <a:blipFill>
                <a:blip r:embed="rId5"/>
                <a:stretch>
                  <a:fillRect b="-980"/>
                </a:stretch>
              </a:blipFill>
              <a:ln w="25400">
                <a:solidFill>
                  <a:srgbClr val="00B050"/>
                </a:solidFill>
                <a:prstDash val="solid"/>
              </a:ln>
            </p:spPr>
            <p:txBody>
              <a:bodyPr/>
              <a:lstStyle/>
              <a:p>
                <a:r>
                  <a:rPr lang="en-US">
                    <a:noFill/>
                  </a:rPr>
                  <a:t> </a:t>
                </a:r>
              </a:p>
            </p:txBody>
          </p:sp>
        </mc:Fallback>
      </mc:AlternateContent>
      <p:sp>
        <p:nvSpPr>
          <p:cNvPr id="10" name="Rectangle 9">
            <a:extLst>
              <a:ext uri="{FF2B5EF4-FFF2-40B4-BE49-F238E27FC236}">
                <a16:creationId xmlns:a16="http://schemas.microsoft.com/office/drawing/2014/main" id="{9A7DFED4-FB4C-B04B-A2AA-6FA357BFCCAE}"/>
              </a:ext>
            </a:extLst>
          </p:cNvPr>
          <p:cNvSpPr/>
          <p:nvPr/>
        </p:nvSpPr>
        <p:spPr>
          <a:xfrm>
            <a:off x="6872795" y="2583856"/>
            <a:ext cx="1939771" cy="271876"/>
          </a:xfrm>
          <a:prstGeom prst="rect">
            <a:avLst/>
          </a:prstGeom>
          <a:solidFill>
            <a:sysClr val="window" lastClr="FFFFFF"/>
          </a:solidFill>
          <a:ln w="25400" cap="flat" cmpd="sng" algn="ctr">
            <a:solidFill>
              <a:srgbClr val="70AD47">
                <a:lumMod val="75000"/>
              </a:srgbClr>
            </a:solidFill>
            <a:prstDash val="solid"/>
            <a:miter lim="800000"/>
          </a:ln>
          <a:effectLst/>
        </p:spPr>
        <p:txBody>
          <a:bodyPr rtlCol="0" anchor="ctr"/>
          <a:lstStyle/>
          <a:p>
            <a:pPr algn="ctr" defTabSz="685800">
              <a:defRPr/>
            </a:pPr>
            <a:endParaRPr lang="en-IN" sz="1350" kern="0" dirty="0">
              <a:solidFill>
                <a:prstClr val="white"/>
              </a:solidFill>
              <a:latin typeface="Calibri" panose="020F0502020204030204"/>
            </a:endParaRPr>
          </a:p>
        </p:txBody>
      </p:sp>
      <p:cxnSp>
        <p:nvCxnSpPr>
          <p:cNvPr id="11" name="Connector: Curved 8">
            <a:extLst>
              <a:ext uri="{FF2B5EF4-FFF2-40B4-BE49-F238E27FC236}">
                <a16:creationId xmlns:a16="http://schemas.microsoft.com/office/drawing/2014/main" id="{18BD8026-27C6-0C8D-0CBC-DDAF29627126}"/>
              </a:ext>
            </a:extLst>
          </p:cNvPr>
          <p:cNvCxnSpPr>
            <a:cxnSpLocks/>
          </p:cNvCxnSpPr>
          <p:nvPr/>
        </p:nvCxnSpPr>
        <p:spPr>
          <a:xfrm rot="10800000">
            <a:off x="5965659" y="2265439"/>
            <a:ext cx="832281" cy="509113"/>
          </a:xfrm>
          <a:prstGeom prst="curvedConnector2">
            <a:avLst/>
          </a:prstGeom>
          <a:noFill/>
          <a:ln w="28575" cap="flat" cmpd="sng" algn="ctr">
            <a:solidFill>
              <a:srgbClr val="002060"/>
            </a:solidFill>
            <a:prstDash val="solid"/>
            <a:miter lim="800000"/>
            <a:headEnd type="triangle" w="med" len="med"/>
            <a:tailEnd type="none" w="med" len="med"/>
          </a:ln>
          <a:effectLst/>
        </p:spPr>
      </p:cxnSp>
      <p:cxnSp>
        <p:nvCxnSpPr>
          <p:cNvPr id="12" name="Connector: Curved 9">
            <a:extLst>
              <a:ext uri="{FF2B5EF4-FFF2-40B4-BE49-F238E27FC236}">
                <a16:creationId xmlns:a16="http://schemas.microsoft.com/office/drawing/2014/main" id="{238E79FA-B3E9-E886-3D3A-2BA7A2D87609}"/>
              </a:ext>
            </a:extLst>
          </p:cNvPr>
          <p:cNvCxnSpPr>
            <a:cxnSpLocks/>
          </p:cNvCxnSpPr>
          <p:nvPr/>
        </p:nvCxnSpPr>
        <p:spPr>
          <a:xfrm rot="16200000" flipV="1">
            <a:off x="7671456" y="2436669"/>
            <a:ext cx="326567" cy="693"/>
          </a:xfrm>
          <a:prstGeom prst="curvedConnector3">
            <a:avLst>
              <a:gd name="adj1" fmla="val 12247"/>
            </a:avLst>
          </a:prstGeom>
          <a:noFill/>
          <a:ln w="28575" cap="flat" cmpd="sng" algn="ctr">
            <a:solidFill>
              <a:srgbClr val="002060"/>
            </a:solidFill>
            <a:prstDash val="solid"/>
            <a:miter lim="800000"/>
            <a:headEnd type="triangle" w="med" len="med"/>
            <a:tailEnd type="none" w="med" len="med"/>
          </a:ln>
          <a:effectLst/>
        </p:spPr>
      </p:cxnSp>
      <p:cxnSp>
        <p:nvCxnSpPr>
          <p:cNvPr id="13" name="Connector: Curved 10">
            <a:extLst>
              <a:ext uri="{FF2B5EF4-FFF2-40B4-BE49-F238E27FC236}">
                <a16:creationId xmlns:a16="http://schemas.microsoft.com/office/drawing/2014/main" id="{D07A9B53-A944-DC93-D664-A065EEDB6ACB}"/>
              </a:ext>
            </a:extLst>
          </p:cNvPr>
          <p:cNvCxnSpPr>
            <a:cxnSpLocks/>
          </p:cNvCxnSpPr>
          <p:nvPr/>
        </p:nvCxnSpPr>
        <p:spPr>
          <a:xfrm flipV="1">
            <a:off x="8845920" y="2304844"/>
            <a:ext cx="874170" cy="462505"/>
          </a:xfrm>
          <a:prstGeom prst="curvedConnector2">
            <a:avLst/>
          </a:prstGeom>
          <a:noFill/>
          <a:ln w="28575" cap="flat" cmpd="sng" algn="ctr">
            <a:solidFill>
              <a:srgbClr val="002060"/>
            </a:solidFill>
            <a:prstDash val="solid"/>
            <a:miter lim="800000"/>
            <a:headEnd type="triangle" w="med" len="med"/>
            <a:tailEnd type="none" w="med" len="med"/>
          </a:ln>
          <a:effectLst/>
        </p:spPr>
      </p:cxnSp>
      <p:sp>
        <p:nvSpPr>
          <p:cNvPr id="14" name="Rectangle 13">
            <a:extLst>
              <a:ext uri="{FF2B5EF4-FFF2-40B4-BE49-F238E27FC236}">
                <a16:creationId xmlns:a16="http://schemas.microsoft.com/office/drawing/2014/main" id="{2EA9903D-484E-8083-BDC6-C6CD9C7C9D03}"/>
              </a:ext>
            </a:extLst>
          </p:cNvPr>
          <p:cNvSpPr/>
          <p:nvPr/>
        </p:nvSpPr>
        <p:spPr>
          <a:xfrm>
            <a:off x="5329153" y="4141765"/>
            <a:ext cx="5066930" cy="1072323"/>
          </a:xfrm>
          <a:prstGeom prst="rect">
            <a:avLst/>
          </a:prstGeom>
          <a:solidFill>
            <a:sysClr val="window" lastClr="FFFFFF"/>
          </a:solidFill>
          <a:ln w="25400" cap="flat" cmpd="sng" algn="ctr">
            <a:solidFill>
              <a:srgbClr val="70AD47">
                <a:lumMod val="75000"/>
              </a:srgbClr>
            </a:solidFill>
            <a:prstDash val="solid"/>
            <a:miter lim="800000"/>
          </a:ln>
          <a:effectLst/>
        </p:spPr>
        <p:txBody>
          <a:bodyPr rtlCol="0" anchor="ctr"/>
          <a:lstStyle/>
          <a:p>
            <a:pPr algn="ctr" defTabSz="685800">
              <a:defRPr/>
            </a:pPr>
            <a:endParaRPr lang="en-IN" sz="1350" kern="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7B37C51-3E29-4803-340A-94620C0CF348}"/>
                  </a:ext>
                </a:extLst>
              </p:cNvPr>
              <p:cNvSpPr txBox="1"/>
              <p:nvPr/>
            </p:nvSpPr>
            <p:spPr>
              <a:xfrm>
                <a:off x="6579645" y="3295288"/>
                <a:ext cx="2526070" cy="376257"/>
              </a:xfrm>
              <a:prstGeom prst="rect">
                <a:avLst/>
              </a:prstGeom>
              <a:solidFill>
                <a:sysClr val="window" lastClr="FFFFFF"/>
              </a:solidFill>
            </p:spPr>
            <p:txBody>
              <a:bodyPr wrap="square">
                <a:spAutoFit/>
              </a:bodyPr>
              <a:lstStyle/>
              <a:p>
                <a:pPr defTabSz="685800">
                  <a:defRPr/>
                </a:pPr>
                <a14:m>
                  <m:oMathPara xmlns:m="http://schemas.openxmlformats.org/officeDocument/2006/math">
                    <m:oMathParaPr>
                      <m:jc m:val="centerGroup"/>
                    </m:oMathParaPr>
                    <m:oMath xmlns:m="http://schemas.openxmlformats.org/officeDocument/2006/math">
                      <m:sSub>
                        <m:sSubPr>
                          <m:ctrlPr>
                            <a:rPr lang="en-IN" sz="1350" i="1" kern="0" smtClean="0">
                              <a:solidFill>
                                <a:srgbClr val="FF0000"/>
                              </a:solidFill>
                              <a:latin typeface="Cambria Math" panose="02040503050406030204" pitchFamily="18" charset="0"/>
                            </a:rPr>
                          </m:ctrlPr>
                        </m:sSubPr>
                        <m:e>
                          <m:r>
                            <a:rPr lang="en-IN" sz="1350" i="1" kern="0" smtClean="0">
                              <a:solidFill>
                                <a:srgbClr val="FF0000"/>
                              </a:solidFill>
                              <a:latin typeface="Cambria Math" panose="02040503050406030204" pitchFamily="18" charset="0"/>
                            </a:rPr>
                            <m:t>𝑆</m:t>
                          </m:r>
                        </m:e>
                        <m:sub>
                          <m:sSub>
                            <m:sSubPr>
                              <m:ctrlPr>
                                <a:rPr lang="en-IN" sz="1350" i="1" kern="0" smtClean="0">
                                  <a:solidFill>
                                    <a:srgbClr val="FF0000"/>
                                  </a:solidFill>
                                  <a:latin typeface="Cambria Math" panose="02040503050406030204" pitchFamily="18" charset="0"/>
                                </a:rPr>
                              </m:ctrlPr>
                            </m:sSubPr>
                            <m:e>
                              <m:r>
                                <a:rPr lang="en-IN" sz="1350" i="1" kern="0" smtClean="0">
                                  <a:solidFill>
                                    <a:srgbClr val="FF0000"/>
                                  </a:solidFill>
                                  <a:latin typeface="Cambria Math" panose="02040503050406030204" pitchFamily="18" charset="0"/>
                                </a:rPr>
                                <m:t>𝜙</m:t>
                              </m:r>
                            </m:e>
                            <m:sub>
                              <m:r>
                                <a:rPr lang="en-IN" sz="1350" i="1" kern="0" smtClean="0">
                                  <a:solidFill>
                                    <a:srgbClr val="FF0000"/>
                                  </a:solidFill>
                                  <a:latin typeface="Cambria Math" panose="02040503050406030204" pitchFamily="18" charset="0"/>
                                </a:rPr>
                                <m:t>𝑜</m:t>
                              </m:r>
                            </m:sub>
                          </m:sSub>
                        </m:sub>
                      </m:sSub>
                      <m:d>
                        <m:dPr>
                          <m:ctrlPr>
                            <a:rPr lang="en-IN" sz="1350" i="1" kern="0" smtClean="0">
                              <a:solidFill>
                                <a:srgbClr val="FF0000"/>
                              </a:solidFill>
                              <a:latin typeface="Cambria Math" panose="02040503050406030204" pitchFamily="18" charset="0"/>
                            </a:rPr>
                          </m:ctrlPr>
                        </m:dPr>
                        <m:e>
                          <m:r>
                            <a:rPr lang="en-IN" sz="1350" i="1" kern="0" smtClean="0">
                              <a:solidFill>
                                <a:srgbClr val="FF0000"/>
                              </a:solidFill>
                              <a:latin typeface="Cambria Math" panose="02040503050406030204" pitchFamily="18" charset="0"/>
                            </a:rPr>
                            <m:t>𝑓</m:t>
                          </m:r>
                        </m:e>
                      </m:d>
                      <m:r>
                        <a:rPr lang="en-IN" sz="1350" kern="0" smtClean="0">
                          <a:solidFill>
                            <a:srgbClr val="FF0000"/>
                          </a:solidFill>
                          <a:latin typeface="Cambria Math" panose="02040503050406030204" pitchFamily="18" charset="0"/>
                        </a:rPr>
                        <m:t> = </m:t>
                      </m:r>
                      <m:sSub>
                        <m:sSubPr>
                          <m:ctrlPr>
                            <a:rPr lang="en-IN" sz="1350" i="1" kern="0" smtClean="0">
                              <a:solidFill>
                                <a:srgbClr val="FF0000"/>
                              </a:solidFill>
                              <a:latin typeface="Cambria Math" panose="02040503050406030204" pitchFamily="18" charset="0"/>
                            </a:rPr>
                          </m:ctrlPr>
                        </m:sSubPr>
                        <m:e>
                          <m:r>
                            <a:rPr lang="en-IN" sz="1350" i="1" kern="0" smtClean="0">
                              <a:solidFill>
                                <a:srgbClr val="FF0000"/>
                              </a:solidFill>
                              <a:latin typeface="Cambria Math" panose="02040503050406030204" pitchFamily="18" charset="0"/>
                            </a:rPr>
                            <m:t>𝑆</m:t>
                          </m:r>
                        </m:e>
                        <m:sub>
                          <m:sSub>
                            <m:sSubPr>
                              <m:ctrlPr>
                                <a:rPr lang="en-IN" sz="1350" i="1" kern="0" smtClean="0">
                                  <a:solidFill>
                                    <a:srgbClr val="FF0000"/>
                                  </a:solidFill>
                                  <a:latin typeface="Cambria Math" panose="02040503050406030204" pitchFamily="18" charset="0"/>
                                </a:rPr>
                              </m:ctrlPr>
                            </m:sSubPr>
                            <m:e>
                              <m:r>
                                <a:rPr lang="en-IN" sz="1350" i="1" kern="0" smtClean="0">
                                  <a:solidFill>
                                    <a:srgbClr val="FF0000"/>
                                  </a:solidFill>
                                  <a:latin typeface="Cambria Math" panose="02040503050406030204" pitchFamily="18" charset="0"/>
                                </a:rPr>
                                <m:t>𝜙</m:t>
                              </m:r>
                            </m:e>
                            <m:sub>
                              <m:r>
                                <a:rPr lang="en-IN" sz="1350" i="1" kern="0" smtClean="0">
                                  <a:solidFill>
                                    <a:srgbClr val="FF0000"/>
                                  </a:solidFill>
                                  <a:latin typeface="Cambria Math" panose="02040503050406030204" pitchFamily="18" charset="0"/>
                                </a:rPr>
                                <m:t>𝑖</m:t>
                              </m:r>
                            </m:sub>
                          </m:sSub>
                        </m:sub>
                      </m:sSub>
                      <m:d>
                        <m:dPr>
                          <m:ctrlPr>
                            <a:rPr lang="en-IN" sz="1350" i="1" kern="0" smtClean="0">
                              <a:solidFill>
                                <a:srgbClr val="FF0000"/>
                              </a:solidFill>
                              <a:latin typeface="Cambria Math" panose="02040503050406030204" pitchFamily="18" charset="0"/>
                            </a:rPr>
                          </m:ctrlPr>
                        </m:dPr>
                        <m:e>
                          <m:r>
                            <a:rPr lang="en-IN" sz="1350" i="1" kern="0" smtClean="0">
                              <a:solidFill>
                                <a:srgbClr val="FF0000"/>
                              </a:solidFill>
                              <a:latin typeface="Cambria Math" panose="02040503050406030204" pitchFamily="18" charset="0"/>
                            </a:rPr>
                            <m:t>𝑓</m:t>
                          </m:r>
                        </m:e>
                      </m:d>
                      <m:sSup>
                        <m:sSupPr>
                          <m:ctrlPr>
                            <a:rPr lang="en-IN" sz="1350" i="1" kern="0" smtClean="0">
                              <a:solidFill>
                                <a:srgbClr val="FF0000"/>
                              </a:solidFill>
                              <a:latin typeface="Cambria Math" panose="02040503050406030204" pitchFamily="18" charset="0"/>
                            </a:rPr>
                          </m:ctrlPr>
                        </m:sSupPr>
                        <m:e>
                          <m:d>
                            <m:dPr>
                              <m:begChr m:val="|"/>
                              <m:endChr m:val="|"/>
                              <m:ctrlPr>
                                <a:rPr lang="en-IN" sz="1350" i="1" kern="0" smtClean="0">
                                  <a:solidFill>
                                    <a:srgbClr val="FF0000"/>
                                  </a:solidFill>
                                  <a:latin typeface="Cambria Math" panose="02040503050406030204" pitchFamily="18" charset="0"/>
                                </a:rPr>
                              </m:ctrlPr>
                            </m:dPr>
                            <m:e>
                              <m:sSub>
                                <m:sSubPr>
                                  <m:ctrlPr>
                                    <a:rPr lang="en-IN" sz="1350" i="1" kern="0" smtClean="0">
                                      <a:solidFill>
                                        <a:srgbClr val="FF0000"/>
                                      </a:solidFill>
                                      <a:latin typeface="Cambria Math" panose="02040503050406030204" pitchFamily="18" charset="0"/>
                                    </a:rPr>
                                  </m:ctrlPr>
                                </m:sSubPr>
                                <m:e>
                                  <m:r>
                                    <a:rPr lang="en-IN" sz="1350" i="1" kern="0" smtClean="0">
                                      <a:solidFill>
                                        <a:srgbClr val="FF0000"/>
                                      </a:solidFill>
                                      <a:latin typeface="Cambria Math" panose="02040503050406030204" pitchFamily="18" charset="0"/>
                                    </a:rPr>
                                    <m:t>𝐺</m:t>
                                  </m:r>
                                </m:e>
                                <m:sub>
                                  <m:r>
                                    <a:rPr lang="en-IN" sz="1350" i="1" kern="0" smtClean="0">
                                      <a:solidFill>
                                        <a:srgbClr val="FF0000"/>
                                      </a:solidFill>
                                      <a:latin typeface="Cambria Math" panose="02040503050406030204" pitchFamily="18" charset="0"/>
                                    </a:rPr>
                                    <m:t>𝜙</m:t>
                                  </m:r>
                                </m:sub>
                              </m:sSub>
                              <m:d>
                                <m:dPr>
                                  <m:ctrlPr>
                                    <a:rPr lang="en-IN" sz="1350" i="1" kern="0" smtClean="0">
                                      <a:solidFill>
                                        <a:srgbClr val="FF0000"/>
                                      </a:solidFill>
                                      <a:latin typeface="Cambria Math" panose="02040503050406030204" pitchFamily="18" charset="0"/>
                                    </a:rPr>
                                  </m:ctrlPr>
                                </m:dPr>
                                <m:e>
                                  <m:sSub>
                                    <m:sSubPr>
                                      <m:ctrlPr>
                                        <a:rPr lang="en-IN" sz="1350" i="1" kern="0" smtClean="0">
                                          <a:solidFill>
                                            <a:srgbClr val="FF0000"/>
                                          </a:solidFill>
                                          <a:latin typeface="Cambria Math" panose="02040503050406030204" pitchFamily="18" charset="0"/>
                                        </a:rPr>
                                      </m:ctrlPr>
                                    </m:sSubPr>
                                    <m:e>
                                      <m:r>
                                        <a:rPr lang="en-IN" sz="1350" i="1" kern="0" smtClean="0">
                                          <a:solidFill>
                                            <a:srgbClr val="FF0000"/>
                                          </a:solidFill>
                                          <a:latin typeface="Cambria Math" panose="02040503050406030204" pitchFamily="18" charset="0"/>
                                        </a:rPr>
                                        <m:t>𝑓</m:t>
                                      </m:r>
                                    </m:e>
                                    <m:sub>
                                      <m:r>
                                        <a:rPr lang="en-IN" sz="1350" i="1" kern="0" smtClean="0">
                                          <a:solidFill>
                                            <a:srgbClr val="FF0000"/>
                                          </a:solidFill>
                                          <a:latin typeface="Cambria Math" panose="02040503050406030204" pitchFamily="18" charset="0"/>
                                        </a:rPr>
                                        <m:t>𝑖𝑛</m:t>
                                      </m:r>
                                    </m:sub>
                                  </m:sSub>
                                  <m:r>
                                    <a:rPr lang="en-IN" sz="1350" kern="0" smtClean="0">
                                      <a:solidFill>
                                        <a:srgbClr val="FF0000"/>
                                      </a:solidFill>
                                      <a:latin typeface="Cambria Math" panose="02040503050406030204" pitchFamily="18" charset="0"/>
                                    </a:rPr>
                                    <m:t>+</m:t>
                                  </m:r>
                                  <m:r>
                                    <a:rPr lang="en-IN" sz="1350" i="1" kern="0" smtClean="0">
                                      <a:solidFill>
                                        <a:srgbClr val="FF0000"/>
                                      </a:solidFill>
                                      <a:latin typeface="Cambria Math" panose="02040503050406030204" pitchFamily="18" charset="0"/>
                                    </a:rPr>
                                    <m:t>𝑓</m:t>
                                  </m:r>
                                </m:e>
                              </m:d>
                            </m:e>
                          </m:d>
                        </m:e>
                        <m:sup>
                          <m:r>
                            <a:rPr lang="en-IN" sz="1350" kern="0" smtClean="0">
                              <a:solidFill>
                                <a:srgbClr val="FF0000"/>
                              </a:solidFill>
                              <a:latin typeface="Cambria Math" panose="02040503050406030204" pitchFamily="18" charset="0"/>
                            </a:rPr>
                            <m:t>2</m:t>
                          </m:r>
                        </m:sup>
                      </m:sSup>
                    </m:oMath>
                  </m:oMathPara>
                </a14:m>
                <a:endParaRPr lang="en-IN" sz="1350" kern="0" dirty="0">
                  <a:solidFill>
                    <a:srgbClr val="FF0000"/>
                  </a:solidFill>
                  <a:latin typeface="Calibri" panose="020F0502020204030204"/>
                </a:endParaRPr>
              </a:p>
            </p:txBody>
          </p:sp>
        </mc:Choice>
        <mc:Fallback xmlns="">
          <p:sp>
            <p:nvSpPr>
              <p:cNvPr id="15" name="TextBox 14">
                <a:extLst>
                  <a:ext uri="{FF2B5EF4-FFF2-40B4-BE49-F238E27FC236}">
                    <a16:creationId xmlns:a16="http://schemas.microsoft.com/office/drawing/2014/main" id="{37B37C51-3E29-4803-340A-94620C0CF348}"/>
                  </a:ext>
                </a:extLst>
              </p:cNvPr>
              <p:cNvSpPr txBox="1">
                <a:spLocks noRot="1" noChangeAspect="1" noMove="1" noResize="1" noEditPoints="1" noAdjustHandles="1" noChangeArrowheads="1" noChangeShapeType="1" noTextEdit="1"/>
              </p:cNvSpPr>
              <p:nvPr/>
            </p:nvSpPr>
            <p:spPr>
              <a:xfrm>
                <a:off x="6579645" y="3295288"/>
                <a:ext cx="2526070" cy="376257"/>
              </a:xfrm>
              <a:prstGeom prst="rect">
                <a:avLst/>
              </a:prstGeom>
              <a:blipFill>
                <a:blip r:embed="rId6"/>
                <a:stretch>
                  <a:fillRect b="-3279"/>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21F420CE-8DF5-B491-A67D-C7B8B959BC28}"/>
              </a:ext>
            </a:extLst>
          </p:cNvPr>
          <p:cNvSpPr/>
          <p:nvPr/>
        </p:nvSpPr>
        <p:spPr>
          <a:xfrm>
            <a:off x="6597590" y="3288086"/>
            <a:ext cx="2483528" cy="353222"/>
          </a:xfrm>
          <a:prstGeom prst="rect">
            <a:avLst/>
          </a:prstGeom>
          <a:noFill/>
          <a:ln w="25400" cap="flat" cmpd="sng" algn="ctr">
            <a:solidFill>
              <a:srgbClr val="70AD47">
                <a:lumMod val="75000"/>
              </a:srgbClr>
            </a:solidFill>
            <a:prstDash val="solid"/>
            <a:miter lim="800000"/>
          </a:ln>
          <a:effectLst/>
        </p:spPr>
        <p:txBody>
          <a:bodyPr rtlCol="0" anchor="ctr"/>
          <a:lstStyle/>
          <a:p>
            <a:pPr algn="ctr" defTabSz="685800">
              <a:defRPr/>
            </a:pPr>
            <a:endParaRPr lang="en-IN" sz="1350" kern="0" dirty="0">
              <a:solidFill>
                <a:prstClr val="white"/>
              </a:solidFill>
              <a:latin typeface="Calibri" panose="020F0502020204030204"/>
            </a:endParaRPr>
          </a:p>
        </p:txBody>
      </p:sp>
      <p:cxnSp>
        <p:nvCxnSpPr>
          <p:cNvPr id="17" name="Straight Arrow Connector 16">
            <a:extLst>
              <a:ext uri="{FF2B5EF4-FFF2-40B4-BE49-F238E27FC236}">
                <a16:creationId xmlns:a16="http://schemas.microsoft.com/office/drawing/2014/main" id="{2A4C3DFE-E55B-5FAF-0772-EF545F44F969}"/>
              </a:ext>
            </a:extLst>
          </p:cNvPr>
          <p:cNvCxnSpPr>
            <a:cxnSpLocks/>
            <a:endCxn id="16" idx="0"/>
          </p:cNvCxnSpPr>
          <p:nvPr/>
        </p:nvCxnSpPr>
        <p:spPr>
          <a:xfrm>
            <a:off x="7834392" y="2861180"/>
            <a:ext cx="4962" cy="426906"/>
          </a:xfrm>
          <a:prstGeom prst="straightConnector1">
            <a:avLst/>
          </a:prstGeom>
          <a:noFill/>
          <a:ln w="28575" cap="flat" cmpd="sng" algn="ctr">
            <a:solidFill>
              <a:srgbClr val="002060"/>
            </a:solidFill>
            <a:prstDash val="solid"/>
            <a:miter lim="800000"/>
            <a:tailEnd type="triangle"/>
          </a:ln>
          <a:effectLst/>
        </p:spPr>
      </p:cxnSp>
      <p:cxnSp>
        <p:nvCxnSpPr>
          <p:cNvPr id="18" name="Straight Arrow Connector 17">
            <a:extLst>
              <a:ext uri="{FF2B5EF4-FFF2-40B4-BE49-F238E27FC236}">
                <a16:creationId xmlns:a16="http://schemas.microsoft.com/office/drawing/2014/main" id="{DC18D694-B461-DBE2-848C-EBF22010B53D}"/>
              </a:ext>
            </a:extLst>
          </p:cNvPr>
          <p:cNvCxnSpPr/>
          <p:nvPr/>
        </p:nvCxnSpPr>
        <p:spPr>
          <a:xfrm>
            <a:off x="7839353" y="3678746"/>
            <a:ext cx="3326" cy="432783"/>
          </a:xfrm>
          <a:prstGeom prst="straightConnector1">
            <a:avLst/>
          </a:prstGeom>
          <a:noFill/>
          <a:ln w="28575" cap="flat" cmpd="sng" algn="ctr">
            <a:solidFill>
              <a:srgbClr val="002060"/>
            </a:solidFill>
            <a:prstDash val="solid"/>
            <a:miter lim="800000"/>
            <a:tailEnd type="triangle"/>
          </a:ln>
          <a:effectLst/>
        </p:spPr>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021C761-CD5B-BF86-CBE7-BD5404E14388}"/>
                  </a:ext>
                </a:extLst>
              </p:cNvPr>
              <p:cNvSpPr txBox="1"/>
              <p:nvPr/>
            </p:nvSpPr>
            <p:spPr>
              <a:xfrm>
                <a:off x="6883722" y="2538631"/>
                <a:ext cx="1914587" cy="343684"/>
              </a:xfrm>
              <a:prstGeom prst="rect">
                <a:avLst/>
              </a:prstGeom>
              <a:noFill/>
            </p:spPr>
            <p:txBody>
              <a:bodyPr wrap="square">
                <a:spAutoFit/>
              </a:bodyPr>
              <a:lstStyle/>
              <a:p>
                <a:pPr defTabSz="685800"/>
                <a14:m>
                  <m:oMathPara xmlns:m="http://schemas.openxmlformats.org/officeDocument/2006/math">
                    <m:oMathParaPr>
                      <m:jc m:val="centerGroup"/>
                    </m:oMathParaPr>
                    <m:oMath xmlns:m="http://schemas.openxmlformats.org/officeDocument/2006/math">
                      <m:sSub>
                        <m:sSubPr>
                          <m:ctrlPr>
                            <a:rPr lang="en-IN" sz="1500" i="1">
                              <a:solidFill>
                                <a:srgbClr val="FF0000"/>
                              </a:solidFill>
                              <a:latin typeface="Cambria Math" panose="02040503050406030204" pitchFamily="18" charset="0"/>
                            </a:rPr>
                          </m:ctrlPr>
                        </m:sSubPr>
                        <m:e>
                          <m:r>
                            <a:rPr lang="en-IN" sz="1500" i="1">
                              <a:solidFill>
                                <a:srgbClr val="FF0000"/>
                              </a:solidFill>
                              <a:latin typeface="Cambria Math" panose="02040503050406030204" pitchFamily="18" charset="0"/>
                            </a:rPr>
                            <m:t>𝐺</m:t>
                          </m:r>
                        </m:e>
                        <m:sub>
                          <m:r>
                            <a:rPr lang="en-IN" sz="1500" i="1">
                              <a:solidFill>
                                <a:srgbClr val="FF0000"/>
                              </a:solidFill>
                              <a:latin typeface="Cambria Math" panose="02040503050406030204" pitchFamily="18" charset="0"/>
                            </a:rPr>
                            <m:t>𝜙</m:t>
                          </m:r>
                        </m:sub>
                      </m:sSub>
                      <m:r>
                        <a:rPr lang="en-IN" sz="1500">
                          <a:solidFill>
                            <a:srgbClr val="FF0000"/>
                          </a:solidFill>
                          <a:latin typeface="Cambria Math" panose="02040503050406030204" pitchFamily="18" charset="0"/>
                        </a:rPr>
                        <m:t>=</m:t>
                      </m:r>
                      <m:sSub>
                        <m:sSubPr>
                          <m:ctrlPr>
                            <a:rPr lang="en-IN" sz="1500" i="1">
                              <a:solidFill>
                                <a:srgbClr val="FF0000"/>
                              </a:solidFill>
                              <a:latin typeface="Cambria Math" panose="02040503050406030204" pitchFamily="18" charset="0"/>
                            </a:rPr>
                          </m:ctrlPr>
                        </m:sSubPr>
                        <m:e>
                          <m:r>
                            <a:rPr lang="en-IN" sz="1500" i="1">
                              <a:solidFill>
                                <a:srgbClr val="FF0000"/>
                              </a:solidFill>
                              <a:latin typeface="Cambria Math" panose="02040503050406030204" pitchFamily="18" charset="0"/>
                            </a:rPr>
                            <m:t>𝑋</m:t>
                          </m:r>
                        </m:e>
                        <m:sub>
                          <m:r>
                            <a:rPr lang="en-IN" sz="1500">
                              <a:solidFill>
                                <a:srgbClr val="FF0000"/>
                              </a:solidFill>
                              <a:latin typeface="Cambria Math" panose="02040503050406030204" pitchFamily="18" charset="0"/>
                            </a:rPr>
                            <m:t>1</m:t>
                          </m:r>
                        </m:sub>
                      </m:sSub>
                      <m:r>
                        <a:rPr lang="en-IN" sz="1500">
                          <a:solidFill>
                            <a:srgbClr val="FF0000"/>
                          </a:solidFill>
                          <a:latin typeface="Cambria Math" panose="02040503050406030204" pitchFamily="18" charset="0"/>
                        </a:rPr>
                        <m:t>×</m:t>
                      </m:r>
                      <m:sSub>
                        <m:sSubPr>
                          <m:ctrlPr>
                            <a:rPr lang="en-IN" sz="1500" i="1">
                              <a:solidFill>
                                <a:srgbClr val="FF0000"/>
                              </a:solidFill>
                              <a:latin typeface="Cambria Math" panose="02040503050406030204" pitchFamily="18" charset="0"/>
                            </a:rPr>
                          </m:ctrlPr>
                        </m:sSubPr>
                        <m:e>
                          <m:r>
                            <a:rPr lang="en-IN" sz="1500" i="1">
                              <a:solidFill>
                                <a:srgbClr val="FF0000"/>
                              </a:solidFill>
                              <a:latin typeface="Cambria Math" panose="02040503050406030204" pitchFamily="18" charset="0"/>
                            </a:rPr>
                            <m:t>𝑋</m:t>
                          </m:r>
                        </m:e>
                        <m:sub>
                          <m:r>
                            <a:rPr lang="en-IN" sz="1500">
                              <a:solidFill>
                                <a:srgbClr val="FF0000"/>
                              </a:solidFill>
                              <a:latin typeface="Cambria Math" panose="02040503050406030204" pitchFamily="18" charset="0"/>
                            </a:rPr>
                            <m:t>2</m:t>
                          </m:r>
                        </m:sub>
                      </m:sSub>
                      <m:r>
                        <a:rPr lang="en-IN" sz="1500">
                          <a:solidFill>
                            <a:srgbClr val="FF0000"/>
                          </a:solidFill>
                          <a:latin typeface="Cambria Math" panose="02040503050406030204" pitchFamily="18" charset="0"/>
                        </a:rPr>
                        <m:t>×</m:t>
                      </m:r>
                      <m:sSub>
                        <m:sSubPr>
                          <m:ctrlPr>
                            <a:rPr lang="en-IN" sz="1500" i="1">
                              <a:solidFill>
                                <a:srgbClr val="FF0000"/>
                              </a:solidFill>
                              <a:latin typeface="Cambria Math" panose="02040503050406030204" pitchFamily="18" charset="0"/>
                            </a:rPr>
                          </m:ctrlPr>
                        </m:sSubPr>
                        <m:e>
                          <m:r>
                            <a:rPr lang="en-IN" sz="1500" i="1">
                              <a:solidFill>
                                <a:srgbClr val="FF0000"/>
                              </a:solidFill>
                              <a:latin typeface="Cambria Math" panose="02040503050406030204" pitchFamily="18" charset="0"/>
                            </a:rPr>
                            <m:t>𝑋</m:t>
                          </m:r>
                        </m:e>
                        <m:sub>
                          <m:r>
                            <a:rPr lang="en-IN" sz="1500">
                              <a:solidFill>
                                <a:srgbClr val="FF0000"/>
                              </a:solidFill>
                              <a:latin typeface="Cambria Math" panose="02040503050406030204" pitchFamily="18" charset="0"/>
                            </a:rPr>
                            <m:t>3</m:t>
                          </m:r>
                        </m:sub>
                      </m:sSub>
                    </m:oMath>
                  </m:oMathPara>
                </a14:m>
                <a:endParaRPr lang="en-IN" sz="1500" dirty="0">
                  <a:solidFill>
                    <a:srgbClr val="FF0000"/>
                  </a:solidFill>
                  <a:latin typeface="Calibri" panose="020F0502020204030204"/>
                </a:endParaRPr>
              </a:p>
            </p:txBody>
          </p:sp>
        </mc:Choice>
        <mc:Fallback xmlns="">
          <p:sp>
            <p:nvSpPr>
              <p:cNvPr id="19" name="TextBox 18">
                <a:extLst>
                  <a:ext uri="{FF2B5EF4-FFF2-40B4-BE49-F238E27FC236}">
                    <a16:creationId xmlns:a16="http://schemas.microsoft.com/office/drawing/2014/main" id="{7021C761-CD5B-BF86-CBE7-BD5404E14388}"/>
                  </a:ext>
                </a:extLst>
              </p:cNvPr>
              <p:cNvSpPr txBox="1">
                <a:spLocks noRot="1" noChangeAspect="1" noMove="1" noResize="1" noEditPoints="1" noAdjustHandles="1" noChangeArrowheads="1" noChangeShapeType="1" noTextEdit="1"/>
              </p:cNvSpPr>
              <p:nvPr/>
            </p:nvSpPr>
            <p:spPr>
              <a:xfrm>
                <a:off x="6883722" y="2538631"/>
                <a:ext cx="1914587" cy="343684"/>
              </a:xfrm>
              <a:prstGeom prst="rect">
                <a:avLst/>
              </a:prstGeom>
              <a:blipFill>
                <a:blip r:embed="rId7"/>
                <a:stretch>
                  <a:fillRect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6B95B06-623A-D4A2-9513-DBF1074E3D6B}"/>
                  </a:ext>
                </a:extLst>
              </p:cNvPr>
              <p:cNvSpPr txBox="1"/>
              <p:nvPr/>
            </p:nvSpPr>
            <p:spPr>
              <a:xfrm>
                <a:off x="5329154" y="4143979"/>
                <a:ext cx="5066930" cy="1029321"/>
              </a:xfrm>
              <a:prstGeom prst="rect">
                <a:avLst/>
              </a:prstGeom>
              <a:noFill/>
            </p:spPr>
            <p:txBody>
              <a:bodyPr wrap="square">
                <a:spAutoFit/>
              </a:bodyPr>
              <a:lstStyle/>
              <a:p>
                <a:pPr defTabSz="685800"/>
                <a14:m>
                  <m:oMathPara xmlns:m="http://schemas.openxmlformats.org/officeDocument/2006/math">
                    <m:oMathParaPr>
                      <m:jc m:val="centerGroup"/>
                    </m:oMathParaPr>
                    <m:oMath xmlns:m="http://schemas.openxmlformats.org/officeDocument/2006/math">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𝑆</m:t>
                          </m:r>
                        </m:e>
                        <m:sub>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𝜙</m:t>
                              </m:r>
                            </m:e>
                            <m:sub>
                              <m:r>
                                <a:rPr lang="en-IN" sz="1125" i="1">
                                  <a:solidFill>
                                    <a:srgbClr val="FF0000"/>
                                  </a:solidFill>
                                  <a:latin typeface="Cambria Math" panose="02040503050406030204" pitchFamily="18" charset="0"/>
                                </a:rPr>
                                <m:t>𝑜</m:t>
                              </m:r>
                            </m:sub>
                          </m:sSub>
                        </m:sub>
                      </m:sSub>
                      <m:d>
                        <m:dPr>
                          <m:ctrlPr>
                            <a:rPr lang="en-IN" sz="1125" i="1">
                              <a:solidFill>
                                <a:srgbClr val="FF0000"/>
                              </a:solidFill>
                              <a:latin typeface="Cambria Math" panose="02040503050406030204" pitchFamily="18" charset="0"/>
                            </a:rPr>
                          </m:ctrlPr>
                        </m:dPr>
                        <m:e>
                          <m:r>
                            <a:rPr lang="en-IN" sz="1125" i="1">
                              <a:solidFill>
                                <a:srgbClr val="FF0000"/>
                              </a:solidFill>
                              <a:latin typeface="Cambria Math" panose="02040503050406030204" pitchFamily="18" charset="0"/>
                            </a:rPr>
                            <m:t>𝑓</m:t>
                          </m:r>
                        </m:e>
                      </m:d>
                      <m:r>
                        <a:rPr lang="en-IN" sz="1125">
                          <a:solidFill>
                            <a:srgbClr val="FF0000"/>
                          </a:solidFill>
                          <a:latin typeface="Cambria Math" panose="02040503050406030204" pitchFamily="18" charset="0"/>
                        </a:rPr>
                        <m:t> = </m:t>
                      </m:r>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𝑆</m:t>
                          </m:r>
                        </m:e>
                        <m:sub>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𝜙</m:t>
                              </m:r>
                            </m:e>
                            <m:sub>
                              <m:r>
                                <a:rPr lang="en-IN" sz="1125" i="1">
                                  <a:solidFill>
                                    <a:srgbClr val="FF0000"/>
                                  </a:solidFill>
                                  <a:latin typeface="Cambria Math" panose="02040503050406030204" pitchFamily="18" charset="0"/>
                                </a:rPr>
                                <m:t>𝑖</m:t>
                              </m:r>
                            </m:sub>
                          </m:sSub>
                        </m:sub>
                      </m:sSub>
                      <m:d>
                        <m:dPr>
                          <m:ctrlPr>
                            <a:rPr lang="en-IN" sz="1125" i="1">
                              <a:solidFill>
                                <a:srgbClr val="FF0000"/>
                              </a:solidFill>
                              <a:latin typeface="Cambria Math" panose="02040503050406030204" pitchFamily="18" charset="0"/>
                            </a:rPr>
                          </m:ctrlPr>
                        </m:dPr>
                        <m:e>
                          <m:r>
                            <a:rPr lang="en-IN" sz="1125" i="1">
                              <a:solidFill>
                                <a:srgbClr val="FF0000"/>
                              </a:solidFill>
                              <a:latin typeface="Cambria Math" panose="02040503050406030204" pitchFamily="18" charset="0"/>
                            </a:rPr>
                            <m:t>𝑓</m:t>
                          </m:r>
                        </m:e>
                      </m:d>
                      <m:sSup>
                        <m:sSupPr>
                          <m:ctrlPr>
                            <a:rPr lang="en-IN" sz="1125" i="1">
                              <a:solidFill>
                                <a:srgbClr val="FF0000"/>
                              </a:solidFill>
                              <a:latin typeface="Cambria Math" panose="02040503050406030204" pitchFamily="18" charset="0"/>
                            </a:rPr>
                          </m:ctrlPr>
                        </m:sSupPr>
                        <m:e>
                          <m:d>
                            <m:dPr>
                              <m:begChr m:val="["/>
                              <m:endChr m:val="]"/>
                              <m:ctrlPr>
                                <a:rPr lang="en-IN" sz="1125" i="1">
                                  <a:solidFill>
                                    <a:srgbClr val="FF0000"/>
                                  </a:solidFill>
                                  <a:latin typeface="Cambria Math" panose="02040503050406030204" pitchFamily="18" charset="0"/>
                                </a:rPr>
                              </m:ctrlPr>
                            </m:dPr>
                            <m:e>
                              <m:f>
                                <m:fPr>
                                  <m:ctrlPr>
                                    <a:rPr lang="en-IN" sz="1125" i="1">
                                      <a:solidFill>
                                        <a:srgbClr val="FF0000"/>
                                      </a:solidFill>
                                      <a:latin typeface="Cambria Math" panose="02040503050406030204" pitchFamily="18" charset="0"/>
                                    </a:rPr>
                                  </m:ctrlPr>
                                </m:fPr>
                                <m:num>
                                  <m:r>
                                    <a:rPr lang="en-IN" sz="1125" i="1">
                                      <a:solidFill>
                                        <a:srgbClr val="FF0000"/>
                                      </a:solidFill>
                                      <a:latin typeface="Cambria Math" panose="02040503050406030204" pitchFamily="18" charset="0"/>
                                    </a:rPr>
                                    <m:t>𝑅</m:t>
                                  </m:r>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𝑔</m:t>
                                      </m:r>
                                    </m:e>
                                    <m:sub>
                                      <m:r>
                                        <a:rPr lang="en-IN" sz="1125" i="1">
                                          <a:solidFill>
                                            <a:srgbClr val="FF0000"/>
                                          </a:solidFill>
                                          <a:latin typeface="Cambria Math" panose="02040503050406030204" pitchFamily="18" charset="0"/>
                                        </a:rPr>
                                        <m:t>𝑚𝑝</m:t>
                                      </m:r>
                                    </m:sub>
                                  </m:sSub>
                                  <m:d>
                                    <m:dPr>
                                      <m:ctrlPr>
                                        <a:rPr lang="en-IN" sz="1125" i="1">
                                          <a:solidFill>
                                            <a:srgbClr val="FF0000"/>
                                          </a:solidFill>
                                          <a:latin typeface="Cambria Math" panose="02040503050406030204" pitchFamily="18" charset="0"/>
                                        </a:rPr>
                                      </m:ctrlPr>
                                    </m:dPr>
                                    <m:e>
                                      <m:rad>
                                        <m:radPr>
                                          <m:degHide m:val="on"/>
                                          <m:ctrlPr>
                                            <a:rPr lang="en-IN" sz="1125" i="1">
                                              <a:solidFill>
                                                <a:srgbClr val="FF0000"/>
                                              </a:solidFill>
                                              <a:latin typeface="Cambria Math" panose="02040503050406030204" pitchFamily="18" charset="0"/>
                                            </a:rPr>
                                          </m:ctrlPr>
                                        </m:radPr>
                                        <m:deg/>
                                        <m:e>
                                          <m:r>
                                            <a:rPr lang="en-IN" sz="1125">
                                              <a:solidFill>
                                                <a:srgbClr val="FF0000"/>
                                              </a:solidFill>
                                              <a:latin typeface="Cambria Math" panose="02040503050406030204" pitchFamily="18" charset="0"/>
                                            </a:rPr>
                                            <m:t>1 + </m:t>
                                          </m:r>
                                          <m:sSup>
                                            <m:sSupPr>
                                              <m:ctrlPr>
                                                <a:rPr lang="en-IN" sz="1125" i="1">
                                                  <a:solidFill>
                                                    <a:srgbClr val="FF0000"/>
                                                  </a:solidFill>
                                                  <a:latin typeface="Cambria Math" panose="02040503050406030204" pitchFamily="18" charset="0"/>
                                                </a:rPr>
                                              </m:ctrlPr>
                                            </m:sSupPr>
                                            <m:e>
                                              <m:d>
                                                <m:dPr>
                                                  <m:ctrlPr>
                                                    <a:rPr lang="en-IN" sz="1125" i="1">
                                                      <a:solidFill>
                                                        <a:srgbClr val="FF0000"/>
                                                      </a:solidFill>
                                                      <a:latin typeface="Cambria Math" panose="02040503050406030204" pitchFamily="18" charset="0"/>
                                                    </a:rPr>
                                                  </m:ctrlPr>
                                                </m:dPr>
                                                <m:e>
                                                  <m:f>
                                                    <m:fPr>
                                                      <m:ctrlPr>
                                                        <a:rPr lang="en-IN" sz="1125" i="1">
                                                          <a:solidFill>
                                                            <a:srgbClr val="FF0000"/>
                                                          </a:solidFill>
                                                          <a:latin typeface="Cambria Math" panose="02040503050406030204" pitchFamily="18" charset="0"/>
                                                        </a:rPr>
                                                      </m:ctrlPr>
                                                    </m:fPr>
                                                    <m:num>
                                                      <m:r>
                                                        <a:rPr lang="en-IN" sz="1125">
                                                          <a:solidFill>
                                                            <a:srgbClr val="FF0000"/>
                                                          </a:solidFill>
                                                          <a:latin typeface="Cambria Math" panose="02040503050406030204" pitchFamily="18" charset="0"/>
                                                        </a:rPr>
                                                        <m:t>5</m:t>
                                                      </m:r>
                                                      <m:r>
                                                        <a:rPr lang="en-IN" sz="1125" i="1">
                                                          <a:solidFill>
                                                            <a:srgbClr val="FF0000"/>
                                                          </a:solidFill>
                                                          <a:latin typeface="Cambria Math" panose="02040503050406030204" pitchFamily="18" charset="0"/>
                                                        </a:rPr>
                                                        <m:t>𝑎</m:t>
                                                      </m:r>
                                                    </m:num>
                                                    <m:den>
                                                      <m:r>
                                                        <a:rPr lang="en-IN" sz="1125" i="1">
                                                          <a:solidFill>
                                                            <a:srgbClr val="FF0000"/>
                                                          </a:solidFill>
                                                          <a:latin typeface="Cambria Math" panose="02040503050406030204" pitchFamily="18" charset="0"/>
                                                        </a:rPr>
                                                        <m:t>𝑀</m:t>
                                                      </m:r>
                                                    </m:den>
                                                  </m:f>
                                                </m:e>
                                              </m:d>
                                            </m:e>
                                            <m:sup>
                                              <m:r>
                                                <a:rPr lang="en-IN" sz="1125">
                                                  <a:solidFill>
                                                    <a:srgbClr val="FF0000"/>
                                                  </a:solidFill>
                                                  <a:latin typeface="Cambria Math" panose="02040503050406030204" pitchFamily="18" charset="0"/>
                                                </a:rPr>
                                                <m:t>2</m:t>
                                              </m:r>
                                            </m:sup>
                                          </m:sSup>
                                          <m:r>
                                            <a:rPr lang="en-IN" sz="1125">
                                              <a:solidFill>
                                                <a:srgbClr val="FF0000"/>
                                              </a:solidFill>
                                              <a:latin typeface="Cambria Math" panose="02040503050406030204" pitchFamily="18" charset="0"/>
                                            </a:rPr>
                                            <m:t> + 2</m:t>
                                          </m:r>
                                          <m:d>
                                            <m:dPr>
                                              <m:ctrlPr>
                                                <a:rPr lang="en-IN" sz="1125" i="1">
                                                  <a:solidFill>
                                                    <a:srgbClr val="FF0000"/>
                                                  </a:solidFill>
                                                  <a:latin typeface="Cambria Math" panose="02040503050406030204" pitchFamily="18" charset="0"/>
                                                </a:rPr>
                                              </m:ctrlPr>
                                            </m:dPr>
                                            <m:e>
                                              <m:f>
                                                <m:fPr>
                                                  <m:ctrlPr>
                                                    <a:rPr lang="en-IN" sz="1125" i="1">
                                                      <a:solidFill>
                                                        <a:srgbClr val="FF0000"/>
                                                      </a:solidFill>
                                                      <a:latin typeface="Cambria Math" panose="02040503050406030204" pitchFamily="18" charset="0"/>
                                                    </a:rPr>
                                                  </m:ctrlPr>
                                                </m:fPr>
                                                <m:num>
                                                  <m:r>
                                                    <a:rPr lang="en-IN" sz="1125">
                                                      <a:solidFill>
                                                        <a:srgbClr val="FF0000"/>
                                                      </a:solidFill>
                                                      <a:latin typeface="Cambria Math" panose="02040503050406030204" pitchFamily="18" charset="0"/>
                                                    </a:rPr>
                                                    <m:t>5</m:t>
                                                  </m:r>
                                                  <m:r>
                                                    <a:rPr lang="en-IN" sz="1125" i="1">
                                                      <a:solidFill>
                                                        <a:srgbClr val="FF0000"/>
                                                      </a:solidFill>
                                                      <a:latin typeface="Cambria Math" panose="02040503050406030204" pitchFamily="18" charset="0"/>
                                                    </a:rPr>
                                                    <m:t>𝑎</m:t>
                                                  </m:r>
                                                </m:num>
                                                <m:den>
                                                  <m:r>
                                                    <a:rPr lang="en-IN" sz="1125" i="1">
                                                      <a:solidFill>
                                                        <a:srgbClr val="FF0000"/>
                                                      </a:solidFill>
                                                      <a:latin typeface="Cambria Math" panose="02040503050406030204" pitchFamily="18" charset="0"/>
                                                    </a:rPr>
                                                    <m:t>𝑀</m:t>
                                                  </m:r>
                                                </m:den>
                                              </m:f>
                                            </m:e>
                                          </m:d>
                                          <m:r>
                                            <m:rPr>
                                              <m:sty m:val="p"/>
                                            </m:rPr>
                                            <a:rPr lang="en-IN" sz="1125">
                                              <a:solidFill>
                                                <a:srgbClr val="FF0000"/>
                                              </a:solidFill>
                                              <a:latin typeface="Cambria Math" panose="02040503050406030204" pitchFamily="18" charset="0"/>
                                            </a:rPr>
                                            <m:t>cos</m:t>
                                          </m:r>
                                          <m:d>
                                            <m:dPr>
                                              <m:ctrlPr>
                                                <a:rPr lang="en-IN" sz="1125" i="1">
                                                  <a:solidFill>
                                                    <a:srgbClr val="FF0000"/>
                                                  </a:solidFill>
                                                  <a:latin typeface="Cambria Math" panose="02040503050406030204" pitchFamily="18" charset="0"/>
                                                </a:rPr>
                                              </m:ctrlPr>
                                            </m:dPr>
                                            <m:e>
                                              <m:f>
                                                <m:fPr>
                                                  <m:ctrlPr>
                                                    <a:rPr lang="en-IN" sz="1125" i="1">
                                                      <a:solidFill>
                                                        <a:srgbClr val="FF0000"/>
                                                      </a:solidFill>
                                                      <a:latin typeface="Cambria Math" panose="02040503050406030204" pitchFamily="18" charset="0"/>
                                                    </a:rPr>
                                                  </m:ctrlPr>
                                                </m:fPr>
                                                <m:num>
                                                  <m:r>
                                                    <a:rPr lang="en-IN" sz="1125">
                                                      <a:solidFill>
                                                        <a:srgbClr val="FF0000"/>
                                                      </a:solidFill>
                                                      <a:latin typeface="Cambria Math" panose="02040503050406030204" pitchFamily="18" charset="0"/>
                                                    </a:rPr>
                                                    <m:t>2</m:t>
                                                  </m:r>
                                                  <m:r>
                                                    <m:rPr>
                                                      <m:sty m:val="p"/>
                                                    </m:rPr>
                                                    <a:rPr lang="en-IN" sz="1125">
                                                      <a:solidFill>
                                                        <a:srgbClr val="FF0000"/>
                                                      </a:solidFill>
                                                      <a:latin typeface="Cambria Math" panose="02040503050406030204" pitchFamily="18" charset="0"/>
                                                    </a:rPr>
                                                    <m:t>π</m:t>
                                                  </m:r>
                                                </m:num>
                                                <m:den>
                                                  <m:r>
                                                    <m:rPr>
                                                      <m:sty m:val="p"/>
                                                    </m:rPr>
                                                    <a:rPr lang="en-IN" sz="1125">
                                                      <a:solidFill>
                                                        <a:srgbClr val="FF0000"/>
                                                      </a:solidFill>
                                                      <a:latin typeface="Cambria Math" panose="02040503050406030204" pitchFamily="18" charset="0"/>
                                                    </a:rPr>
                                                    <m:t>M</m:t>
                                                  </m:r>
                                                </m:den>
                                              </m:f>
                                            </m:e>
                                          </m:d>
                                        </m:e>
                                      </m:rad>
                                    </m:e>
                                  </m:d>
                                </m:num>
                                <m:den>
                                  <m:rad>
                                    <m:radPr>
                                      <m:degHide m:val="on"/>
                                      <m:ctrlPr>
                                        <a:rPr lang="en-IN" sz="1125" i="1">
                                          <a:solidFill>
                                            <a:srgbClr val="FF0000"/>
                                          </a:solidFill>
                                          <a:latin typeface="Cambria Math" panose="02040503050406030204" pitchFamily="18" charset="0"/>
                                        </a:rPr>
                                      </m:ctrlPr>
                                    </m:radPr>
                                    <m:deg/>
                                    <m:e>
                                      <m:r>
                                        <a:rPr lang="en-IN" sz="1125">
                                          <a:solidFill>
                                            <a:srgbClr val="FF0000"/>
                                          </a:solidFill>
                                          <a:latin typeface="Cambria Math" panose="02040503050406030204" pitchFamily="18" charset="0"/>
                                        </a:rPr>
                                        <m:t>1 + </m:t>
                                      </m:r>
                                      <m:sSup>
                                        <m:sSupPr>
                                          <m:ctrlPr>
                                            <a:rPr lang="en-IN" sz="1125" i="1">
                                              <a:solidFill>
                                                <a:srgbClr val="FF0000"/>
                                              </a:solidFill>
                                              <a:latin typeface="Cambria Math" panose="02040503050406030204" pitchFamily="18" charset="0"/>
                                            </a:rPr>
                                          </m:ctrlPr>
                                        </m:sSupPr>
                                        <m:e>
                                          <m:d>
                                            <m:dPr>
                                              <m:ctrlPr>
                                                <a:rPr lang="en-IN" sz="1125" i="1">
                                                  <a:solidFill>
                                                    <a:srgbClr val="FF0000"/>
                                                  </a:solidFill>
                                                  <a:latin typeface="Cambria Math" panose="02040503050406030204" pitchFamily="18" charset="0"/>
                                                </a:rPr>
                                              </m:ctrlPr>
                                            </m:dPr>
                                            <m:e>
                                              <m:r>
                                                <a:rPr lang="en-IN" sz="1125">
                                                  <a:solidFill>
                                                    <a:srgbClr val="FF0000"/>
                                                  </a:solidFill>
                                                  <a:latin typeface="Cambria Math" panose="02040503050406030204" pitchFamily="18" charset="0"/>
                                                </a:rPr>
                                                <m:t>2</m:t>
                                              </m:r>
                                              <m:r>
                                                <a:rPr lang="en-IN" sz="1125" i="1">
                                                  <a:solidFill>
                                                    <a:srgbClr val="FF0000"/>
                                                  </a:solidFill>
                                                  <a:latin typeface="Cambria Math" panose="02040503050406030204" pitchFamily="18" charset="0"/>
                                                </a:rPr>
                                                <m:t>𝜋</m:t>
                                              </m:r>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𝑓</m:t>
                                                  </m:r>
                                                </m:e>
                                                <m:sub>
                                                  <m:r>
                                                    <a:rPr lang="en-IN" sz="1125" i="1">
                                                      <a:solidFill>
                                                        <a:srgbClr val="FF0000"/>
                                                      </a:solidFill>
                                                      <a:latin typeface="Cambria Math" panose="02040503050406030204" pitchFamily="18" charset="0"/>
                                                    </a:rPr>
                                                    <m:t>𝑖𝑛</m:t>
                                                  </m:r>
                                                </m:sub>
                                              </m:sSub>
                                              <m:r>
                                                <a:rPr lang="en-IN" sz="1125" i="1">
                                                  <a:solidFill>
                                                    <a:srgbClr val="FF0000"/>
                                                  </a:solidFill>
                                                  <a:latin typeface="Cambria Math" panose="02040503050406030204" pitchFamily="18" charset="0"/>
                                                </a:rPr>
                                                <m:t>𝑅𝐶</m:t>
                                              </m:r>
                                            </m:e>
                                          </m:d>
                                        </m:e>
                                        <m:sup>
                                          <m:r>
                                            <a:rPr lang="en-IN" sz="1125">
                                              <a:solidFill>
                                                <a:srgbClr val="FF0000"/>
                                              </a:solidFill>
                                              <a:latin typeface="Cambria Math" panose="02040503050406030204" pitchFamily="18" charset="0"/>
                                            </a:rPr>
                                            <m:t>2</m:t>
                                          </m:r>
                                        </m:sup>
                                      </m:sSup>
                                    </m:e>
                                  </m:rad>
                                </m:den>
                              </m:f>
                            </m:e>
                          </m:d>
                        </m:e>
                        <m:sup>
                          <m:r>
                            <a:rPr lang="en-IN" sz="1125">
                              <a:solidFill>
                                <a:srgbClr val="FF0000"/>
                              </a:solidFill>
                              <a:latin typeface="Cambria Math" panose="02040503050406030204" pitchFamily="18" charset="0"/>
                            </a:rPr>
                            <m:t>2</m:t>
                          </m:r>
                        </m:sup>
                      </m:sSup>
                      <m:r>
                        <a:rPr lang="en-IN" sz="1125">
                          <a:solidFill>
                            <a:srgbClr val="FF0000"/>
                          </a:solidFill>
                          <a:latin typeface="Cambria Math" panose="02040503050406030204" pitchFamily="18" charset="0"/>
                        </a:rPr>
                        <m:t>.</m:t>
                      </m:r>
                      <m:sSup>
                        <m:sSupPr>
                          <m:ctrlPr>
                            <a:rPr lang="en-IN" sz="1125" i="1">
                              <a:solidFill>
                                <a:srgbClr val="FF0000"/>
                              </a:solidFill>
                              <a:latin typeface="Cambria Math" panose="02040503050406030204" pitchFamily="18" charset="0"/>
                            </a:rPr>
                          </m:ctrlPr>
                        </m:sSupPr>
                        <m:e>
                          <m:d>
                            <m:dPr>
                              <m:begChr m:val="["/>
                              <m:endChr m:val="]"/>
                              <m:ctrlPr>
                                <a:rPr lang="en-IN" sz="1125" i="1">
                                  <a:solidFill>
                                    <a:srgbClr val="FF0000"/>
                                  </a:solidFill>
                                  <a:latin typeface="Cambria Math" panose="02040503050406030204" pitchFamily="18" charset="0"/>
                                </a:rPr>
                              </m:ctrlPr>
                            </m:dPr>
                            <m:e>
                              <m:f>
                                <m:fPr>
                                  <m:ctrlPr>
                                    <a:rPr lang="en-IN" sz="1125" i="1">
                                      <a:solidFill>
                                        <a:srgbClr val="FF0000"/>
                                      </a:solidFill>
                                      <a:latin typeface="Cambria Math" panose="02040503050406030204" pitchFamily="18" charset="0"/>
                                    </a:rPr>
                                  </m:ctrlPr>
                                </m:fPr>
                                <m:num>
                                  <m:d>
                                    <m:dPr>
                                      <m:ctrlPr>
                                        <a:rPr lang="en-IN" sz="1125" i="1">
                                          <a:solidFill>
                                            <a:srgbClr val="FF0000"/>
                                          </a:solidFill>
                                          <a:latin typeface="Cambria Math" panose="02040503050406030204" pitchFamily="18" charset="0"/>
                                        </a:rPr>
                                      </m:ctrlPr>
                                    </m:dPr>
                                    <m:e>
                                      <m:f>
                                        <m:fPr>
                                          <m:ctrlPr>
                                            <a:rPr lang="en-IN" sz="1125" i="1">
                                              <a:solidFill>
                                                <a:srgbClr val="FF0000"/>
                                              </a:solidFill>
                                              <a:latin typeface="Cambria Math" panose="02040503050406030204" pitchFamily="18" charset="0"/>
                                            </a:rPr>
                                          </m:ctrlPr>
                                        </m:fPr>
                                        <m:num>
                                          <m:r>
                                            <a:rPr lang="en-IN" sz="1125" i="1">
                                              <a:solidFill>
                                                <a:srgbClr val="FF0000"/>
                                              </a:solidFill>
                                              <a:latin typeface="Cambria Math" panose="02040503050406030204" pitchFamily="18" charset="0"/>
                                            </a:rPr>
                                            <m:t>𝑑</m:t>
                                          </m:r>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𝑉</m:t>
                                              </m:r>
                                            </m:e>
                                            <m:sub>
                                              <m:r>
                                                <a:rPr lang="en-IN" sz="1125" i="1">
                                                  <a:solidFill>
                                                    <a:srgbClr val="FF0000"/>
                                                  </a:solidFill>
                                                  <a:latin typeface="Cambria Math" panose="02040503050406030204" pitchFamily="18" charset="0"/>
                                                </a:rPr>
                                                <m:t>𝑖𝑛</m:t>
                                              </m:r>
                                            </m:sub>
                                          </m:sSub>
                                        </m:num>
                                        <m:den>
                                          <m:r>
                                            <a:rPr lang="en-IN" sz="1125" i="1">
                                              <a:solidFill>
                                                <a:srgbClr val="FF0000"/>
                                              </a:solidFill>
                                              <a:latin typeface="Cambria Math" panose="02040503050406030204" pitchFamily="18" charset="0"/>
                                            </a:rPr>
                                            <m:t>𝑑</m:t>
                                          </m:r>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𝑡</m:t>
                                              </m:r>
                                            </m:e>
                                            <m:sub>
                                              <m:r>
                                                <a:rPr lang="en-IN" sz="1125" i="1">
                                                  <a:solidFill>
                                                    <a:srgbClr val="FF0000"/>
                                                  </a:solidFill>
                                                  <a:latin typeface="Cambria Math" panose="02040503050406030204" pitchFamily="18" charset="0"/>
                                                </a:rPr>
                                                <m:t>𝑖𝑛</m:t>
                                              </m:r>
                                            </m:sub>
                                          </m:sSub>
                                        </m:den>
                                      </m:f>
                                    </m:e>
                                  </m:d>
                                </m:num>
                                <m:den>
                                  <m:d>
                                    <m:dPr>
                                      <m:ctrlPr>
                                        <a:rPr lang="en-IN" sz="1125" i="1">
                                          <a:solidFill>
                                            <a:srgbClr val="FF0000"/>
                                          </a:solidFill>
                                          <a:latin typeface="Cambria Math" panose="02040503050406030204" pitchFamily="18" charset="0"/>
                                        </a:rPr>
                                      </m:ctrlPr>
                                    </m:dPr>
                                    <m:e>
                                      <m:f>
                                        <m:fPr>
                                          <m:ctrlPr>
                                            <a:rPr lang="en-IN" sz="1125" i="1">
                                              <a:solidFill>
                                                <a:srgbClr val="FF0000"/>
                                              </a:solidFill>
                                              <a:latin typeface="Cambria Math" panose="02040503050406030204" pitchFamily="18" charset="0"/>
                                            </a:rPr>
                                          </m:ctrlPr>
                                        </m:fPr>
                                        <m:num>
                                          <m:r>
                                            <a:rPr lang="en-IN" sz="1125" i="1">
                                              <a:solidFill>
                                                <a:srgbClr val="FF0000"/>
                                              </a:solidFill>
                                              <a:latin typeface="Cambria Math" panose="02040503050406030204" pitchFamily="18" charset="0"/>
                                            </a:rPr>
                                            <m:t>𝑑</m:t>
                                          </m:r>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𝑉</m:t>
                                              </m:r>
                                            </m:e>
                                            <m:sub>
                                              <m:r>
                                                <a:rPr lang="en-IN" sz="1125" i="1">
                                                  <a:solidFill>
                                                    <a:srgbClr val="FF0000"/>
                                                  </a:solidFill>
                                                  <a:latin typeface="Cambria Math" panose="02040503050406030204" pitchFamily="18" charset="0"/>
                                                </a:rPr>
                                                <m:t>𝑜𝑢𝑡</m:t>
                                              </m:r>
                                            </m:sub>
                                          </m:sSub>
                                        </m:num>
                                        <m:den>
                                          <m:r>
                                            <a:rPr lang="en-IN" sz="1125" i="1">
                                              <a:solidFill>
                                                <a:srgbClr val="FF0000"/>
                                              </a:solidFill>
                                              <a:latin typeface="Cambria Math" panose="02040503050406030204" pitchFamily="18" charset="0"/>
                                            </a:rPr>
                                            <m:t>𝑑</m:t>
                                          </m:r>
                                          <m:sSub>
                                            <m:sSubPr>
                                              <m:ctrlPr>
                                                <a:rPr lang="en-IN" sz="1125" i="1">
                                                  <a:solidFill>
                                                    <a:srgbClr val="FF0000"/>
                                                  </a:solidFill>
                                                  <a:latin typeface="Cambria Math" panose="02040503050406030204" pitchFamily="18" charset="0"/>
                                                </a:rPr>
                                              </m:ctrlPr>
                                            </m:sSubPr>
                                            <m:e>
                                              <m:r>
                                                <a:rPr lang="en-IN" sz="1125" i="1">
                                                  <a:solidFill>
                                                    <a:srgbClr val="FF0000"/>
                                                  </a:solidFill>
                                                  <a:latin typeface="Cambria Math" panose="02040503050406030204" pitchFamily="18" charset="0"/>
                                                </a:rPr>
                                                <m:t>𝑡</m:t>
                                              </m:r>
                                            </m:e>
                                            <m:sub>
                                              <m:r>
                                                <a:rPr lang="en-IN" sz="1125" i="1">
                                                  <a:solidFill>
                                                    <a:srgbClr val="FF0000"/>
                                                  </a:solidFill>
                                                  <a:latin typeface="Cambria Math" panose="02040503050406030204" pitchFamily="18" charset="0"/>
                                                </a:rPr>
                                                <m:t>𝑜𝑢𝑡</m:t>
                                              </m:r>
                                            </m:sub>
                                          </m:sSub>
                                        </m:den>
                                      </m:f>
                                    </m:e>
                                  </m:d>
                                </m:den>
                              </m:f>
                            </m:e>
                          </m:d>
                        </m:e>
                        <m:sup>
                          <m:r>
                            <a:rPr lang="en-IN" sz="1125">
                              <a:solidFill>
                                <a:srgbClr val="FF0000"/>
                              </a:solidFill>
                              <a:latin typeface="Cambria Math" panose="02040503050406030204" pitchFamily="18" charset="0"/>
                            </a:rPr>
                            <m:t>2</m:t>
                          </m:r>
                        </m:sup>
                      </m:sSup>
                    </m:oMath>
                  </m:oMathPara>
                </a14:m>
                <a:endParaRPr lang="en-IN" sz="1125" dirty="0">
                  <a:solidFill>
                    <a:prstClr val="black"/>
                  </a:solidFill>
                  <a:latin typeface="Calibri" panose="020F0502020204030204"/>
                </a:endParaRPr>
              </a:p>
            </p:txBody>
          </p:sp>
        </mc:Choice>
        <mc:Fallback xmlns="">
          <p:sp>
            <p:nvSpPr>
              <p:cNvPr id="20" name="TextBox 19">
                <a:extLst>
                  <a:ext uri="{FF2B5EF4-FFF2-40B4-BE49-F238E27FC236}">
                    <a16:creationId xmlns:a16="http://schemas.microsoft.com/office/drawing/2014/main" id="{26B95B06-623A-D4A2-9513-DBF1074E3D6B}"/>
                  </a:ext>
                </a:extLst>
              </p:cNvPr>
              <p:cNvSpPr txBox="1">
                <a:spLocks noRot="1" noChangeAspect="1" noMove="1" noResize="1" noEditPoints="1" noAdjustHandles="1" noChangeArrowheads="1" noChangeShapeType="1" noTextEdit="1"/>
              </p:cNvSpPr>
              <p:nvPr/>
            </p:nvSpPr>
            <p:spPr>
              <a:xfrm>
                <a:off x="5329154" y="4143979"/>
                <a:ext cx="5066930" cy="1029321"/>
              </a:xfrm>
              <a:prstGeom prst="rect">
                <a:avLst/>
              </a:prstGeom>
              <a:blipFill>
                <a:blip r:embed="rId8"/>
                <a:stretch>
                  <a:fillRect/>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4B18DE37-A40F-1569-AEAB-835BD0C5F9DD}"/>
              </a:ext>
            </a:extLst>
          </p:cNvPr>
          <p:cNvSpPr/>
          <p:nvPr/>
        </p:nvSpPr>
        <p:spPr>
          <a:xfrm>
            <a:off x="1649850" y="5678856"/>
            <a:ext cx="8835448" cy="338554"/>
          </a:xfrm>
          <a:prstGeom prst="rect">
            <a:avLst/>
          </a:prstGeom>
        </p:spPr>
        <p:txBody>
          <a:bodyPr wrap="square">
            <a:spAutoFit/>
          </a:bodyPr>
          <a:lstStyle/>
          <a:p>
            <a:pPr eaLnBrk="0" fontAlgn="base" hangingPunct="0">
              <a:spcBef>
                <a:spcPct val="0"/>
              </a:spcBef>
              <a:spcAft>
                <a:spcPct val="0"/>
              </a:spcAft>
            </a:pPr>
            <a:r>
              <a:rPr lang="en-US" sz="1600" b="1" dirty="0">
                <a:solidFill>
                  <a:srgbClr val="002060"/>
                </a:solidFill>
                <a:ea typeface="Times New Roman" panose="02020603050405020304" pitchFamily="18" charset="0"/>
                <a:cs typeface="Calibri" panose="020F0502020204030204" pitchFamily="34" charset="0"/>
              </a:rPr>
              <a:t>Phase transfer process from the input to the output of a skew-based  inverter delay cell</a:t>
            </a:r>
            <a:endParaRPr lang="en-IN" sz="1600" dirty="0">
              <a:solidFill>
                <a:srgbClr val="002060"/>
              </a:solidFill>
              <a:cs typeface="Calibri" panose="020F0502020204030204" pitchFamily="34" charset="0"/>
            </a:endParaRPr>
          </a:p>
        </p:txBody>
      </p:sp>
      <p:sp>
        <p:nvSpPr>
          <p:cNvPr id="22" name="Rectangle 21">
            <a:extLst>
              <a:ext uri="{FF2B5EF4-FFF2-40B4-BE49-F238E27FC236}">
                <a16:creationId xmlns:a16="http://schemas.microsoft.com/office/drawing/2014/main" id="{8C975516-824F-AB55-E438-40495A25CCBA}"/>
              </a:ext>
            </a:extLst>
          </p:cNvPr>
          <p:cNvSpPr/>
          <p:nvPr/>
        </p:nvSpPr>
        <p:spPr>
          <a:xfrm>
            <a:off x="23402" y="63111"/>
            <a:ext cx="12168598" cy="912163"/>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3" name="Title 1">
            <a:extLst>
              <a:ext uri="{FF2B5EF4-FFF2-40B4-BE49-F238E27FC236}">
                <a16:creationId xmlns:a16="http://schemas.microsoft.com/office/drawing/2014/main" id="{4D0403B5-CA8E-BFD8-A171-6A0BA2C45545}"/>
              </a:ext>
            </a:extLst>
          </p:cNvPr>
          <p:cNvSpPr txBox="1">
            <a:spLocks/>
          </p:cNvSpPr>
          <p:nvPr/>
        </p:nvSpPr>
        <p:spPr>
          <a:xfrm>
            <a:off x="207726" y="60849"/>
            <a:ext cx="11984274" cy="508832"/>
          </a:xfrm>
          <a:prstGeom prst="rect">
            <a:avLst/>
          </a:prstGeom>
        </p:spPr>
        <p:txBody>
          <a:bodyPr>
            <a:noAutofit/>
          </a:bodyPr>
          <a:lstStyle>
            <a:lvl1pPr algn="l" defTabSz="914400" rtl="0" eaLnBrk="1" latinLnBrk="0" hangingPunct="1">
              <a:spcBef>
                <a:spcPct val="0"/>
              </a:spcBef>
              <a:buNone/>
              <a:defRPr lang="nl-BE" sz="3600" kern="1200" baseline="0" dirty="0">
                <a:solidFill>
                  <a:schemeClr val="tx2"/>
                </a:solidFill>
                <a:latin typeface="Arial" pitchFamily="34" charset="0"/>
                <a:ea typeface="+mj-ea"/>
                <a:cs typeface="Arial" pitchFamily="34" charset="0"/>
              </a:defRPr>
            </a:lvl1pPr>
          </a:lstStyle>
          <a:p>
            <a:r>
              <a:rPr lang="en-GB" sz="2800" b="1">
                <a:solidFill>
                  <a:srgbClr val="FFFFFF"/>
                </a:solidFill>
                <a:latin typeface="Arial"/>
                <a:cs typeface="Times New Roman" panose="02020603050405020304" pitchFamily="18" charset="0"/>
              </a:rPr>
              <a:t>Phase   &amp;    Noise  Transfer  Function Mechanism and its shaping function</a:t>
            </a:r>
          </a:p>
        </p:txBody>
      </p:sp>
      <p:cxnSp>
        <p:nvCxnSpPr>
          <p:cNvPr id="24" name="Straight Connector 23">
            <a:extLst>
              <a:ext uri="{FF2B5EF4-FFF2-40B4-BE49-F238E27FC236}">
                <a16:creationId xmlns:a16="http://schemas.microsoft.com/office/drawing/2014/main" id="{FEBD8628-1F86-AA83-AA62-8BE1A47AF409}"/>
              </a:ext>
            </a:extLst>
          </p:cNvPr>
          <p:cNvCxnSpPr/>
          <p:nvPr/>
        </p:nvCxnSpPr>
        <p:spPr>
          <a:xfrm flipV="1">
            <a:off x="-6214" y="989492"/>
            <a:ext cx="12192000" cy="0"/>
          </a:xfrm>
          <a:prstGeom prst="line">
            <a:avLst/>
          </a:prstGeom>
          <a:noFill/>
          <a:ln w="63500" cap="flat" cmpd="sng" algn="ctr">
            <a:solidFill>
              <a:srgbClr val="002060"/>
            </a:solidFill>
            <a:prstDash val="solid"/>
          </a:ln>
          <a:effectLst/>
        </p:spPr>
      </p:cxnSp>
      <p:cxnSp>
        <p:nvCxnSpPr>
          <p:cNvPr id="25" name="Straight Connector 24">
            <a:extLst>
              <a:ext uri="{FF2B5EF4-FFF2-40B4-BE49-F238E27FC236}">
                <a16:creationId xmlns:a16="http://schemas.microsoft.com/office/drawing/2014/main" id="{B8C23AFB-9DCE-FC6D-09AE-E9207195FD3E}"/>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26" name="Straight Connector 25">
            <a:extLst>
              <a:ext uri="{FF2B5EF4-FFF2-40B4-BE49-F238E27FC236}">
                <a16:creationId xmlns:a16="http://schemas.microsoft.com/office/drawing/2014/main" id="{CA59F62F-90D5-AF10-0F1D-7102BCEB4D58}"/>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27" name="Straight Connector 26">
            <a:extLst>
              <a:ext uri="{FF2B5EF4-FFF2-40B4-BE49-F238E27FC236}">
                <a16:creationId xmlns:a16="http://schemas.microsoft.com/office/drawing/2014/main" id="{7AB6146B-F13C-B904-F262-CDD6E24056CD}"/>
              </a:ext>
            </a:extLst>
          </p:cNvPr>
          <p:cNvCxnSpPr/>
          <p:nvPr/>
        </p:nvCxnSpPr>
        <p:spPr>
          <a:xfrm flipV="1">
            <a:off x="0" y="30424"/>
            <a:ext cx="12192000" cy="0"/>
          </a:xfrm>
          <a:prstGeom prst="line">
            <a:avLst/>
          </a:prstGeom>
          <a:noFill/>
          <a:ln w="63500" cap="flat" cmpd="sng" algn="ctr">
            <a:solidFill>
              <a:srgbClr val="002060"/>
            </a:solidFill>
            <a:prstDash val="solid"/>
          </a:ln>
          <a:effectLst/>
        </p:spPr>
      </p:cxnSp>
      <p:pic>
        <p:nvPicPr>
          <p:cNvPr id="28" name="Picture 27">
            <a:extLst>
              <a:ext uri="{FF2B5EF4-FFF2-40B4-BE49-F238E27FC236}">
                <a16:creationId xmlns:a16="http://schemas.microsoft.com/office/drawing/2014/main" id="{DD518FAF-CF90-0AA5-10AB-FC3AFD69266C}"/>
              </a:ext>
            </a:extLst>
          </p:cNvPr>
          <p:cNvPicPr>
            <a:picLocks noChangeAspect="1"/>
          </p:cNvPicPr>
          <p:nvPr/>
        </p:nvPicPr>
        <p:blipFill>
          <a:blip r:embed="rId9"/>
          <a:stretch>
            <a:fillRect/>
          </a:stretch>
        </p:blipFill>
        <p:spPr>
          <a:xfrm>
            <a:off x="10832738" y="2594295"/>
            <a:ext cx="542591" cy="640135"/>
          </a:xfrm>
          <a:prstGeom prst="rect">
            <a:avLst/>
          </a:prstGeom>
        </p:spPr>
      </p:pic>
    </p:spTree>
    <p:extLst>
      <p:ext uri="{BB962C8B-B14F-4D97-AF65-F5344CB8AC3E}">
        <p14:creationId xmlns:p14="http://schemas.microsoft.com/office/powerpoint/2010/main" val="342429837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7EE8A0-70F3-4523-9CB7-751776911654}"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47</a:t>
            </a:fld>
            <a:endParaRPr lang="en-BE"/>
          </a:p>
        </p:txBody>
      </p:sp>
      <p:sp>
        <p:nvSpPr>
          <p:cNvPr id="5" name="Rectangle 4">
            <a:extLst>
              <a:ext uri="{FF2B5EF4-FFF2-40B4-BE49-F238E27FC236}">
                <a16:creationId xmlns:a16="http://schemas.microsoft.com/office/drawing/2014/main" id="{F22AC3CC-73EA-73EE-0C0E-7D71EF4E411C}"/>
              </a:ext>
            </a:extLst>
          </p:cNvPr>
          <p:cNvSpPr/>
          <p:nvPr/>
        </p:nvSpPr>
        <p:spPr>
          <a:xfrm>
            <a:off x="538689" y="791857"/>
            <a:ext cx="4758421" cy="3225663"/>
          </a:xfrm>
          <a:prstGeom prst="rect">
            <a:avLst/>
          </a:prstGeom>
          <a:solidFill>
            <a:srgbClr val="FFFFFF">
              <a:lumMod val="95000"/>
            </a:srgbClr>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dirty="0" smtClean="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6ED2653A-EC55-F0FA-FA7C-F80E046428BC}"/>
              </a:ext>
            </a:extLst>
          </p:cNvPr>
          <p:cNvSpPr/>
          <p:nvPr/>
        </p:nvSpPr>
        <p:spPr>
          <a:xfrm>
            <a:off x="443704" y="4965810"/>
            <a:ext cx="11364766" cy="787757"/>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pic>
        <p:nvPicPr>
          <p:cNvPr id="7" name="Picture 6">
            <a:extLst>
              <a:ext uri="{FF2B5EF4-FFF2-40B4-BE49-F238E27FC236}">
                <a16:creationId xmlns:a16="http://schemas.microsoft.com/office/drawing/2014/main" id="{7BA50CAB-35CE-A4EB-137A-3A8EBBBDB4AF}"/>
              </a:ext>
            </a:extLst>
          </p:cNvPr>
          <p:cNvPicPr/>
          <p:nvPr/>
        </p:nvPicPr>
        <p:blipFill>
          <a:blip r:embed="rId2"/>
          <a:stretch>
            <a:fillRect/>
          </a:stretch>
        </p:blipFill>
        <p:spPr>
          <a:xfrm>
            <a:off x="1361796" y="1032485"/>
            <a:ext cx="3486696" cy="2766652"/>
          </a:xfrm>
          <a:prstGeom prst="rect">
            <a:avLst/>
          </a:prstGeom>
        </p:spPr>
      </p:pic>
      <p:sp>
        <p:nvSpPr>
          <p:cNvPr id="8" name="Rectangle 7">
            <a:extLst>
              <a:ext uri="{FF2B5EF4-FFF2-40B4-BE49-F238E27FC236}">
                <a16:creationId xmlns:a16="http://schemas.microsoft.com/office/drawing/2014/main" id="{D793BDDC-7D21-4D0F-A954-54F5134B79CC}"/>
              </a:ext>
            </a:extLst>
          </p:cNvPr>
          <p:cNvSpPr/>
          <p:nvPr/>
        </p:nvSpPr>
        <p:spPr>
          <a:xfrm>
            <a:off x="691481" y="5001892"/>
            <a:ext cx="11128411" cy="646331"/>
          </a:xfrm>
          <a:prstGeom prst="rect">
            <a:avLst/>
          </a:prstGeom>
        </p:spPr>
        <p:txBody>
          <a:bodyPr wrap="square">
            <a:spAutoFit/>
          </a:bodyPr>
          <a:lstStyle/>
          <a:p>
            <a:pPr algn="just" eaLnBrk="0" fontAlgn="base" hangingPunct="0">
              <a:spcBef>
                <a:spcPct val="0"/>
              </a:spcBef>
              <a:spcAft>
                <a:spcPct val="0"/>
              </a:spcAft>
            </a:pPr>
            <a:r>
              <a:rPr lang="en-US" dirty="0">
                <a:solidFill>
                  <a:srgbClr val="002060"/>
                </a:solidFill>
                <a:ea typeface="Times New Roman" panose="02020603050405020304" pitchFamily="18" charset="0"/>
                <a:cs typeface="Calibri" panose="020F0502020204030204" pitchFamily="34" charset="0"/>
              </a:rPr>
              <a:t>Comparison of shaping function magnitude of the 5 and 8 stages NSO ROs with the conventional 3 stages RO; it is found that higher the skew offset higher its magnitude and lower the suppression and vice versa</a:t>
            </a:r>
            <a:endParaRPr lang="en-IN" dirty="0">
              <a:solidFill>
                <a:srgbClr val="002060"/>
              </a:solidFill>
              <a:cs typeface="Calibri" panose="020F0502020204030204" pitchFamily="34" charset="0"/>
            </a:endParaRPr>
          </a:p>
        </p:txBody>
      </p:sp>
      <p:grpSp>
        <p:nvGrpSpPr>
          <p:cNvPr id="9" name="Group 8">
            <a:extLst>
              <a:ext uri="{FF2B5EF4-FFF2-40B4-BE49-F238E27FC236}">
                <a16:creationId xmlns:a16="http://schemas.microsoft.com/office/drawing/2014/main" id="{5EBDDEAE-6AF8-4085-C5AB-8062F073B51C}"/>
              </a:ext>
            </a:extLst>
          </p:cNvPr>
          <p:cNvGrpSpPr/>
          <p:nvPr/>
        </p:nvGrpSpPr>
        <p:grpSpPr>
          <a:xfrm>
            <a:off x="5963137" y="969524"/>
            <a:ext cx="5766576" cy="3838575"/>
            <a:chOff x="5034615" y="1524001"/>
            <a:chExt cx="5766576" cy="3838575"/>
          </a:xfrm>
        </p:grpSpPr>
        <p:sp>
          <p:nvSpPr>
            <p:cNvPr id="10" name="Rectangle 9">
              <a:extLst>
                <a:ext uri="{FF2B5EF4-FFF2-40B4-BE49-F238E27FC236}">
                  <a16:creationId xmlns:a16="http://schemas.microsoft.com/office/drawing/2014/main" id="{617C2BF3-19D8-8D43-460B-25D5E3F910EE}"/>
                </a:ext>
              </a:extLst>
            </p:cNvPr>
            <p:cNvSpPr/>
            <p:nvPr/>
          </p:nvSpPr>
          <p:spPr>
            <a:xfrm>
              <a:off x="5050477" y="1524001"/>
              <a:ext cx="5521520" cy="3838575"/>
            </a:xfrm>
            <a:prstGeom prst="rect">
              <a:avLst/>
            </a:prstGeom>
            <a:solidFill>
              <a:srgbClr val="ED7D31">
                <a:lumMod val="20000"/>
                <a:lumOff val="80000"/>
              </a:srgbClr>
            </a:solidFill>
            <a:ln w="38100" cap="flat" cmpd="sng" algn="ctr">
              <a:solidFill>
                <a:srgbClr val="C00000"/>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dirty="0">
                <a:ln>
                  <a:noFill/>
                </a:ln>
                <a:solidFill>
                  <a:prstClr val="white"/>
                </a:solidFill>
                <a:effectLst/>
                <a:uLnTx/>
                <a:uFillTx/>
                <a:latin typeface="Calibri" panose="020F0502020204030204"/>
              </a:endParaRPr>
            </a:p>
          </p:txBody>
        </p:sp>
        <p:sp>
          <p:nvSpPr>
            <p:cNvPr id="11" name="Rectangle 10">
              <a:extLst>
                <a:ext uri="{FF2B5EF4-FFF2-40B4-BE49-F238E27FC236}">
                  <a16:creationId xmlns:a16="http://schemas.microsoft.com/office/drawing/2014/main" id="{58B01D9C-5D8B-0ADE-B2C9-5AC174B2E0D4}"/>
                </a:ext>
              </a:extLst>
            </p:cNvPr>
            <p:cNvSpPr/>
            <p:nvPr/>
          </p:nvSpPr>
          <p:spPr>
            <a:xfrm>
              <a:off x="5364096" y="1716821"/>
              <a:ext cx="5066930" cy="1050821"/>
            </a:xfrm>
            <a:prstGeom prst="rect">
              <a:avLst/>
            </a:prstGeom>
            <a:solidFill>
              <a:sysClr val="window" lastClr="FFFFFF"/>
            </a:solidFill>
            <a:ln w="25400" cap="flat" cmpd="sng" algn="ctr">
              <a:solidFill>
                <a:srgbClr val="70AD47">
                  <a:lumMod val="75000"/>
                </a:srgb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IN" sz="1350" b="0" i="0" u="none" strike="noStrike" kern="0" cap="none" spc="0" normalizeH="0" baseline="0" noProof="0" dirty="0">
                <a:ln>
                  <a:noFill/>
                </a:ln>
                <a:solidFill>
                  <a:prstClr val="white"/>
                </a:solidFill>
                <a:effectLst/>
                <a:uLnTx/>
                <a:uFillTx/>
                <a:latin typeface="Calibri" panose="020F0502020204030204"/>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F0F3AB4-E734-D5DD-0E63-F5599DED5A22}"/>
                    </a:ext>
                  </a:extLst>
                </p:cNvPr>
                <p:cNvSpPr txBox="1"/>
                <p:nvPr/>
              </p:nvSpPr>
              <p:spPr>
                <a:xfrm>
                  <a:off x="5034615" y="1697467"/>
                  <a:ext cx="5766576" cy="1029321"/>
                </a:xfrm>
                <a:prstGeom prst="rect">
                  <a:avLst/>
                </a:prstGeom>
                <a:noFill/>
              </p:spPr>
              <p:txBody>
                <a:bodyPr wrap="square">
                  <a:spAutoFit/>
                </a:bodyPr>
                <a:lstStyle/>
                <a:p>
                  <a:pPr marL="0" marR="0" lvl="0" indent="0" defTabSz="6858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𝑆</m:t>
                            </m:r>
                          </m:e>
                          <m:sub>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𝜙</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𝑜</m:t>
                                </m:r>
                              </m:sub>
                            </m:sSub>
                          </m:sub>
                        </m:sSub>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𝑓</m:t>
                            </m:r>
                          </m:e>
                        </m:d>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 = </m:t>
                        </m:r>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𝑆</m:t>
                            </m:r>
                          </m:e>
                          <m:sub>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𝜙</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𝑖</m:t>
                                </m:r>
                              </m:sub>
                            </m:sSub>
                          </m:sub>
                        </m:sSub>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𝑓</m:t>
                            </m:r>
                          </m:e>
                        </m:d>
                        <m:sSup>
                          <m:sSup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pPr>
                          <m:e>
                            <m:d>
                              <m:dPr>
                                <m:begChr m:val="["/>
                                <m:endChr m:val="]"/>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f>
                                  <m:f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fPr>
                                  <m:num>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𝑅</m:t>
                                    </m:r>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𝑔</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𝑚𝑝</m:t>
                                        </m:r>
                                      </m:sub>
                                    </m:sSub>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rad>
                                          <m:radPr>
                                            <m:degHide m:val="on"/>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radPr>
                                          <m:deg/>
                                          <m:e>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1 + </m:t>
                                            </m:r>
                                            <m:sSup>
                                              <m:sSup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pPr>
                                              <m:e>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f>
                                                      <m:f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fPr>
                                                      <m:num>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5</m:t>
                                                        </m:r>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𝑎</m:t>
                                                        </m:r>
                                                      </m:num>
                                                      <m:den>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𝑀</m:t>
                                                        </m:r>
                                                      </m:den>
                                                    </m:f>
                                                  </m:e>
                                                </m:d>
                                              </m:e>
                                              <m:sup>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2</m:t>
                                                </m:r>
                                              </m:sup>
                                            </m:sSup>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 + 2</m:t>
                                            </m:r>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f>
                                                  <m:f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fPr>
                                                  <m:num>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5</m:t>
                                                    </m:r>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𝑎</m:t>
                                                    </m:r>
                                                  </m:num>
                                                  <m:den>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𝑀</m:t>
                                                    </m:r>
                                                  </m:den>
                                                </m:f>
                                              </m:e>
                                            </m:d>
                                            <m:r>
                                              <m:rPr>
                                                <m:sty m:val="p"/>
                                              </m:rP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cos</m:t>
                                            </m:r>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f>
                                                  <m:f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fPr>
                                                  <m:num>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2</m:t>
                                                    </m:r>
                                                    <m:r>
                                                      <m:rPr>
                                                        <m:sty m:val="p"/>
                                                      </m:rP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π</m:t>
                                                    </m:r>
                                                  </m:num>
                                                  <m:den>
                                                    <m:r>
                                                      <m:rPr>
                                                        <m:sty m:val="p"/>
                                                      </m:rP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M</m:t>
                                                    </m:r>
                                                  </m:den>
                                                </m:f>
                                              </m:e>
                                            </m:d>
                                          </m:e>
                                        </m:rad>
                                      </m:e>
                                    </m:d>
                                  </m:num>
                                  <m:den>
                                    <m:rad>
                                      <m:radPr>
                                        <m:degHide m:val="on"/>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radPr>
                                      <m:deg/>
                                      <m:e>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1 + </m:t>
                                        </m:r>
                                        <m:sSup>
                                          <m:sSup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pPr>
                                          <m:e>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2</m:t>
                                                </m:r>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𝜋</m:t>
                                                </m:r>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𝑓</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𝑖𝑛</m:t>
                                                    </m:r>
                                                  </m:sub>
                                                </m:s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𝑅𝐶</m:t>
                                                </m:r>
                                              </m:e>
                                            </m:d>
                                          </m:e>
                                          <m:sup>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2</m:t>
                                            </m:r>
                                          </m:sup>
                                        </m:sSup>
                                      </m:e>
                                    </m:rad>
                                  </m:den>
                                </m:f>
                              </m:e>
                            </m:d>
                          </m:e>
                          <m:sup>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2</m:t>
                            </m:r>
                          </m:sup>
                        </m:sSup>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m:t>
                        </m:r>
                        <m:sSup>
                          <m:sSup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pPr>
                          <m:e>
                            <m:d>
                              <m:dPr>
                                <m:begChr m:val="["/>
                                <m:endChr m:val="]"/>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f>
                                  <m:f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fPr>
                                  <m:num>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f>
                                          <m:f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fPr>
                                          <m:num>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𝑑</m:t>
                                            </m:r>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𝑉</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𝑖𝑛</m:t>
                                                </m:r>
                                              </m:sub>
                                            </m:sSub>
                                          </m:num>
                                          <m:den>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𝑑</m:t>
                                            </m:r>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𝑡</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𝑖𝑛</m:t>
                                                </m:r>
                                              </m:sub>
                                            </m:sSub>
                                          </m:den>
                                        </m:f>
                                      </m:e>
                                    </m:d>
                                  </m:num>
                                  <m:den>
                                    <m:d>
                                      <m:d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dPr>
                                      <m:e>
                                        <m:f>
                                          <m:f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fPr>
                                          <m:num>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𝑑</m:t>
                                            </m:r>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𝑉</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𝑜𝑢𝑡</m:t>
                                                </m:r>
                                              </m:sub>
                                            </m:sSub>
                                          </m:num>
                                          <m:den>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𝑑</m:t>
                                            </m:r>
                                            <m:sSub>
                                              <m:sSubPr>
                                                <m:ctrlP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ctrlPr>
                                              </m:sSubPr>
                                              <m:e>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𝑡</m:t>
                                                </m:r>
                                              </m:e>
                                              <m:sub>
                                                <m:r>
                                                  <a:rPr kumimoji="0" lang="en-IN" sz="1125" b="0" i="1" u="none" strike="noStrike" kern="0" cap="none" spc="0" normalizeH="0" baseline="0" noProof="0" smtClean="0">
                                                    <a:ln>
                                                      <a:noFill/>
                                                    </a:ln>
                                                    <a:solidFill>
                                                      <a:srgbClr val="FF0000"/>
                                                    </a:solidFill>
                                                    <a:effectLst/>
                                                    <a:uLnTx/>
                                                    <a:uFillTx/>
                                                    <a:latin typeface="Cambria Math" panose="02040503050406030204" pitchFamily="18" charset="0"/>
                                                  </a:rPr>
                                                  <m:t>𝑜𝑢𝑡</m:t>
                                                </m:r>
                                              </m:sub>
                                            </m:sSub>
                                          </m:den>
                                        </m:f>
                                      </m:e>
                                    </m:d>
                                  </m:den>
                                </m:f>
                              </m:e>
                            </m:d>
                          </m:e>
                          <m:sup>
                            <m:r>
                              <a:rPr kumimoji="0" lang="en-IN" sz="1125" b="0" i="0" u="none" strike="noStrike" kern="0" cap="none" spc="0" normalizeH="0" baseline="0" noProof="0" smtClean="0">
                                <a:ln>
                                  <a:noFill/>
                                </a:ln>
                                <a:solidFill>
                                  <a:srgbClr val="FF0000"/>
                                </a:solidFill>
                                <a:effectLst/>
                                <a:uLnTx/>
                                <a:uFillTx/>
                                <a:latin typeface="Cambria Math" panose="02040503050406030204" pitchFamily="18" charset="0"/>
                              </a:rPr>
                              <m:t>2</m:t>
                            </m:r>
                          </m:sup>
                        </m:sSup>
                      </m:oMath>
                    </m:oMathPara>
                  </a14:m>
                  <a:endParaRPr kumimoji="0" lang="en-IN" sz="1125" b="0" i="0" u="none" strike="noStrike" kern="0" cap="none" spc="0" normalizeH="0" baseline="0" noProof="0" dirty="0" smtClean="0">
                    <a:ln>
                      <a:noFill/>
                    </a:ln>
                    <a:solidFill>
                      <a:prstClr val="black"/>
                    </a:solidFill>
                    <a:effectLst/>
                    <a:uLnTx/>
                    <a:uFillTx/>
                    <a:latin typeface="Calibri" panose="020F0502020204030204"/>
                  </a:endParaRPr>
                </a:p>
              </p:txBody>
            </p:sp>
          </mc:Choice>
          <mc:Fallback xmlns="">
            <p:sp>
              <p:nvSpPr>
                <p:cNvPr id="27" name="TextBox 26">
                  <a:extLst>
                    <a:ext uri="{FF2B5EF4-FFF2-40B4-BE49-F238E27FC236}">
                      <a16:creationId xmlns:a16="http://schemas.microsoft.com/office/drawing/2014/main" id="{AF0F3AB4-E734-D5DD-0E63-F5599DED5A22}"/>
                    </a:ext>
                  </a:extLst>
                </p:cNvPr>
                <p:cNvSpPr txBox="1">
                  <a:spLocks noRot="1" noChangeAspect="1" noMove="1" noResize="1" noEditPoints="1" noAdjustHandles="1" noChangeArrowheads="1" noChangeShapeType="1" noTextEdit="1"/>
                </p:cNvSpPr>
                <p:nvPr/>
              </p:nvSpPr>
              <p:spPr>
                <a:xfrm>
                  <a:off x="5034615" y="1697467"/>
                  <a:ext cx="5766576" cy="1029321"/>
                </a:xfrm>
                <a:prstGeom prst="rect">
                  <a:avLst/>
                </a:prstGeom>
                <a:blipFill>
                  <a:blip r:embed="rId3"/>
                  <a:stretch>
                    <a:fillRect/>
                  </a:stretch>
                </a:blipFill>
              </p:spPr>
              <p:txBody>
                <a:bodyPr/>
                <a:lstStyle/>
                <a:p>
                  <a:r>
                    <a:rPr lang="en-IN">
                      <a:noFill/>
                    </a:rPr>
                    <a:t> </a:t>
                  </a:r>
                </a:p>
              </p:txBody>
            </p:sp>
          </mc:Fallback>
        </mc:AlternateContent>
        <p:sp>
          <p:nvSpPr>
            <p:cNvPr id="13" name="Down Arrow 6">
              <a:extLst>
                <a:ext uri="{FF2B5EF4-FFF2-40B4-BE49-F238E27FC236}">
                  <a16:creationId xmlns:a16="http://schemas.microsoft.com/office/drawing/2014/main" id="{87BE2648-0558-BBEB-18F2-2C168018D1EA}"/>
                </a:ext>
              </a:extLst>
            </p:cNvPr>
            <p:cNvSpPr/>
            <p:nvPr/>
          </p:nvSpPr>
          <p:spPr>
            <a:xfrm rot="10800000" flipV="1">
              <a:off x="7897561" y="2900254"/>
              <a:ext cx="263871" cy="816701"/>
            </a:xfrm>
            <a:prstGeom prst="downArrow">
              <a:avLst/>
            </a:prstGeom>
            <a:solidFill>
              <a:srgbClr val="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4" name="Right Brace 13">
              <a:extLst>
                <a:ext uri="{FF2B5EF4-FFF2-40B4-BE49-F238E27FC236}">
                  <a16:creationId xmlns:a16="http://schemas.microsoft.com/office/drawing/2014/main" id="{2753CA3B-543A-B7B3-EC65-4B58DD625BA0}"/>
                </a:ext>
              </a:extLst>
            </p:cNvPr>
            <p:cNvSpPr/>
            <p:nvPr/>
          </p:nvSpPr>
          <p:spPr>
            <a:xfrm rot="5400000">
              <a:off x="7871667" y="1442501"/>
              <a:ext cx="310911" cy="2559016"/>
            </a:xfrm>
            <a:prstGeom prst="rightBrace">
              <a:avLst>
                <a:gd name="adj1" fmla="val 8333"/>
                <a:gd name="adj2" fmla="val 50160"/>
              </a:avLst>
            </a:prstGeom>
            <a:noFill/>
            <a:ln w="25400" cap="flat" cmpd="sng" algn="ctr">
              <a:solidFill>
                <a:srgbClr val="FF0000"/>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5" name="Right Brace 14">
              <a:extLst>
                <a:ext uri="{FF2B5EF4-FFF2-40B4-BE49-F238E27FC236}">
                  <a16:creationId xmlns:a16="http://schemas.microsoft.com/office/drawing/2014/main" id="{022DB9CB-49AB-9EAE-0663-02D8B735361F}"/>
                </a:ext>
              </a:extLst>
            </p:cNvPr>
            <p:cNvSpPr/>
            <p:nvPr/>
          </p:nvSpPr>
          <p:spPr>
            <a:xfrm rot="5400000">
              <a:off x="9624548" y="2560295"/>
              <a:ext cx="364822" cy="556644"/>
            </a:xfrm>
            <a:prstGeom prst="rightBrace">
              <a:avLst/>
            </a:prstGeom>
            <a:noFill/>
            <a:ln w="25400" cap="flat" cmpd="sng" algn="ctr">
              <a:solidFill>
                <a:srgbClr val="FF0000"/>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16" name="Down Arrow 9">
              <a:extLst>
                <a:ext uri="{FF2B5EF4-FFF2-40B4-BE49-F238E27FC236}">
                  <a16:creationId xmlns:a16="http://schemas.microsoft.com/office/drawing/2014/main" id="{78C589B4-5397-B729-9804-62A4B9707F1E}"/>
                </a:ext>
              </a:extLst>
            </p:cNvPr>
            <p:cNvSpPr/>
            <p:nvPr/>
          </p:nvSpPr>
          <p:spPr>
            <a:xfrm rot="10800000" flipV="1">
              <a:off x="9694184" y="3044332"/>
              <a:ext cx="243276" cy="651122"/>
            </a:xfrm>
            <a:prstGeom prst="downArrow">
              <a:avLst/>
            </a:prstGeom>
            <a:solidFill>
              <a:srgbClr val="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7" name="TextBox 16">
              <a:extLst>
                <a:ext uri="{FF2B5EF4-FFF2-40B4-BE49-F238E27FC236}">
                  <a16:creationId xmlns:a16="http://schemas.microsoft.com/office/drawing/2014/main" id="{06B88B48-1748-7E36-BFD9-982C68B0BFA6}"/>
                </a:ext>
              </a:extLst>
            </p:cNvPr>
            <p:cNvSpPr txBox="1"/>
            <p:nvPr/>
          </p:nvSpPr>
          <p:spPr>
            <a:xfrm>
              <a:off x="7146349" y="3728618"/>
              <a:ext cx="1656947" cy="523220"/>
            </a:xfrm>
            <a:prstGeom prst="rect">
              <a:avLst/>
            </a:prstGeom>
            <a:solidFill>
              <a:sysClr val="window" lastClr="FFFFFF"/>
            </a:solidFill>
            <a:ln w="25400">
              <a:solidFill>
                <a:srgbClr val="00B050"/>
              </a:solidFill>
              <a:prstDash val="solid"/>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itchFamily="34" charset="0"/>
                </a:rPr>
                <a:t>Gain of the stage with skew offset</a:t>
              </a:r>
              <a:endParaRPr kumimoji="0" lang="en-IN" sz="1400" b="0" i="0" u="none" strike="noStrike" kern="0" cap="none" spc="0" normalizeH="0" baseline="0" noProof="0" dirty="0">
                <a:ln>
                  <a:noFill/>
                </a:ln>
                <a:solidFill>
                  <a:prstClr val="black"/>
                </a:solidFill>
                <a:effectLst/>
                <a:uLnTx/>
                <a:uFillTx/>
                <a:latin typeface="Calibri" pitchFamily="34" charset="0"/>
              </a:endParaRPr>
            </a:p>
          </p:txBody>
        </p:sp>
        <p:sp>
          <p:nvSpPr>
            <p:cNvPr id="18" name="TextBox 17">
              <a:extLst>
                <a:ext uri="{FF2B5EF4-FFF2-40B4-BE49-F238E27FC236}">
                  <a16:creationId xmlns:a16="http://schemas.microsoft.com/office/drawing/2014/main" id="{54E2403C-894B-7679-A431-76CDE15BE7D0}"/>
                </a:ext>
              </a:extLst>
            </p:cNvPr>
            <p:cNvSpPr txBox="1"/>
            <p:nvPr/>
          </p:nvSpPr>
          <p:spPr>
            <a:xfrm>
              <a:off x="8899570" y="3728618"/>
              <a:ext cx="1589228" cy="523220"/>
            </a:xfrm>
            <a:prstGeom prst="rect">
              <a:avLst/>
            </a:prstGeom>
            <a:solidFill>
              <a:sysClr val="window" lastClr="FFFFFF"/>
            </a:solidFill>
            <a:ln w="25400">
              <a:solidFill>
                <a:srgbClr val="00B050"/>
              </a:solidFill>
              <a:prstDash val="solid"/>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itchFamily="34" charset="0"/>
                </a:rPr>
                <a:t>Slope Factor of skew-based design</a:t>
              </a:r>
              <a:endParaRPr kumimoji="0" lang="en-IN" sz="1400" b="0" i="0" u="none" strike="noStrike" kern="0" cap="none" spc="0" normalizeH="0" baseline="0" noProof="0" dirty="0">
                <a:ln>
                  <a:noFill/>
                </a:ln>
                <a:solidFill>
                  <a:prstClr val="black"/>
                </a:solidFill>
                <a:effectLst/>
                <a:uLnTx/>
                <a:uFillTx/>
                <a:latin typeface="Calibri" pitchFamily="34" charset="0"/>
              </a:endParaRPr>
            </a:p>
          </p:txBody>
        </p:sp>
        <p:sp>
          <p:nvSpPr>
            <p:cNvPr id="19" name="Right Brace 18">
              <a:extLst>
                <a:ext uri="{FF2B5EF4-FFF2-40B4-BE49-F238E27FC236}">
                  <a16:creationId xmlns:a16="http://schemas.microsoft.com/office/drawing/2014/main" id="{339E487D-BEC2-F88C-D2EB-B5BFDD945EA2}"/>
                </a:ext>
              </a:extLst>
            </p:cNvPr>
            <p:cNvSpPr/>
            <p:nvPr/>
          </p:nvSpPr>
          <p:spPr>
            <a:xfrm rot="5400000">
              <a:off x="8671506" y="3185377"/>
              <a:ext cx="426094" cy="2559017"/>
            </a:xfrm>
            <a:prstGeom prst="rightBrace">
              <a:avLst/>
            </a:prstGeom>
            <a:noFill/>
            <a:ln w="25400" cap="flat" cmpd="sng" algn="ctr">
              <a:solidFill>
                <a:srgbClr val="FF0000"/>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0" name="TextBox 19">
              <a:extLst>
                <a:ext uri="{FF2B5EF4-FFF2-40B4-BE49-F238E27FC236}">
                  <a16:creationId xmlns:a16="http://schemas.microsoft.com/office/drawing/2014/main" id="{2A452CF9-00B7-77C0-1FC0-0B732634AB39}"/>
                </a:ext>
              </a:extLst>
            </p:cNvPr>
            <p:cNvSpPr txBox="1"/>
            <p:nvPr/>
          </p:nvSpPr>
          <p:spPr>
            <a:xfrm>
              <a:off x="7987754" y="4708947"/>
              <a:ext cx="1846005" cy="523220"/>
            </a:xfrm>
            <a:prstGeom prst="rect">
              <a:avLst/>
            </a:prstGeom>
            <a:solidFill>
              <a:sysClr val="window" lastClr="FFFFFF"/>
            </a:solidFill>
            <a:ln w="25400">
              <a:solidFill>
                <a:srgbClr val="00B050"/>
              </a:solidFill>
              <a:prstDash val="solid"/>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itchFamily="34" charset="0"/>
                </a:rPr>
                <a:t>Shaping Function of skew-based design</a:t>
              </a:r>
              <a:endParaRPr kumimoji="0" lang="en-IN" sz="1400" b="0" i="0" u="none" strike="noStrike" kern="0" cap="none" spc="0" normalizeH="0" baseline="0" noProof="0" dirty="0">
                <a:ln>
                  <a:noFill/>
                </a:ln>
                <a:solidFill>
                  <a:prstClr val="black"/>
                </a:solidFill>
                <a:effectLst/>
                <a:uLnTx/>
                <a:uFillTx/>
                <a:latin typeface="Calibri" pitchFamily="34" charset="0"/>
              </a:endParaRPr>
            </a:p>
          </p:txBody>
        </p:sp>
        <p:sp>
          <p:nvSpPr>
            <p:cNvPr id="21" name="Right Brace 20">
              <a:extLst>
                <a:ext uri="{FF2B5EF4-FFF2-40B4-BE49-F238E27FC236}">
                  <a16:creationId xmlns:a16="http://schemas.microsoft.com/office/drawing/2014/main" id="{357A44B2-53A2-D583-72C7-6C235A32AA59}"/>
                </a:ext>
              </a:extLst>
            </p:cNvPr>
            <p:cNvSpPr/>
            <p:nvPr/>
          </p:nvSpPr>
          <p:spPr>
            <a:xfrm rot="5400000">
              <a:off x="6300334" y="2469436"/>
              <a:ext cx="392699" cy="423359"/>
            </a:xfrm>
            <a:prstGeom prst="rightBrace">
              <a:avLst/>
            </a:prstGeom>
            <a:noFill/>
            <a:ln w="25400" cap="flat" cmpd="sng" algn="ctr">
              <a:solidFill>
                <a:srgbClr val="FF0000"/>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2" name="TextBox 21">
              <a:extLst>
                <a:ext uri="{FF2B5EF4-FFF2-40B4-BE49-F238E27FC236}">
                  <a16:creationId xmlns:a16="http://schemas.microsoft.com/office/drawing/2014/main" id="{4CFE5075-3424-FEBA-FC09-E28911452226}"/>
                </a:ext>
              </a:extLst>
            </p:cNvPr>
            <p:cNvSpPr txBox="1"/>
            <p:nvPr/>
          </p:nvSpPr>
          <p:spPr>
            <a:xfrm>
              <a:off x="6086588" y="3736176"/>
              <a:ext cx="896736" cy="523220"/>
            </a:xfrm>
            <a:prstGeom prst="rect">
              <a:avLst/>
            </a:prstGeom>
            <a:solidFill>
              <a:sysClr val="window" lastClr="FFFFFF"/>
            </a:solidFill>
            <a:ln w="25400">
              <a:solidFill>
                <a:srgbClr val="00B050"/>
              </a:solidFill>
              <a:prstDash val="solid"/>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itchFamily="34" charset="0"/>
                </a:rPr>
                <a:t>Input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itchFamily="34" charset="0"/>
                </a:rPr>
                <a:t>PSD</a:t>
              </a:r>
              <a:endParaRPr kumimoji="0" lang="en-IN" sz="1400" b="0" i="0" u="none" strike="noStrike" kern="0" cap="none" spc="0" normalizeH="0" baseline="0" noProof="0" dirty="0">
                <a:ln>
                  <a:noFill/>
                </a:ln>
                <a:solidFill>
                  <a:prstClr val="black"/>
                </a:solidFill>
                <a:effectLst/>
                <a:uLnTx/>
                <a:uFillTx/>
                <a:latin typeface="Calibri" pitchFamily="34" charset="0"/>
              </a:endParaRPr>
            </a:p>
          </p:txBody>
        </p:sp>
        <p:sp>
          <p:nvSpPr>
            <p:cNvPr id="23" name="TextBox 22">
              <a:extLst>
                <a:ext uri="{FF2B5EF4-FFF2-40B4-BE49-F238E27FC236}">
                  <a16:creationId xmlns:a16="http://schemas.microsoft.com/office/drawing/2014/main" id="{559A86CB-B988-BE50-1EEB-26EF7C6D628E}"/>
                </a:ext>
              </a:extLst>
            </p:cNvPr>
            <p:cNvSpPr txBox="1"/>
            <p:nvPr/>
          </p:nvSpPr>
          <p:spPr>
            <a:xfrm>
              <a:off x="5109438" y="3736176"/>
              <a:ext cx="896736" cy="523220"/>
            </a:xfrm>
            <a:prstGeom prst="rect">
              <a:avLst/>
            </a:prstGeom>
            <a:solidFill>
              <a:sysClr val="window" lastClr="FFFFFF"/>
            </a:solidFill>
            <a:ln w="25400">
              <a:solidFill>
                <a:srgbClr val="00B050"/>
              </a:solidFill>
              <a:prstDash val="solid"/>
            </a:ln>
          </p:spPr>
          <p:txBody>
            <a:bodyPr wrap="squar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itchFamily="34" charset="0"/>
                </a:rPr>
                <a:t>Output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pitchFamily="34" charset="0"/>
                </a:rPr>
                <a:t>PSD</a:t>
              </a:r>
              <a:endParaRPr kumimoji="0" lang="en-IN" sz="1400" b="0" i="0" u="none" strike="noStrike" kern="0" cap="none" spc="0" normalizeH="0" baseline="0" noProof="0" dirty="0">
                <a:ln>
                  <a:noFill/>
                </a:ln>
                <a:solidFill>
                  <a:prstClr val="black"/>
                </a:solidFill>
                <a:effectLst/>
                <a:uLnTx/>
                <a:uFillTx/>
                <a:latin typeface="Calibri" pitchFamily="34" charset="0"/>
              </a:endParaRPr>
            </a:p>
          </p:txBody>
        </p:sp>
        <p:sp>
          <p:nvSpPr>
            <p:cNvPr id="24" name="Right Brace 23">
              <a:extLst>
                <a:ext uri="{FF2B5EF4-FFF2-40B4-BE49-F238E27FC236}">
                  <a16:creationId xmlns:a16="http://schemas.microsoft.com/office/drawing/2014/main" id="{BF4A3CFD-C89F-28DC-ED9A-640C6117C985}"/>
                </a:ext>
              </a:extLst>
            </p:cNvPr>
            <p:cNvSpPr/>
            <p:nvPr/>
          </p:nvSpPr>
          <p:spPr>
            <a:xfrm rot="5400000">
              <a:off x="5710626" y="2397989"/>
              <a:ext cx="337589" cy="457784"/>
            </a:xfrm>
            <a:prstGeom prst="rightBrace">
              <a:avLst/>
            </a:prstGeom>
            <a:noFill/>
            <a:ln w="25400" cap="flat" cmpd="sng" algn="ctr">
              <a:solidFill>
                <a:srgbClr val="FF0000"/>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25" name="Bent-Up Arrow 24">
              <a:extLst>
                <a:ext uri="{FF2B5EF4-FFF2-40B4-BE49-F238E27FC236}">
                  <a16:creationId xmlns:a16="http://schemas.microsoft.com/office/drawing/2014/main" id="{0B3D839E-25A2-BF38-A29C-EE3D1526AB3D}"/>
                </a:ext>
              </a:extLst>
            </p:cNvPr>
            <p:cNvSpPr/>
            <p:nvPr/>
          </p:nvSpPr>
          <p:spPr>
            <a:xfrm rot="10800000">
              <a:off x="5418803" y="2802954"/>
              <a:ext cx="423608" cy="892500"/>
            </a:xfrm>
            <a:prstGeom prst="bentUpArrow">
              <a:avLst/>
            </a:prstGeom>
            <a:solidFill>
              <a:srgbClr val="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panose="020F0502020204030204"/>
              </a:endParaRPr>
            </a:p>
          </p:txBody>
        </p:sp>
        <p:sp>
          <p:nvSpPr>
            <p:cNvPr id="26" name="Down Arrow 26">
              <a:extLst>
                <a:ext uri="{FF2B5EF4-FFF2-40B4-BE49-F238E27FC236}">
                  <a16:creationId xmlns:a16="http://schemas.microsoft.com/office/drawing/2014/main" id="{C7371577-04D0-528B-5D8E-973C89FD20D6}"/>
                </a:ext>
              </a:extLst>
            </p:cNvPr>
            <p:cNvSpPr/>
            <p:nvPr/>
          </p:nvSpPr>
          <p:spPr>
            <a:xfrm rot="10800000" flipV="1">
              <a:off x="6351760" y="2877465"/>
              <a:ext cx="263871" cy="817990"/>
            </a:xfrm>
            <a:prstGeom prst="downArrow">
              <a:avLst/>
            </a:prstGeom>
            <a:solidFill>
              <a:srgbClr val="FFFFFF"/>
            </a:solidFill>
            <a:ln w="12700" cap="flat" cmpd="sng" algn="ctr">
              <a:solidFill>
                <a:srgbClr val="4472C4">
                  <a:shade val="50000"/>
                </a:srgbClr>
              </a:solidFill>
              <a:prstDash val="solid"/>
              <a:miter lim="800000"/>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grpSp>
      <p:sp>
        <p:nvSpPr>
          <p:cNvPr id="27" name="Rectangle 26">
            <a:extLst>
              <a:ext uri="{FF2B5EF4-FFF2-40B4-BE49-F238E27FC236}">
                <a16:creationId xmlns:a16="http://schemas.microsoft.com/office/drawing/2014/main" id="{BCE8DE6A-84DF-E99A-AD24-44432523817D}"/>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8" name="Title 1">
            <a:extLst>
              <a:ext uri="{FF2B5EF4-FFF2-40B4-BE49-F238E27FC236}">
                <a16:creationId xmlns:a16="http://schemas.microsoft.com/office/drawing/2014/main" id="{75ECB15B-52B7-CD53-6D37-8788EB941B50}"/>
              </a:ext>
            </a:extLst>
          </p:cNvPr>
          <p:cNvSpPr txBox="1">
            <a:spLocks/>
          </p:cNvSpPr>
          <p:nvPr/>
        </p:nvSpPr>
        <p:spPr>
          <a:xfrm>
            <a:off x="62268" y="49528"/>
            <a:ext cx="12340953" cy="508832"/>
          </a:xfrm>
          <a:prstGeom prst="rect">
            <a:avLst/>
          </a:prstGeom>
        </p:spPr>
        <p:txBody>
          <a:bodyPr>
            <a:noAutofit/>
          </a:bodyPr>
          <a:lstStyle>
            <a:lvl1pPr algn="l" defTabSz="914400" rtl="0" eaLnBrk="1" latinLnBrk="0" hangingPunct="1">
              <a:spcBef>
                <a:spcPct val="0"/>
              </a:spcBef>
              <a:buNone/>
              <a:defRPr lang="nl-BE" sz="3600" kern="1200" baseline="0" dirty="0">
                <a:solidFill>
                  <a:schemeClr val="tx2"/>
                </a:solidFill>
                <a:latin typeface="Arial" pitchFamily="34" charset="0"/>
                <a:ea typeface="+mj-ea"/>
                <a:cs typeface="Arial" pitchFamily="34" charset="0"/>
              </a:defRPr>
            </a:lvl1pPr>
          </a:lstStyle>
          <a:p>
            <a:r>
              <a:rPr lang="en-GB" sz="3200" b="1">
                <a:solidFill>
                  <a:srgbClr val="FFFFFF"/>
                </a:solidFill>
                <a:latin typeface="Arial"/>
                <a:cs typeface="Times New Roman" panose="02020603050405020304" pitchFamily="18" charset="0"/>
              </a:rPr>
              <a:t>The magnitude of shaping mechanism in different stages ROs</a:t>
            </a:r>
            <a:endParaRPr lang="en-IN" sz="3200" b="1">
              <a:solidFill>
                <a:srgbClr val="FFFFFF"/>
              </a:solidFill>
              <a:latin typeface="Arial"/>
              <a:cs typeface="Times New Roman" panose="02020603050405020304" pitchFamily="18" charset="0"/>
            </a:endParaRPr>
          </a:p>
        </p:txBody>
      </p:sp>
      <p:cxnSp>
        <p:nvCxnSpPr>
          <p:cNvPr id="29" name="Straight Connector 28">
            <a:extLst>
              <a:ext uri="{FF2B5EF4-FFF2-40B4-BE49-F238E27FC236}">
                <a16:creationId xmlns:a16="http://schemas.microsoft.com/office/drawing/2014/main" id="{C07D758B-1781-BC01-C31D-3A74BB4D5CA6}"/>
              </a:ext>
            </a:extLst>
          </p:cNvPr>
          <p:cNvCxnSpPr/>
          <p:nvPr/>
        </p:nvCxnSpPr>
        <p:spPr>
          <a:xfrm flipV="1">
            <a:off x="21261" y="656026"/>
            <a:ext cx="12192000" cy="0"/>
          </a:xfrm>
          <a:prstGeom prst="line">
            <a:avLst/>
          </a:prstGeom>
          <a:noFill/>
          <a:ln w="63500" cap="flat" cmpd="sng" algn="ctr">
            <a:solidFill>
              <a:srgbClr val="002060"/>
            </a:solidFill>
            <a:prstDash val="solid"/>
          </a:ln>
          <a:effectLst/>
        </p:spPr>
      </p:cxnSp>
      <p:cxnSp>
        <p:nvCxnSpPr>
          <p:cNvPr id="30" name="Straight Connector 29">
            <a:extLst>
              <a:ext uri="{FF2B5EF4-FFF2-40B4-BE49-F238E27FC236}">
                <a16:creationId xmlns:a16="http://schemas.microsoft.com/office/drawing/2014/main" id="{CE5CB9C0-D345-0E57-23CE-7C192EBD7574}"/>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31" name="Straight Connector 30">
            <a:extLst>
              <a:ext uri="{FF2B5EF4-FFF2-40B4-BE49-F238E27FC236}">
                <a16:creationId xmlns:a16="http://schemas.microsoft.com/office/drawing/2014/main" id="{F8E3EA2C-65A9-2A9F-4482-A2215866898A}"/>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32" name="Straight Connector 31">
            <a:extLst>
              <a:ext uri="{FF2B5EF4-FFF2-40B4-BE49-F238E27FC236}">
                <a16:creationId xmlns:a16="http://schemas.microsoft.com/office/drawing/2014/main" id="{07625812-4256-E1F0-6C5C-CC448E747508}"/>
              </a:ext>
            </a:extLst>
          </p:cNvPr>
          <p:cNvCxnSpPr/>
          <p:nvPr/>
        </p:nvCxnSpPr>
        <p:spPr>
          <a:xfrm flipV="1">
            <a:off x="0" y="30424"/>
            <a:ext cx="12192000" cy="0"/>
          </a:xfrm>
          <a:prstGeom prst="line">
            <a:avLst/>
          </a:prstGeom>
          <a:noFill/>
          <a:ln w="63500" cap="flat" cmpd="sng" algn="ctr">
            <a:solidFill>
              <a:srgbClr val="002060"/>
            </a:solidFill>
            <a:prstDash val="solid"/>
          </a:ln>
          <a:effectLst/>
        </p:spPr>
      </p:cxnSp>
      <p:pic>
        <p:nvPicPr>
          <p:cNvPr id="33" name="Picture 32">
            <a:extLst>
              <a:ext uri="{FF2B5EF4-FFF2-40B4-BE49-F238E27FC236}">
                <a16:creationId xmlns:a16="http://schemas.microsoft.com/office/drawing/2014/main" id="{F6C2B986-1970-AB52-879D-0788F36F31FB}"/>
              </a:ext>
            </a:extLst>
          </p:cNvPr>
          <p:cNvPicPr>
            <a:picLocks noChangeAspect="1"/>
          </p:cNvPicPr>
          <p:nvPr/>
        </p:nvPicPr>
        <p:blipFill>
          <a:blip r:embed="rId4"/>
          <a:stretch>
            <a:fillRect/>
          </a:stretch>
        </p:blipFill>
        <p:spPr>
          <a:xfrm flipH="1">
            <a:off x="635222" y="1893097"/>
            <a:ext cx="687323" cy="640135"/>
          </a:xfrm>
          <a:prstGeom prst="rect">
            <a:avLst/>
          </a:prstGeom>
        </p:spPr>
      </p:pic>
    </p:spTree>
    <p:extLst>
      <p:ext uri="{BB962C8B-B14F-4D97-AF65-F5344CB8AC3E}">
        <p14:creationId xmlns:p14="http://schemas.microsoft.com/office/powerpoint/2010/main" val="291898360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DC5DD2-6E95-4339-8897-EB1BC3F2EEBC}"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48</a:t>
            </a:fld>
            <a:endParaRPr lang="en-BE"/>
          </a:p>
        </p:txBody>
      </p:sp>
      <p:sp>
        <p:nvSpPr>
          <p:cNvPr id="5" name="Rectangle 4">
            <a:extLst>
              <a:ext uri="{FF2B5EF4-FFF2-40B4-BE49-F238E27FC236}">
                <a16:creationId xmlns:a16="http://schemas.microsoft.com/office/drawing/2014/main" id="{59EA16F5-D187-3DFF-2155-612E76DB8F87}"/>
              </a:ext>
            </a:extLst>
          </p:cNvPr>
          <p:cNvSpPr/>
          <p:nvPr/>
        </p:nvSpPr>
        <p:spPr>
          <a:xfrm>
            <a:off x="4143420" y="780206"/>
            <a:ext cx="7938330" cy="5172903"/>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E9FC25DE-C0A3-3340-C548-B72ACFD99CEF}"/>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 name="Title 1">
            <a:extLst>
              <a:ext uri="{FF2B5EF4-FFF2-40B4-BE49-F238E27FC236}">
                <a16:creationId xmlns:a16="http://schemas.microsoft.com/office/drawing/2014/main" id="{9B05CF65-E389-A09B-203D-D71B34259393}"/>
              </a:ext>
            </a:extLst>
          </p:cNvPr>
          <p:cNvSpPr txBox="1">
            <a:spLocks/>
          </p:cNvSpPr>
          <p:nvPr/>
        </p:nvSpPr>
        <p:spPr>
          <a:xfrm>
            <a:off x="180975" y="56517"/>
            <a:ext cx="9158333" cy="5540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FFFFFF"/>
                </a:solidFill>
                <a:latin typeface="Arial" panose="020B0604020202020204" pitchFamily="34" charset="0"/>
                <a:cs typeface="Arial" panose="020B0604020202020204" pitchFamily="34" charset="0"/>
              </a:rPr>
              <a:t>Algorithm for desired Phase Noise in MSSROs </a:t>
            </a:r>
          </a:p>
        </p:txBody>
      </p:sp>
      <p:pic>
        <p:nvPicPr>
          <p:cNvPr id="8" name="Picture 3">
            <a:extLst>
              <a:ext uri="{FF2B5EF4-FFF2-40B4-BE49-F238E27FC236}">
                <a16:creationId xmlns:a16="http://schemas.microsoft.com/office/drawing/2014/main" id="{5401B99F-196E-410E-5916-DD26B8341D63}"/>
              </a:ext>
            </a:extLst>
          </p:cNvPr>
          <p:cNvPicPr>
            <a:picLocks noChangeAspect="1"/>
          </p:cNvPicPr>
          <p:nvPr/>
        </p:nvPicPr>
        <p:blipFill rotWithShape="1">
          <a:blip r:embed="rId2">
            <a:extLst>
              <a:ext uri="{28A0092B-C50C-407E-A947-70E740481C1C}">
                <a14:useLocalDpi xmlns:a14="http://schemas.microsoft.com/office/drawing/2010/main" val="0"/>
              </a:ext>
            </a:extLst>
          </a:blip>
          <a:srcRect l="11061" r="7648"/>
          <a:stretch/>
        </p:blipFill>
        <p:spPr bwMode="auto">
          <a:xfrm>
            <a:off x="355728" y="732584"/>
            <a:ext cx="3073942"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
            <a:extLst>
              <a:ext uri="{FF2B5EF4-FFF2-40B4-BE49-F238E27FC236}">
                <a16:creationId xmlns:a16="http://schemas.microsoft.com/office/drawing/2014/main" id="{5DEC18CA-430A-B8A6-7CFF-04D3CC9E0C75}"/>
              </a:ext>
            </a:extLst>
          </p:cNvPr>
          <p:cNvSpPr>
            <a:spLocks noChangeArrowheads="1"/>
          </p:cNvSpPr>
          <p:nvPr/>
        </p:nvSpPr>
        <p:spPr bwMode="auto">
          <a:xfrm>
            <a:off x="4297805" y="753309"/>
            <a:ext cx="7783947" cy="2031325"/>
          </a:xfrm>
          <a:prstGeom prst="rect">
            <a:avLst/>
          </a:prstGeom>
          <a:noFill/>
          <a:ln>
            <a:noFill/>
          </a:ln>
        </p:spPr>
        <p:txBody>
          <a:bodyPr wrap="square">
            <a:spAutoFit/>
          </a:bodyPr>
          <a:lstStyle>
            <a:lvl1pPr indent="127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US" sz="1800">
                <a:solidFill>
                  <a:srgbClr val="00407A"/>
                </a:solidFill>
                <a:latin typeface="Times New Roman" panose="02020603050405020304" pitchFamily="18" charset="0"/>
                <a:ea typeface="MS Mincho" panose="02020609040205080304" pitchFamily="49" charset="-128"/>
              </a:rPr>
              <a:t>(1)	 The (</a:t>
            </a:r>
            <a:r>
              <a:rPr lang="en-US" sz="1800" i="1">
                <a:solidFill>
                  <a:srgbClr val="00407A"/>
                </a:solidFill>
                <a:latin typeface="Times New Roman" panose="02020603050405020304" pitchFamily="18" charset="0"/>
                <a:ea typeface="MS Mincho" panose="02020609040205080304" pitchFamily="49" charset="-128"/>
              </a:rPr>
              <a:t>P/N</a:t>
            </a:r>
            <a:r>
              <a:rPr lang="en-US" sz="1800">
                <a:solidFill>
                  <a:srgbClr val="00407A"/>
                </a:solidFill>
                <a:latin typeface="Times New Roman" panose="02020603050405020304" pitchFamily="18" charset="0"/>
                <a:ea typeface="MS Mincho" panose="02020609040205080304" pitchFamily="49" charset="-128"/>
              </a:rPr>
              <a:t>) = A ratio of a three-stage SCRO is selected to achieve the required duty cycle and its time period (</a:t>
            </a:r>
            <a:r>
              <a:rPr lang="en-US" sz="1800" i="1">
                <a:solidFill>
                  <a:srgbClr val="00407A"/>
                </a:solidFill>
                <a:latin typeface="Times New Roman" panose="02020603050405020304" pitchFamily="18" charset="0"/>
                <a:ea typeface="MS Mincho" panose="02020609040205080304" pitchFamily="49" charset="-128"/>
              </a:rPr>
              <a:t>T</a:t>
            </a:r>
            <a:r>
              <a:rPr lang="en-US" sz="1800">
                <a:solidFill>
                  <a:srgbClr val="00407A"/>
                </a:solidFill>
                <a:latin typeface="Times New Roman" panose="02020603050405020304" pitchFamily="18" charset="0"/>
                <a:ea typeface="MS Mincho" panose="02020609040205080304" pitchFamily="49" charset="-128"/>
              </a:rPr>
              <a:t>) is measured. </a:t>
            </a:r>
            <a:endParaRPr lang="en-US" sz="1800">
              <a:solidFill>
                <a:srgbClr val="00407A"/>
              </a:solidFill>
              <a:latin typeface="Times New Roman" panose="02020603050405020304" pitchFamily="18" charset="0"/>
              <a:ea typeface="MS Mincho" panose="02020609040205080304" pitchFamily="49" charset="-128"/>
              <a:cs typeface="Times New Roman" panose="02020603050405020304" pitchFamily="18" charset="0"/>
            </a:endParaRPr>
          </a:p>
          <a:p>
            <a:pPr algn="just">
              <a:spcBef>
                <a:spcPct val="0"/>
              </a:spcBef>
              <a:buFontTx/>
              <a:buNone/>
            </a:pPr>
            <a:r>
              <a:rPr lang="en-US" sz="1800">
                <a:solidFill>
                  <a:srgbClr val="00407A"/>
                </a:solidFill>
                <a:latin typeface="Times New Roman" panose="02020603050405020304" pitchFamily="18" charset="0"/>
                <a:ea typeface="MS Mincho" panose="02020609040205080304" pitchFamily="49" charset="-128"/>
              </a:rPr>
              <a:t>(2)	This value of </a:t>
            </a:r>
            <a:r>
              <a:rPr lang="en-US" sz="1800" i="1">
                <a:solidFill>
                  <a:srgbClr val="00407A"/>
                </a:solidFill>
                <a:latin typeface="Times New Roman" panose="02020603050405020304" pitchFamily="18" charset="0"/>
                <a:ea typeface="MS Mincho" panose="02020609040205080304" pitchFamily="49" charset="-128"/>
              </a:rPr>
              <a:t>T</a:t>
            </a:r>
            <a:r>
              <a:rPr lang="en-US" sz="1800">
                <a:solidFill>
                  <a:srgbClr val="00407A"/>
                </a:solidFill>
                <a:latin typeface="Times New Roman" panose="02020603050405020304" pitchFamily="18" charset="0"/>
                <a:ea typeface="MS Mincho" panose="02020609040205080304" pitchFamily="49" charset="-128"/>
              </a:rPr>
              <a:t> is now utilized for the calculation of skew offset (</a:t>
            </a:r>
            <a:r>
              <a:rPr lang="en-US" sz="1800" i="1" err="1">
                <a:solidFill>
                  <a:srgbClr val="00407A"/>
                </a:solidFill>
                <a:latin typeface="Times New Roman" panose="02020603050405020304" pitchFamily="18" charset="0"/>
                <a:ea typeface="MS Mincho" panose="02020609040205080304" pitchFamily="49" charset="-128"/>
              </a:rPr>
              <a:t>T</a:t>
            </a:r>
            <a:r>
              <a:rPr lang="en-US" sz="1800" i="1" baseline="-25000" err="1">
                <a:solidFill>
                  <a:srgbClr val="00407A"/>
                </a:solidFill>
                <a:latin typeface="Times New Roman" panose="02020603050405020304" pitchFamily="18" charset="0"/>
                <a:ea typeface="MS Mincho" panose="02020609040205080304" pitchFamily="49" charset="-128"/>
              </a:rPr>
              <a:t>skew</a:t>
            </a:r>
            <a:r>
              <a:rPr lang="en-US" sz="1800">
                <a:solidFill>
                  <a:srgbClr val="00407A"/>
                </a:solidFill>
                <a:latin typeface="Times New Roman" panose="02020603050405020304" pitchFamily="18" charset="0"/>
                <a:ea typeface="MS Mincho" panose="02020609040205080304" pitchFamily="49" charset="-128"/>
              </a:rPr>
              <a:t>) of the desired number of stages (</a:t>
            </a:r>
            <a:r>
              <a:rPr lang="en-US" sz="1800" i="1">
                <a:solidFill>
                  <a:srgbClr val="00407A"/>
                </a:solidFill>
                <a:latin typeface="Times New Roman" panose="02020603050405020304" pitchFamily="18" charset="0"/>
                <a:ea typeface="MS Mincho" panose="02020609040205080304" pitchFamily="49" charset="-128"/>
              </a:rPr>
              <a:t>M</a:t>
            </a:r>
            <a:r>
              <a:rPr lang="en-US" sz="1800">
                <a:solidFill>
                  <a:srgbClr val="00407A"/>
                </a:solidFill>
                <a:latin typeface="Times New Roman" panose="02020603050405020304" pitchFamily="18" charset="0"/>
                <a:ea typeface="MS Mincho" panose="02020609040205080304" pitchFamily="49" charset="-128"/>
              </a:rPr>
              <a:t>) of MSSRO. </a:t>
            </a:r>
            <a:endParaRPr lang="en-US" sz="1800">
              <a:solidFill>
                <a:srgbClr val="00407A"/>
              </a:solidFill>
              <a:latin typeface="Times New Roman" panose="02020603050405020304" pitchFamily="18" charset="0"/>
              <a:cs typeface="Times New Roman" panose="02020603050405020304" pitchFamily="18" charset="0"/>
            </a:endParaRPr>
          </a:p>
          <a:p>
            <a:pPr algn="just">
              <a:spcBef>
                <a:spcPct val="0"/>
              </a:spcBef>
              <a:buFontTx/>
              <a:buNone/>
            </a:pPr>
            <a:r>
              <a:rPr lang="en-US" sz="1800">
                <a:solidFill>
                  <a:srgbClr val="00407A"/>
                </a:solidFill>
                <a:latin typeface="Times New Roman" panose="02020603050405020304" pitchFamily="18" charset="0"/>
                <a:ea typeface="MS Mincho" panose="02020609040205080304" pitchFamily="49" charset="-128"/>
              </a:rPr>
              <a:t>(3)	Using this </a:t>
            </a:r>
            <a:r>
              <a:rPr lang="en-US" sz="1800" i="1" err="1">
                <a:solidFill>
                  <a:srgbClr val="00407A"/>
                </a:solidFill>
                <a:latin typeface="Times New Roman" panose="02020603050405020304" pitchFamily="18" charset="0"/>
                <a:ea typeface="MS Mincho" panose="02020609040205080304" pitchFamily="49" charset="-128"/>
              </a:rPr>
              <a:t>T</a:t>
            </a:r>
            <a:r>
              <a:rPr lang="en-US" sz="1800" i="1" baseline="-25000" err="1">
                <a:solidFill>
                  <a:srgbClr val="00407A"/>
                </a:solidFill>
                <a:latin typeface="Times New Roman" panose="02020603050405020304" pitchFamily="18" charset="0"/>
                <a:ea typeface="MS Mincho" panose="02020609040205080304" pitchFamily="49" charset="-128"/>
              </a:rPr>
              <a:t>skew</a:t>
            </a:r>
            <a:r>
              <a:rPr lang="en-US" sz="1800">
                <a:solidFill>
                  <a:srgbClr val="00407A"/>
                </a:solidFill>
                <a:latin typeface="Times New Roman" panose="02020603050405020304" pitchFamily="18" charset="0"/>
                <a:ea typeface="MS Mincho" panose="02020609040205080304" pitchFamily="49" charset="-128"/>
              </a:rPr>
              <a:t>, we further calculate the oscillation frequency.</a:t>
            </a:r>
            <a:endParaRPr lang="en-US" sz="1800">
              <a:solidFill>
                <a:srgbClr val="00407A"/>
              </a:solidFill>
              <a:latin typeface="Times New Roman" panose="02020603050405020304" pitchFamily="18" charset="0"/>
              <a:cs typeface="Times New Roman" panose="02020603050405020304" pitchFamily="18" charset="0"/>
            </a:endParaRPr>
          </a:p>
          <a:p>
            <a:pPr algn="just">
              <a:spcBef>
                <a:spcPct val="0"/>
              </a:spcBef>
              <a:buFontTx/>
              <a:buNone/>
            </a:pPr>
            <a:r>
              <a:rPr lang="en-US" sz="1800">
                <a:solidFill>
                  <a:srgbClr val="00407A"/>
                </a:solidFill>
                <a:latin typeface="Times New Roman" panose="02020603050405020304" pitchFamily="18" charset="0"/>
                <a:ea typeface="MS Mincho" panose="02020609040205080304" pitchFamily="49" charset="-128"/>
              </a:rPr>
              <a:t>(4)	If the phase noise target is met, the design is </a:t>
            </a:r>
            <a:r>
              <a:rPr lang="en-US" sz="1800" err="1">
                <a:solidFill>
                  <a:srgbClr val="00407A"/>
                </a:solidFill>
                <a:latin typeface="Times New Roman" panose="02020603050405020304" pitchFamily="18" charset="0"/>
                <a:ea typeface="MS Mincho" panose="02020609040205080304" pitchFamily="49" charset="-128"/>
              </a:rPr>
              <a:t>freezed</a:t>
            </a:r>
            <a:r>
              <a:rPr lang="en-US" sz="1800">
                <a:solidFill>
                  <a:srgbClr val="00407A"/>
                </a:solidFill>
                <a:latin typeface="Times New Roman" panose="02020603050405020304" pitchFamily="18" charset="0"/>
                <a:ea typeface="MS Mincho" panose="02020609040205080304" pitchFamily="49" charset="-128"/>
              </a:rPr>
              <a:t>. If the target is not met, repeat Step 2 with an increased </a:t>
            </a:r>
            <a:r>
              <a:rPr lang="en-US" sz="1800" i="1">
                <a:solidFill>
                  <a:srgbClr val="00407A"/>
                </a:solidFill>
                <a:latin typeface="Times New Roman" panose="02020603050405020304" pitchFamily="18" charset="0"/>
                <a:ea typeface="MS Mincho" panose="02020609040205080304" pitchFamily="49" charset="-128"/>
              </a:rPr>
              <a:t>M</a:t>
            </a:r>
            <a:r>
              <a:rPr lang="en-US" sz="1800">
                <a:solidFill>
                  <a:srgbClr val="00407A"/>
                </a:solidFill>
                <a:latin typeface="Times New Roman" panose="02020603050405020304" pitchFamily="18" charset="0"/>
                <a:ea typeface="MS Mincho" panose="02020609040205080304" pitchFamily="49" charset="-128"/>
              </a:rPr>
              <a:t>.</a:t>
            </a:r>
            <a:endParaRPr lang="en-US" sz="1800">
              <a:solidFill>
                <a:srgbClr val="00407A"/>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20904DA6-85BD-5607-4F02-E7758D99A3AE}"/>
              </a:ext>
            </a:extLst>
          </p:cNvPr>
          <p:cNvSpPr/>
          <p:nvPr/>
        </p:nvSpPr>
        <p:spPr>
          <a:xfrm>
            <a:off x="578454" y="5953125"/>
            <a:ext cx="2784737" cy="338554"/>
          </a:xfrm>
          <a:prstGeom prst="rect">
            <a:avLst/>
          </a:prstGeom>
        </p:spPr>
        <p:txBody>
          <a:bodyPr wrap="none">
            <a:spAutoFit/>
          </a:bodyPr>
          <a:lstStyle/>
          <a:p>
            <a:r>
              <a:rPr lang="en-US" sz="1600" u="sng">
                <a:solidFill>
                  <a:srgbClr val="002060"/>
                </a:solidFill>
                <a:ea typeface="Calibri" panose="020F0502020204030204" pitchFamily="34" charset="0"/>
                <a:cs typeface="Calibri" panose="020F0502020204030204" pitchFamily="34" charset="0"/>
              </a:rPr>
              <a:t>Design of N stages MSSRO.</a:t>
            </a:r>
            <a:endParaRPr lang="en-IN" sz="1600" u="sng">
              <a:solidFill>
                <a:srgbClr val="002060"/>
              </a:solidFill>
              <a:cs typeface="Calibri" panose="020F0502020204030204" pitchFamily="34" charset="0"/>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75B688F-C7FF-42F0-8C32-9D83CDDB65DC}"/>
                  </a:ext>
                </a:extLst>
              </p:cNvPr>
              <p:cNvSpPr/>
              <p:nvPr/>
            </p:nvSpPr>
            <p:spPr>
              <a:xfrm>
                <a:off x="5590072" y="2990767"/>
                <a:ext cx="2040174" cy="628057"/>
              </a:xfrm>
              <a:prstGeom prst="rect">
                <a:avLst/>
              </a:prstGeom>
              <a:noFill/>
              <a:ln>
                <a:solidFill>
                  <a:srgbClr val="00407A"/>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𝑇</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𝑆𝐾𝐸𝑊</m:t>
                          </m:r>
                        </m:sub>
                      </m:s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f>
                        <m:f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fPr>
                        <m:num>
                          <m:d>
                            <m:d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d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𝑃𝑒𝑟𝑖𝑜𝑑</m:t>
                              </m:r>
                            </m:e>
                          </m:d>
                        </m:num>
                        <m:den>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𝑀</m:t>
                          </m:r>
                        </m:den>
                      </m:f>
                    </m:oMath>
                  </m:oMathPara>
                </a14:m>
                <a:endParaRPr kumimoji="0" lang="en-IN" sz="1800" b="0" i="0" u="none" strike="noStrike" kern="0" cap="none" spc="0" normalizeH="0" baseline="0" noProof="0" smtClean="0">
                  <a:ln>
                    <a:noFill/>
                  </a:ln>
                  <a:solidFill>
                    <a:srgbClr val="00407A"/>
                  </a:solidFill>
                  <a:effectLst/>
                  <a:uLnTx/>
                  <a:uFillTx/>
                </a:endParaRPr>
              </a:p>
            </p:txBody>
          </p:sp>
        </mc:Choice>
        <mc:Fallback xmlns="">
          <p:sp>
            <p:nvSpPr>
              <p:cNvPr id="11" name="Rectangle 10">
                <a:extLst>
                  <a:ext uri="{FF2B5EF4-FFF2-40B4-BE49-F238E27FC236}">
                    <a16:creationId xmlns:a16="http://schemas.microsoft.com/office/drawing/2014/main" id="{D75B688F-C7FF-42F0-8C32-9D83CDDB65DC}"/>
                  </a:ext>
                </a:extLst>
              </p:cNvPr>
              <p:cNvSpPr>
                <a:spLocks noRot="1" noChangeAspect="1" noMove="1" noResize="1" noEditPoints="1" noAdjustHandles="1" noChangeArrowheads="1" noChangeShapeType="1" noTextEdit="1"/>
              </p:cNvSpPr>
              <p:nvPr/>
            </p:nvSpPr>
            <p:spPr>
              <a:xfrm>
                <a:off x="5590072" y="2990767"/>
                <a:ext cx="2040174" cy="628057"/>
              </a:xfrm>
              <a:prstGeom prst="rect">
                <a:avLst/>
              </a:prstGeom>
              <a:blipFill>
                <a:blip r:embed="rId3"/>
                <a:stretch>
                  <a:fillRect/>
                </a:stretch>
              </a:blipFill>
              <a:ln>
                <a:solidFill>
                  <a:srgbClr val="00407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5EC7726E-800A-1635-DBBA-100ACF9D3FD5}"/>
                  </a:ext>
                </a:extLst>
              </p:cNvPr>
              <p:cNvSpPr/>
              <p:nvPr/>
            </p:nvSpPr>
            <p:spPr>
              <a:xfrm>
                <a:off x="8294365" y="2898644"/>
                <a:ext cx="3685753" cy="738792"/>
              </a:xfrm>
              <a:prstGeom prst="rect">
                <a:avLst/>
              </a:prstGeom>
              <a:noFill/>
              <a:ln>
                <a:solidFill>
                  <a:srgbClr val="00407A"/>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𝐹</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𝑂𝑆𝐶</m:t>
                          </m:r>
                        </m:sub>
                      </m:s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d>
                        <m:d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dPr>
                        <m:e>
                          <m:f>
                            <m:f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fPr>
                            <m:num>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1</m:t>
                              </m:r>
                            </m:num>
                            <m:den>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𝑛𝑙h</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m:t>
                                  </m:r>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m:t>
                                  </m:r>
                                </m:sup>
                              </m:sSub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𝑛h𝑙</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m:t>
                                  </m:r>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m:t>
                                  </m:r>
                                </m:sup>
                              </m:sSub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𝑇</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𝑆𝐾𝐸𝑊</m:t>
                                  </m:r>
                                </m:sub>
                              </m:sSub>
                            </m:den>
                          </m:f>
                        </m:e>
                      </m:d>
                    </m:oMath>
                  </m:oMathPara>
                </a14:m>
                <a:endParaRPr kumimoji="0" lang="en-IN" sz="1800" b="0" i="0" u="none" strike="noStrike" kern="0" cap="none" spc="0" normalizeH="0" baseline="0" noProof="0" dirty="0" smtClean="0">
                  <a:ln>
                    <a:noFill/>
                  </a:ln>
                  <a:solidFill>
                    <a:srgbClr val="00407A"/>
                  </a:solidFill>
                  <a:effectLst/>
                  <a:uLnTx/>
                  <a:uFillTx/>
                </a:endParaRPr>
              </a:p>
            </p:txBody>
          </p:sp>
        </mc:Choice>
        <mc:Fallback xmlns="">
          <p:sp>
            <p:nvSpPr>
              <p:cNvPr id="12" name="Rectangle 11">
                <a:extLst>
                  <a:ext uri="{FF2B5EF4-FFF2-40B4-BE49-F238E27FC236}">
                    <a16:creationId xmlns:a16="http://schemas.microsoft.com/office/drawing/2014/main" id="{5EC7726E-800A-1635-DBBA-100ACF9D3FD5}"/>
                  </a:ext>
                </a:extLst>
              </p:cNvPr>
              <p:cNvSpPr>
                <a:spLocks noRot="1" noChangeAspect="1" noMove="1" noResize="1" noEditPoints="1" noAdjustHandles="1" noChangeArrowheads="1" noChangeShapeType="1" noTextEdit="1"/>
              </p:cNvSpPr>
              <p:nvPr/>
            </p:nvSpPr>
            <p:spPr>
              <a:xfrm>
                <a:off x="8294365" y="2898644"/>
                <a:ext cx="3685753" cy="738792"/>
              </a:xfrm>
              <a:prstGeom prst="rect">
                <a:avLst/>
              </a:prstGeom>
              <a:blipFill>
                <a:blip r:embed="rId4"/>
                <a:stretch>
                  <a:fillRect b="-2419"/>
                </a:stretch>
              </a:blipFill>
              <a:ln>
                <a:solidFill>
                  <a:srgbClr val="00407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A74D2DAA-CD36-E353-C80B-38F63A8DE285}"/>
                  </a:ext>
                </a:extLst>
              </p:cNvPr>
              <p:cNvSpPr/>
              <p:nvPr/>
            </p:nvSpPr>
            <p:spPr>
              <a:xfrm>
                <a:off x="5473691" y="4044846"/>
                <a:ext cx="2665986" cy="616451"/>
              </a:xfrm>
              <a:prstGeom prst="rect">
                <a:avLst/>
              </a:prstGeom>
              <a:noFill/>
              <a:ln>
                <a:solidFill>
                  <a:srgbClr val="00407A"/>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𝐹</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𝑂𝑆𝐶</m:t>
                          </m:r>
                        </m:sub>
                      </m:s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𝑃𝑒𝑟𝑖𝑜𝑑</m:t>
                      </m:r>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f>
                        <m:f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fPr>
                        <m:num>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𝑃𝑒𝑟𝑖𝑜𝑑</m:t>
                          </m:r>
                        </m:num>
                        <m:den>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𝑀</m:t>
                          </m:r>
                        </m:den>
                      </m:f>
                    </m:oMath>
                  </m:oMathPara>
                </a14:m>
                <a:endParaRPr kumimoji="0" lang="en-IN" sz="1800" b="0" i="0" u="none" strike="noStrike" kern="0" cap="none" spc="0" normalizeH="0" baseline="0" noProof="0" smtClean="0">
                  <a:ln>
                    <a:noFill/>
                  </a:ln>
                  <a:solidFill>
                    <a:srgbClr val="00407A"/>
                  </a:solidFill>
                  <a:effectLst/>
                  <a:uLnTx/>
                  <a:uFillTx/>
                </a:endParaRPr>
              </a:p>
            </p:txBody>
          </p:sp>
        </mc:Choice>
        <mc:Fallback xmlns="">
          <p:sp>
            <p:nvSpPr>
              <p:cNvPr id="13" name="Rectangle 12">
                <a:extLst>
                  <a:ext uri="{FF2B5EF4-FFF2-40B4-BE49-F238E27FC236}">
                    <a16:creationId xmlns:a16="http://schemas.microsoft.com/office/drawing/2014/main" id="{A74D2DAA-CD36-E353-C80B-38F63A8DE285}"/>
                  </a:ext>
                </a:extLst>
              </p:cNvPr>
              <p:cNvSpPr>
                <a:spLocks noRot="1" noChangeAspect="1" noMove="1" noResize="1" noEditPoints="1" noAdjustHandles="1" noChangeArrowheads="1" noChangeShapeType="1" noTextEdit="1"/>
              </p:cNvSpPr>
              <p:nvPr/>
            </p:nvSpPr>
            <p:spPr>
              <a:xfrm>
                <a:off x="5473691" y="4044846"/>
                <a:ext cx="2665986" cy="616451"/>
              </a:xfrm>
              <a:prstGeom prst="rect">
                <a:avLst/>
              </a:prstGeom>
              <a:blipFill>
                <a:blip r:embed="rId5"/>
                <a:stretch>
                  <a:fillRect/>
                </a:stretch>
              </a:blipFill>
              <a:ln>
                <a:solidFill>
                  <a:srgbClr val="00407A"/>
                </a:solidFill>
              </a:ln>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2503D047-B9E6-E595-E27D-65B03CA78B29}"/>
              </a:ext>
            </a:extLst>
          </p:cNvPr>
          <p:cNvCxnSpPr/>
          <p:nvPr/>
        </p:nvCxnSpPr>
        <p:spPr>
          <a:xfrm flipV="1">
            <a:off x="0" y="639298"/>
            <a:ext cx="12192000" cy="0"/>
          </a:xfrm>
          <a:prstGeom prst="line">
            <a:avLst/>
          </a:prstGeom>
          <a:noFill/>
          <a:ln w="63500" cap="flat" cmpd="sng" algn="ctr">
            <a:solidFill>
              <a:srgbClr val="002060"/>
            </a:solidFill>
            <a:prstDash val="solid"/>
          </a:ln>
          <a:effectLst/>
        </p:spPr>
      </p:cxnSp>
      <p:sp>
        <p:nvSpPr>
          <p:cNvPr id="15" name="TextBox 14">
            <a:extLst>
              <a:ext uri="{FF2B5EF4-FFF2-40B4-BE49-F238E27FC236}">
                <a16:creationId xmlns:a16="http://schemas.microsoft.com/office/drawing/2014/main" id="{0D13B1C0-31BC-B67C-5BE4-6AC02007EC3A}"/>
              </a:ext>
            </a:extLst>
          </p:cNvPr>
          <p:cNvSpPr txBox="1"/>
          <p:nvPr/>
        </p:nvSpPr>
        <p:spPr>
          <a:xfrm>
            <a:off x="4420930" y="5091929"/>
            <a:ext cx="7566753" cy="923330"/>
          </a:xfrm>
          <a:prstGeom prst="rect">
            <a:avLst/>
          </a:prstGeom>
          <a:noFill/>
          <a:ln>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smtClean="0">
                <a:ln>
                  <a:noFill/>
                </a:ln>
                <a:solidFill>
                  <a:srgbClr val="00407A"/>
                </a:solidFill>
                <a:effectLst/>
                <a:uLnTx/>
                <a:uFillTx/>
              </a:rPr>
              <a:t>The +/- sign is valid for positive skew (M=3N+1)/ negative skew (M=3N-1) cases, whereas, for the no skew (M=3N) case, the oscillation frequency is equal to that of conventional RO </a:t>
            </a:r>
            <a:endParaRPr kumimoji="0" lang="en-IN" sz="1800" b="0" i="0" u="none" strike="noStrike" kern="0" cap="none" spc="0" normalizeH="0" baseline="0" noProof="0" dirty="0" smtClean="0">
              <a:ln>
                <a:noFill/>
              </a:ln>
              <a:solidFill>
                <a:srgbClr val="00407A"/>
              </a:solidFill>
              <a:effectLst/>
              <a:uLnTx/>
              <a:uFillTx/>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766DD50-54D1-8557-5564-C47FFE708AB6}"/>
                  </a:ext>
                </a:extLst>
              </p:cNvPr>
              <p:cNvSpPr txBox="1"/>
              <p:nvPr/>
            </p:nvSpPr>
            <p:spPr>
              <a:xfrm>
                <a:off x="9007812" y="3824719"/>
                <a:ext cx="2368682" cy="430567"/>
              </a:xfrm>
              <a:prstGeom prst="rect">
                <a:avLst/>
              </a:prstGeom>
              <a:noFill/>
              <a:ln>
                <a:solidFill>
                  <a:srgbClr val="00407A"/>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ctrlPr>
                      </m:sSubSupPr>
                      <m:e>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𝑡</m:t>
                        </m:r>
                      </m:e>
                      <m:sub>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𝑑</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t>h</m:t>
                        </m:r>
                      </m:sub>
                      <m:sup>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𝑝</m:t>
                        </m:r>
                      </m:sup>
                    </m:sSubSup>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=2</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t>×</m:t>
                    </m:r>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ctrlPr>
                      </m:sSubSupPr>
                      <m:e>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𝑡</m:t>
                        </m:r>
                      </m:e>
                      <m:sub>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t>h</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t>𝑙</m:t>
                        </m:r>
                      </m:sub>
                      <m:sup>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𝑝</m:t>
                        </m:r>
                      </m:sup>
                    </m:sSubSup>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ctrlPr>
                      </m:sSubSupPr>
                      <m:e>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𝑡</m:t>
                        </m:r>
                      </m:e>
                      <m:sub>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𝑝𝑙</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rPr>
                          <m:t>h</m:t>
                        </m:r>
                      </m:sub>
                      <m:sup>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sz="1800" b="0" i="1" u="none" strike="noStrike" kern="0" cap="none" spc="0" normalizeH="0" baseline="0" noProof="0" smtClean="0">
                            <a:ln>
                              <a:noFill/>
                            </a:ln>
                            <a:solidFill>
                              <a:srgbClr val="00407A"/>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𝑝</m:t>
                        </m:r>
                      </m:sup>
                    </m:sSubSup>
                  </m:oMath>
                </a14:m>
                <a:r>
                  <a:rPr kumimoji="0" lang="en-US" sz="1800" b="0" i="0" u="none" strike="noStrike" kern="0" cap="none" spc="0" normalizeH="0" baseline="0" noProof="0" dirty="0" smtClean="0">
                    <a:ln>
                      <a:noFill/>
                    </a:ln>
                    <a:solidFill>
                      <a:srgbClr val="00407A"/>
                    </a:solidFill>
                    <a:effectLst/>
                    <a:uLnTx/>
                    <a:uFillTx/>
                    <a:latin typeface="Cambria Math" panose="02040503050406030204" pitchFamily="18" charset="0"/>
                    <a:ea typeface="Cambria Math" panose="02040503050406030204" pitchFamily="18" charset="0"/>
                  </a:rPr>
                  <a:t> </a:t>
                </a:r>
                <a:endParaRPr kumimoji="0" lang="en-IN" sz="1800" b="0" i="0" u="none" strike="noStrike" kern="0" cap="none" spc="0" normalizeH="0" baseline="0" noProof="0" dirty="0" smtClean="0">
                  <a:ln>
                    <a:noFill/>
                  </a:ln>
                  <a:solidFill>
                    <a:srgbClr val="00407A"/>
                  </a:solidFill>
                  <a:effectLst/>
                  <a:uLnTx/>
                  <a:uFillTx/>
                  <a:latin typeface="Cambria Math" panose="02040503050406030204" pitchFamily="18" charset="0"/>
                  <a:ea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D766DD50-54D1-8557-5564-C47FFE708AB6}"/>
                  </a:ext>
                </a:extLst>
              </p:cNvPr>
              <p:cNvSpPr txBox="1">
                <a:spLocks noRot="1" noChangeAspect="1" noMove="1" noResize="1" noEditPoints="1" noAdjustHandles="1" noChangeArrowheads="1" noChangeShapeType="1" noTextEdit="1"/>
              </p:cNvSpPr>
              <p:nvPr/>
            </p:nvSpPr>
            <p:spPr>
              <a:xfrm>
                <a:off x="9007812" y="3824719"/>
                <a:ext cx="2368682" cy="430567"/>
              </a:xfrm>
              <a:prstGeom prst="rect">
                <a:avLst/>
              </a:prstGeom>
              <a:blipFill>
                <a:blip r:embed="rId6"/>
                <a:stretch>
                  <a:fillRect b="-4110"/>
                </a:stretch>
              </a:blipFill>
              <a:ln>
                <a:solidFill>
                  <a:srgbClr val="00407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C5C3B27-30D5-FC8D-D564-38C68D9CE0D9}"/>
                  </a:ext>
                </a:extLst>
              </p:cNvPr>
              <p:cNvSpPr txBox="1"/>
              <p:nvPr/>
            </p:nvSpPr>
            <p:spPr>
              <a:xfrm>
                <a:off x="8829865" y="4330513"/>
                <a:ext cx="2622318" cy="430567"/>
              </a:xfrm>
              <a:prstGeom prst="rect">
                <a:avLst/>
              </a:prstGeom>
              <a:noFill/>
              <a:ln>
                <a:solidFill>
                  <a:srgbClr val="00407A"/>
                </a:solid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IN" sz="1800" b="0" i="1" u="none" strike="noStrike" kern="0" cap="none" spc="0" normalizeH="0" baseline="0" noProof="0" smtClean="0">
                              <a:ln>
                                <a:noFill/>
                              </a:ln>
                              <a:solidFill>
                                <a:srgbClr val="836967"/>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𝑑𝑙</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m:t>
                          </m:r>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m:t>
                          </m:r>
                        </m:sup>
                      </m:sSub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sSubSup>
                        <m:sSubSupPr>
                          <m:ctrlPr>
                            <a:rPr kumimoji="0" lang="en-IN" sz="1800" b="0" i="1" u="none" strike="noStrike" kern="0" cap="none" spc="0" normalizeH="0" baseline="0" noProof="0" smtClean="0">
                              <a:ln>
                                <a:noFill/>
                              </a:ln>
                              <a:solidFill>
                                <a:srgbClr val="836967"/>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𝑛h𝑙</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m:t>
                          </m:r>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m:t>
                          </m:r>
                        </m:sup>
                      </m:sSub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+2</m:t>
                      </m:r>
                      <m:sSubSup>
                        <m:sSubSupPr>
                          <m:ctrlPr>
                            <a:rPr kumimoji="0" lang="en-IN" sz="1800" b="0" i="1" u="none" strike="noStrike" kern="0" cap="none" spc="0" normalizeH="0" baseline="0" noProof="0" smtClean="0">
                              <a:ln>
                                <a:noFill/>
                              </a:ln>
                              <a:solidFill>
                                <a:srgbClr val="836967"/>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𝑝𝑙h</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m:t>
                          </m:r>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m:t>
                          </m:r>
                        </m:sup>
                      </m:sSubSup>
                    </m:oMath>
                  </m:oMathPara>
                </a14:m>
                <a:endParaRPr kumimoji="0" lang="en-IN" sz="1800" b="0" i="0" u="none" strike="noStrike" kern="0" cap="none" spc="0" normalizeH="0" baseline="0" noProof="0" dirty="0" smtClean="0">
                  <a:ln>
                    <a:noFill/>
                  </a:ln>
                  <a:solidFill>
                    <a:srgbClr val="00407A"/>
                  </a:solidFill>
                  <a:effectLst/>
                  <a:uLnTx/>
                  <a:uFillTx/>
                </a:endParaRPr>
              </a:p>
            </p:txBody>
          </p:sp>
        </mc:Choice>
        <mc:Fallback xmlns="">
          <p:sp>
            <p:nvSpPr>
              <p:cNvPr id="17" name="TextBox 16">
                <a:extLst>
                  <a:ext uri="{FF2B5EF4-FFF2-40B4-BE49-F238E27FC236}">
                    <a16:creationId xmlns:a16="http://schemas.microsoft.com/office/drawing/2014/main" id="{1C5C3B27-30D5-FC8D-D564-38C68D9CE0D9}"/>
                  </a:ext>
                </a:extLst>
              </p:cNvPr>
              <p:cNvSpPr txBox="1">
                <a:spLocks noRot="1" noChangeAspect="1" noMove="1" noResize="1" noEditPoints="1" noAdjustHandles="1" noChangeArrowheads="1" noChangeShapeType="1" noTextEdit="1"/>
              </p:cNvSpPr>
              <p:nvPr/>
            </p:nvSpPr>
            <p:spPr>
              <a:xfrm>
                <a:off x="8829865" y="4330513"/>
                <a:ext cx="2622318" cy="430567"/>
              </a:xfrm>
              <a:prstGeom prst="rect">
                <a:avLst/>
              </a:prstGeom>
              <a:blipFill>
                <a:blip r:embed="rId7"/>
                <a:stretch>
                  <a:fillRect b="-4110"/>
                </a:stretch>
              </a:blipFill>
              <a:ln>
                <a:solidFill>
                  <a:srgbClr val="00407A"/>
                </a:solidFill>
              </a:ln>
            </p:spPr>
            <p:txBody>
              <a:bodyPr/>
              <a:lstStyle/>
              <a:p>
                <a:r>
                  <a:rPr lang="en-US">
                    <a:noFill/>
                  </a:rPr>
                  <a:t> </a:t>
                </a:r>
              </a:p>
            </p:txBody>
          </p:sp>
        </mc:Fallback>
      </mc:AlternateContent>
      <p:cxnSp>
        <p:nvCxnSpPr>
          <p:cNvPr id="18" name="Straight Connector 17">
            <a:extLst>
              <a:ext uri="{FF2B5EF4-FFF2-40B4-BE49-F238E27FC236}">
                <a16:creationId xmlns:a16="http://schemas.microsoft.com/office/drawing/2014/main" id="{293B1605-E8B8-54CA-023F-4096DA5F9338}"/>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19" name="Straight Connector 18">
            <a:extLst>
              <a:ext uri="{FF2B5EF4-FFF2-40B4-BE49-F238E27FC236}">
                <a16:creationId xmlns:a16="http://schemas.microsoft.com/office/drawing/2014/main" id="{E702A113-AA07-2473-B776-A272EF1B0F36}"/>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20" name="Straight Connector 19">
            <a:extLst>
              <a:ext uri="{FF2B5EF4-FFF2-40B4-BE49-F238E27FC236}">
                <a16:creationId xmlns:a16="http://schemas.microsoft.com/office/drawing/2014/main" id="{F56E0045-7EA7-1051-A771-45695B8B206E}"/>
              </a:ext>
            </a:extLst>
          </p:cNvPr>
          <p:cNvCxnSpPr/>
          <p:nvPr/>
        </p:nvCxnSpPr>
        <p:spPr>
          <a:xfrm flipV="1">
            <a:off x="0" y="30424"/>
            <a:ext cx="12192000" cy="0"/>
          </a:xfrm>
          <a:prstGeom prst="line">
            <a:avLst/>
          </a:prstGeom>
          <a:noFill/>
          <a:ln w="63500" cap="flat" cmpd="sng" algn="ctr">
            <a:solidFill>
              <a:srgbClr val="002060"/>
            </a:solidFill>
            <a:prstDash val="solid"/>
          </a:ln>
          <a:effectLst/>
        </p:spPr>
      </p:cxnSp>
      <p:cxnSp>
        <p:nvCxnSpPr>
          <p:cNvPr id="21" name="Straight Connector 20">
            <a:extLst>
              <a:ext uri="{FF2B5EF4-FFF2-40B4-BE49-F238E27FC236}">
                <a16:creationId xmlns:a16="http://schemas.microsoft.com/office/drawing/2014/main" id="{4C6B3DF6-679F-8C93-8DD6-D2160DE7F496}"/>
              </a:ext>
            </a:extLst>
          </p:cNvPr>
          <p:cNvCxnSpPr>
            <a:cxnSpLocks/>
          </p:cNvCxnSpPr>
          <p:nvPr/>
        </p:nvCxnSpPr>
        <p:spPr>
          <a:xfrm flipV="1">
            <a:off x="3863737" y="610555"/>
            <a:ext cx="0" cy="5776000"/>
          </a:xfrm>
          <a:prstGeom prst="line">
            <a:avLst/>
          </a:prstGeom>
          <a:noFill/>
          <a:ln w="63500" cap="flat" cmpd="sng" algn="ctr">
            <a:solidFill>
              <a:srgbClr val="002060"/>
            </a:solidFill>
            <a:prstDash val="solid"/>
          </a:ln>
          <a:effectLst/>
        </p:spPr>
      </p:cxnSp>
    </p:spTree>
    <p:extLst>
      <p:ext uri="{BB962C8B-B14F-4D97-AF65-F5344CB8AC3E}">
        <p14:creationId xmlns:p14="http://schemas.microsoft.com/office/powerpoint/2010/main" val="799704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09E035-9CDB-4CB9-BB74-B86A31D52BFF}"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49</a:t>
            </a:fld>
            <a:endParaRPr lang="en-BE"/>
          </a:p>
        </p:txBody>
      </p:sp>
      <p:pic>
        <p:nvPicPr>
          <p:cNvPr id="5" name="Picture 4">
            <a:extLst>
              <a:ext uri="{FF2B5EF4-FFF2-40B4-BE49-F238E27FC236}">
                <a16:creationId xmlns:a16="http://schemas.microsoft.com/office/drawing/2014/main" id="{6DA600BE-48E4-F14B-66F2-5561679C047E}"/>
              </a:ext>
            </a:extLst>
          </p:cNvPr>
          <p:cNvPicPr>
            <a:picLocks noChangeAspect="1"/>
          </p:cNvPicPr>
          <p:nvPr/>
        </p:nvPicPr>
        <p:blipFill>
          <a:blip r:embed="rId2"/>
          <a:stretch>
            <a:fillRect/>
          </a:stretch>
        </p:blipFill>
        <p:spPr>
          <a:xfrm>
            <a:off x="8368066" y="584461"/>
            <a:ext cx="3166531" cy="2432645"/>
          </a:xfrm>
          <a:prstGeom prst="rect">
            <a:avLst/>
          </a:prstGeom>
        </p:spPr>
      </p:pic>
      <p:pic>
        <p:nvPicPr>
          <p:cNvPr id="6" name="Picture 5">
            <a:extLst>
              <a:ext uri="{FF2B5EF4-FFF2-40B4-BE49-F238E27FC236}">
                <a16:creationId xmlns:a16="http://schemas.microsoft.com/office/drawing/2014/main" id="{05F07BE3-B59C-6BA6-985A-E95062356CA9}"/>
              </a:ext>
            </a:extLst>
          </p:cNvPr>
          <p:cNvPicPr>
            <a:picLocks noChangeAspect="1"/>
          </p:cNvPicPr>
          <p:nvPr/>
        </p:nvPicPr>
        <p:blipFill>
          <a:blip r:embed="rId2"/>
          <a:stretch>
            <a:fillRect/>
          </a:stretch>
        </p:blipFill>
        <p:spPr>
          <a:xfrm>
            <a:off x="4363823" y="588098"/>
            <a:ext cx="3166531" cy="2432645"/>
          </a:xfrm>
          <a:prstGeom prst="rect">
            <a:avLst/>
          </a:prstGeom>
        </p:spPr>
      </p:pic>
      <p:pic>
        <p:nvPicPr>
          <p:cNvPr id="7" name="Picture 6">
            <a:extLst>
              <a:ext uri="{FF2B5EF4-FFF2-40B4-BE49-F238E27FC236}">
                <a16:creationId xmlns:a16="http://schemas.microsoft.com/office/drawing/2014/main" id="{11F0311F-5F26-D5DC-D8D3-2EE6A2D7D4D0}"/>
              </a:ext>
            </a:extLst>
          </p:cNvPr>
          <p:cNvPicPr>
            <a:picLocks noChangeAspect="1"/>
          </p:cNvPicPr>
          <p:nvPr/>
        </p:nvPicPr>
        <p:blipFill>
          <a:blip r:embed="rId2"/>
          <a:stretch>
            <a:fillRect/>
          </a:stretch>
        </p:blipFill>
        <p:spPr>
          <a:xfrm>
            <a:off x="132947" y="671686"/>
            <a:ext cx="3057726" cy="2349057"/>
          </a:xfrm>
          <a:prstGeom prst="rect">
            <a:avLst/>
          </a:prstGeom>
        </p:spPr>
      </p:pic>
      <p:sp>
        <p:nvSpPr>
          <p:cNvPr id="8" name="Rectangle 7">
            <a:extLst>
              <a:ext uri="{FF2B5EF4-FFF2-40B4-BE49-F238E27FC236}">
                <a16:creationId xmlns:a16="http://schemas.microsoft.com/office/drawing/2014/main" id="{A96AD692-9AAC-E32F-DA23-0079B73E0712}"/>
              </a:ext>
            </a:extLst>
          </p:cNvPr>
          <p:cNvSpPr/>
          <p:nvPr/>
        </p:nvSpPr>
        <p:spPr>
          <a:xfrm>
            <a:off x="0" y="0"/>
            <a:ext cx="12192000" cy="525585"/>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9" name="Title 1">
            <a:extLst>
              <a:ext uri="{FF2B5EF4-FFF2-40B4-BE49-F238E27FC236}">
                <a16:creationId xmlns:a16="http://schemas.microsoft.com/office/drawing/2014/main" id="{3CC4E14A-4D8E-7950-40B4-95B35648BF59}"/>
              </a:ext>
            </a:extLst>
          </p:cNvPr>
          <p:cNvSpPr txBox="1">
            <a:spLocks/>
          </p:cNvSpPr>
          <p:nvPr/>
        </p:nvSpPr>
        <p:spPr>
          <a:xfrm>
            <a:off x="1" y="-1"/>
            <a:ext cx="10160000" cy="55403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a:solidFill>
                  <a:srgbClr val="FFFFFF"/>
                </a:solidFill>
                <a:latin typeface="Arial" panose="020B0604020202020204" pitchFamily="34" charset="0"/>
                <a:cs typeface="Arial" panose="020B0604020202020204" pitchFamily="34" charset="0"/>
              </a:rPr>
              <a:t>MSSRO comparison with 3-stage Conventional RO</a:t>
            </a:r>
          </a:p>
        </p:txBody>
      </p:sp>
      <p:pic>
        <p:nvPicPr>
          <p:cNvPr id="10" name="Picture 3">
            <a:extLst>
              <a:ext uri="{FF2B5EF4-FFF2-40B4-BE49-F238E27FC236}">
                <a16:creationId xmlns:a16="http://schemas.microsoft.com/office/drawing/2014/main" id="{C0CF99B8-0171-C893-E12C-FCC6E157BE9D}"/>
              </a:ext>
            </a:extLst>
          </p:cNvPr>
          <p:cNvPicPr>
            <a:picLocks noChangeAspect="1"/>
          </p:cNvPicPr>
          <p:nvPr/>
        </p:nvPicPr>
        <p:blipFill>
          <a:blip r:embed="rId3" cstate="print">
            <a:extLst>
              <a:ext uri="{28A0092B-C50C-407E-A947-70E740481C1C}">
                <a14:useLocalDpi xmlns:a14="http://schemas.microsoft.com/office/drawing/2010/main" val="0"/>
              </a:ext>
            </a:extLst>
          </a:blip>
          <a:srcRect l="9000" t="9824" r="13002" b="2647"/>
          <a:stretch>
            <a:fillRect/>
          </a:stretch>
        </p:blipFill>
        <p:spPr bwMode="auto">
          <a:xfrm>
            <a:off x="216203" y="789071"/>
            <a:ext cx="2790825"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6">
            <a:extLst>
              <a:ext uri="{FF2B5EF4-FFF2-40B4-BE49-F238E27FC236}">
                <a16:creationId xmlns:a16="http://schemas.microsoft.com/office/drawing/2014/main" id="{6BEE4C5B-236D-D94C-D808-416A585F4231}"/>
              </a:ext>
            </a:extLst>
          </p:cNvPr>
          <p:cNvSpPr txBox="1">
            <a:spLocks noChangeArrowheads="1"/>
          </p:cNvSpPr>
          <p:nvPr/>
        </p:nvSpPr>
        <p:spPr bwMode="auto">
          <a:xfrm>
            <a:off x="1394378" y="3004105"/>
            <a:ext cx="639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a:solidFill>
                  <a:srgbClr val="002060"/>
                </a:solidFill>
                <a:latin typeface="Times New Roman" panose="02020603050405020304" pitchFamily="18" charset="0"/>
                <a:cs typeface="Times New Roman" panose="02020603050405020304" pitchFamily="18" charset="0"/>
              </a:rPr>
              <a:t>(a)</a:t>
            </a:r>
          </a:p>
        </p:txBody>
      </p:sp>
      <p:sp>
        <p:nvSpPr>
          <p:cNvPr id="12" name="TextBox 7">
            <a:extLst>
              <a:ext uri="{FF2B5EF4-FFF2-40B4-BE49-F238E27FC236}">
                <a16:creationId xmlns:a16="http://schemas.microsoft.com/office/drawing/2014/main" id="{B3D2A937-2FFC-390A-2C40-2E39D7FE13A8}"/>
              </a:ext>
            </a:extLst>
          </p:cNvPr>
          <p:cNvSpPr txBox="1">
            <a:spLocks noChangeArrowheads="1"/>
          </p:cNvSpPr>
          <p:nvPr/>
        </p:nvSpPr>
        <p:spPr bwMode="auto">
          <a:xfrm>
            <a:off x="5676396" y="2961596"/>
            <a:ext cx="639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a:solidFill>
                  <a:srgbClr val="002060"/>
                </a:solidFill>
                <a:latin typeface="Times New Roman" panose="02020603050405020304" pitchFamily="18" charset="0"/>
                <a:cs typeface="Times New Roman" panose="02020603050405020304" pitchFamily="18" charset="0"/>
              </a:rPr>
              <a:t>(b)</a:t>
            </a:r>
          </a:p>
        </p:txBody>
      </p:sp>
      <p:sp>
        <p:nvSpPr>
          <p:cNvPr id="13" name="TextBox 8">
            <a:extLst>
              <a:ext uri="{FF2B5EF4-FFF2-40B4-BE49-F238E27FC236}">
                <a16:creationId xmlns:a16="http://schemas.microsoft.com/office/drawing/2014/main" id="{555183FE-9AB3-EEDA-1ABE-1F089D5B5C47}"/>
              </a:ext>
            </a:extLst>
          </p:cNvPr>
          <p:cNvSpPr txBox="1">
            <a:spLocks noChangeArrowheads="1"/>
          </p:cNvSpPr>
          <p:nvPr/>
        </p:nvSpPr>
        <p:spPr bwMode="auto">
          <a:xfrm>
            <a:off x="9696028" y="2944641"/>
            <a:ext cx="639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b="1">
                <a:solidFill>
                  <a:srgbClr val="002060"/>
                </a:solidFill>
                <a:latin typeface="Times New Roman" panose="02020603050405020304" pitchFamily="18" charset="0"/>
                <a:cs typeface="Times New Roman" panose="02020603050405020304" pitchFamily="18" charset="0"/>
              </a:rPr>
              <a:t>(c)</a:t>
            </a:r>
          </a:p>
        </p:txBody>
      </p:sp>
      <p:pic>
        <p:nvPicPr>
          <p:cNvPr id="14" name="Picture 4">
            <a:extLst>
              <a:ext uri="{FF2B5EF4-FFF2-40B4-BE49-F238E27FC236}">
                <a16:creationId xmlns:a16="http://schemas.microsoft.com/office/drawing/2014/main" id="{4524E24F-2248-6B55-8DD4-00977DBEA686}"/>
              </a:ext>
            </a:extLst>
          </p:cNvPr>
          <p:cNvPicPr>
            <a:picLocks noChangeAspect="1"/>
          </p:cNvPicPr>
          <p:nvPr/>
        </p:nvPicPr>
        <p:blipFill>
          <a:blip r:embed="rId4" cstate="print">
            <a:extLst>
              <a:ext uri="{28A0092B-C50C-407E-A947-70E740481C1C}">
                <a14:useLocalDpi xmlns:a14="http://schemas.microsoft.com/office/drawing/2010/main" val="0"/>
              </a:ext>
            </a:extLst>
          </a:blip>
          <a:srcRect l="8000" t="9824" r="12000" b="2647"/>
          <a:stretch>
            <a:fillRect/>
          </a:stretch>
        </p:blipFill>
        <p:spPr bwMode="auto">
          <a:xfrm>
            <a:off x="4425468" y="649019"/>
            <a:ext cx="2833688"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5">
            <a:extLst>
              <a:ext uri="{FF2B5EF4-FFF2-40B4-BE49-F238E27FC236}">
                <a16:creationId xmlns:a16="http://schemas.microsoft.com/office/drawing/2014/main" id="{44F29639-1B9B-67B9-16D3-0420B6C559F6}"/>
              </a:ext>
            </a:extLst>
          </p:cNvPr>
          <p:cNvPicPr>
            <a:picLocks noChangeAspect="1"/>
          </p:cNvPicPr>
          <p:nvPr/>
        </p:nvPicPr>
        <p:blipFill>
          <a:blip r:embed="rId5" cstate="print">
            <a:extLst>
              <a:ext uri="{28A0092B-C50C-407E-A947-70E740481C1C}">
                <a14:useLocalDpi xmlns:a14="http://schemas.microsoft.com/office/drawing/2010/main" val="0"/>
              </a:ext>
            </a:extLst>
          </a:blip>
          <a:srcRect l="6001" t="9822" r="12000"/>
          <a:stretch>
            <a:fillRect/>
          </a:stretch>
        </p:blipFill>
        <p:spPr bwMode="auto">
          <a:xfrm>
            <a:off x="8507083" y="683920"/>
            <a:ext cx="2649335" cy="217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Straight Connector 15">
            <a:extLst>
              <a:ext uri="{FF2B5EF4-FFF2-40B4-BE49-F238E27FC236}">
                <a16:creationId xmlns:a16="http://schemas.microsoft.com/office/drawing/2014/main" id="{A151F87A-529C-FC3E-A9BA-259D257CDC73}"/>
              </a:ext>
            </a:extLst>
          </p:cNvPr>
          <p:cNvCxnSpPr/>
          <p:nvPr/>
        </p:nvCxnSpPr>
        <p:spPr>
          <a:xfrm flipV="1">
            <a:off x="0" y="529456"/>
            <a:ext cx="12192000" cy="0"/>
          </a:xfrm>
          <a:prstGeom prst="line">
            <a:avLst/>
          </a:prstGeom>
          <a:noFill/>
          <a:ln w="63500" cap="flat" cmpd="sng" algn="ctr">
            <a:solidFill>
              <a:srgbClr val="002060"/>
            </a:solidFill>
            <a:prstDash val="solid"/>
          </a:ln>
          <a:effectLst/>
        </p:spPr>
      </p:cxnSp>
      <p:sp>
        <p:nvSpPr>
          <p:cNvPr id="17" name="TextBox 16">
            <a:extLst>
              <a:ext uri="{FF2B5EF4-FFF2-40B4-BE49-F238E27FC236}">
                <a16:creationId xmlns:a16="http://schemas.microsoft.com/office/drawing/2014/main" id="{999D8BFA-126B-0BBB-D155-C545DBDB418F}"/>
              </a:ext>
            </a:extLst>
          </p:cNvPr>
          <p:cNvSpPr txBox="1"/>
          <p:nvPr/>
        </p:nvSpPr>
        <p:spPr>
          <a:xfrm>
            <a:off x="0" y="3288747"/>
            <a:ext cx="3472918" cy="646331"/>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sng" strike="noStrike" kern="0" cap="none" spc="0" normalizeH="0" baseline="0" noProof="0" smtClean="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Comparison of the corner analysis in 180nm for V</a:t>
            </a:r>
            <a:r>
              <a:rPr kumimoji="0" lang="en-US" sz="1800" b="0" i="0" u="sng" strike="noStrike" kern="0" cap="none" spc="0" normalizeH="0" baseline="-30000" noProof="0" smtClean="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DD</a:t>
            </a:r>
            <a:r>
              <a:rPr kumimoji="0" lang="en-US" sz="1800" b="0" i="0" u="sng" strike="noStrike" kern="0" cap="none" spc="0" normalizeH="0" baseline="0" noProof="0" smtClean="0">
                <a:ln>
                  <a:noFill/>
                </a:ln>
                <a:solidFill>
                  <a:srgbClr val="002060"/>
                </a:solidFill>
                <a:effectLst/>
                <a:uLnTx/>
                <a:uFillTx/>
                <a:latin typeface="Calibri" panose="020F0502020204030204" pitchFamily="34" charset="0"/>
                <a:ea typeface="Calibri" panose="020F0502020204030204" pitchFamily="34" charset="0"/>
                <a:cs typeface="Calibri" panose="020F0502020204030204" pitchFamily="34" charset="0"/>
              </a:rPr>
              <a:t>=1.8 </a:t>
            </a:r>
            <a:endParaRPr kumimoji="0" lang="en-IN" sz="1800" b="0" i="0" u="sng" strike="noStrike" kern="0" cap="none" spc="0" normalizeH="0" baseline="0" noProof="0" smtClean="0">
              <a:ln>
                <a:noFill/>
              </a:ln>
              <a:solidFill>
                <a:srgbClr val="00407A"/>
              </a:solidFill>
              <a:effectLst/>
              <a:uLnTx/>
              <a:uFillTx/>
            </a:endParaRPr>
          </a:p>
        </p:txBody>
      </p:sp>
      <p:sp>
        <p:nvSpPr>
          <p:cNvPr id="18" name="TextBox 17">
            <a:extLst>
              <a:ext uri="{FF2B5EF4-FFF2-40B4-BE49-F238E27FC236}">
                <a16:creationId xmlns:a16="http://schemas.microsoft.com/office/drawing/2014/main" id="{2D3271BF-6F14-84BB-517D-8AA2EC0056D5}"/>
              </a:ext>
            </a:extLst>
          </p:cNvPr>
          <p:cNvSpPr txBox="1"/>
          <p:nvPr/>
        </p:nvSpPr>
        <p:spPr>
          <a:xfrm>
            <a:off x="3856447" y="3261887"/>
            <a:ext cx="3971730" cy="646331"/>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sng" strike="noStrike" kern="0" cap="none" spc="0" normalizeH="0" baseline="0" noProof="0" smtClean="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The supply sensitivity (% change in total frequency by ± 5% variation in V</a:t>
            </a:r>
            <a:r>
              <a:rPr kumimoji="0" lang="en-US" sz="1800" b="0" i="0" u="sng" strike="noStrike" kern="0" cap="none" spc="0" normalizeH="0" baseline="-25000" noProof="0" smtClean="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DD</a:t>
            </a:r>
            <a:r>
              <a:rPr kumimoji="0" lang="en-US" sz="1800" b="0" i="0" u="sng" strike="noStrike" kern="0" cap="none" spc="0" normalizeH="0" baseline="0" noProof="0" smtClean="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IN" sz="1800" b="0" i="0" u="sng" strike="noStrike" kern="0" cap="none" spc="0" normalizeH="0" baseline="0" noProof="0" smtClean="0">
              <a:ln>
                <a:noFill/>
              </a:ln>
              <a:solidFill>
                <a:srgbClr val="00407A"/>
              </a:solidFill>
              <a:effectLst/>
              <a:uLnTx/>
              <a:uFillTx/>
            </a:endParaRPr>
          </a:p>
        </p:txBody>
      </p:sp>
      <p:sp>
        <p:nvSpPr>
          <p:cNvPr id="19" name="TextBox 18">
            <a:extLst>
              <a:ext uri="{FF2B5EF4-FFF2-40B4-BE49-F238E27FC236}">
                <a16:creationId xmlns:a16="http://schemas.microsoft.com/office/drawing/2014/main" id="{53238419-9003-0DD9-C9B1-BF0AF16785FE}"/>
              </a:ext>
            </a:extLst>
          </p:cNvPr>
          <p:cNvSpPr txBox="1"/>
          <p:nvPr/>
        </p:nvSpPr>
        <p:spPr>
          <a:xfrm>
            <a:off x="7808314" y="3196846"/>
            <a:ext cx="4312386" cy="92333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sng" strike="noStrike" kern="0" cap="none" spc="0" normalizeH="0" baseline="0" noProof="0" smtClean="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 Power consumption is smaller for an MSSRO for given phase noise in the 180nm for V</a:t>
            </a:r>
            <a:r>
              <a:rPr kumimoji="0" lang="en-US" sz="1800" b="0" i="0" u="sng" strike="noStrike" kern="0" cap="none" spc="0" normalizeH="0" baseline="-25000" noProof="0" smtClean="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DD</a:t>
            </a:r>
            <a:r>
              <a:rPr kumimoji="0" lang="en-US" sz="1800" b="0" i="0" u="sng" strike="noStrike" kern="0" cap="none" spc="0" normalizeH="0" baseline="0" noProof="0" smtClean="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rPr>
              <a:t>=1.8</a:t>
            </a:r>
            <a:endParaRPr kumimoji="0" lang="en-IN" sz="1800" b="0" i="0" u="sng" strike="noStrike" kern="0" cap="none" spc="0" normalizeH="0" baseline="0" noProof="0" smtClean="0">
              <a:ln>
                <a:noFill/>
              </a:ln>
              <a:solidFill>
                <a:srgbClr val="00407A"/>
              </a:solidFill>
              <a:effectLst/>
              <a:uLnTx/>
              <a:uFillTx/>
            </a:endParaRPr>
          </a:p>
        </p:txBody>
      </p:sp>
      <p:graphicFrame>
        <p:nvGraphicFramePr>
          <p:cNvPr id="20" name="Table 24">
            <a:extLst>
              <a:ext uri="{FF2B5EF4-FFF2-40B4-BE49-F238E27FC236}">
                <a16:creationId xmlns:a16="http://schemas.microsoft.com/office/drawing/2014/main" id="{7A8789FF-B197-41EE-BB38-AD861E787F49}"/>
              </a:ext>
            </a:extLst>
          </p:cNvPr>
          <p:cNvGraphicFramePr>
            <a:graphicFrameLocks noGrp="1"/>
          </p:cNvGraphicFramePr>
          <p:nvPr>
            <p:extLst>
              <p:ext uri="{D42A27DB-BD31-4B8C-83A1-F6EECF244321}">
                <p14:modId xmlns:p14="http://schemas.microsoft.com/office/powerpoint/2010/main" val="2421149680"/>
              </p:ext>
            </p:extLst>
          </p:nvPr>
        </p:nvGraphicFramePr>
        <p:xfrm>
          <a:off x="564353" y="4372381"/>
          <a:ext cx="8278084" cy="1931582"/>
        </p:xfrm>
        <a:graphic>
          <a:graphicData uri="http://schemas.openxmlformats.org/drawingml/2006/table">
            <a:tbl>
              <a:tblPr firstRow="1" bandRow="1"/>
              <a:tblGrid>
                <a:gridCol w="1880397">
                  <a:extLst>
                    <a:ext uri="{9D8B030D-6E8A-4147-A177-3AD203B41FA5}">
                      <a16:colId xmlns:a16="http://schemas.microsoft.com/office/drawing/2014/main" val="323041328"/>
                    </a:ext>
                  </a:extLst>
                </a:gridCol>
                <a:gridCol w="1847850">
                  <a:extLst>
                    <a:ext uri="{9D8B030D-6E8A-4147-A177-3AD203B41FA5}">
                      <a16:colId xmlns:a16="http://schemas.microsoft.com/office/drawing/2014/main" val="2171168530"/>
                    </a:ext>
                  </a:extLst>
                </a:gridCol>
                <a:gridCol w="2133600">
                  <a:extLst>
                    <a:ext uri="{9D8B030D-6E8A-4147-A177-3AD203B41FA5}">
                      <a16:colId xmlns:a16="http://schemas.microsoft.com/office/drawing/2014/main" val="1459284876"/>
                    </a:ext>
                  </a:extLst>
                </a:gridCol>
                <a:gridCol w="2416237">
                  <a:extLst>
                    <a:ext uri="{9D8B030D-6E8A-4147-A177-3AD203B41FA5}">
                      <a16:colId xmlns:a16="http://schemas.microsoft.com/office/drawing/2014/main" val="3517231368"/>
                    </a:ext>
                  </a:extLst>
                </a:gridCol>
              </a:tblGrid>
              <a:tr h="1066518">
                <a:tc>
                  <a:txBody>
                    <a:bodyPr/>
                    <a:lstStyle>
                      <a:lvl1pPr marL="0" algn="l" defTabSz="914400" rtl="0" eaLnBrk="1" latinLnBrk="1" hangingPunct="1">
                        <a:defRPr sz="1800" b="1" kern="1200">
                          <a:solidFill>
                            <a:schemeClr val="lt1"/>
                          </a:solidFill>
                          <a:latin typeface="Arial"/>
                        </a:defRPr>
                      </a:lvl1pPr>
                      <a:lvl2pPr marL="457200" algn="l" defTabSz="914400" rtl="0" eaLnBrk="1" latinLnBrk="1" hangingPunct="1">
                        <a:defRPr sz="1800" b="1" kern="1200">
                          <a:solidFill>
                            <a:schemeClr val="lt1"/>
                          </a:solidFill>
                          <a:latin typeface="Arial"/>
                        </a:defRPr>
                      </a:lvl2pPr>
                      <a:lvl3pPr marL="914400" algn="l" defTabSz="914400" rtl="0" eaLnBrk="1" latinLnBrk="1" hangingPunct="1">
                        <a:defRPr sz="1800" b="1" kern="1200">
                          <a:solidFill>
                            <a:schemeClr val="lt1"/>
                          </a:solidFill>
                          <a:latin typeface="Arial"/>
                        </a:defRPr>
                      </a:lvl3pPr>
                      <a:lvl4pPr marL="1371600" algn="l" defTabSz="914400" rtl="0" eaLnBrk="1" latinLnBrk="1" hangingPunct="1">
                        <a:defRPr sz="1800" b="1" kern="1200">
                          <a:solidFill>
                            <a:schemeClr val="lt1"/>
                          </a:solidFill>
                          <a:latin typeface="Arial"/>
                        </a:defRPr>
                      </a:lvl4pPr>
                      <a:lvl5pPr marL="1828800" algn="l" defTabSz="914400" rtl="0" eaLnBrk="1" latinLnBrk="1" hangingPunct="1">
                        <a:defRPr sz="1800" b="1" kern="1200">
                          <a:solidFill>
                            <a:schemeClr val="lt1"/>
                          </a:solidFill>
                          <a:latin typeface="Arial"/>
                        </a:defRPr>
                      </a:lvl5pPr>
                      <a:lvl6pPr marL="2286000" algn="l" defTabSz="914400" rtl="0" eaLnBrk="1" latinLnBrk="1" hangingPunct="1">
                        <a:defRPr sz="1800" b="1" kern="1200">
                          <a:solidFill>
                            <a:schemeClr val="lt1"/>
                          </a:solidFill>
                          <a:latin typeface="Arial"/>
                        </a:defRPr>
                      </a:lvl6pPr>
                      <a:lvl7pPr marL="2743200" algn="l" defTabSz="914400" rtl="0" eaLnBrk="1" latinLnBrk="1" hangingPunct="1">
                        <a:defRPr sz="1800" b="1" kern="1200">
                          <a:solidFill>
                            <a:schemeClr val="lt1"/>
                          </a:solidFill>
                          <a:latin typeface="Arial"/>
                        </a:defRPr>
                      </a:lvl7pPr>
                      <a:lvl8pPr marL="3200400" algn="l" defTabSz="914400" rtl="0" eaLnBrk="1" latinLnBrk="1" hangingPunct="1">
                        <a:defRPr sz="1800" b="1" kern="1200">
                          <a:solidFill>
                            <a:schemeClr val="lt1"/>
                          </a:solidFill>
                          <a:latin typeface="Arial"/>
                        </a:defRPr>
                      </a:lvl8pPr>
                      <a:lvl9pPr marL="3657600" algn="l" defTabSz="914400" rtl="0" eaLnBrk="1" latinLnBrk="1" hangingPunct="1">
                        <a:defRPr sz="1800" b="1" kern="1200">
                          <a:solidFill>
                            <a:schemeClr val="lt1"/>
                          </a:solidFill>
                          <a:latin typeface="Arial"/>
                        </a:defRPr>
                      </a:lvl9pPr>
                    </a:lstStyle>
                    <a:p>
                      <a:pPr algn="ctr"/>
                      <a:r>
                        <a:rPr lang="en-GB" dirty="0"/>
                        <a:t>Design</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solidFill>
                  </a:tcPr>
                </a:tc>
                <a:tc>
                  <a:txBody>
                    <a:bodyPr/>
                    <a:lstStyle>
                      <a:lvl1pPr marL="0" algn="l" defTabSz="914400" rtl="0" eaLnBrk="1" latinLnBrk="1" hangingPunct="1">
                        <a:defRPr sz="1800" b="1" kern="1200">
                          <a:solidFill>
                            <a:schemeClr val="lt1"/>
                          </a:solidFill>
                          <a:latin typeface="Arial"/>
                        </a:defRPr>
                      </a:lvl1pPr>
                      <a:lvl2pPr marL="457200" algn="l" defTabSz="914400" rtl="0" eaLnBrk="1" latinLnBrk="1" hangingPunct="1">
                        <a:defRPr sz="1800" b="1" kern="1200">
                          <a:solidFill>
                            <a:schemeClr val="lt1"/>
                          </a:solidFill>
                          <a:latin typeface="Arial"/>
                        </a:defRPr>
                      </a:lvl2pPr>
                      <a:lvl3pPr marL="914400" algn="l" defTabSz="914400" rtl="0" eaLnBrk="1" latinLnBrk="1" hangingPunct="1">
                        <a:defRPr sz="1800" b="1" kern="1200">
                          <a:solidFill>
                            <a:schemeClr val="lt1"/>
                          </a:solidFill>
                          <a:latin typeface="Arial"/>
                        </a:defRPr>
                      </a:lvl3pPr>
                      <a:lvl4pPr marL="1371600" algn="l" defTabSz="914400" rtl="0" eaLnBrk="1" latinLnBrk="1" hangingPunct="1">
                        <a:defRPr sz="1800" b="1" kern="1200">
                          <a:solidFill>
                            <a:schemeClr val="lt1"/>
                          </a:solidFill>
                          <a:latin typeface="Arial"/>
                        </a:defRPr>
                      </a:lvl4pPr>
                      <a:lvl5pPr marL="1828800" algn="l" defTabSz="914400" rtl="0" eaLnBrk="1" latinLnBrk="1" hangingPunct="1">
                        <a:defRPr sz="1800" b="1" kern="1200">
                          <a:solidFill>
                            <a:schemeClr val="lt1"/>
                          </a:solidFill>
                          <a:latin typeface="Arial"/>
                        </a:defRPr>
                      </a:lvl5pPr>
                      <a:lvl6pPr marL="2286000" algn="l" defTabSz="914400" rtl="0" eaLnBrk="1" latinLnBrk="1" hangingPunct="1">
                        <a:defRPr sz="1800" b="1" kern="1200">
                          <a:solidFill>
                            <a:schemeClr val="lt1"/>
                          </a:solidFill>
                          <a:latin typeface="Arial"/>
                        </a:defRPr>
                      </a:lvl6pPr>
                      <a:lvl7pPr marL="2743200" algn="l" defTabSz="914400" rtl="0" eaLnBrk="1" latinLnBrk="1" hangingPunct="1">
                        <a:defRPr sz="1800" b="1" kern="1200">
                          <a:solidFill>
                            <a:schemeClr val="lt1"/>
                          </a:solidFill>
                          <a:latin typeface="Arial"/>
                        </a:defRPr>
                      </a:lvl7pPr>
                      <a:lvl8pPr marL="3200400" algn="l" defTabSz="914400" rtl="0" eaLnBrk="1" latinLnBrk="1" hangingPunct="1">
                        <a:defRPr sz="1800" b="1" kern="1200">
                          <a:solidFill>
                            <a:schemeClr val="lt1"/>
                          </a:solidFill>
                          <a:latin typeface="Arial"/>
                        </a:defRPr>
                      </a:lvl8pPr>
                      <a:lvl9pPr marL="3657600" algn="l" defTabSz="914400" rtl="0" eaLnBrk="1" latinLnBrk="1" hangingPunct="1">
                        <a:defRPr sz="1800" b="1" kern="1200">
                          <a:solidFill>
                            <a:schemeClr val="lt1"/>
                          </a:solidFill>
                          <a:latin typeface="Arial"/>
                        </a:defRPr>
                      </a:lvl9pPr>
                    </a:lstStyle>
                    <a:p>
                      <a:pPr algn="ctr"/>
                      <a:r>
                        <a:rPr lang="en-GB" dirty="0"/>
                        <a:t>PVT Variation</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solidFill>
                  </a:tcPr>
                </a:tc>
                <a:tc>
                  <a:txBody>
                    <a:bodyPr/>
                    <a:lstStyle>
                      <a:lvl1pPr marL="0" algn="l" defTabSz="914400" rtl="0" eaLnBrk="1" latinLnBrk="1" hangingPunct="1">
                        <a:defRPr sz="1800" b="1" kern="1200">
                          <a:solidFill>
                            <a:schemeClr val="lt1"/>
                          </a:solidFill>
                          <a:latin typeface="Arial"/>
                        </a:defRPr>
                      </a:lvl1pPr>
                      <a:lvl2pPr marL="457200" algn="l" defTabSz="914400" rtl="0" eaLnBrk="1" latinLnBrk="1" hangingPunct="1">
                        <a:defRPr sz="1800" b="1" kern="1200">
                          <a:solidFill>
                            <a:schemeClr val="lt1"/>
                          </a:solidFill>
                          <a:latin typeface="Arial"/>
                        </a:defRPr>
                      </a:lvl2pPr>
                      <a:lvl3pPr marL="914400" algn="l" defTabSz="914400" rtl="0" eaLnBrk="1" latinLnBrk="1" hangingPunct="1">
                        <a:defRPr sz="1800" b="1" kern="1200">
                          <a:solidFill>
                            <a:schemeClr val="lt1"/>
                          </a:solidFill>
                          <a:latin typeface="Arial"/>
                        </a:defRPr>
                      </a:lvl3pPr>
                      <a:lvl4pPr marL="1371600" algn="l" defTabSz="914400" rtl="0" eaLnBrk="1" latinLnBrk="1" hangingPunct="1">
                        <a:defRPr sz="1800" b="1" kern="1200">
                          <a:solidFill>
                            <a:schemeClr val="lt1"/>
                          </a:solidFill>
                          <a:latin typeface="Arial"/>
                        </a:defRPr>
                      </a:lvl4pPr>
                      <a:lvl5pPr marL="1828800" algn="l" defTabSz="914400" rtl="0" eaLnBrk="1" latinLnBrk="1" hangingPunct="1">
                        <a:defRPr sz="1800" b="1" kern="1200">
                          <a:solidFill>
                            <a:schemeClr val="lt1"/>
                          </a:solidFill>
                          <a:latin typeface="Arial"/>
                        </a:defRPr>
                      </a:lvl5pPr>
                      <a:lvl6pPr marL="2286000" algn="l" defTabSz="914400" rtl="0" eaLnBrk="1" latinLnBrk="1" hangingPunct="1">
                        <a:defRPr sz="1800" b="1" kern="1200">
                          <a:solidFill>
                            <a:schemeClr val="lt1"/>
                          </a:solidFill>
                          <a:latin typeface="Arial"/>
                        </a:defRPr>
                      </a:lvl6pPr>
                      <a:lvl7pPr marL="2743200" algn="l" defTabSz="914400" rtl="0" eaLnBrk="1" latinLnBrk="1" hangingPunct="1">
                        <a:defRPr sz="1800" b="1" kern="1200">
                          <a:solidFill>
                            <a:schemeClr val="lt1"/>
                          </a:solidFill>
                          <a:latin typeface="Arial"/>
                        </a:defRPr>
                      </a:lvl7pPr>
                      <a:lvl8pPr marL="3200400" algn="l" defTabSz="914400" rtl="0" eaLnBrk="1" latinLnBrk="1" hangingPunct="1">
                        <a:defRPr sz="1800" b="1" kern="1200">
                          <a:solidFill>
                            <a:schemeClr val="lt1"/>
                          </a:solidFill>
                          <a:latin typeface="Arial"/>
                        </a:defRPr>
                      </a:lvl8pPr>
                      <a:lvl9pPr marL="3657600" algn="l" defTabSz="914400" rtl="0" eaLnBrk="1" latinLnBrk="1" hangingPunct="1">
                        <a:defRPr sz="1800" b="1" kern="1200">
                          <a:solidFill>
                            <a:schemeClr val="lt1"/>
                          </a:solidFill>
                          <a:latin typeface="Arial"/>
                        </a:defRPr>
                      </a:lvl9pPr>
                    </a:lstStyle>
                    <a:p>
                      <a:pPr algn="ctr"/>
                      <a:r>
                        <a:rPr lang="en-GB" dirty="0"/>
                        <a:t>Supply Sensitivity</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solidFill>
                  </a:tcPr>
                </a:tc>
                <a:tc>
                  <a:txBody>
                    <a:bodyPr/>
                    <a:lstStyle>
                      <a:lvl1pPr marL="0" algn="l" defTabSz="914400" rtl="0" eaLnBrk="1" latinLnBrk="1" hangingPunct="1">
                        <a:defRPr sz="1800" b="1" kern="1200">
                          <a:solidFill>
                            <a:schemeClr val="lt1"/>
                          </a:solidFill>
                          <a:latin typeface="Arial"/>
                        </a:defRPr>
                      </a:lvl1pPr>
                      <a:lvl2pPr marL="457200" algn="l" defTabSz="914400" rtl="0" eaLnBrk="1" latinLnBrk="1" hangingPunct="1">
                        <a:defRPr sz="1800" b="1" kern="1200">
                          <a:solidFill>
                            <a:schemeClr val="lt1"/>
                          </a:solidFill>
                          <a:latin typeface="Arial"/>
                        </a:defRPr>
                      </a:lvl2pPr>
                      <a:lvl3pPr marL="914400" algn="l" defTabSz="914400" rtl="0" eaLnBrk="1" latinLnBrk="1" hangingPunct="1">
                        <a:defRPr sz="1800" b="1" kern="1200">
                          <a:solidFill>
                            <a:schemeClr val="lt1"/>
                          </a:solidFill>
                          <a:latin typeface="Arial"/>
                        </a:defRPr>
                      </a:lvl3pPr>
                      <a:lvl4pPr marL="1371600" algn="l" defTabSz="914400" rtl="0" eaLnBrk="1" latinLnBrk="1" hangingPunct="1">
                        <a:defRPr sz="1800" b="1" kern="1200">
                          <a:solidFill>
                            <a:schemeClr val="lt1"/>
                          </a:solidFill>
                          <a:latin typeface="Arial"/>
                        </a:defRPr>
                      </a:lvl4pPr>
                      <a:lvl5pPr marL="1828800" algn="l" defTabSz="914400" rtl="0" eaLnBrk="1" latinLnBrk="1" hangingPunct="1">
                        <a:defRPr sz="1800" b="1" kern="1200">
                          <a:solidFill>
                            <a:schemeClr val="lt1"/>
                          </a:solidFill>
                          <a:latin typeface="Arial"/>
                        </a:defRPr>
                      </a:lvl5pPr>
                      <a:lvl6pPr marL="2286000" algn="l" defTabSz="914400" rtl="0" eaLnBrk="1" latinLnBrk="1" hangingPunct="1">
                        <a:defRPr sz="1800" b="1" kern="1200">
                          <a:solidFill>
                            <a:schemeClr val="lt1"/>
                          </a:solidFill>
                          <a:latin typeface="Arial"/>
                        </a:defRPr>
                      </a:lvl6pPr>
                      <a:lvl7pPr marL="2743200" algn="l" defTabSz="914400" rtl="0" eaLnBrk="1" latinLnBrk="1" hangingPunct="1">
                        <a:defRPr sz="1800" b="1" kern="1200">
                          <a:solidFill>
                            <a:schemeClr val="lt1"/>
                          </a:solidFill>
                          <a:latin typeface="Arial"/>
                        </a:defRPr>
                      </a:lvl7pPr>
                      <a:lvl8pPr marL="3200400" algn="l" defTabSz="914400" rtl="0" eaLnBrk="1" latinLnBrk="1" hangingPunct="1">
                        <a:defRPr sz="1800" b="1" kern="1200">
                          <a:solidFill>
                            <a:schemeClr val="lt1"/>
                          </a:solidFill>
                          <a:latin typeface="Arial"/>
                        </a:defRPr>
                      </a:lvl8pPr>
                      <a:lvl9pPr marL="3657600" algn="l" defTabSz="914400" rtl="0" eaLnBrk="1" latinLnBrk="1" hangingPunct="1">
                        <a:defRPr sz="1800" b="1" kern="1200">
                          <a:solidFill>
                            <a:schemeClr val="lt1"/>
                          </a:solidFill>
                          <a:latin typeface="Arial"/>
                        </a:defRPr>
                      </a:lvl9pPr>
                    </a:lstStyle>
                    <a:p>
                      <a:pPr algn="ctr"/>
                      <a:r>
                        <a:rPr lang="en-GB" dirty="0"/>
                        <a:t>Power Consumption for Equivalent PN</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solidFill>
                  </a:tcPr>
                </a:tc>
                <a:extLst>
                  <a:ext uri="{0D108BD9-81ED-4DB2-BD59-A6C34878D82A}">
                    <a16:rowId xmlns:a16="http://schemas.microsoft.com/office/drawing/2014/main" val="67098907"/>
                  </a:ext>
                </a:extLst>
              </a:tr>
              <a:tr h="432532">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dirty="0"/>
                        <a:t>3 Stages CRO</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tint val="20000"/>
                      </a:srgbClr>
                    </a:solidFill>
                  </a:tcPr>
                </a:tc>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dirty="0"/>
                        <a:t>High</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tint val="20000"/>
                      </a:srgbClr>
                    </a:solidFill>
                  </a:tcPr>
                </a:tc>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dirty="0"/>
                        <a:t>High</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tint val="20000"/>
                      </a:srgbClr>
                    </a:solidFill>
                  </a:tcPr>
                </a:tc>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dirty="0"/>
                        <a:t>High</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00407A">
                        <a:tint val="20000"/>
                      </a:srgbClr>
                    </a:solidFill>
                  </a:tcPr>
                </a:tc>
                <a:extLst>
                  <a:ext uri="{0D108BD9-81ED-4DB2-BD59-A6C34878D82A}">
                    <a16:rowId xmlns:a16="http://schemas.microsoft.com/office/drawing/2014/main" val="3436027710"/>
                  </a:ext>
                </a:extLst>
              </a:tr>
              <a:tr h="432532">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a:t>MSSROs</a:t>
                      </a:r>
                      <a:endParaRPr lang="en-IN"/>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a:t>Less</a:t>
                      </a:r>
                      <a:endParaRPr lang="en-IN"/>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a:t>Less</a:t>
                      </a:r>
                      <a:endParaRPr lang="en-IN"/>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1" hangingPunct="1">
                        <a:defRPr sz="1800" kern="1200">
                          <a:solidFill>
                            <a:schemeClr val="dk1"/>
                          </a:solidFill>
                          <a:latin typeface="Arial"/>
                        </a:defRPr>
                      </a:lvl1pPr>
                      <a:lvl2pPr marL="457200" algn="l" defTabSz="914400" rtl="0" eaLnBrk="1" latinLnBrk="1" hangingPunct="1">
                        <a:defRPr sz="1800" kern="1200">
                          <a:solidFill>
                            <a:schemeClr val="dk1"/>
                          </a:solidFill>
                          <a:latin typeface="Arial"/>
                        </a:defRPr>
                      </a:lvl2pPr>
                      <a:lvl3pPr marL="914400" algn="l" defTabSz="914400" rtl="0" eaLnBrk="1" latinLnBrk="1" hangingPunct="1">
                        <a:defRPr sz="1800" kern="1200">
                          <a:solidFill>
                            <a:schemeClr val="dk1"/>
                          </a:solidFill>
                          <a:latin typeface="Arial"/>
                        </a:defRPr>
                      </a:lvl3pPr>
                      <a:lvl4pPr marL="1371600" algn="l" defTabSz="914400" rtl="0" eaLnBrk="1" latinLnBrk="1" hangingPunct="1">
                        <a:defRPr sz="1800" kern="1200">
                          <a:solidFill>
                            <a:schemeClr val="dk1"/>
                          </a:solidFill>
                          <a:latin typeface="Arial"/>
                        </a:defRPr>
                      </a:lvl4pPr>
                      <a:lvl5pPr marL="1828800" algn="l" defTabSz="914400" rtl="0" eaLnBrk="1" latinLnBrk="1" hangingPunct="1">
                        <a:defRPr sz="1800" kern="1200">
                          <a:solidFill>
                            <a:schemeClr val="dk1"/>
                          </a:solidFill>
                          <a:latin typeface="Arial"/>
                        </a:defRPr>
                      </a:lvl5pPr>
                      <a:lvl6pPr marL="2286000" algn="l" defTabSz="914400" rtl="0" eaLnBrk="1" latinLnBrk="1" hangingPunct="1">
                        <a:defRPr sz="1800" kern="1200">
                          <a:solidFill>
                            <a:schemeClr val="dk1"/>
                          </a:solidFill>
                          <a:latin typeface="Arial"/>
                        </a:defRPr>
                      </a:lvl6pPr>
                      <a:lvl7pPr marL="2743200" algn="l" defTabSz="914400" rtl="0" eaLnBrk="1" latinLnBrk="1" hangingPunct="1">
                        <a:defRPr sz="1800" kern="1200">
                          <a:solidFill>
                            <a:schemeClr val="dk1"/>
                          </a:solidFill>
                          <a:latin typeface="Arial"/>
                        </a:defRPr>
                      </a:lvl7pPr>
                      <a:lvl8pPr marL="3200400" algn="l" defTabSz="914400" rtl="0" eaLnBrk="1" latinLnBrk="1" hangingPunct="1">
                        <a:defRPr sz="1800" kern="1200">
                          <a:solidFill>
                            <a:schemeClr val="dk1"/>
                          </a:solidFill>
                          <a:latin typeface="Arial"/>
                        </a:defRPr>
                      </a:lvl8pPr>
                      <a:lvl9pPr marL="3657600" algn="l" defTabSz="914400" rtl="0" eaLnBrk="1" latinLnBrk="1" hangingPunct="1">
                        <a:defRPr sz="1800" kern="1200">
                          <a:solidFill>
                            <a:schemeClr val="dk1"/>
                          </a:solidFill>
                          <a:latin typeface="Arial"/>
                        </a:defRPr>
                      </a:lvl9pPr>
                    </a:lstStyle>
                    <a:p>
                      <a:pPr algn="ctr"/>
                      <a:r>
                        <a:rPr lang="en-GB" dirty="0"/>
                        <a:t>Less</a:t>
                      </a:r>
                      <a:endParaRPr lang="en-IN" dirty="0"/>
                    </a:p>
                  </a:txBody>
                  <a:tcPr>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4573468"/>
                  </a:ext>
                </a:extLst>
              </a:tr>
            </a:tbl>
          </a:graphicData>
        </a:graphic>
      </p:graphicFrame>
      <p:grpSp>
        <p:nvGrpSpPr>
          <p:cNvPr id="21" name="Group 20">
            <a:extLst>
              <a:ext uri="{FF2B5EF4-FFF2-40B4-BE49-F238E27FC236}">
                <a16:creationId xmlns:a16="http://schemas.microsoft.com/office/drawing/2014/main" id="{A8611B33-91E7-C8DC-E743-36D7A9096152}"/>
              </a:ext>
            </a:extLst>
          </p:cNvPr>
          <p:cNvGrpSpPr/>
          <p:nvPr/>
        </p:nvGrpSpPr>
        <p:grpSpPr>
          <a:xfrm>
            <a:off x="3822612" y="5870678"/>
            <a:ext cx="339572" cy="348619"/>
            <a:chOff x="1776139" y="3223476"/>
            <a:chExt cx="462237" cy="475488"/>
          </a:xfrm>
        </p:grpSpPr>
        <p:sp>
          <p:nvSpPr>
            <p:cNvPr id="22" name="Oval 21">
              <a:extLst>
                <a:ext uri="{FF2B5EF4-FFF2-40B4-BE49-F238E27FC236}">
                  <a16:creationId xmlns:a16="http://schemas.microsoft.com/office/drawing/2014/main" id="{04514E4C-F0B6-BE83-A236-CA4496A76F24}"/>
                </a:ext>
              </a:extLst>
            </p:cNvPr>
            <p:cNvSpPr/>
            <p:nvPr/>
          </p:nvSpPr>
          <p:spPr>
            <a:xfrm>
              <a:off x="1776139" y="3289311"/>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3" name="Oval 22">
              <a:extLst>
                <a:ext uri="{FF2B5EF4-FFF2-40B4-BE49-F238E27FC236}">
                  <a16:creationId xmlns:a16="http://schemas.microsoft.com/office/drawing/2014/main" id="{3A36008B-5C08-BA1E-C707-A4AB92153BE5}"/>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4" name="Oval 23">
              <a:extLst>
                <a:ext uri="{FF2B5EF4-FFF2-40B4-BE49-F238E27FC236}">
                  <a16:creationId xmlns:a16="http://schemas.microsoft.com/office/drawing/2014/main" id="{5548030B-C519-54C1-3221-5950DC9DD2DF}"/>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5" name="Arc 24">
              <a:extLst>
                <a:ext uri="{FF2B5EF4-FFF2-40B4-BE49-F238E27FC236}">
                  <a16:creationId xmlns:a16="http://schemas.microsoft.com/office/drawing/2014/main" id="{C450AD39-893B-E86A-3D2C-1786CBA5202F}"/>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26" name="Group 25">
            <a:extLst>
              <a:ext uri="{FF2B5EF4-FFF2-40B4-BE49-F238E27FC236}">
                <a16:creationId xmlns:a16="http://schemas.microsoft.com/office/drawing/2014/main" id="{C40DA74E-3374-F6F2-22C3-5741CEDE8CA2}"/>
              </a:ext>
            </a:extLst>
          </p:cNvPr>
          <p:cNvGrpSpPr/>
          <p:nvPr/>
        </p:nvGrpSpPr>
        <p:grpSpPr>
          <a:xfrm>
            <a:off x="5874290" y="5890992"/>
            <a:ext cx="339572" cy="348621"/>
            <a:chOff x="1776139" y="3223476"/>
            <a:chExt cx="462237" cy="475491"/>
          </a:xfrm>
        </p:grpSpPr>
        <p:sp>
          <p:nvSpPr>
            <p:cNvPr id="27" name="Oval 26">
              <a:extLst>
                <a:ext uri="{FF2B5EF4-FFF2-40B4-BE49-F238E27FC236}">
                  <a16:creationId xmlns:a16="http://schemas.microsoft.com/office/drawing/2014/main" id="{5D60C970-5C8A-24B0-474E-D78303386D11}"/>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8" name="Oval 27">
              <a:extLst>
                <a:ext uri="{FF2B5EF4-FFF2-40B4-BE49-F238E27FC236}">
                  <a16:creationId xmlns:a16="http://schemas.microsoft.com/office/drawing/2014/main" id="{3B53430F-4F44-DEEF-13C6-ECC6896EAE58}"/>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9" name="Oval 28">
              <a:extLst>
                <a:ext uri="{FF2B5EF4-FFF2-40B4-BE49-F238E27FC236}">
                  <a16:creationId xmlns:a16="http://schemas.microsoft.com/office/drawing/2014/main" id="{9D74EDFC-8D44-629B-B85F-FAD5D40FBC42}"/>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0" name="Arc 29">
              <a:extLst>
                <a:ext uri="{FF2B5EF4-FFF2-40B4-BE49-F238E27FC236}">
                  <a16:creationId xmlns:a16="http://schemas.microsoft.com/office/drawing/2014/main" id="{D8C958FD-49A2-5DD8-799F-3AA65ACD5ABE}"/>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31" name="Group 30">
            <a:extLst>
              <a:ext uri="{FF2B5EF4-FFF2-40B4-BE49-F238E27FC236}">
                <a16:creationId xmlns:a16="http://schemas.microsoft.com/office/drawing/2014/main" id="{E689A294-1AD6-55DA-A86A-7C0B485624E8}"/>
              </a:ext>
            </a:extLst>
          </p:cNvPr>
          <p:cNvGrpSpPr/>
          <p:nvPr/>
        </p:nvGrpSpPr>
        <p:grpSpPr>
          <a:xfrm>
            <a:off x="8183639" y="5874675"/>
            <a:ext cx="339572" cy="348621"/>
            <a:chOff x="1776139" y="3223476"/>
            <a:chExt cx="462237" cy="475491"/>
          </a:xfrm>
        </p:grpSpPr>
        <p:sp>
          <p:nvSpPr>
            <p:cNvPr id="32" name="Oval 31">
              <a:extLst>
                <a:ext uri="{FF2B5EF4-FFF2-40B4-BE49-F238E27FC236}">
                  <a16:creationId xmlns:a16="http://schemas.microsoft.com/office/drawing/2014/main" id="{1FF28664-3256-00E3-A128-2CB8CA0619D9}"/>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3" name="Oval 32">
              <a:extLst>
                <a:ext uri="{FF2B5EF4-FFF2-40B4-BE49-F238E27FC236}">
                  <a16:creationId xmlns:a16="http://schemas.microsoft.com/office/drawing/2014/main" id="{1AFC7052-97F0-A662-6573-AF3FBA881ECC}"/>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4" name="Oval 33">
              <a:extLst>
                <a:ext uri="{FF2B5EF4-FFF2-40B4-BE49-F238E27FC236}">
                  <a16:creationId xmlns:a16="http://schemas.microsoft.com/office/drawing/2014/main" id="{335CD2B5-DEEF-4DEA-0898-33C5F18D979C}"/>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5" name="Arc 34">
              <a:extLst>
                <a:ext uri="{FF2B5EF4-FFF2-40B4-BE49-F238E27FC236}">
                  <a16:creationId xmlns:a16="http://schemas.microsoft.com/office/drawing/2014/main" id="{5288AD26-AE85-3452-7FD3-129D0E0FCC23}"/>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36" name="Group 35">
            <a:extLst>
              <a:ext uri="{FF2B5EF4-FFF2-40B4-BE49-F238E27FC236}">
                <a16:creationId xmlns:a16="http://schemas.microsoft.com/office/drawing/2014/main" id="{DD42B788-AB12-457C-E3A3-4B799C986BC2}"/>
              </a:ext>
            </a:extLst>
          </p:cNvPr>
          <p:cNvGrpSpPr/>
          <p:nvPr/>
        </p:nvGrpSpPr>
        <p:grpSpPr>
          <a:xfrm>
            <a:off x="3819263" y="5521718"/>
            <a:ext cx="339336" cy="467513"/>
            <a:chOff x="1776139" y="3289314"/>
            <a:chExt cx="472338" cy="660239"/>
          </a:xfrm>
        </p:grpSpPr>
        <p:sp>
          <p:nvSpPr>
            <p:cNvPr id="37" name="Oval 36">
              <a:extLst>
                <a:ext uri="{FF2B5EF4-FFF2-40B4-BE49-F238E27FC236}">
                  <a16:creationId xmlns:a16="http://schemas.microsoft.com/office/drawing/2014/main" id="{7CDF638D-01AF-B3AE-5AEC-7A133DEEAFC8}"/>
                </a:ext>
              </a:extLst>
            </p:cNvPr>
            <p:cNvSpPr/>
            <p:nvPr/>
          </p:nvSpPr>
          <p:spPr>
            <a:xfrm>
              <a:off x="1776139" y="3289314"/>
              <a:ext cx="432000" cy="409653"/>
            </a:xfrm>
            <a:prstGeom prst="ellipse">
              <a:avLst/>
            </a:prstGeom>
            <a:solidFill>
              <a:srgbClr val="FFFFFF"/>
            </a:solidFill>
            <a:ln w="444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8" name="Oval 37">
              <a:extLst>
                <a:ext uri="{FF2B5EF4-FFF2-40B4-BE49-F238E27FC236}">
                  <a16:creationId xmlns:a16="http://schemas.microsoft.com/office/drawing/2014/main" id="{D8AA524D-6E77-21FB-2080-FF00D749AD9B}"/>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9" name="Oval 38">
              <a:extLst>
                <a:ext uri="{FF2B5EF4-FFF2-40B4-BE49-F238E27FC236}">
                  <a16:creationId xmlns:a16="http://schemas.microsoft.com/office/drawing/2014/main" id="{A6FE9596-B0CF-C4BF-DA41-70016CF610F2}"/>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40" name="Arc 39">
              <a:extLst>
                <a:ext uri="{FF2B5EF4-FFF2-40B4-BE49-F238E27FC236}">
                  <a16:creationId xmlns:a16="http://schemas.microsoft.com/office/drawing/2014/main" id="{C70A8D9B-D5ED-E848-9FB6-7B5206E50426}"/>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41" name="Group 40">
            <a:extLst>
              <a:ext uri="{FF2B5EF4-FFF2-40B4-BE49-F238E27FC236}">
                <a16:creationId xmlns:a16="http://schemas.microsoft.com/office/drawing/2014/main" id="{8D8EF29A-AA71-17D9-AD53-529A04E0E1F0}"/>
              </a:ext>
            </a:extLst>
          </p:cNvPr>
          <p:cNvGrpSpPr/>
          <p:nvPr/>
        </p:nvGrpSpPr>
        <p:grpSpPr>
          <a:xfrm>
            <a:off x="5836028" y="5521718"/>
            <a:ext cx="339336" cy="467513"/>
            <a:chOff x="1776139" y="3289314"/>
            <a:chExt cx="472338" cy="660239"/>
          </a:xfrm>
        </p:grpSpPr>
        <p:sp>
          <p:nvSpPr>
            <p:cNvPr id="42" name="Oval 41">
              <a:extLst>
                <a:ext uri="{FF2B5EF4-FFF2-40B4-BE49-F238E27FC236}">
                  <a16:creationId xmlns:a16="http://schemas.microsoft.com/office/drawing/2014/main" id="{04E80906-7BAF-871C-509E-24514D2122CA}"/>
                </a:ext>
              </a:extLst>
            </p:cNvPr>
            <p:cNvSpPr/>
            <p:nvPr/>
          </p:nvSpPr>
          <p:spPr>
            <a:xfrm>
              <a:off x="1776139" y="3289314"/>
              <a:ext cx="432000" cy="409653"/>
            </a:xfrm>
            <a:prstGeom prst="ellipse">
              <a:avLst/>
            </a:prstGeom>
            <a:solidFill>
              <a:srgbClr val="FFFFFF"/>
            </a:solidFill>
            <a:ln w="444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43" name="Oval 42">
              <a:extLst>
                <a:ext uri="{FF2B5EF4-FFF2-40B4-BE49-F238E27FC236}">
                  <a16:creationId xmlns:a16="http://schemas.microsoft.com/office/drawing/2014/main" id="{B4A21E77-7841-D684-1278-2AD4C4C0C17A}"/>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44" name="Oval 43">
              <a:extLst>
                <a:ext uri="{FF2B5EF4-FFF2-40B4-BE49-F238E27FC236}">
                  <a16:creationId xmlns:a16="http://schemas.microsoft.com/office/drawing/2014/main" id="{2BFD469E-3B45-B1F4-B99E-EFAF4D443577}"/>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45" name="Arc 44">
              <a:extLst>
                <a:ext uri="{FF2B5EF4-FFF2-40B4-BE49-F238E27FC236}">
                  <a16:creationId xmlns:a16="http://schemas.microsoft.com/office/drawing/2014/main" id="{B57613B4-DCE7-70DC-1A59-CC8AB6F36A40}"/>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46" name="Group 45">
            <a:extLst>
              <a:ext uri="{FF2B5EF4-FFF2-40B4-BE49-F238E27FC236}">
                <a16:creationId xmlns:a16="http://schemas.microsoft.com/office/drawing/2014/main" id="{92455395-FF7A-18AF-2D2D-D8A05972733A}"/>
              </a:ext>
            </a:extLst>
          </p:cNvPr>
          <p:cNvGrpSpPr/>
          <p:nvPr/>
        </p:nvGrpSpPr>
        <p:grpSpPr>
          <a:xfrm>
            <a:off x="8151327" y="5501966"/>
            <a:ext cx="339336" cy="467513"/>
            <a:chOff x="1776139" y="3289314"/>
            <a:chExt cx="472338" cy="660239"/>
          </a:xfrm>
        </p:grpSpPr>
        <p:sp>
          <p:nvSpPr>
            <p:cNvPr id="47" name="Oval 46">
              <a:extLst>
                <a:ext uri="{FF2B5EF4-FFF2-40B4-BE49-F238E27FC236}">
                  <a16:creationId xmlns:a16="http://schemas.microsoft.com/office/drawing/2014/main" id="{D78591B9-ACBB-CC25-A522-F1BF84AB6CA1}"/>
                </a:ext>
              </a:extLst>
            </p:cNvPr>
            <p:cNvSpPr/>
            <p:nvPr/>
          </p:nvSpPr>
          <p:spPr>
            <a:xfrm>
              <a:off x="1776139" y="3289314"/>
              <a:ext cx="432000" cy="409653"/>
            </a:xfrm>
            <a:prstGeom prst="ellipse">
              <a:avLst/>
            </a:prstGeom>
            <a:solidFill>
              <a:srgbClr val="FFFFFF"/>
            </a:solidFill>
            <a:ln w="444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48" name="Oval 47">
              <a:extLst>
                <a:ext uri="{FF2B5EF4-FFF2-40B4-BE49-F238E27FC236}">
                  <a16:creationId xmlns:a16="http://schemas.microsoft.com/office/drawing/2014/main" id="{7A251406-95B3-75A7-B3EF-E19CE8B0F854}"/>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49" name="Oval 48">
              <a:extLst>
                <a:ext uri="{FF2B5EF4-FFF2-40B4-BE49-F238E27FC236}">
                  <a16:creationId xmlns:a16="http://schemas.microsoft.com/office/drawing/2014/main" id="{BFDE6959-FB23-E445-BCC3-428A958E3BF5}"/>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50" name="Arc 49">
              <a:extLst>
                <a:ext uri="{FF2B5EF4-FFF2-40B4-BE49-F238E27FC236}">
                  <a16:creationId xmlns:a16="http://schemas.microsoft.com/office/drawing/2014/main" id="{93F442CC-49C0-091B-1CE3-6FF5EB43611D}"/>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cxnSp>
        <p:nvCxnSpPr>
          <p:cNvPr id="51" name="Straight Connector 50">
            <a:extLst>
              <a:ext uri="{FF2B5EF4-FFF2-40B4-BE49-F238E27FC236}">
                <a16:creationId xmlns:a16="http://schemas.microsoft.com/office/drawing/2014/main" id="{3E407A5E-846F-5E05-0008-A92C78895FF5}"/>
              </a:ext>
            </a:extLst>
          </p:cNvPr>
          <p:cNvCxnSpPr>
            <a:cxnSpLocks/>
          </p:cNvCxnSpPr>
          <p:nvPr/>
        </p:nvCxnSpPr>
        <p:spPr>
          <a:xfrm>
            <a:off x="25734" y="4089541"/>
            <a:ext cx="12166266" cy="0"/>
          </a:xfrm>
          <a:prstGeom prst="line">
            <a:avLst/>
          </a:prstGeom>
          <a:noFill/>
          <a:ln w="63500" cap="flat" cmpd="sng" algn="ctr">
            <a:solidFill>
              <a:srgbClr val="002060"/>
            </a:solidFill>
            <a:prstDash val="solid"/>
          </a:ln>
          <a:effectLst/>
        </p:spPr>
      </p:cxnSp>
      <p:cxnSp>
        <p:nvCxnSpPr>
          <p:cNvPr id="52" name="Straight Connector 51">
            <a:extLst>
              <a:ext uri="{FF2B5EF4-FFF2-40B4-BE49-F238E27FC236}">
                <a16:creationId xmlns:a16="http://schemas.microsoft.com/office/drawing/2014/main" id="{B2D59BEE-7D96-047E-E876-738DA5B795DB}"/>
              </a:ext>
            </a:extLst>
          </p:cNvPr>
          <p:cNvCxnSpPr>
            <a:cxnSpLocks/>
          </p:cNvCxnSpPr>
          <p:nvPr/>
        </p:nvCxnSpPr>
        <p:spPr>
          <a:xfrm flipV="1">
            <a:off x="3576049" y="554037"/>
            <a:ext cx="0" cy="3535504"/>
          </a:xfrm>
          <a:prstGeom prst="line">
            <a:avLst/>
          </a:prstGeom>
          <a:noFill/>
          <a:ln w="63500" cap="flat" cmpd="sng" algn="ctr">
            <a:solidFill>
              <a:srgbClr val="002060"/>
            </a:solidFill>
            <a:prstDash val="solid"/>
          </a:ln>
          <a:effectLst/>
        </p:spPr>
      </p:cxnSp>
      <p:cxnSp>
        <p:nvCxnSpPr>
          <p:cNvPr id="53" name="Straight Connector 52">
            <a:extLst>
              <a:ext uri="{FF2B5EF4-FFF2-40B4-BE49-F238E27FC236}">
                <a16:creationId xmlns:a16="http://schemas.microsoft.com/office/drawing/2014/main" id="{6EA2037B-9FAF-9957-A80A-7E92445904AC}"/>
              </a:ext>
            </a:extLst>
          </p:cNvPr>
          <p:cNvCxnSpPr>
            <a:cxnSpLocks/>
          </p:cNvCxnSpPr>
          <p:nvPr/>
        </p:nvCxnSpPr>
        <p:spPr>
          <a:xfrm flipV="1">
            <a:off x="7828177" y="547374"/>
            <a:ext cx="0" cy="3542167"/>
          </a:xfrm>
          <a:prstGeom prst="line">
            <a:avLst/>
          </a:prstGeom>
          <a:noFill/>
          <a:ln w="63500" cap="flat" cmpd="sng" algn="ctr">
            <a:solidFill>
              <a:srgbClr val="002060"/>
            </a:solidFill>
            <a:prstDash val="solid"/>
          </a:ln>
          <a:effectLst/>
        </p:spPr>
      </p:cxnSp>
      <p:cxnSp>
        <p:nvCxnSpPr>
          <p:cNvPr id="54" name="Straight Connector 53">
            <a:extLst>
              <a:ext uri="{FF2B5EF4-FFF2-40B4-BE49-F238E27FC236}">
                <a16:creationId xmlns:a16="http://schemas.microsoft.com/office/drawing/2014/main" id="{5670A143-B891-C124-2BCF-D09BAA9AD050}"/>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55" name="Straight Connector 54">
            <a:extLst>
              <a:ext uri="{FF2B5EF4-FFF2-40B4-BE49-F238E27FC236}">
                <a16:creationId xmlns:a16="http://schemas.microsoft.com/office/drawing/2014/main" id="{B792A812-174D-ECB0-D878-EB9D60D92D0D}"/>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56" name="Straight Connector 55">
            <a:extLst>
              <a:ext uri="{FF2B5EF4-FFF2-40B4-BE49-F238E27FC236}">
                <a16:creationId xmlns:a16="http://schemas.microsoft.com/office/drawing/2014/main" id="{76E54F67-6DC0-DC6E-28A5-6CF8BB5299FC}"/>
              </a:ext>
            </a:extLst>
          </p:cNvPr>
          <p:cNvCxnSpPr/>
          <p:nvPr/>
        </p:nvCxnSpPr>
        <p:spPr>
          <a:xfrm flipV="1">
            <a:off x="0" y="30424"/>
            <a:ext cx="12192000" cy="0"/>
          </a:xfrm>
          <a:prstGeom prst="line">
            <a:avLst/>
          </a:prstGeom>
          <a:noFill/>
          <a:ln w="63500" cap="flat" cmpd="sng" algn="ctr">
            <a:solidFill>
              <a:srgbClr val="002060"/>
            </a:solidFill>
            <a:prstDash val="solid"/>
          </a:ln>
          <a:effectLst/>
        </p:spPr>
      </p:cxnSp>
    </p:spTree>
    <p:extLst>
      <p:ext uri="{BB962C8B-B14F-4D97-AF65-F5344CB8AC3E}">
        <p14:creationId xmlns:p14="http://schemas.microsoft.com/office/powerpoint/2010/main" val="90183485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2C5D2D-C390-4E1F-82AE-1BCF07B87121}"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50</a:t>
            </a:fld>
            <a:endParaRPr lang="en-BE"/>
          </a:p>
        </p:txBody>
      </p:sp>
      <p:sp>
        <p:nvSpPr>
          <p:cNvPr id="6" name="Slide Number Placeholder 1">
            <a:extLst>
              <a:ext uri="{FF2B5EF4-FFF2-40B4-BE49-F238E27FC236}">
                <a16:creationId xmlns:a16="http://schemas.microsoft.com/office/drawing/2014/main" id="{F87BAEF4-462B-9E26-C21C-8B0869AE8070}"/>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400" b="1"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36216C-5BC3-7C44-80F8-E30864FFC228}" type="slidenum">
              <a:rPr lang="en-US" smtClean="0"/>
              <a:pPr/>
              <a:t>50</a:t>
            </a:fld>
            <a:endParaRPr lang="en-US"/>
          </a:p>
        </p:txBody>
      </p:sp>
      <p:sp>
        <p:nvSpPr>
          <p:cNvPr id="7" name="Slide Number Placeholder 1">
            <a:extLst>
              <a:ext uri="{FF2B5EF4-FFF2-40B4-BE49-F238E27FC236}">
                <a16:creationId xmlns:a16="http://schemas.microsoft.com/office/drawing/2014/main" id="{028E2FBE-5024-39C0-396E-5951820408A5}"/>
              </a:ext>
            </a:extLst>
          </p:cNvPr>
          <p:cNvSpPr txBox="1">
            <a:spLocks/>
          </p:cNvSpPr>
          <p:nvPr/>
        </p:nvSpPr>
        <p:spPr>
          <a:xfrm>
            <a:off x="5520267" y="6525298"/>
            <a:ext cx="1151467" cy="225767"/>
          </a:xfrm>
          <a:prstGeom prst="rect">
            <a:avLst/>
          </a:prstGeom>
        </p:spPr>
        <p:txBody>
          <a:bodyPr vert="horz" lIns="121920" tIns="60960" rIns="121920" bIns="60960" rtlCol="0" anchor="ctr">
            <a:spAutoFit/>
          </a:bodyPr>
          <a:lstStyle>
            <a:defPPr>
              <a:defRPr lang="en-US"/>
            </a:defPPr>
            <a:lvl1pPr marL="0" algn="ctr" defTabSz="411480" rtl="0" eaLnBrk="1" latinLnBrk="0" hangingPunct="1">
              <a:defRPr sz="500" b="0" i="0" kern="1200">
                <a:solidFill>
                  <a:schemeClr val="tx1"/>
                </a:solidFill>
                <a:latin typeface="Gill Sans MT" panose="020B0502020104020203" pitchFamily="34" charset="77"/>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a:lstStyle>
          <a:p>
            <a:fld id="{8836216C-5BC3-7C44-80F8-E30864FFC228}" type="slidenum">
              <a:rPr lang="en-US" sz="667"/>
              <a:pPr/>
              <a:t>50</a:t>
            </a:fld>
            <a:endParaRPr lang="en-US" sz="667"/>
          </a:p>
        </p:txBody>
      </p:sp>
      <p:grpSp>
        <p:nvGrpSpPr>
          <p:cNvPr id="8" name="Group 7">
            <a:extLst>
              <a:ext uri="{FF2B5EF4-FFF2-40B4-BE49-F238E27FC236}">
                <a16:creationId xmlns:a16="http://schemas.microsoft.com/office/drawing/2014/main" id="{9BA87382-71E0-4B21-7CD4-2FA1B0DD4152}"/>
              </a:ext>
            </a:extLst>
          </p:cNvPr>
          <p:cNvGrpSpPr/>
          <p:nvPr/>
        </p:nvGrpSpPr>
        <p:grpSpPr>
          <a:xfrm>
            <a:off x="2627416" y="1593272"/>
            <a:ext cx="7033626" cy="1260764"/>
            <a:chOff x="2621903" y="1593272"/>
            <a:chExt cx="6885992" cy="1260764"/>
          </a:xfrm>
        </p:grpSpPr>
        <p:sp>
          <p:nvSpPr>
            <p:cNvPr id="9" name="Rectangle: Rounded Corners 9">
              <a:extLst>
                <a:ext uri="{FF2B5EF4-FFF2-40B4-BE49-F238E27FC236}">
                  <a16:creationId xmlns:a16="http://schemas.microsoft.com/office/drawing/2014/main" id="{85D5076C-7508-DB11-4A00-E68799C470DF}"/>
                </a:ext>
              </a:extLst>
            </p:cNvPr>
            <p:cNvSpPr/>
            <p:nvPr/>
          </p:nvSpPr>
          <p:spPr>
            <a:xfrm>
              <a:off x="2621903" y="1593272"/>
              <a:ext cx="6885992" cy="1260764"/>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10" name="TextBox 9">
              <a:extLst>
                <a:ext uri="{FF2B5EF4-FFF2-40B4-BE49-F238E27FC236}">
                  <a16:creationId xmlns:a16="http://schemas.microsoft.com/office/drawing/2014/main" id="{5DE93404-1079-1AAB-CD94-E103C70130EA}"/>
                </a:ext>
              </a:extLst>
            </p:cNvPr>
            <p:cNvSpPr txBox="1"/>
            <p:nvPr/>
          </p:nvSpPr>
          <p:spPr>
            <a:xfrm>
              <a:off x="2704173" y="1606473"/>
              <a:ext cx="6608368" cy="1241622"/>
            </a:xfrm>
            <a:prstGeom prst="rect">
              <a:avLst/>
            </a:prstGeom>
            <a:noFill/>
          </p:spPr>
          <p:txBody>
            <a:bodyPr wrap="square" rtlCol="0">
              <a:spAutoFit/>
            </a:bodyPr>
            <a:lstStyle/>
            <a:p>
              <a:pPr marL="342900" indent="-342900" algn="ctr">
                <a:buFont typeface="Wingdings" panose="05000000000000000000" pitchFamily="2" charset="2"/>
                <a:buChar char="q"/>
              </a:pPr>
              <a:r>
                <a:rPr lang="en-US" sz="1867" b="1" u="sng" dirty="0">
                  <a:solidFill>
                    <a:srgbClr val="00B050"/>
                  </a:solidFill>
                </a:rPr>
                <a:t>Key Highlights</a:t>
              </a:r>
            </a:p>
            <a:p>
              <a:pPr marL="228594" indent="-228594" algn="ctr">
                <a:buFont typeface="Arial" panose="020B0604020202020204" pitchFamily="34" charset="0"/>
                <a:buChar char="•"/>
              </a:pPr>
              <a:r>
                <a:rPr lang="en-US" sz="1867" b="1" dirty="0"/>
                <a:t>General Method to generate highest oscillation frequency in single ended Ring oscillators while keeping all benefits as in project 1</a:t>
              </a:r>
            </a:p>
          </p:txBody>
        </p:sp>
      </p:grpSp>
      <p:grpSp>
        <p:nvGrpSpPr>
          <p:cNvPr id="11" name="Group 10">
            <a:extLst>
              <a:ext uri="{FF2B5EF4-FFF2-40B4-BE49-F238E27FC236}">
                <a16:creationId xmlns:a16="http://schemas.microsoft.com/office/drawing/2014/main" id="{5F4FB8A1-EC82-CBBD-0EA4-7DB0C1353E51}"/>
              </a:ext>
            </a:extLst>
          </p:cNvPr>
          <p:cNvGrpSpPr/>
          <p:nvPr/>
        </p:nvGrpSpPr>
        <p:grpSpPr>
          <a:xfrm>
            <a:off x="110553" y="3588097"/>
            <a:ext cx="11953929" cy="2178220"/>
            <a:chOff x="110553" y="3588097"/>
            <a:chExt cx="11953929" cy="2178220"/>
          </a:xfrm>
        </p:grpSpPr>
        <p:sp>
          <p:nvSpPr>
            <p:cNvPr id="12" name="Rectangle: Rounded Corners 16">
              <a:extLst>
                <a:ext uri="{FF2B5EF4-FFF2-40B4-BE49-F238E27FC236}">
                  <a16:creationId xmlns:a16="http://schemas.microsoft.com/office/drawing/2014/main" id="{8C89612D-C933-FDC8-FE15-4BBA860CBDAE}"/>
                </a:ext>
              </a:extLst>
            </p:cNvPr>
            <p:cNvSpPr/>
            <p:nvPr/>
          </p:nvSpPr>
          <p:spPr>
            <a:xfrm>
              <a:off x="110553" y="3627344"/>
              <a:ext cx="11953929" cy="2138973"/>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13" name="TextBox 12">
              <a:extLst>
                <a:ext uri="{FF2B5EF4-FFF2-40B4-BE49-F238E27FC236}">
                  <a16:creationId xmlns:a16="http://schemas.microsoft.com/office/drawing/2014/main" id="{87022834-7F4B-E270-90BD-F69199994708}"/>
                </a:ext>
              </a:extLst>
            </p:cNvPr>
            <p:cNvSpPr txBox="1"/>
            <p:nvPr/>
          </p:nvSpPr>
          <p:spPr>
            <a:xfrm>
              <a:off x="194734" y="3588097"/>
              <a:ext cx="11802533" cy="2103204"/>
            </a:xfrm>
            <a:prstGeom prst="rect">
              <a:avLst/>
            </a:prstGeom>
            <a:noFill/>
          </p:spPr>
          <p:txBody>
            <a:bodyPr wrap="square">
              <a:spAutoFit/>
            </a:bodyPr>
            <a:lstStyle/>
            <a:p>
              <a:pPr marL="457200" indent="-457200" algn="ctr">
                <a:buFont typeface="Wingdings" panose="05000000000000000000" pitchFamily="2" charset="2"/>
                <a:buChar char="q"/>
              </a:pPr>
              <a:r>
                <a:rPr lang="en-US" sz="2667" b="1" u="sng" dirty="0">
                  <a:solidFill>
                    <a:srgbClr val="00B050"/>
                  </a:solidFill>
                </a:rPr>
                <a:t>Key Outcomes</a:t>
              </a:r>
            </a:p>
            <a:p>
              <a:pPr algn="just"/>
              <a:endParaRPr lang="en-US" sz="2400" b="1" dirty="0">
                <a:solidFill>
                  <a:srgbClr val="002060"/>
                </a:solidFill>
              </a:endParaRPr>
            </a:p>
            <a:p>
              <a:pPr algn="just"/>
              <a:r>
                <a:rPr lang="en-US" sz="2000" b="1" dirty="0">
                  <a:solidFill>
                    <a:srgbClr val="002060"/>
                  </a:solidFill>
                </a:rPr>
                <a:t>Neeraj Mishra</a:t>
              </a:r>
              <a:r>
                <a:rPr lang="en-US" sz="2000" dirty="0">
                  <a:solidFill>
                    <a:srgbClr val="002060"/>
                  </a:solidFill>
                </a:rPr>
                <a:t>, L. M. Dani, </a:t>
              </a:r>
              <a:r>
                <a:rPr lang="en-US" sz="2000" dirty="0" err="1">
                  <a:solidFill>
                    <a:srgbClr val="002060"/>
                  </a:solidFill>
                </a:rPr>
                <a:t>S.Chakraborty</a:t>
              </a:r>
              <a:r>
                <a:rPr lang="en-US" sz="2000" dirty="0">
                  <a:solidFill>
                    <a:srgbClr val="002060"/>
                  </a:solidFill>
                </a:rPr>
                <a:t>, R. V. Joshi and A. </a:t>
              </a:r>
              <a:r>
                <a:rPr lang="en-US" sz="2000" dirty="0" err="1">
                  <a:solidFill>
                    <a:srgbClr val="002060"/>
                  </a:solidFill>
                </a:rPr>
                <a:t>Bulusu</a:t>
              </a:r>
              <a:r>
                <a:rPr lang="en-US" sz="2000" dirty="0">
                  <a:solidFill>
                    <a:srgbClr val="002060"/>
                  </a:solidFill>
                </a:rPr>
                <a:t>, "</a:t>
              </a:r>
              <a:r>
                <a:rPr lang="en-US" sz="2000" b="1" dirty="0">
                  <a:solidFill>
                    <a:srgbClr val="0070C0"/>
                  </a:solidFill>
                </a:rPr>
                <a:t>Delay Modulation in Separately Driven Delay Cells Utilized for the Generation of High-Performance Multiphase Signals Using ROs</a:t>
              </a:r>
              <a:r>
                <a:rPr lang="en-US" sz="2000" b="1" dirty="0">
                  <a:solidFill>
                    <a:srgbClr val="002060"/>
                  </a:solidFill>
                </a:rPr>
                <a:t>," in </a:t>
              </a:r>
              <a:r>
                <a:rPr lang="en-US" sz="2000" b="1" i="1" dirty="0">
                  <a:solidFill>
                    <a:srgbClr val="002060"/>
                  </a:solidFill>
                </a:rPr>
                <a:t>IEEE Transactions on Circuits and Systems II: Express Briefs</a:t>
              </a:r>
              <a:r>
                <a:rPr lang="en-US" sz="2000" dirty="0">
                  <a:solidFill>
                    <a:srgbClr val="002060"/>
                  </a:solidFill>
                </a:rPr>
                <a:t>, vol. 69, no. 1, pp. 30-34, Jan. 2022, (</a:t>
              </a:r>
              <a:r>
                <a:rPr lang="en-US" sz="2000" b="1" dirty="0">
                  <a:solidFill>
                    <a:srgbClr val="FF0000"/>
                  </a:solidFill>
                </a:rPr>
                <a:t>Appeared in 50 Popular Articles</a:t>
              </a:r>
              <a:r>
                <a:rPr lang="en-US" sz="2000" dirty="0">
                  <a:solidFill>
                    <a:srgbClr val="002060"/>
                  </a:solidFill>
                </a:rPr>
                <a:t>).</a:t>
              </a:r>
            </a:p>
          </p:txBody>
        </p:sp>
      </p:grpSp>
      <p:grpSp>
        <p:nvGrpSpPr>
          <p:cNvPr id="14" name="Group 13">
            <a:extLst>
              <a:ext uri="{FF2B5EF4-FFF2-40B4-BE49-F238E27FC236}">
                <a16:creationId xmlns:a16="http://schemas.microsoft.com/office/drawing/2014/main" id="{47B57863-78E7-CADF-B51E-F27D69D34691}"/>
              </a:ext>
            </a:extLst>
          </p:cNvPr>
          <p:cNvGrpSpPr/>
          <p:nvPr/>
        </p:nvGrpSpPr>
        <p:grpSpPr>
          <a:xfrm>
            <a:off x="4599992" y="419877"/>
            <a:ext cx="3369258" cy="559837"/>
            <a:chOff x="4599992" y="419877"/>
            <a:chExt cx="2991165" cy="559837"/>
          </a:xfrm>
        </p:grpSpPr>
        <p:sp>
          <p:nvSpPr>
            <p:cNvPr id="15" name="Rectangle: Rounded Corners 8">
              <a:extLst>
                <a:ext uri="{FF2B5EF4-FFF2-40B4-BE49-F238E27FC236}">
                  <a16:creationId xmlns:a16="http://schemas.microsoft.com/office/drawing/2014/main" id="{C042F574-D560-A8E0-57F4-B0EBA85AF6BF}"/>
                </a:ext>
              </a:extLst>
            </p:cNvPr>
            <p:cNvSpPr/>
            <p:nvPr/>
          </p:nvSpPr>
          <p:spPr>
            <a:xfrm>
              <a:off x="4599992" y="419877"/>
              <a:ext cx="2985796" cy="559837"/>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BE">
                <a:solidFill>
                  <a:srgbClr val="002060"/>
                </a:solidFill>
              </a:endParaRPr>
            </a:p>
          </p:txBody>
        </p:sp>
        <p:sp>
          <p:nvSpPr>
            <p:cNvPr id="16" name="TextBox 15">
              <a:extLst>
                <a:ext uri="{FF2B5EF4-FFF2-40B4-BE49-F238E27FC236}">
                  <a16:creationId xmlns:a16="http://schemas.microsoft.com/office/drawing/2014/main" id="{DB91A1EA-20FA-2EEE-1857-74EBA702AE0E}"/>
                </a:ext>
              </a:extLst>
            </p:cNvPr>
            <p:cNvSpPr txBox="1"/>
            <p:nvPr/>
          </p:nvSpPr>
          <p:spPr>
            <a:xfrm>
              <a:off x="4600851" y="431409"/>
              <a:ext cx="2990306" cy="502766"/>
            </a:xfrm>
            <a:prstGeom prst="rect">
              <a:avLst/>
            </a:prstGeom>
            <a:noFill/>
          </p:spPr>
          <p:txBody>
            <a:bodyPr wrap="none" rtlCol="0">
              <a:spAutoFit/>
            </a:bodyPr>
            <a:lstStyle/>
            <a:p>
              <a:pPr algn="ctr"/>
              <a:r>
                <a:rPr lang="en-US" sz="2667" b="1" u="sng" dirty="0">
                  <a:solidFill>
                    <a:srgbClr val="00B050"/>
                  </a:solidFill>
                </a:rPr>
                <a:t>Research Problem 2</a:t>
              </a:r>
              <a:endParaRPr lang="en-BE" sz="2667" b="1" u="sng" dirty="0" err="1">
                <a:solidFill>
                  <a:srgbClr val="00B050"/>
                </a:solidFill>
              </a:endParaRPr>
            </a:p>
          </p:txBody>
        </p:sp>
      </p:grpSp>
    </p:spTree>
    <p:extLst>
      <p:ext uri="{BB962C8B-B14F-4D97-AF65-F5344CB8AC3E}">
        <p14:creationId xmlns:p14="http://schemas.microsoft.com/office/powerpoint/2010/main" val="2270994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7890B1-A3C1-4F26-90B1-A4BFF61EE330}"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51</a:t>
            </a:fld>
            <a:endParaRPr lang="en-BE"/>
          </a:p>
        </p:txBody>
      </p:sp>
      <p:sp>
        <p:nvSpPr>
          <p:cNvPr id="5" name="Rectangle 4">
            <a:extLst>
              <a:ext uri="{FF2B5EF4-FFF2-40B4-BE49-F238E27FC236}">
                <a16:creationId xmlns:a16="http://schemas.microsoft.com/office/drawing/2014/main" id="{CC140B7F-097A-149F-A0CC-5B0B0134743F}"/>
              </a:ext>
            </a:extLst>
          </p:cNvPr>
          <p:cNvSpPr/>
          <p:nvPr/>
        </p:nvSpPr>
        <p:spPr>
          <a:xfrm>
            <a:off x="6447608" y="1118684"/>
            <a:ext cx="5583921" cy="2310316"/>
          </a:xfrm>
          <a:prstGeom prst="rect">
            <a:avLst/>
          </a:prstGeom>
          <a:solidFill>
            <a:srgbClr val="FFFFFF">
              <a:lumMod val="95000"/>
            </a:srgbClr>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8C9C5234-ECC3-10E4-53E5-74ED5DEF733D}"/>
              </a:ext>
            </a:extLst>
          </p:cNvPr>
          <p:cNvGrpSpPr/>
          <p:nvPr/>
        </p:nvGrpSpPr>
        <p:grpSpPr>
          <a:xfrm>
            <a:off x="509713" y="1292002"/>
            <a:ext cx="4571200" cy="2876550"/>
            <a:chOff x="140654" y="1298499"/>
            <a:chExt cx="4571200" cy="2876550"/>
          </a:xfrm>
        </p:grpSpPr>
        <p:grpSp>
          <p:nvGrpSpPr>
            <p:cNvPr id="7" name="Group 6">
              <a:extLst>
                <a:ext uri="{FF2B5EF4-FFF2-40B4-BE49-F238E27FC236}">
                  <a16:creationId xmlns:a16="http://schemas.microsoft.com/office/drawing/2014/main" id="{CD9959FE-52E1-1123-0AA6-F4378DF35BB2}"/>
                </a:ext>
              </a:extLst>
            </p:cNvPr>
            <p:cNvGrpSpPr/>
            <p:nvPr/>
          </p:nvGrpSpPr>
          <p:grpSpPr>
            <a:xfrm>
              <a:off x="140654" y="1298499"/>
              <a:ext cx="4571200" cy="2876550"/>
              <a:chOff x="1716066" y="1838325"/>
              <a:chExt cx="4571200" cy="2876550"/>
            </a:xfrm>
          </p:grpSpPr>
          <p:sp>
            <p:nvSpPr>
              <p:cNvPr id="12" name="Rounded Rectangle 87">
                <a:extLst>
                  <a:ext uri="{FF2B5EF4-FFF2-40B4-BE49-F238E27FC236}">
                    <a16:creationId xmlns:a16="http://schemas.microsoft.com/office/drawing/2014/main" id="{0458C0B6-0D32-4F5A-A5C9-60A4E36EEE02}"/>
                  </a:ext>
                </a:extLst>
              </p:cNvPr>
              <p:cNvSpPr/>
              <p:nvPr/>
            </p:nvSpPr>
            <p:spPr>
              <a:xfrm>
                <a:off x="1716066" y="1838325"/>
                <a:ext cx="4571200" cy="2876550"/>
              </a:xfrm>
              <a:prstGeom prst="roundRect">
                <a:avLst/>
              </a:prstGeom>
              <a:solidFill>
                <a:srgbClr val="FBE5D6"/>
              </a:solidFill>
              <a:ln w="25400" cap="flat" cmpd="sng" algn="ctr">
                <a:solidFill>
                  <a:srgbClr val="002060"/>
                </a:solidFill>
                <a:prstDash val="solid"/>
              </a:ln>
              <a:effectLst/>
            </p:spPr>
            <p:txBody>
              <a:bodyPr rtlCol="0" anchor="ctr"/>
              <a:lstStyle/>
              <a:p>
                <a:pPr algn="ctr" eaLnBrk="0" fontAlgn="base" hangingPunct="0">
                  <a:spcBef>
                    <a:spcPct val="0"/>
                  </a:spcBef>
                  <a:spcAft>
                    <a:spcPct val="0"/>
                  </a:spcAft>
                  <a:defRPr/>
                </a:pPr>
                <a:endParaRPr lang="en-IN" kern="0">
                  <a:solidFill>
                    <a:prstClr val="white"/>
                  </a:solidFill>
                  <a:latin typeface="Calibri"/>
                </a:endParaRPr>
              </a:p>
            </p:txBody>
          </p:sp>
          <p:sp>
            <p:nvSpPr>
              <p:cNvPr id="13" name="Rectangle 12">
                <a:extLst>
                  <a:ext uri="{FF2B5EF4-FFF2-40B4-BE49-F238E27FC236}">
                    <a16:creationId xmlns:a16="http://schemas.microsoft.com/office/drawing/2014/main" id="{76F6953C-E77B-2B48-807C-B739870BCEA6}"/>
                  </a:ext>
                </a:extLst>
              </p:cNvPr>
              <p:cNvSpPr/>
              <p:nvPr/>
            </p:nvSpPr>
            <p:spPr>
              <a:xfrm>
                <a:off x="1871514" y="3219751"/>
                <a:ext cx="1843042" cy="1155865"/>
              </a:xfrm>
              <a:prstGeom prst="rect">
                <a:avLst/>
              </a:prstGeom>
              <a:solidFill>
                <a:sysClr val="window" lastClr="FFFFFF">
                  <a:lumMod val="95000"/>
                </a:sysClr>
              </a:solidFill>
              <a:ln w="25400" cap="flat" cmpd="sng" algn="ctr">
                <a:solidFill>
                  <a:srgbClr val="4F81BD">
                    <a:shade val="50000"/>
                  </a:srgbClr>
                </a:solidFill>
                <a:prstDash val="sysDash"/>
              </a:ln>
              <a:effectLst/>
            </p:spPr>
            <p:txBody>
              <a:bodyPr rtlCol="0" anchor="ctr"/>
              <a:lstStyle/>
              <a:p>
                <a:pPr algn="ctr" eaLnBrk="0" fontAlgn="base" hangingPunct="0">
                  <a:spcBef>
                    <a:spcPct val="0"/>
                  </a:spcBef>
                  <a:spcAft>
                    <a:spcPct val="0"/>
                  </a:spcAft>
                  <a:defRPr/>
                </a:pPr>
                <a:endParaRPr lang="en-IN" kern="0">
                  <a:solidFill>
                    <a:prstClr val="white"/>
                  </a:solidFill>
                  <a:latin typeface="Calibri"/>
                </a:endParaRPr>
              </a:p>
            </p:txBody>
          </p:sp>
          <p:sp>
            <p:nvSpPr>
              <p:cNvPr id="14" name="Rectangle 13">
                <a:extLst>
                  <a:ext uri="{FF2B5EF4-FFF2-40B4-BE49-F238E27FC236}">
                    <a16:creationId xmlns:a16="http://schemas.microsoft.com/office/drawing/2014/main" id="{54F3CFB3-95C4-D82B-9188-5BAAB1958950}"/>
                  </a:ext>
                </a:extLst>
              </p:cNvPr>
              <p:cNvSpPr/>
              <p:nvPr/>
            </p:nvSpPr>
            <p:spPr>
              <a:xfrm>
                <a:off x="4519560" y="2710543"/>
                <a:ext cx="1663274" cy="1155865"/>
              </a:xfrm>
              <a:prstGeom prst="rect">
                <a:avLst/>
              </a:prstGeom>
              <a:solidFill>
                <a:sysClr val="window" lastClr="FFFFFF">
                  <a:lumMod val="95000"/>
                </a:sysClr>
              </a:solidFill>
              <a:ln w="25400" cap="flat" cmpd="sng" algn="ctr">
                <a:solidFill>
                  <a:srgbClr val="4F81BD">
                    <a:shade val="50000"/>
                  </a:srgbClr>
                </a:solidFill>
                <a:prstDash val="sysDash"/>
              </a:ln>
              <a:effectLst/>
            </p:spPr>
            <p:txBody>
              <a:bodyPr rtlCol="0" anchor="ctr"/>
              <a:lstStyle/>
              <a:p>
                <a:pPr algn="ctr" eaLnBrk="0" fontAlgn="base" hangingPunct="0">
                  <a:spcBef>
                    <a:spcPct val="0"/>
                  </a:spcBef>
                  <a:spcAft>
                    <a:spcPct val="0"/>
                  </a:spcAft>
                  <a:defRPr/>
                </a:pPr>
                <a:endParaRPr lang="en-IN" kern="0">
                  <a:solidFill>
                    <a:prstClr val="white"/>
                  </a:solidFill>
                  <a:latin typeface="Calibri"/>
                </a:endParaRPr>
              </a:p>
            </p:txBody>
          </p:sp>
          <p:sp>
            <p:nvSpPr>
              <p:cNvPr id="15" name="Rectangle 14">
                <a:extLst>
                  <a:ext uri="{FF2B5EF4-FFF2-40B4-BE49-F238E27FC236}">
                    <a16:creationId xmlns:a16="http://schemas.microsoft.com/office/drawing/2014/main" id="{2EF75531-C2A5-67AC-3D4C-76E1D708471D}"/>
                  </a:ext>
                </a:extLst>
              </p:cNvPr>
              <p:cNvSpPr/>
              <p:nvPr/>
            </p:nvSpPr>
            <p:spPr>
              <a:xfrm>
                <a:off x="1847311" y="1979493"/>
                <a:ext cx="1843042" cy="1155865"/>
              </a:xfrm>
              <a:prstGeom prst="rect">
                <a:avLst/>
              </a:prstGeom>
              <a:solidFill>
                <a:sysClr val="window" lastClr="FFFFFF">
                  <a:lumMod val="95000"/>
                </a:sysClr>
              </a:solidFill>
              <a:ln w="25400" cap="flat" cmpd="sng" algn="ctr">
                <a:solidFill>
                  <a:srgbClr val="4F81BD">
                    <a:shade val="50000"/>
                  </a:srgbClr>
                </a:solidFill>
                <a:prstDash val="sysDash"/>
              </a:ln>
              <a:effectLst/>
            </p:spPr>
            <p:txBody>
              <a:bodyPr rtlCol="0" anchor="ctr"/>
              <a:lstStyle/>
              <a:p>
                <a:pPr algn="ctr" eaLnBrk="0" fontAlgn="base" hangingPunct="0">
                  <a:spcBef>
                    <a:spcPct val="0"/>
                  </a:spcBef>
                  <a:spcAft>
                    <a:spcPct val="0"/>
                  </a:spcAft>
                  <a:defRPr/>
                </a:pPr>
                <a:endParaRPr lang="en-IN" kern="0">
                  <a:solidFill>
                    <a:prstClr val="white"/>
                  </a:solidFill>
                  <a:latin typeface="Calibri"/>
                </a:endParaRPr>
              </a:p>
            </p:txBody>
          </p:sp>
          <p:sp>
            <p:nvSpPr>
              <p:cNvPr id="16" name="Rectangle 15">
                <a:extLst>
                  <a:ext uri="{FF2B5EF4-FFF2-40B4-BE49-F238E27FC236}">
                    <a16:creationId xmlns:a16="http://schemas.microsoft.com/office/drawing/2014/main" id="{779F8320-D4D2-6C45-B695-C71A8989E54A}"/>
                  </a:ext>
                </a:extLst>
              </p:cNvPr>
              <p:cNvSpPr/>
              <p:nvPr/>
            </p:nvSpPr>
            <p:spPr>
              <a:xfrm>
                <a:off x="2779501" y="2132866"/>
                <a:ext cx="84016" cy="2020390"/>
              </a:xfrm>
              <a:prstGeom prst="rect">
                <a:avLst/>
              </a:prstGeom>
              <a:solidFill>
                <a:sysClr val="window" lastClr="FFFFFF"/>
              </a:solidFill>
              <a:ln w="19050" cap="flat" cmpd="sng" algn="ctr">
                <a:solidFill>
                  <a:srgbClr val="FFC000"/>
                </a:solidFill>
                <a:prstDash val="sysDot"/>
              </a:ln>
              <a:effectLst/>
            </p:spPr>
            <p:txBody>
              <a:bodyPr rtlCol="0" anchor="ctr"/>
              <a:lstStyle/>
              <a:p>
                <a:pPr algn="ctr" eaLnBrk="0" fontAlgn="base" hangingPunct="0">
                  <a:spcBef>
                    <a:spcPct val="0"/>
                  </a:spcBef>
                  <a:spcAft>
                    <a:spcPct val="0"/>
                  </a:spcAft>
                  <a:defRPr/>
                </a:pPr>
                <a:endParaRPr lang="en-IN" kern="0">
                  <a:solidFill>
                    <a:prstClr val="white"/>
                  </a:solidFill>
                  <a:latin typeface="Calibri"/>
                </a:endParaRPr>
              </a:p>
            </p:txBody>
          </p:sp>
          <p:sp>
            <p:nvSpPr>
              <p:cNvPr id="17" name="Rectangle 16">
                <a:extLst>
                  <a:ext uri="{FF2B5EF4-FFF2-40B4-BE49-F238E27FC236}">
                    <a16:creationId xmlns:a16="http://schemas.microsoft.com/office/drawing/2014/main" id="{9CABB55B-80D9-C377-DC49-318B86909143}"/>
                  </a:ext>
                </a:extLst>
              </p:cNvPr>
              <p:cNvSpPr/>
              <p:nvPr/>
            </p:nvSpPr>
            <p:spPr>
              <a:xfrm>
                <a:off x="2159150" y="2224854"/>
                <a:ext cx="181312" cy="1904640"/>
              </a:xfrm>
              <a:prstGeom prst="rect">
                <a:avLst/>
              </a:prstGeom>
              <a:solidFill>
                <a:sysClr val="window" lastClr="FFFFFF"/>
              </a:solidFill>
              <a:ln w="19050" cap="flat" cmpd="sng" algn="ctr">
                <a:solidFill>
                  <a:srgbClr val="002060"/>
                </a:solidFill>
                <a:prstDash val="sysDot"/>
              </a:ln>
              <a:effectLst/>
            </p:spPr>
            <p:txBody>
              <a:bodyPr rtlCol="0" anchor="ctr"/>
              <a:lstStyle/>
              <a:p>
                <a:pPr algn="ctr" eaLnBrk="0" fontAlgn="base" hangingPunct="0">
                  <a:spcBef>
                    <a:spcPct val="0"/>
                  </a:spcBef>
                  <a:spcAft>
                    <a:spcPct val="0"/>
                  </a:spcAft>
                  <a:defRPr/>
                </a:pPr>
                <a:endParaRPr lang="en-IN" kern="0">
                  <a:solidFill>
                    <a:prstClr val="white"/>
                  </a:solidFill>
                  <a:latin typeface="Calibri"/>
                </a:endParaRPr>
              </a:p>
            </p:txBody>
          </p:sp>
          <p:sp>
            <p:nvSpPr>
              <p:cNvPr id="18" name="Rectangle 17">
                <a:extLst>
                  <a:ext uri="{FF2B5EF4-FFF2-40B4-BE49-F238E27FC236}">
                    <a16:creationId xmlns:a16="http://schemas.microsoft.com/office/drawing/2014/main" id="{76873FB0-758F-37E1-9164-A3C888650E34}"/>
                  </a:ext>
                </a:extLst>
              </p:cNvPr>
              <p:cNvSpPr/>
              <p:nvPr/>
            </p:nvSpPr>
            <p:spPr>
              <a:xfrm>
                <a:off x="2377671" y="2248616"/>
                <a:ext cx="233077" cy="1904640"/>
              </a:xfrm>
              <a:prstGeom prst="rect">
                <a:avLst/>
              </a:prstGeom>
              <a:solidFill>
                <a:sysClr val="window" lastClr="FFFFFF"/>
              </a:solidFill>
              <a:ln w="19050" cap="flat" cmpd="sng" algn="ctr">
                <a:solidFill>
                  <a:srgbClr val="00B050"/>
                </a:solidFill>
                <a:prstDash val="sysDot"/>
              </a:ln>
              <a:effectLst/>
            </p:spPr>
            <p:txBody>
              <a:bodyPr rtlCol="0" anchor="ctr"/>
              <a:lstStyle/>
              <a:p>
                <a:pPr algn="ctr" eaLnBrk="0" fontAlgn="base" hangingPunct="0">
                  <a:spcBef>
                    <a:spcPct val="0"/>
                  </a:spcBef>
                  <a:spcAft>
                    <a:spcPct val="0"/>
                  </a:spcAft>
                  <a:defRPr/>
                </a:pPr>
                <a:endParaRPr lang="en-IN" kern="0">
                  <a:solidFill>
                    <a:prstClr val="white"/>
                  </a:solidFill>
                  <a:latin typeface="Calibri"/>
                </a:endParaRPr>
              </a:p>
            </p:txBody>
          </p:sp>
          <p:sp>
            <p:nvSpPr>
              <p:cNvPr id="19" name="Rectangle 272">
                <a:extLst>
                  <a:ext uri="{FF2B5EF4-FFF2-40B4-BE49-F238E27FC236}">
                    <a16:creationId xmlns:a16="http://schemas.microsoft.com/office/drawing/2014/main" id="{F1BDFDB0-6B0F-EE24-7E13-AD9AEC3FD9F4}"/>
                  </a:ext>
                </a:extLst>
              </p:cNvPr>
              <p:cNvSpPr>
                <a:spLocks noChangeArrowheads="1"/>
              </p:cNvSpPr>
              <p:nvPr/>
            </p:nvSpPr>
            <p:spPr bwMode="auto">
              <a:xfrm>
                <a:off x="5187904" y="2606205"/>
                <a:ext cx="5540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O</a:t>
                </a:r>
                <a:r>
                  <a:rPr lang="en-US" sz="1200" b="1" i="1" kern="0" baseline="-25000">
                    <a:solidFill>
                      <a:prstClr val="black"/>
                    </a:solidFill>
                    <a:latin typeface="Calibri"/>
                    <a:cs typeface="Times New Roman" panose="02020603050405020304" pitchFamily="18" charset="0"/>
                  </a:rPr>
                  <a:t>6</a:t>
                </a:r>
              </a:p>
            </p:txBody>
          </p:sp>
          <p:sp>
            <p:nvSpPr>
              <p:cNvPr id="20" name="Rectangle 272">
                <a:extLst>
                  <a:ext uri="{FF2B5EF4-FFF2-40B4-BE49-F238E27FC236}">
                    <a16:creationId xmlns:a16="http://schemas.microsoft.com/office/drawing/2014/main" id="{87298CFF-AFB9-5713-6BF1-E0A875DC563A}"/>
                  </a:ext>
                </a:extLst>
              </p:cNvPr>
              <p:cNvSpPr>
                <a:spLocks noChangeArrowheads="1"/>
              </p:cNvSpPr>
              <p:nvPr/>
            </p:nvSpPr>
            <p:spPr bwMode="auto">
              <a:xfrm>
                <a:off x="4925406" y="3537720"/>
                <a:ext cx="5540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O</a:t>
                </a:r>
                <a:r>
                  <a:rPr lang="en-US" sz="1200" b="1" i="1" kern="0" baseline="-25000">
                    <a:solidFill>
                      <a:prstClr val="black"/>
                    </a:solidFill>
                    <a:latin typeface="Calibri"/>
                    <a:cs typeface="Times New Roman" panose="02020603050405020304" pitchFamily="18" charset="0"/>
                  </a:rPr>
                  <a:t>2</a:t>
                </a:r>
              </a:p>
            </p:txBody>
          </p:sp>
          <p:cxnSp>
            <p:nvCxnSpPr>
              <p:cNvPr id="21" name="Straight Arrow Connector 20">
                <a:extLst>
                  <a:ext uri="{FF2B5EF4-FFF2-40B4-BE49-F238E27FC236}">
                    <a16:creationId xmlns:a16="http://schemas.microsoft.com/office/drawing/2014/main" id="{50B4831B-E2E3-DD01-6B96-A41A992962A5}"/>
                  </a:ext>
                </a:extLst>
              </p:cNvPr>
              <p:cNvCxnSpPr/>
              <p:nvPr/>
            </p:nvCxnSpPr>
            <p:spPr bwMode="auto">
              <a:xfrm>
                <a:off x="3899445" y="2432924"/>
                <a:ext cx="195069" cy="0"/>
              </a:xfrm>
              <a:prstGeom prst="straightConnector1">
                <a:avLst/>
              </a:prstGeom>
              <a:noFill/>
              <a:ln w="25400" cap="rnd" cmpd="sng" algn="ctr">
                <a:solidFill>
                  <a:sysClr val="windowText" lastClr="000000"/>
                </a:solidFill>
                <a:prstDash val="solid"/>
                <a:round/>
                <a:headEnd type="triangle" w="med" len="med"/>
              </a:ln>
              <a:effectLst/>
            </p:spPr>
          </p:cxnSp>
          <p:cxnSp>
            <p:nvCxnSpPr>
              <p:cNvPr id="22" name="Straight Connector 21">
                <a:extLst>
                  <a:ext uri="{FF2B5EF4-FFF2-40B4-BE49-F238E27FC236}">
                    <a16:creationId xmlns:a16="http://schemas.microsoft.com/office/drawing/2014/main" id="{44C82425-0BDD-6C8B-56BF-49127FA180B7}"/>
                  </a:ext>
                </a:extLst>
              </p:cNvPr>
              <p:cNvCxnSpPr/>
              <p:nvPr/>
            </p:nvCxnSpPr>
            <p:spPr bwMode="auto">
              <a:xfrm flipV="1">
                <a:off x="3899445" y="2384367"/>
                <a:ext cx="0" cy="339903"/>
              </a:xfrm>
              <a:prstGeom prst="line">
                <a:avLst/>
              </a:prstGeom>
              <a:noFill/>
              <a:ln w="25400" cap="rnd" cmpd="sng" algn="ctr">
                <a:solidFill>
                  <a:sysClr val="windowText" lastClr="000000"/>
                </a:solidFill>
                <a:prstDash val="solid"/>
              </a:ln>
              <a:effectLst/>
            </p:spPr>
          </p:cxnSp>
          <p:cxnSp>
            <p:nvCxnSpPr>
              <p:cNvPr id="23" name="Straight Arrow Connector 22">
                <a:extLst>
                  <a:ext uri="{FF2B5EF4-FFF2-40B4-BE49-F238E27FC236}">
                    <a16:creationId xmlns:a16="http://schemas.microsoft.com/office/drawing/2014/main" id="{55EFD129-64EC-5375-47EA-F357A61DAD64}"/>
                  </a:ext>
                </a:extLst>
              </p:cNvPr>
              <p:cNvCxnSpPr/>
              <p:nvPr/>
            </p:nvCxnSpPr>
            <p:spPr bwMode="auto">
              <a:xfrm>
                <a:off x="3899445" y="2675712"/>
                <a:ext cx="195069" cy="0"/>
              </a:xfrm>
              <a:prstGeom prst="straightConnector1">
                <a:avLst/>
              </a:prstGeom>
              <a:noFill/>
              <a:ln w="25400" cap="rnd" cmpd="sng" algn="ctr">
                <a:solidFill>
                  <a:sysClr val="windowText" lastClr="000000"/>
                </a:solidFill>
                <a:prstDash val="solid"/>
                <a:headEnd type="none"/>
                <a:tailEnd type="none"/>
              </a:ln>
              <a:effectLst/>
            </p:spPr>
          </p:cxnSp>
          <p:cxnSp>
            <p:nvCxnSpPr>
              <p:cNvPr id="24" name="Straight Connector 23">
                <a:extLst>
                  <a:ext uri="{FF2B5EF4-FFF2-40B4-BE49-F238E27FC236}">
                    <a16:creationId xmlns:a16="http://schemas.microsoft.com/office/drawing/2014/main" id="{954EA368-64DC-0FC1-DFF0-0112F48FB07A}"/>
                  </a:ext>
                </a:extLst>
              </p:cNvPr>
              <p:cNvCxnSpPr/>
              <p:nvPr/>
            </p:nvCxnSpPr>
            <p:spPr bwMode="auto">
              <a:xfrm flipV="1">
                <a:off x="3811857" y="2432924"/>
                <a:ext cx="0" cy="242788"/>
              </a:xfrm>
              <a:prstGeom prst="line">
                <a:avLst/>
              </a:prstGeom>
              <a:noFill/>
              <a:ln w="50800" cap="sq" cmpd="sng" algn="ctr">
                <a:solidFill>
                  <a:sysClr val="windowText" lastClr="000000"/>
                </a:solidFill>
                <a:prstDash val="solid"/>
              </a:ln>
              <a:effectLst/>
            </p:spPr>
          </p:cxnSp>
          <p:cxnSp>
            <p:nvCxnSpPr>
              <p:cNvPr id="25" name="Straight Arrow Connector 24">
                <a:extLst>
                  <a:ext uri="{FF2B5EF4-FFF2-40B4-BE49-F238E27FC236}">
                    <a16:creationId xmlns:a16="http://schemas.microsoft.com/office/drawing/2014/main" id="{AF39B667-2D2F-2AE0-5BF9-29BAF9187E3E}"/>
                  </a:ext>
                </a:extLst>
              </p:cNvPr>
              <p:cNvCxnSpPr/>
              <p:nvPr/>
            </p:nvCxnSpPr>
            <p:spPr bwMode="auto">
              <a:xfrm>
                <a:off x="3899445" y="3827851"/>
                <a:ext cx="195069" cy="0"/>
              </a:xfrm>
              <a:prstGeom prst="straightConnector1">
                <a:avLst/>
              </a:prstGeom>
              <a:noFill/>
              <a:ln w="25400" cap="rnd" cmpd="sng" algn="ctr">
                <a:solidFill>
                  <a:sysClr val="windowText" lastClr="000000"/>
                </a:solidFill>
                <a:prstDash val="solid"/>
              </a:ln>
              <a:effectLst/>
            </p:spPr>
          </p:cxnSp>
          <p:cxnSp>
            <p:nvCxnSpPr>
              <p:cNvPr id="26" name="Straight Connector 25">
                <a:extLst>
                  <a:ext uri="{FF2B5EF4-FFF2-40B4-BE49-F238E27FC236}">
                    <a16:creationId xmlns:a16="http://schemas.microsoft.com/office/drawing/2014/main" id="{E86622A0-5E70-91AF-44CC-93EEE34E9D8C}"/>
                  </a:ext>
                </a:extLst>
              </p:cNvPr>
              <p:cNvCxnSpPr/>
              <p:nvPr/>
            </p:nvCxnSpPr>
            <p:spPr bwMode="auto">
              <a:xfrm flipV="1">
                <a:off x="3899445" y="3779292"/>
                <a:ext cx="0" cy="339903"/>
              </a:xfrm>
              <a:prstGeom prst="line">
                <a:avLst/>
              </a:prstGeom>
              <a:noFill/>
              <a:ln w="25400" cap="rnd" cmpd="sng" algn="ctr">
                <a:solidFill>
                  <a:sysClr val="windowText" lastClr="000000"/>
                </a:solidFill>
                <a:prstDash val="solid"/>
              </a:ln>
              <a:effectLst/>
            </p:spPr>
          </p:cxnSp>
          <p:cxnSp>
            <p:nvCxnSpPr>
              <p:cNvPr id="27" name="Straight Connector 26">
                <a:extLst>
                  <a:ext uri="{FF2B5EF4-FFF2-40B4-BE49-F238E27FC236}">
                    <a16:creationId xmlns:a16="http://schemas.microsoft.com/office/drawing/2014/main" id="{E0338836-8914-FDC6-4554-15766B263D81}"/>
                  </a:ext>
                </a:extLst>
              </p:cNvPr>
              <p:cNvCxnSpPr/>
              <p:nvPr/>
            </p:nvCxnSpPr>
            <p:spPr bwMode="auto">
              <a:xfrm flipV="1">
                <a:off x="3815739" y="3827851"/>
                <a:ext cx="0" cy="242788"/>
              </a:xfrm>
              <a:prstGeom prst="line">
                <a:avLst/>
              </a:prstGeom>
              <a:noFill/>
              <a:ln w="50800" cap="sq" cmpd="sng" algn="ctr">
                <a:solidFill>
                  <a:sysClr val="windowText" lastClr="000000"/>
                </a:solidFill>
                <a:prstDash val="solid"/>
              </a:ln>
              <a:effectLst/>
            </p:spPr>
          </p:cxnSp>
          <p:cxnSp>
            <p:nvCxnSpPr>
              <p:cNvPr id="28" name="Straight Connector 27">
                <a:extLst>
                  <a:ext uri="{FF2B5EF4-FFF2-40B4-BE49-F238E27FC236}">
                    <a16:creationId xmlns:a16="http://schemas.microsoft.com/office/drawing/2014/main" id="{A74D012F-CFFA-D7FB-B13A-4E8BA30F07B2}"/>
                  </a:ext>
                </a:extLst>
              </p:cNvPr>
              <p:cNvCxnSpPr/>
              <p:nvPr/>
            </p:nvCxnSpPr>
            <p:spPr bwMode="auto">
              <a:xfrm flipH="1">
                <a:off x="4101738" y="2675712"/>
                <a:ext cx="0" cy="1152139"/>
              </a:xfrm>
              <a:prstGeom prst="line">
                <a:avLst/>
              </a:prstGeom>
              <a:noFill/>
              <a:ln w="25400" cap="rnd" cmpd="sng" algn="ctr">
                <a:solidFill>
                  <a:sysClr val="windowText" lastClr="000000"/>
                </a:solidFill>
                <a:prstDash val="solid"/>
              </a:ln>
              <a:effectLst/>
            </p:spPr>
          </p:cxnSp>
          <p:cxnSp>
            <p:nvCxnSpPr>
              <p:cNvPr id="29" name="Straight Connector 28">
                <a:extLst>
                  <a:ext uri="{FF2B5EF4-FFF2-40B4-BE49-F238E27FC236}">
                    <a16:creationId xmlns:a16="http://schemas.microsoft.com/office/drawing/2014/main" id="{739C848A-9D85-494A-2E8C-41293829C0BD}"/>
                  </a:ext>
                </a:extLst>
              </p:cNvPr>
              <p:cNvCxnSpPr/>
              <p:nvPr/>
            </p:nvCxnSpPr>
            <p:spPr bwMode="auto">
              <a:xfrm>
                <a:off x="4097196" y="2190210"/>
                <a:ext cx="1807" cy="241393"/>
              </a:xfrm>
              <a:prstGeom prst="line">
                <a:avLst/>
              </a:prstGeom>
              <a:noFill/>
              <a:ln w="25400" cap="rnd" cmpd="sng" algn="ctr">
                <a:solidFill>
                  <a:sysClr val="windowText" lastClr="000000"/>
                </a:solidFill>
                <a:prstDash val="solid"/>
                <a:round/>
              </a:ln>
              <a:effectLst/>
            </p:spPr>
          </p:cxnSp>
          <p:cxnSp>
            <p:nvCxnSpPr>
              <p:cNvPr id="30" name="Straight Connector 29">
                <a:extLst>
                  <a:ext uri="{FF2B5EF4-FFF2-40B4-BE49-F238E27FC236}">
                    <a16:creationId xmlns:a16="http://schemas.microsoft.com/office/drawing/2014/main" id="{1DE3DA05-42E8-2F24-F920-876598AFC3C2}"/>
                  </a:ext>
                </a:extLst>
              </p:cNvPr>
              <p:cNvCxnSpPr/>
              <p:nvPr/>
            </p:nvCxnSpPr>
            <p:spPr bwMode="auto">
              <a:xfrm flipV="1">
                <a:off x="4124116" y="4084792"/>
                <a:ext cx="0" cy="241393"/>
              </a:xfrm>
              <a:prstGeom prst="line">
                <a:avLst/>
              </a:prstGeom>
              <a:noFill/>
              <a:ln w="25400" cap="rnd" cmpd="sng" algn="ctr">
                <a:solidFill>
                  <a:sysClr val="windowText" lastClr="000000"/>
                </a:solidFill>
                <a:prstDash val="solid"/>
              </a:ln>
              <a:effectLst/>
            </p:spPr>
          </p:cxnSp>
          <p:cxnSp>
            <p:nvCxnSpPr>
              <p:cNvPr id="31" name="Straight Arrow Connector 30">
                <a:extLst>
                  <a:ext uri="{FF2B5EF4-FFF2-40B4-BE49-F238E27FC236}">
                    <a16:creationId xmlns:a16="http://schemas.microsoft.com/office/drawing/2014/main" id="{CE8EB5CD-241F-41C4-06F7-452586D79598}"/>
                  </a:ext>
                </a:extLst>
              </p:cNvPr>
              <p:cNvCxnSpPr/>
              <p:nvPr/>
            </p:nvCxnSpPr>
            <p:spPr bwMode="auto">
              <a:xfrm flipV="1">
                <a:off x="3602504" y="3933795"/>
                <a:ext cx="213234" cy="358"/>
              </a:xfrm>
              <a:prstGeom prst="straightConnector1">
                <a:avLst/>
              </a:prstGeom>
              <a:noFill/>
              <a:ln w="25400" cap="rnd" cmpd="sng" algn="ctr">
                <a:solidFill>
                  <a:sysClr val="windowText" lastClr="000000"/>
                </a:solidFill>
                <a:prstDash val="solid"/>
                <a:headEnd type="none"/>
                <a:tailEnd type="none"/>
              </a:ln>
              <a:effectLst/>
            </p:spPr>
          </p:cxnSp>
          <p:grpSp>
            <p:nvGrpSpPr>
              <p:cNvPr id="32" name="Group 31">
                <a:extLst>
                  <a:ext uri="{FF2B5EF4-FFF2-40B4-BE49-F238E27FC236}">
                    <a16:creationId xmlns:a16="http://schemas.microsoft.com/office/drawing/2014/main" id="{C09E0915-2DC0-059D-BAC9-576BDAFF8CFE}"/>
                  </a:ext>
                </a:extLst>
              </p:cNvPr>
              <p:cNvGrpSpPr/>
              <p:nvPr/>
            </p:nvGrpSpPr>
            <p:grpSpPr>
              <a:xfrm>
                <a:off x="4654972" y="4344652"/>
                <a:ext cx="181045" cy="275381"/>
                <a:chOff x="5001204" y="5098985"/>
                <a:chExt cx="181045" cy="275381"/>
              </a:xfrm>
              <a:effectLst/>
            </p:grpSpPr>
            <p:cxnSp>
              <p:nvCxnSpPr>
                <p:cNvPr id="104" name="Straight Connector 103">
                  <a:extLst>
                    <a:ext uri="{FF2B5EF4-FFF2-40B4-BE49-F238E27FC236}">
                      <a16:creationId xmlns:a16="http://schemas.microsoft.com/office/drawing/2014/main" id="{315D517D-CBCF-D275-C952-35E9C47B6282}"/>
                    </a:ext>
                  </a:extLst>
                </p:cNvPr>
                <p:cNvCxnSpPr/>
                <p:nvPr/>
              </p:nvCxnSpPr>
              <p:spPr bwMode="auto">
                <a:xfrm flipV="1">
                  <a:off x="5096557" y="5098985"/>
                  <a:ext cx="0" cy="120696"/>
                </a:xfrm>
                <a:prstGeom prst="line">
                  <a:avLst/>
                </a:prstGeom>
                <a:noFill/>
                <a:ln w="25400" cap="rnd" cmpd="sng" algn="ctr">
                  <a:solidFill>
                    <a:sysClr val="windowText" lastClr="000000"/>
                  </a:solidFill>
                  <a:prstDash val="solid"/>
                </a:ln>
                <a:effectLst>
                  <a:outerShdw blurRad="40000" dist="20000" dir="5400000" rotWithShape="0">
                    <a:srgbClr val="000000">
                      <a:alpha val="38000"/>
                    </a:srgbClr>
                  </a:outerShdw>
                </a:effectLst>
              </p:spPr>
            </p:cxnSp>
            <p:cxnSp>
              <p:nvCxnSpPr>
                <p:cNvPr id="105" name="Straight Arrow Connector 104">
                  <a:extLst>
                    <a:ext uri="{FF2B5EF4-FFF2-40B4-BE49-F238E27FC236}">
                      <a16:creationId xmlns:a16="http://schemas.microsoft.com/office/drawing/2014/main" id="{DCA4D457-D09E-0644-C11A-0612F41BA48B}"/>
                    </a:ext>
                  </a:extLst>
                </p:cNvPr>
                <p:cNvCxnSpPr/>
                <p:nvPr/>
              </p:nvCxnSpPr>
              <p:spPr bwMode="auto">
                <a:xfrm flipV="1">
                  <a:off x="5001204" y="5220199"/>
                  <a:ext cx="181045" cy="358"/>
                </a:xfrm>
                <a:prstGeom prst="straightConnector1">
                  <a:avLst/>
                </a:prstGeom>
                <a:noFill/>
                <a:ln w="44450" cap="sq" cmpd="sng" algn="ctr">
                  <a:solidFill>
                    <a:sysClr val="windowText" lastClr="000000"/>
                  </a:solidFill>
                  <a:prstDash val="solid"/>
                  <a:headEnd type="none"/>
                  <a:tailEnd type="none"/>
                </a:ln>
                <a:effectLst/>
              </p:spPr>
            </p:cxnSp>
            <p:cxnSp>
              <p:nvCxnSpPr>
                <p:cNvPr id="106" name="Straight Arrow Connector 105">
                  <a:extLst>
                    <a:ext uri="{FF2B5EF4-FFF2-40B4-BE49-F238E27FC236}">
                      <a16:creationId xmlns:a16="http://schemas.microsoft.com/office/drawing/2014/main" id="{D2D4FE04-6C2C-E21D-C68B-3553F0950AF7}"/>
                    </a:ext>
                  </a:extLst>
                </p:cNvPr>
                <p:cNvCxnSpPr/>
                <p:nvPr/>
              </p:nvCxnSpPr>
              <p:spPr bwMode="auto">
                <a:xfrm flipV="1">
                  <a:off x="5038038" y="5291729"/>
                  <a:ext cx="120696" cy="358"/>
                </a:xfrm>
                <a:prstGeom prst="straightConnector1">
                  <a:avLst/>
                </a:prstGeom>
                <a:noFill/>
                <a:ln w="44450" cap="sq" cmpd="sng" algn="ctr">
                  <a:solidFill>
                    <a:sysClr val="windowText" lastClr="000000"/>
                  </a:solidFill>
                  <a:prstDash val="solid"/>
                  <a:headEnd type="none"/>
                  <a:tailEnd type="none"/>
                </a:ln>
                <a:effectLst/>
              </p:spPr>
            </p:cxnSp>
            <p:cxnSp>
              <p:nvCxnSpPr>
                <p:cNvPr id="107" name="Straight Arrow Connector 106">
                  <a:extLst>
                    <a:ext uri="{FF2B5EF4-FFF2-40B4-BE49-F238E27FC236}">
                      <a16:creationId xmlns:a16="http://schemas.microsoft.com/office/drawing/2014/main" id="{BBC63F8E-84E0-04AB-19E3-DF823AF027E0}"/>
                    </a:ext>
                  </a:extLst>
                </p:cNvPr>
                <p:cNvCxnSpPr/>
                <p:nvPr/>
              </p:nvCxnSpPr>
              <p:spPr bwMode="auto">
                <a:xfrm flipV="1">
                  <a:off x="5075996" y="5374008"/>
                  <a:ext cx="60348" cy="358"/>
                </a:xfrm>
                <a:prstGeom prst="straightConnector1">
                  <a:avLst/>
                </a:prstGeom>
                <a:noFill/>
                <a:ln w="44450" cap="sq" cmpd="sng" algn="ctr">
                  <a:solidFill>
                    <a:sysClr val="windowText" lastClr="000000"/>
                  </a:solidFill>
                  <a:prstDash val="solid"/>
                  <a:headEnd type="none"/>
                  <a:tailEnd type="none"/>
                </a:ln>
                <a:effectLst/>
              </p:spPr>
            </p:cxnSp>
          </p:grpSp>
          <p:cxnSp>
            <p:nvCxnSpPr>
              <p:cNvPr id="33" name="Straight Arrow Connector 32">
                <a:extLst>
                  <a:ext uri="{FF2B5EF4-FFF2-40B4-BE49-F238E27FC236}">
                    <a16:creationId xmlns:a16="http://schemas.microsoft.com/office/drawing/2014/main" id="{2A1C0BE5-245F-6146-B26B-00C1D6482128}"/>
                  </a:ext>
                </a:extLst>
              </p:cNvPr>
              <p:cNvCxnSpPr/>
              <p:nvPr/>
            </p:nvCxnSpPr>
            <p:spPr bwMode="auto">
              <a:xfrm flipV="1">
                <a:off x="3596340" y="2548886"/>
                <a:ext cx="213234" cy="358"/>
              </a:xfrm>
              <a:prstGeom prst="straightConnector1">
                <a:avLst/>
              </a:prstGeom>
              <a:noFill/>
              <a:ln w="25400" cap="rnd" cmpd="sng" algn="ctr">
                <a:solidFill>
                  <a:sysClr val="windowText" lastClr="000000"/>
                </a:solidFill>
                <a:prstDash val="solid"/>
                <a:headEnd type="none"/>
                <a:tailEnd type="none"/>
              </a:ln>
              <a:effectLst/>
            </p:spPr>
          </p:cxnSp>
          <p:grpSp>
            <p:nvGrpSpPr>
              <p:cNvPr id="34" name="Group 33">
                <a:extLst>
                  <a:ext uri="{FF2B5EF4-FFF2-40B4-BE49-F238E27FC236}">
                    <a16:creationId xmlns:a16="http://schemas.microsoft.com/office/drawing/2014/main" id="{4DCA5454-CBD2-D350-B1B0-D2790F15FC01}"/>
                  </a:ext>
                </a:extLst>
              </p:cNvPr>
              <p:cNvGrpSpPr/>
              <p:nvPr/>
            </p:nvGrpSpPr>
            <p:grpSpPr>
              <a:xfrm>
                <a:off x="4568929" y="2010859"/>
                <a:ext cx="195069" cy="181044"/>
                <a:chOff x="5529317" y="1496643"/>
                <a:chExt cx="195069" cy="181044"/>
              </a:xfrm>
              <a:effectLst/>
            </p:grpSpPr>
            <p:cxnSp>
              <p:nvCxnSpPr>
                <p:cNvPr id="102" name="Straight Connector 101">
                  <a:extLst>
                    <a:ext uri="{FF2B5EF4-FFF2-40B4-BE49-F238E27FC236}">
                      <a16:creationId xmlns:a16="http://schemas.microsoft.com/office/drawing/2014/main" id="{E310BBBC-BB6B-9D7D-D1D5-A2615633C274}"/>
                    </a:ext>
                  </a:extLst>
                </p:cNvPr>
                <p:cNvCxnSpPr/>
                <p:nvPr/>
              </p:nvCxnSpPr>
              <p:spPr bwMode="auto">
                <a:xfrm flipH="1">
                  <a:off x="5630284" y="1496643"/>
                  <a:ext cx="0" cy="181044"/>
                </a:xfrm>
                <a:prstGeom prst="line">
                  <a:avLst/>
                </a:prstGeom>
                <a:noFill/>
                <a:ln w="38100" cap="rnd" cmpd="sng" algn="ctr">
                  <a:solidFill>
                    <a:sysClr val="windowText" lastClr="000000"/>
                  </a:solidFill>
                  <a:prstDash val="solid"/>
                  <a:round/>
                </a:ln>
                <a:effectLst/>
              </p:spPr>
            </p:cxnSp>
            <p:cxnSp>
              <p:nvCxnSpPr>
                <p:cNvPr id="103" name="Straight Arrow Connector 102">
                  <a:extLst>
                    <a:ext uri="{FF2B5EF4-FFF2-40B4-BE49-F238E27FC236}">
                      <a16:creationId xmlns:a16="http://schemas.microsoft.com/office/drawing/2014/main" id="{98211CF3-179F-5F89-94DD-2385D67C9BA5}"/>
                    </a:ext>
                  </a:extLst>
                </p:cNvPr>
                <p:cNvCxnSpPr/>
                <p:nvPr/>
              </p:nvCxnSpPr>
              <p:spPr bwMode="auto">
                <a:xfrm>
                  <a:off x="5529317" y="1496643"/>
                  <a:ext cx="195069" cy="0"/>
                </a:xfrm>
                <a:prstGeom prst="straightConnector1">
                  <a:avLst/>
                </a:prstGeom>
                <a:noFill/>
                <a:ln w="50800" cap="sq" cmpd="sng" algn="ctr">
                  <a:solidFill>
                    <a:sysClr val="windowText" lastClr="000000"/>
                  </a:solidFill>
                  <a:prstDash val="solid"/>
                  <a:headEnd type="none"/>
                  <a:tailEnd type="none"/>
                </a:ln>
                <a:effectLst/>
              </p:spPr>
            </p:cxnSp>
          </p:grpSp>
          <p:cxnSp>
            <p:nvCxnSpPr>
              <p:cNvPr id="35" name="Straight Arrow Connector 34">
                <a:extLst>
                  <a:ext uri="{FF2B5EF4-FFF2-40B4-BE49-F238E27FC236}">
                    <a16:creationId xmlns:a16="http://schemas.microsoft.com/office/drawing/2014/main" id="{FD1CDE08-0BCB-02A1-88B7-98439A305401}"/>
                  </a:ext>
                </a:extLst>
              </p:cNvPr>
              <p:cNvCxnSpPr/>
              <p:nvPr/>
            </p:nvCxnSpPr>
            <p:spPr bwMode="auto">
              <a:xfrm>
                <a:off x="3899443" y="4070637"/>
                <a:ext cx="241393" cy="0"/>
              </a:xfrm>
              <a:prstGeom prst="straightConnector1">
                <a:avLst/>
              </a:prstGeom>
              <a:noFill/>
              <a:ln w="25400" cap="rnd" cmpd="sng" algn="ctr">
                <a:solidFill>
                  <a:sysClr val="windowText" lastClr="000000"/>
                </a:solidFill>
                <a:prstDash val="solid"/>
                <a:tailEnd type="triangle"/>
              </a:ln>
              <a:effectLst/>
            </p:spPr>
          </p:cxnSp>
          <p:grpSp>
            <p:nvGrpSpPr>
              <p:cNvPr id="36" name="Group 35">
                <a:extLst>
                  <a:ext uri="{FF2B5EF4-FFF2-40B4-BE49-F238E27FC236}">
                    <a16:creationId xmlns:a16="http://schemas.microsoft.com/office/drawing/2014/main" id="{1B69B281-28E0-70D5-A8DC-DA7249513D3D}"/>
                  </a:ext>
                </a:extLst>
              </p:cNvPr>
              <p:cNvGrpSpPr/>
              <p:nvPr/>
            </p:nvGrpSpPr>
            <p:grpSpPr>
              <a:xfrm>
                <a:off x="4493287" y="2190942"/>
                <a:ext cx="801246" cy="2141218"/>
                <a:chOff x="4600415" y="2368387"/>
                <a:chExt cx="801246" cy="2141218"/>
              </a:xfrm>
              <a:effectLst/>
            </p:grpSpPr>
            <p:cxnSp>
              <p:nvCxnSpPr>
                <p:cNvPr id="89" name="Straight Arrow Connector 88">
                  <a:extLst>
                    <a:ext uri="{FF2B5EF4-FFF2-40B4-BE49-F238E27FC236}">
                      <a16:creationId xmlns:a16="http://schemas.microsoft.com/office/drawing/2014/main" id="{84E09275-6F78-A721-B5AF-82AC00B68011}"/>
                    </a:ext>
                  </a:extLst>
                </p:cNvPr>
                <p:cNvCxnSpPr/>
                <p:nvPr/>
              </p:nvCxnSpPr>
              <p:spPr bwMode="auto">
                <a:xfrm>
                  <a:off x="5160272" y="2612094"/>
                  <a:ext cx="195069" cy="0"/>
                </a:xfrm>
                <a:prstGeom prst="straightConnector1">
                  <a:avLst/>
                </a:prstGeom>
                <a:noFill/>
                <a:ln w="25400" cap="rnd" cmpd="sng" algn="ctr">
                  <a:solidFill>
                    <a:sysClr val="windowText" lastClr="000000"/>
                  </a:solidFill>
                  <a:prstDash val="solid"/>
                  <a:round/>
                  <a:headEnd type="triangle" w="med" len="med"/>
                </a:ln>
                <a:effectLst/>
              </p:spPr>
            </p:cxnSp>
            <p:cxnSp>
              <p:nvCxnSpPr>
                <p:cNvPr id="90" name="Straight Connector 89">
                  <a:extLst>
                    <a:ext uri="{FF2B5EF4-FFF2-40B4-BE49-F238E27FC236}">
                      <a16:creationId xmlns:a16="http://schemas.microsoft.com/office/drawing/2014/main" id="{810AC77A-89C6-EE72-08E4-A5BCAD8A9074}"/>
                    </a:ext>
                  </a:extLst>
                </p:cNvPr>
                <p:cNvCxnSpPr/>
                <p:nvPr/>
              </p:nvCxnSpPr>
              <p:spPr bwMode="auto">
                <a:xfrm flipV="1">
                  <a:off x="5160270" y="2563536"/>
                  <a:ext cx="0" cy="339903"/>
                </a:xfrm>
                <a:prstGeom prst="line">
                  <a:avLst/>
                </a:prstGeom>
                <a:noFill/>
                <a:ln w="25400" cap="rnd" cmpd="sng" algn="ctr">
                  <a:solidFill>
                    <a:sysClr val="windowText" lastClr="000000"/>
                  </a:solidFill>
                  <a:prstDash val="solid"/>
                </a:ln>
                <a:effectLst/>
              </p:spPr>
            </p:cxnSp>
            <p:cxnSp>
              <p:nvCxnSpPr>
                <p:cNvPr id="91" name="Straight Arrow Connector 90">
                  <a:extLst>
                    <a:ext uri="{FF2B5EF4-FFF2-40B4-BE49-F238E27FC236}">
                      <a16:creationId xmlns:a16="http://schemas.microsoft.com/office/drawing/2014/main" id="{2864C0C0-EB79-916A-3BA2-FE4DC4C0FD1E}"/>
                    </a:ext>
                  </a:extLst>
                </p:cNvPr>
                <p:cNvCxnSpPr/>
                <p:nvPr/>
              </p:nvCxnSpPr>
              <p:spPr bwMode="auto">
                <a:xfrm>
                  <a:off x="5160272" y="2853157"/>
                  <a:ext cx="195069" cy="0"/>
                </a:xfrm>
                <a:prstGeom prst="straightConnector1">
                  <a:avLst/>
                </a:prstGeom>
                <a:noFill/>
                <a:ln w="25400" cap="rnd" cmpd="sng" algn="ctr">
                  <a:solidFill>
                    <a:sysClr val="windowText" lastClr="000000"/>
                  </a:solidFill>
                  <a:prstDash val="solid"/>
                  <a:headEnd type="none"/>
                  <a:tailEnd type="none"/>
                </a:ln>
                <a:effectLst/>
              </p:spPr>
            </p:cxnSp>
            <p:cxnSp>
              <p:nvCxnSpPr>
                <p:cNvPr id="92" name="Straight Connector 91">
                  <a:extLst>
                    <a:ext uri="{FF2B5EF4-FFF2-40B4-BE49-F238E27FC236}">
                      <a16:creationId xmlns:a16="http://schemas.microsoft.com/office/drawing/2014/main" id="{0F457B49-207A-6720-EFA1-224791F15877}"/>
                    </a:ext>
                  </a:extLst>
                </p:cNvPr>
                <p:cNvCxnSpPr/>
                <p:nvPr/>
              </p:nvCxnSpPr>
              <p:spPr bwMode="auto">
                <a:xfrm flipV="1">
                  <a:off x="5072684" y="2612094"/>
                  <a:ext cx="0" cy="242788"/>
                </a:xfrm>
                <a:prstGeom prst="line">
                  <a:avLst/>
                </a:prstGeom>
                <a:noFill/>
                <a:ln w="50800" cap="sq" cmpd="sng" algn="ctr">
                  <a:solidFill>
                    <a:sysClr val="windowText" lastClr="000000"/>
                  </a:solidFill>
                  <a:prstDash val="solid"/>
                </a:ln>
                <a:effectLst/>
              </p:spPr>
            </p:cxnSp>
            <p:cxnSp>
              <p:nvCxnSpPr>
                <p:cNvPr id="93" name="Straight Arrow Connector 92">
                  <a:extLst>
                    <a:ext uri="{FF2B5EF4-FFF2-40B4-BE49-F238E27FC236}">
                      <a16:creationId xmlns:a16="http://schemas.microsoft.com/office/drawing/2014/main" id="{0F556C46-6072-DE46-9189-1B6B3A440927}"/>
                    </a:ext>
                  </a:extLst>
                </p:cNvPr>
                <p:cNvCxnSpPr/>
                <p:nvPr/>
              </p:nvCxnSpPr>
              <p:spPr bwMode="auto">
                <a:xfrm>
                  <a:off x="5160272" y="4005296"/>
                  <a:ext cx="202293" cy="0"/>
                </a:xfrm>
                <a:prstGeom prst="straightConnector1">
                  <a:avLst/>
                </a:prstGeom>
                <a:noFill/>
                <a:ln w="25400" cap="rnd" cmpd="sng" algn="ctr">
                  <a:solidFill>
                    <a:sysClr val="windowText" lastClr="000000"/>
                  </a:solidFill>
                  <a:prstDash val="solid"/>
                </a:ln>
                <a:effectLst/>
              </p:spPr>
            </p:cxnSp>
            <p:cxnSp>
              <p:nvCxnSpPr>
                <p:cNvPr id="94" name="Straight Connector 93">
                  <a:extLst>
                    <a:ext uri="{FF2B5EF4-FFF2-40B4-BE49-F238E27FC236}">
                      <a16:creationId xmlns:a16="http://schemas.microsoft.com/office/drawing/2014/main" id="{439E44D2-99E6-0AAA-8F25-9DB22ABBDA3A}"/>
                    </a:ext>
                  </a:extLst>
                </p:cNvPr>
                <p:cNvCxnSpPr/>
                <p:nvPr/>
              </p:nvCxnSpPr>
              <p:spPr bwMode="auto">
                <a:xfrm flipV="1">
                  <a:off x="5160270" y="3956737"/>
                  <a:ext cx="0" cy="339903"/>
                </a:xfrm>
                <a:prstGeom prst="line">
                  <a:avLst/>
                </a:prstGeom>
                <a:noFill/>
                <a:ln w="25400" cap="rnd" cmpd="sng" algn="ctr">
                  <a:solidFill>
                    <a:sysClr val="windowText" lastClr="000000"/>
                  </a:solidFill>
                  <a:prstDash val="solid"/>
                </a:ln>
                <a:effectLst/>
              </p:spPr>
            </p:cxnSp>
            <p:cxnSp>
              <p:nvCxnSpPr>
                <p:cNvPr id="95" name="Straight Connector 94">
                  <a:extLst>
                    <a:ext uri="{FF2B5EF4-FFF2-40B4-BE49-F238E27FC236}">
                      <a16:creationId xmlns:a16="http://schemas.microsoft.com/office/drawing/2014/main" id="{5DD9E9C7-657C-2E69-CA77-DD0F187FDE00}"/>
                    </a:ext>
                  </a:extLst>
                </p:cNvPr>
                <p:cNvCxnSpPr/>
                <p:nvPr/>
              </p:nvCxnSpPr>
              <p:spPr bwMode="auto">
                <a:xfrm flipV="1">
                  <a:off x="5076566" y="4007021"/>
                  <a:ext cx="0" cy="242788"/>
                </a:xfrm>
                <a:prstGeom prst="line">
                  <a:avLst/>
                </a:prstGeom>
                <a:noFill/>
                <a:ln w="50800" cap="sq" cmpd="sng" algn="ctr">
                  <a:solidFill>
                    <a:sysClr val="windowText" lastClr="000000"/>
                  </a:solidFill>
                  <a:prstDash val="solid"/>
                </a:ln>
                <a:effectLst/>
              </p:spPr>
            </p:cxnSp>
            <p:cxnSp>
              <p:nvCxnSpPr>
                <p:cNvPr id="96" name="Straight Connector 95">
                  <a:extLst>
                    <a:ext uri="{FF2B5EF4-FFF2-40B4-BE49-F238E27FC236}">
                      <a16:creationId xmlns:a16="http://schemas.microsoft.com/office/drawing/2014/main" id="{8E9DB74A-43A0-8C1E-D358-60A2BB5B3CC3}"/>
                    </a:ext>
                  </a:extLst>
                </p:cNvPr>
                <p:cNvCxnSpPr/>
                <p:nvPr/>
              </p:nvCxnSpPr>
              <p:spPr bwMode="auto">
                <a:xfrm flipH="1">
                  <a:off x="5358926" y="2854882"/>
                  <a:ext cx="0" cy="108000"/>
                </a:xfrm>
                <a:prstGeom prst="line">
                  <a:avLst/>
                </a:prstGeom>
                <a:noFill/>
                <a:ln w="25400" cap="rnd" cmpd="sng" algn="ctr">
                  <a:solidFill>
                    <a:sysClr val="windowText" lastClr="000000"/>
                  </a:solidFill>
                  <a:prstDash val="solid"/>
                </a:ln>
                <a:effectLst/>
              </p:spPr>
            </p:cxnSp>
            <p:cxnSp>
              <p:nvCxnSpPr>
                <p:cNvPr id="97" name="Straight Connector 96">
                  <a:extLst>
                    <a:ext uri="{FF2B5EF4-FFF2-40B4-BE49-F238E27FC236}">
                      <a16:creationId xmlns:a16="http://schemas.microsoft.com/office/drawing/2014/main" id="{392BCD60-8736-F7BE-32AB-617A54892AC3}"/>
                    </a:ext>
                  </a:extLst>
                </p:cNvPr>
                <p:cNvCxnSpPr/>
                <p:nvPr/>
              </p:nvCxnSpPr>
              <p:spPr bwMode="auto">
                <a:xfrm>
                  <a:off x="5357820" y="2368387"/>
                  <a:ext cx="1807" cy="241393"/>
                </a:xfrm>
                <a:prstGeom prst="line">
                  <a:avLst/>
                </a:prstGeom>
                <a:noFill/>
                <a:ln w="25400" cap="rnd" cmpd="sng" algn="ctr">
                  <a:solidFill>
                    <a:sysClr val="windowText" lastClr="000000"/>
                  </a:solidFill>
                  <a:prstDash val="solid"/>
                  <a:round/>
                </a:ln>
                <a:effectLst/>
              </p:spPr>
            </p:cxnSp>
            <p:cxnSp>
              <p:nvCxnSpPr>
                <p:cNvPr id="98" name="Straight Connector 97">
                  <a:extLst>
                    <a:ext uri="{FF2B5EF4-FFF2-40B4-BE49-F238E27FC236}">
                      <a16:creationId xmlns:a16="http://schemas.microsoft.com/office/drawing/2014/main" id="{95C5AB48-89DE-6D2E-8719-2083C52D2F61}"/>
                    </a:ext>
                  </a:extLst>
                </p:cNvPr>
                <p:cNvCxnSpPr/>
                <p:nvPr/>
              </p:nvCxnSpPr>
              <p:spPr bwMode="auto">
                <a:xfrm flipV="1">
                  <a:off x="5391204" y="4258826"/>
                  <a:ext cx="0" cy="250779"/>
                </a:xfrm>
                <a:prstGeom prst="line">
                  <a:avLst/>
                </a:prstGeom>
                <a:noFill/>
                <a:ln w="25400" cap="rnd" cmpd="sng" algn="ctr">
                  <a:solidFill>
                    <a:sysClr val="windowText" lastClr="000000"/>
                  </a:solidFill>
                  <a:prstDash val="solid"/>
                </a:ln>
                <a:effectLst/>
              </p:spPr>
            </p:cxnSp>
            <p:cxnSp>
              <p:nvCxnSpPr>
                <p:cNvPr id="99" name="Straight Arrow Connector 98">
                  <a:extLst>
                    <a:ext uri="{FF2B5EF4-FFF2-40B4-BE49-F238E27FC236}">
                      <a16:creationId xmlns:a16="http://schemas.microsoft.com/office/drawing/2014/main" id="{362AABA9-6211-AFE0-ABD6-9B06F79BB31A}"/>
                    </a:ext>
                  </a:extLst>
                </p:cNvPr>
                <p:cNvCxnSpPr/>
                <p:nvPr/>
              </p:nvCxnSpPr>
              <p:spPr bwMode="auto">
                <a:xfrm flipV="1">
                  <a:off x="4600415" y="4112965"/>
                  <a:ext cx="476150" cy="0"/>
                </a:xfrm>
                <a:prstGeom prst="straightConnector1">
                  <a:avLst/>
                </a:prstGeom>
                <a:noFill/>
                <a:ln w="25400" cap="rnd"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cxnSp>
              <p:nvCxnSpPr>
                <p:cNvPr id="100" name="Straight Arrow Connector 99">
                  <a:extLst>
                    <a:ext uri="{FF2B5EF4-FFF2-40B4-BE49-F238E27FC236}">
                      <a16:creationId xmlns:a16="http://schemas.microsoft.com/office/drawing/2014/main" id="{0E2EDDEF-7A7D-38E7-0825-C905B4C0033D}"/>
                    </a:ext>
                  </a:extLst>
                </p:cNvPr>
                <p:cNvCxnSpPr/>
                <p:nvPr/>
              </p:nvCxnSpPr>
              <p:spPr bwMode="auto">
                <a:xfrm flipV="1">
                  <a:off x="4601899" y="2726331"/>
                  <a:ext cx="469986" cy="0"/>
                </a:xfrm>
                <a:prstGeom prst="straightConnector1">
                  <a:avLst/>
                </a:prstGeom>
                <a:noFill/>
                <a:ln w="25400" cap="rnd" cmpd="sng" algn="ctr">
                  <a:solidFill>
                    <a:sysClr val="windowText" lastClr="000000"/>
                  </a:solidFill>
                  <a:prstDash val="solid"/>
                  <a:headEnd type="none"/>
                  <a:tailEnd type="none"/>
                </a:ln>
                <a:effectLst/>
              </p:spPr>
            </p:cxnSp>
            <p:cxnSp>
              <p:nvCxnSpPr>
                <p:cNvPr id="101" name="Straight Arrow Connector 100">
                  <a:extLst>
                    <a:ext uri="{FF2B5EF4-FFF2-40B4-BE49-F238E27FC236}">
                      <a16:creationId xmlns:a16="http://schemas.microsoft.com/office/drawing/2014/main" id="{AACF514F-1CB5-A2EC-C344-4D77708F81FA}"/>
                    </a:ext>
                  </a:extLst>
                </p:cNvPr>
                <p:cNvCxnSpPr/>
                <p:nvPr/>
              </p:nvCxnSpPr>
              <p:spPr bwMode="auto">
                <a:xfrm>
                  <a:off x="5160268" y="4248082"/>
                  <a:ext cx="241393" cy="0"/>
                </a:xfrm>
                <a:prstGeom prst="straightConnector1">
                  <a:avLst/>
                </a:prstGeom>
                <a:noFill/>
                <a:ln w="25400" cap="rnd" cmpd="sng" algn="ctr">
                  <a:solidFill>
                    <a:sysClr val="windowText" lastClr="000000"/>
                  </a:solidFill>
                  <a:prstDash val="solid"/>
                  <a:tailEnd type="triangle"/>
                </a:ln>
                <a:effectLst/>
              </p:spPr>
            </p:cxnSp>
          </p:grpSp>
          <p:cxnSp>
            <p:nvCxnSpPr>
              <p:cNvPr id="37" name="Straight Arrow Connector 36">
                <a:extLst>
                  <a:ext uri="{FF2B5EF4-FFF2-40B4-BE49-F238E27FC236}">
                    <a16:creationId xmlns:a16="http://schemas.microsoft.com/office/drawing/2014/main" id="{9C5BE723-B8B1-05C0-CD40-5F7DFB9CB6C5}"/>
                  </a:ext>
                </a:extLst>
              </p:cNvPr>
              <p:cNvCxnSpPr/>
              <p:nvPr/>
            </p:nvCxnSpPr>
            <p:spPr bwMode="auto">
              <a:xfrm flipV="1">
                <a:off x="3958556" y="2189980"/>
                <a:ext cx="1440000" cy="179"/>
              </a:xfrm>
              <a:prstGeom prst="straightConnector1">
                <a:avLst/>
              </a:prstGeom>
              <a:noFill/>
              <a:ln w="50800" cap="sq" cmpd="sng" algn="ctr">
                <a:solidFill>
                  <a:sysClr val="windowText" lastClr="000000"/>
                </a:solidFill>
                <a:prstDash val="solid"/>
                <a:headEnd type="none"/>
                <a:tailEnd type="none"/>
              </a:ln>
              <a:effectLst/>
            </p:spPr>
          </p:cxnSp>
          <p:cxnSp>
            <p:nvCxnSpPr>
              <p:cNvPr id="38" name="Straight Arrow Connector 37">
                <a:extLst>
                  <a:ext uri="{FF2B5EF4-FFF2-40B4-BE49-F238E27FC236}">
                    <a16:creationId xmlns:a16="http://schemas.microsoft.com/office/drawing/2014/main" id="{CA59CB04-95A6-7075-447F-7A2D3195B8D2}"/>
                  </a:ext>
                </a:extLst>
              </p:cNvPr>
              <p:cNvCxnSpPr/>
              <p:nvPr/>
            </p:nvCxnSpPr>
            <p:spPr bwMode="auto">
              <a:xfrm flipV="1">
                <a:off x="4124116" y="4335956"/>
                <a:ext cx="1161288" cy="0"/>
              </a:xfrm>
              <a:prstGeom prst="straightConnector1">
                <a:avLst/>
              </a:prstGeom>
              <a:noFill/>
              <a:ln w="25400" cap="rnd" cmpd="sng" algn="ctr">
                <a:solidFill>
                  <a:sysClr val="windowText" lastClr="000000"/>
                </a:solidFill>
                <a:prstDash val="solid"/>
                <a:headEnd type="none"/>
                <a:tailEnd type="none"/>
              </a:ln>
              <a:effectLst/>
            </p:spPr>
          </p:cxnSp>
          <p:cxnSp>
            <p:nvCxnSpPr>
              <p:cNvPr id="39" name="Straight Connector 38">
                <a:extLst>
                  <a:ext uri="{FF2B5EF4-FFF2-40B4-BE49-F238E27FC236}">
                    <a16:creationId xmlns:a16="http://schemas.microsoft.com/office/drawing/2014/main" id="{8E526B62-9EFD-7F7D-BC81-A5D7459535FE}"/>
                  </a:ext>
                </a:extLst>
              </p:cNvPr>
              <p:cNvCxnSpPr/>
              <p:nvPr/>
            </p:nvCxnSpPr>
            <p:spPr bwMode="auto">
              <a:xfrm flipH="1">
                <a:off x="5255437" y="3719809"/>
                <a:ext cx="0" cy="108000"/>
              </a:xfrm>
              <a:prstGeom prst="line">
                <a:avLst/>
              </a:prstGeom>
              <a:noFill/>
              <a:ln w="25400" cap="rnd" cmpd="sng" algn="ctr">
                <a:solidFill>
                  <a:sysClr val="windowText" lastClr="000000"/>
                </a:solidFill>
                <a:prstDash val="solid"/>
              </a:ln>
              <a:effectLst/>
            </p:spPr>
          </p:cxnSp>
          <p:cxnSp>
            <p:nvCxnSpPr>
              <p:cNvPr id="40" name="Straight Arrow Connector 39">
                <a:extLst>
                  <a:ext uri="{FF2B5EF4-FFF2-40B4-BE49-F238E27FC236}">
                    <a16:creationId xmlns:a16="http://schemas.microsoft.com/office/drawing/2014/main" id="{6A61D663-CE53-A7F1-35E2-525523EAD4B0}"/>
                  </a:ext>
                </a:extLst>
              </p:cNvPr>
              <p:cNvCxnSpPr/>
              <p:nvPr/>
            </p:nvCxnSpPr>
            <p:spPr bwMode="auto">
              <a:xfrm flipV="1">
                <a:off x="4101685" y="3067517"/>
                <a:ext cx="384682" cy="0"/>
              </a:xfrm>
              <a:prstGeom prst="straightConnector1">
                <a:avLst/>
              </a:prstGeom>
              <a:noFill/>
              <a:ln w="25400" cap="rnd" cmpd="sng" algn="ctr">
                <a:solidFill>
                  <a:sysClr val="windowText" lastClr="000000"/>
                </a:solidFill>
                <a:prstDash val="solid"/>
                <a:headEnd type="none"/>
                <a:tailEnd type="none"/>
              </a:ln>
              <a:effectLst/>
            </p:spPr>
          </p:cxnSp>
          <p:cxnSp>
            <p:nvCxnSpPr>
              <p:cNvPr id="41" name="Straight Connector 40">
                <a:extLst>
                  <a:ext uri="{FF2B5EF4-FFF2-40B4-BE49-F238E27FC236}">
                    <a16:creationId xmlns:a16="http://schemas.microsoft.com/office/drawing/2014/main" id="{272BF36D-22BD-4C42-360A-D9D12C640C4B}"/>
                  </a:ext>
                </a:extLst>
              </p:cNvPr>
              <p:cNvCxnSpPr/>
              <p:nvPr/>
            </p:nvCxnSpPr>
            <p:spPr bwMode="auto">
              <a:xfrm flipV="1">
                <a:off x="4486367" y="2548886"/>
                <a:ext cx="0" cy="513617"/>
              </a:xfrm>
              <a:prstGeom prst="line">
                <a:avLst/>
              </a:prstGeom>
              <a:noFill/>
              <a:ln w="25400" cap="rnd" cmpd="sng" algn="ctr">
                <a:solidFill>
                  <a:sysClr val="windowText" lastClr="000000"/>
                </a:solidFill>
                <a:prstDash val="solid"/>
              </a:ln>
              <a:effectLst/>
            </p:spPr>
          </p:cxnSp>
          <p:cxnSp>
            <p:nvCxnSpPr>
              <p:cNvPr id="42" name="Straight Arrow Connector 41">
                <a:extLst>
                  <a:ext uri="{FF2B5EF4-FFF2-40B4-BE49-F238E27FC236}">
                    <a16:creationId xmlns:a16="http://schemas.microsoft.com/office/drawing/2014/main" id="{4C8D35EF-59C8-CDE5-83E8-5E5E2EA39110}"/>
                  </a:ext>
                </a:extLst>
              </p:cNvPr>
              <p:cNvCxnSpPr/>
              <p:nvPr/>
            </p:nvCxnSpPr>
            <p:spPr bwMode="auto">
              <a:xfrm flipV="1">
                <a:off x="4101685" y="3555673"/>
                <a:ext cx="384682" cy="0"/>
              </a:xfrm>
              <a:prstGeom prst="straightConnector1">
                <a:avLst/>
              </a:prstGeom>
              <a:noFill/>
              <a:ln w="25400" cap="rnd" cmpd="sng" algn="ctr">
                <a:solidFill>
                  <a:sysClr val="windowText" lastClr="000000"/>
                </a:solidFill>
                <a:prstDash val="solid"/>
                <a:headEnd type="none"/>
                <a:tailEnd type="none"/>
              </a:ln>
              <a:effectLst/>
            </p:spPr>
          </p:cxnSp>
          <p:cxnSp>
            <p:nvCxnSpPr>
              <p:cNvPr id="43" name="Straight Connector 42">
                <a:extLst>
                  <a:ext uri="{FF2B5EF4-FFF2-40B4-BE49-F238E27FC236}">
                    <a16:creationId xmlns:a16="http://schemas.microsoft.com/office/drawing/2014/main" id="{913EEAD1-48CA-A860-1391-CDE0976CBF68}"/>
                  </a:ext>
                </a:extLst>
              </p:cNvPr>
              <p:cNvCxnSpPr/>
              <p:nvPr/>
            </p:nvCxnSpPr>
            <p:spPr bwMode="auto">
              <a:xfrm flipV="1">
                <a:off x="4486367" y="3555675"/>
                <a:ext cx="0" cy="378120"/>
              </a:xfrm>
              <a:prstGeom prst="line">
                <a:avLst/>
              </a:prstGeom>
              <a:noFill/>
              <a:ln w="25400" cap="rnd" cmpd="sng" algn="ctr">
                <a:solidFill>
                  <a:sysClr val="windowText" lastClr="000000"/>
                </a:solidFill>
                <a:prstDash val="solid"/>
              </a:ln>
              <a:effectLst/>
            </p:spPr>
          </p:cxnSp>
          <p:sp>
            <p:nvSpPr>
              <p:cNvPr id="44" name="Isosceles Triangle 43">
                <a:extLst>
                  <a:ext uri="{FF2B5EF4-FFF2-40B4-BE49-F238E27FC236}">
                    <a16:creationId xmlns:a16="http://schemas.microsoft.com/office/drawing/2014/main" id="{4DFB39BF-D1B4-3922-73CD-BD7BAFB3EDF1}"/>
                  </a:ext>
                </a:extLst>
              </p:cNvPr>
              <p:cNvSpPr/>
              <p:nvPr/>
            </p:nvSpPr>
            <p:spPr>
              <a:xfrm rot="10800000">
                <a:off x="5216066" y="2790320"/>
                <a:ext cx="64294" cy="45719"/>
              </a:xfrm>
              <a:prstGeom prst="triangle">
                <a:avLst/>
              </a:prstGeom>
              <a:solidFill>
                <a:sysClr val="windowText" lastClr="000000"/>
              </a:solidFill>
              <a:ln w="25400" cap="flat" cmpd="sng" algn="ctr">
                <a:solidFill>
                  <a:sysClr val="windowText" lastClr="000000"/>
                </a:solidFill>
                <a:prstDash val="solid"/>
              </a:ln>
              <a:effectLst/>
            </p:spPr>
            <p:txBody>
              <a:bodyPr rtlCol="0"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45" name="Isosceles Triangle 44">
                <a:extLst>
                  <a:ext uri="{FF2B5EF4-FFF2-40B4-BE49-F238E27FC236}">
                    <a16:creationId xmlns:a16="http://schemas.microsoft.com/office/drawing/2014/main" id="{E88C5D37-C8E8-0735-137F-1F363E58E455}"/>
                  </a:ext>
                </a:extLst>
              </p:cNvPr>
              <p:cNvSpPr/>
              <p:nvPr/>
            </p:nvSpPr>
            <p:spPr>
              <a:xfrm>
                <a:off x="5225268" y="3671568"/>
                <a:ext cx="64294" cy="45719"/>
              </a:xfrm>
              <a:prstGeom prst="triangle">
                <a:avLst/>
              </a:prstGeom>
              <a:solidFill>
                <a:sysClr val="windowText" lastClr="000000"/>
              </a:solidFill>
              <a:ln w="25400" cap="flat" cmpd="sng" algn="ctr">
                <a:solidFill>
                  <a:sysClr val="windowText" lastClr="000000"/>
                </a:solidFill>
                <a:prstDash val="solid"/>
              </a:ln>
              <a:effectLst/>
            </p:spPr>
            <p:txBody>
              <a:bodyPr rtlCol="0"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46" name="Rectangle 272">
                <a:extLst>
                  <a:ext uri="{FF2B5EF4-FFF2-40B4-BE49-F238E27FC236}">
                    <a16:creationId xmlns:a16="http://schemas.microsoft.com/office/drawing/2014/main" id="{E61F152C-E775-1F26-B7C4-74585F5ADBA0}"/>
                  </a:ext>
                </a:extLst>
              </p:cNvPr>
              <p:cNvSpPr>
                <a:spLocks noChangeArrowheads="1"/>
              </p:cNvSpPr>
              <p:nvPr/>
            </p:nvSpPr>
            <p:spPr bwMode="auto">
              <a:xfrm>
                <a:off x="3866194" y="2404486"/>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M</a:t>
                </a:r>
                <a:r>
                  <a:rPr lang="en-US" sz="1200" b="1" i="1" kern="0" baseline="-25000">
                    <a:solidFill>
                      <a:prstClr val="black"/>
                    </a:solidFill>
                    <a:latin typeface="Calibri"/>
                    <a:cs typeface="Times New Roman" panose="02020603050405020304" pitchFamily="18" charset="0"/>
                  </a:rPr>
                  <a:t>P1</a:t>
                </a:r>
              </a:p>
            </p:txBody>
          </p:sp>
          <p:sp>
            <p:nvSpPr>
              <p:cNvPr id="47" name="Rectangle 272">
                <a:extLst>
                  <a:ext uri="{FF2B5EF4-FFF2-40B4-BE49-F238E27FC236}">
                    <a16:creationId xmlns:a16="http://schemas.microsoft.com/office/drawing/2014/main" id="{BE6D30C2-AC1E-577A-F0CE-47E7606EDEFE}"/>
                  </a:ext>
                </a:extLst>
              </p:cNvPr>
              <p:cNvSpPr>
                <a:spLocks noChangeArrowheads="1"/>
              </p:cNvSpPr>
              <p:nvPr/>
            </p:nvSpPr>
            <p:spPr bwMode="auto">
              <a:xfrm>
                <a:off x="3847074" y="3794540"/>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M</a:t>
                </a:r>
                <a:r>
                  <a:rPr lang="en-US" sz="1200" b="1" i="1" kern="0" baseline="-25000">
                    <a:solidFill>
                      <a:prstClr val="black"/>
                    </a:solidFill>
                    <a:latin typeface="Calibri"/>
                    <a:cs typeface="Times New Roman" panose="02020603050405020304" pitchFamily="18" charset="0"/>
                  </a:rPr>
                  <a:t>N1</a:t>
                </a:r>
              </a:p>
            </p:txBody>
          </p:sp>
          <p:sp>
            <p:nvSpPr>
              <p:cNvPr id="48" name="Rectangle 272">
                <a:extLst>
                  <a:ext uri="{FF2B5EF4-FFF2-40B4-BE49-F238E27FC236}">
                    <a16:creationId xmlns:a16="http://schemas.microsoft.com/office/drawing/2014/main" id="{A016A6C0-23EE-6DE9-919F-04679E0D4456}"/>
                  </a:ext>
                </a:extLst>
              </p:cNvPr>
              <p:cNvSpPr>
                <a:spLocks noChangeArrowheads="1"/>
              </p:cNvSpPr>
              <p:nvPr/>
            </p:nvSpPr>
            <p:spPr bwMode="auto">
              <a:xfrm>
                <a:off x="5012520" y="2403597"/>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M</a:t>
                </a:r>
                <a:r>
                  <a:rPr lang="en-US" sz="1200" b="1" i="1" kern="0" baseline="-25000">
                    <a:solidFill>
                      <a:prstClr val="black"/>
                    </a:solidFill>
                    <a:latin typeface="Calibri"/>
                    <a:cs typeface="Times New Roman" panose="02020603050405020304" pitchFamily="18" charset="0"/>
                  </a:rPr>
                  <a:t>P6</a:t>
                </a:r>
              </a:p>
            </p:txBody>
          </p:sp>
          <p:sp>
            <p:nvSpPr>
              <p:cNvPr id="49" name="Rectangle 272">
                <a:extLst>
                  <a:ext uri="{FF2B5EF4-FFF2-40B4-BE49-F238E27FC236}">
                    <a16:creationId xmlns:a16="http://schemas.microsoft.com/office/drawing/2014/main" id="{5C362D94-F6FF-29CD-B4B6-B1DB67D9A90C}"/>
                  </a:ext>
                </a:extLst>
              </p:cNvPr>
              <p:cNvSpPr>
                <a:spLocks noChangeArrowheads="1"/>
              </p:cNvSpPr>
              <p:nvPr/>
            </p:nvSpPr>
            <p:spPr bwMode="auto">
              <a:xfrm>
                <a:off x="5035552" y="3794540"/>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M</a:t>
                </a:r>
                <a:r>
                  <a:rPr lang="en-US" sz="1200" b="1" i="1" kern="0" baseline="-25000">
                    <a:solidFill>
                      <a:prstClr val="black"/>
                    </a:solidFill>
                    <a:latin typeface="Calibri"/>
                    <a:cs typeface="Times New Roman" panose="02020603050405020304" pitchFamily="18" charset="0"/>
                  </a:rPr>
                  <a:t>N2</a:t>
                </a:r>
              </a:p>
            </p:txBody>
          </p:sp>
          <p:sp>
            <p:nvSpPr>
              <p:cNvPr id="50" name="Rectangle 272">
                <a:extLst>
                  <a:ext uri="{FF2B5EF4-FFF2-40B4-BE49-F238E27FC236}">
                    <a16:creationId xmlns:a16="http://schemas.microsoft.com/office/drawing/2014/main" id="{E156A01D-27D7-597D-20AA-EE21CB6E438B}"/>
                  </a:ext>
                </a:extLst>
              </p:cNvPr>
              <p:cNvSpPr>
                <a:spLocks noChangeArrowheads="1"/>
              </p:cNvSpPr>
              <p:nvPr/>
            </p:nvSpPr>
            <p:spPr bwMode="auto">
              <a:xfrm>
                <a:off x="4137722" y="3047993"/>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O</a:t>
                </a:r>
                <a:r>
                  <a:rPr lang="en-US" sz="1200" b="1" i="1" kern="0" baseline="-25000">
                    <a:solidFill>
                      <a:prstClr val="black"/>
                    </a:solidFill>
                    <a:latin typeface="Calibri"/>
                    <a:cs typeface="Times New Roman" panose="02020603050405020304" pitchFamily="18" charset="0"/>
                  </a:rPr>
                  <a:t>1</a:t>
                </a:r>
              </a:p>
            </p:txBody>
          </p:sp>
          <p:sp>
            <p:nvSpPr>
              <p:cNvPr id="51" name="Rectangle 272">
                <a:extLst>
                  <a:ext uri="{FF2B5EF4-FFF2-40B4-BE49-F238E27FC236}">
                    <a16:creationId xmlns:a16="http://schemas.microsoft.com/office/drawing/2014/main" id="{1D4EC899-2156-96C6-780B-1422678712B6}"/>
                  </a:ext>
                </a:extLst>
              </p:cNvPr>
              <p:cNvSpPr>
                <a:spLocks noChangeArrowheads="1"/>
              </p:cNvSpPr>
              <p:nvPr/>
            </p:nvSpPr>
            <p:spPr bwMode="auto">
              <a:xfrm>
                <a:off x="3331866" y="2432976"/>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O</a:t>
                </a:r>
                <a:r>
                  <a:rPr lang="en-US" sz="1200" b="1" i="1" kern="0" baseline="-25000">
                    <a:solidFill>
                      <a:prstClr val="black"/>
                    </a:solidFill>
                    <a:latin typeface="Calibri"/>
                    <a:cs typeface="Times New Roman" panose="02020603050405020304" pitchFamily="18" charset="0"/>
                  </a:rPr>
                  <a:t>3</a:t>
                </a:r>
              </a:p>
            </p:txBody>
          </p:sp>
          <p:sp>
            <p:nvSpPr>
              <p:cNvPr id="52" name="Rectangle 272">
                <a:extLst>
                  <a:ext uri="{FF2B5EF4-FFF2-40B4-BE49-F238E27FC236}">
                    <a16:creationId xmlns:a16="http://schemas.microsoft.com/office/drawing/2014/main" id="{31080275-9BAA-4D00-465D-364808FEC218}"/>
                  </a:ext>
                </a:extLst>
              </p:cNvPr>
              <p:cNvSpPr>
                <a:spLocks noChangeArrowheads="1"/>
              </p:cNvSpPr>
              <p:nvPr/>
            </p:nvSpPr>
            <p:spPr bwMode="auto">
              <a:xfrm>
                <a:off x="3432079" y="3636185"/>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Tx/>
                  <a:buNone/>
                  <a:defRPr/>
                </a:pPr>
                <a:r>
                  <a:rPr lang="en-US" sz="1200" b="1" i="1" kern="0">
                    <a:solidFill>
                      <a:prstClr val="black"/>
                    </a:solidFill>
                    <a:latin typeface="Calibri"/>
                    <a:cs typeface="Times New Roman" panose="02020603050405020304" pitchFamily="18" charset="0"/>
                  </a:rPr>
                  <a:t>O</a:t>
                </a:r>
                <a:r>
                  <a:rPr lang="en-US" sz="1200" b="1" i="1" kern="0" baseline="-25000">
                    <a:solidFill>
                      <a:prstClr val="black"/>
                    </a:solidFill>
                    <a:latin typeface="Calibri"/>
                    <a:cs typeface="Times New Roman" panose="02020603050405020304" pitchFamily="18" charset="0"/>
                  </a:rPr>
                  <a:t>7</a:t>
                </a:r>
              </a:p>
            </p:txBody>
          </p:sp>
          <p:grpSp>
            <p:nvGrpSpPr>
              <p:cNvPr id="53" name="Group 52">
                <a:extLst>
                  <a:ext uri="{FF2B5EF4-FFF2-40B4-BE49-F238E27FC236}">
                    <a16:creationId xmlns:a16="http://schemas.microsoft.com/office/drawing/2014/main" id="{CB92A565-8891-7322-93B7-E55ADE016D3E}"/>
                  </a:ext>
                </a:extLst>
              </p:cNvPr>
              <p:cNvGrpSpPr/>
              <p:nvPr/>
            </p:nvGrpSpPr>
            <p:grpSpPr>
              <a:xfrm>
                <a:off x="2065810" y="1997281"/>
                <a:ext cx="1255001" cy="950198"/>
                <a:chOff x="181318" y="2075065"/>
                <a:chExt cx="1476000" cy="1125112"/>
              </a:xfrm>
            </p:grpSpPr>
            <p:cxnSp>
              <p:nvCxnSpPr>
                <p:cNvPr id="87" name="Straight Connector 86">
                  <a:extLst>
                    <a:ext uri="{FF2B5EF4-FFF2-40B4-BE49-F238E27FC236}">
                      <a16:creationId xmlns:a16="http://schemas.microsoft.com/office/drawing/2014/main" id="{45E37B44-8A0F-FE81-817A-0D04970EA6F7}"/>
                    </a:ext>
                  </a:extLst>
                </p:cNvPr>
                <p:cNvCxnSpPr/>
                <p:nvPr/>
              </p:nvCxnSpPr>
              <p:spPr>
                <a:xfrm flipV="1">
                  <a:off x="181318" y="3187747"/>
                  <a:ext cx="1476000" cy="0"/>
                </a:xfrm>
                <a:prstGeom prst="line">
                  <a:avLst/>
                </a:prstGeom>
                <a:noFill/>
                <a:ln w="31750" cap="flat" cmpd="sng" algn="ctr">
                  <a:solidFill>
                    <a:sysClr val="windowText" lastClr="000000"/>
                  </a:solidFill>
                  <a:prstDash val="solid"/>
                  <a:headEnd type="none"/>
                  <a:tailEnd type="triangle" w="med" len="med"/>
                </a:ln>
                <a:effectLst/>
              </p:spPr>
            </p:cxnSp>
            <p:cxnSp>
              <p:nvCxnSpPr>
                <p:cNvPr id="88" name="Straight Connector 87">
                  <a:extLst>
                    <a:ext uri="{FF2B5EF4-FFF2-40B4-BE49-F238E27FC236}">
                      <a16:creationId xmlns:a16="http://schemas.microsoft.com/office/drawing/2014/main" id="{9452EB97-A76C-8E06-CB08-6FD8704F237D}"/>
                    </a:ext>
                  </a:extLst>
                </p:cNvPr>
                <p:cNvCxnSpPr/>
                <p:nvPr/>
              </p:nvCxnSpPr>
              <p:spPr>
                <a:xfrm flipH="1" flipV="1">
                  <a:off x="188692" y="2075065"/>
                  <a:ext cx="0" cy="1125112"/>
                </a:xfrm>
                <a:prstGeom prst="line">
                  <a:avLst/>
                </a:prstGeom>
                <a:noFill/>
                <a:ln w="31750" cap="flat" cmpd="sng" algn="ctr">
                  <a:solidFill>
                    <a:sysClr val="windowText" lastClr="000000"/>
                  </a:solidFill>
                  <a:prstDash val="solid"/>
                  <a:headEnd type="none"/>
                  <a:tailEnd type="triangle" w="med" len="med"/>
                </a:ln>
                <a:effectLst/>
              </p:spPr>
            </p:cxnSp>
          </p:grpSp>
          <p:sp>
            <p:nvSpPr>
              <p:cNvPr id="54" name="Freeform 64">
                <a:extLst>
                  <a:ext uri="{FF2B5EF4-FFF2-40B4-BE49-F238E27FC236}">
                    <a16:creationId xmlns:a16="http://schemas.microsoft.com/office/drawing/2014/main" id="{DDCA9788-7A66-E963-538A-B6BF6130450A}"/>
                  </a:ext>
                </a:extLst>
              </p:cNvPr>
              <p:cNvSpPr/>
              <p:nvPr/>
            </p:nvSpPr>
            <p:spPr>
              <a:xfrm>
                <a:off x="2283341" y="2078784"/>
                <a:ext cx="1212834" cy="796766"/>
              </a:xfrm>
              <a:custGeom>
                <a:avLst/>
                <a:gdLst>
                  <a:gd name="connsiteX0" fmla="*/ 0 w 3276600"/>
                  <a:gd name="connsiteY0" fmla="*/ 1494729 h 2904771"/>
                  <a:gd name="connsiteX1" fmla="*/ 295275 w 3276600"/>
                  <a:gd name="connsiteY1" fmla="*/ 437454 h 2904771"/>
                  <a:gd name="connsiteX2" fmla="*/ 628650 w 3276600"/>
                  <a:gd name="connsiteY2" fmla="*/ 104079 h 2904771"/>
                  <a:gd name="connsiteX3" fmla="*/ 942975 w 3276600"/>
                  <a:gd name="connsiteY3" fmla="*/ 37404 h 2904771"/>
                  <a:gd name="connsiteX4" fmla="*/ 1304925 w 3276600"/>
                  <a:gd name="connsiteY4" fmla="*/ 637479 h 2904771"/>
                  <a:gd name="connsiteX5" fmla="*/ 1666875 w 3276600"/>
                  <a:gd name="connsiteY5" fmla="*/ 2361504 h 2904771"/>
                  <a:gd name="connsiteX6" fmla="*/ 1933575 w 3276600"/>
                  <a:gd name="connsiteY6" fmla="*/ 2656779 h 2904771"/>
                  <a:gd name="connsiteX7" fmla="*/ 2400300 w 3276600"/>
                  <a:gd name="connsiteY7" fmla="*/ 2685354 h 2904771"/>
                  <a:gd name="connsiteX8" fmla="*/ 2895600 w 3276600"/>
                  <a:gd name="connsiteY8" fmla="*/ 2847279 h 2904771"/>
                  <a:gd name="connsiteX9" fmla="*/ 3276600 w 3276600"/>
                  <a:gd name="connsiteY9" fmla="*/ 1580454 h 2904771"/>
                  <a:gd name="connsiteX0" fmla="*/ 0 w 3581400"/>
                  <a:gd name="connsiteY0" fmla="*/ 2790129 h 2904771"/>
                  <a:gd name="connsiteX1" fmla="*/ 600075 w 3581400"/>
                  <a:gd name="connsiteY1" fmla="*/ 437454 h 2904771"/>
                  <a:gd name="connsiteX2" fmla="*/ 933450 w 3581400"/>
                  <a:gd name="connsiteY2" fmla="*/ 104079 h 2904771"/>
                  <a:gd name="connsiteX3" fmla="*/ 1247775 w 3581400"/>
                  <a:gd name="connsiteY3" fmla="*/ 37404 h 2904771"/>
                  <a:gd name="connsiteX4" fmla="*/ 1609725 w 3581400"/>
                  <a:gd name="connsiteY4" fmla="*/ 637479 h 2904771"/>
                  <a:gd name="connsiteX5" fmla="*/ 1971675 w 3581400"/>
                  <a:gd name="connsiteY5" fmla="*/ 2361504 h 2904771"/>
                  <a:gd name="connsiteX6" fmla="*/ 2238375 w 3581400"/>
                  <a:gd name="connsiteY6" fmla="*/ 2656779 h 2904771"/>
                  <a:gd name="connsiteX7" fmla="*/ 2705100 w 3581400"/>
                  <a:gd name="connsiteY7" fmla="*/ 2685354 h 2904771"/>
                  <a:gd name="connsiteX8" fmla="*/ 3200400 w 3581400"/>
                  <a:gd name="connsiteY8" fmla="*/ 2847279 h 2904771"/>
                  <a:gd name="connsiteX9" fmla="*/ 3581400 w 3581400"/>
                  <a:gd name="connsiteY9" fmla="*/ 1580454 h 2904771"/>
                  <a:gd name="connsiteX0" fmla="*/ 0 w 3581400"/>
                  <a:gd name="connsiteY0" fmla="*/ 2790129 h 2904771"/>
                  <a:gd name="connsiteX1" fmla="*/ 333375 w 3581400"/>
                  <a:gd name="connsiteY1" fmla="*/ 1437579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581400"/>
                  <a:gd name="connsiteY0" fmla="*/ 2790129 h 2904771"/>
                  <a:gd name="connsiteX1" fmla="*/ 314325 w 3581400"/>
                  <a:gd name="connsiteY1" fmla="*/ 1428054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924300"/>
                  <a:gd name="connsiteY0" fmla="*/ 2790129 h 3001489"/>
                  <a:gd name="connsiteX1" fmla="*/ 314325 w 3924300"/>
                  <a:gd name="connsiteY1" fmla="*/ 1428054 h 3001489"/>
                  <a:gd name="connsiteX2" fmla="*/ 600075 w 3924300"/>
                  <a:gd name="connsiteY2" fmla="*/ 437454 h 3001489"/>
                  <a:gd name="connsiteX3" fmla="*/ 933450 w 3924300"/>
                  <a:gd name="connsiteY3" fmla="*/ 104079 h 3001489"/>
                  <a:gd name="connsiteX4" fmla="*/ 1247775 w 3924300"/>
                  <a:gd name="connsiteY4" fmla="*/ 37404 h 3001489"/>
                  <a:gd name="connsiteX5" fmla="*/ 1609725 w 3924300"/>
                  <a:gd name="connsiteY5" fmla="*/ 637479 h 3001489"/>
                  <a:gd name="connsiteX6" fmla="*/ 1971675 w 3924300"/>
                  <a:gd name="connsiteY6" fmla="*/ 2361504 h 3001489"/>
                  <a:gd name="connsiteX7" fmla="*/ 2238375 w 3924300"/>
                  <a:gd name="connsiteY7" fmla="*/ 2656779 h 3001489"/>
                  <a:gd name="connsiteX8" fmla="*/ 2705100 w 3924300"/>
                  <a:gd name="connsiteY8" fmla="*/ 2685354 h 3001489"/>
                  <a:gd name="connsiteX9" fmla="*/ 3200400 w 3924300"/>
                  <a:gd name="connsiteY9" fmla="*/ 2847279 h 3001489"/>
                  <a:gd name="connsiteX10" fmla="*/ 3924300 w 3924300"/>
                  <a:gd name="connsiteY10" fmla="*/ 208854 h 3001489"/>
                  <a:gd name="connsiteX0" fmla="*/ 0 w 3924300"/>
                  <a:gd name="connsiteY0" fmla="*/ 2790129 h 2896489"/>
                  <a:gd name="connsiteX1" fmla="*/ 314325 w 3924300"/>
                  <a:gd name="connsiteY1" fmla="*/ 1428054 h 2896489"/>
                  <a:gd name="connsiteX2" fmla="*/ 600075 w 3924300"/>
                  <a:gd name="connsiteY2" fmla="*/ 437454 h 2896489"/>
                  <a:gd name="connsiteX3" fmla="*/ 933450 w 3924300"/>
                  <a:gd name="connsiteY3" fmla="*/ 104079 h 2896489"/>
                  <a:gd name="connsiteX4" fmla="*/ 1247775 w 3924300"/>
                  <a:gd name="connsiteY4" fmla="*/ 37404 h 2896489"/>
                  <a:gd name="connsiteX5" fmla="*/ 1609725 w 3924300"/>
                  <a:gd name="connsiteY5" fmla="*/ 637479 h 2896489"/>
                  <a:gd name="connsiteX6" fmla="*/ 1971675 w 3924300"/>
                  <a:gd name="connsiteY6" fmla="*/ 2361504 h 2896489"/>
                  <a:gd name="connsiteX7" fmla="*/ 2238375 w 3924300"/>
                  <a:gd name="connsiteY7" fmla="*/ 2656779 h 2896489"/>
                  <a:gd name="connsiteX8" fmla="*/ 2705100 w 3924300"/>
                  <a:gd name="connsiteY8" fmla="*/ 2685354 h 2896489"/>
                  <a:gd name="connsiteX9" fmla="*/ 3200400 w 3924300"/>
                  <a:gd name="connsiteY9" fmla="*/ 2847279 h 2896489"/>
                  <a:gd name="connsiteX10" fmla="*/ 3562350 w 3924300"/>
                  <a:gd name="connsiteY10" fmla="*/ 1704279 h 2896489"/>
                  <a:gd name="connsiteX11" fmla="*/ 3924300 w 3924300"/>
                  <a:gd name="connsiteY11" fmla="*/ 208854 h 2896489"/>
                  <a:gd name="connsiteX0" fmla="*/ 0 w 3971925"/>
                  <a:gd name="connsiteY0" fmla="*/ 2790129 h 2896489"/>
                  <a:gd name="connsiteX1" fmla="*/ 314325 w 3971925"/>
                  <a:gd name="connsiteY1" fmla="*/ 1428054 h 2896489"/>
                  <a:gd name="connsiteX2" fmla="*/ 600075 w 3971925"/>
                  <a:gd name="connsiteY2" fmla="*/ 437454 h 2896489"/>
                  <a:gd name="connsiteX3" fmla="*/ 933450 w 3971925"/>
                  <a:gd name="connsiteY3" fmla="*/ 104079 h 2896489"/>
                  <a:gd name="connsiteX4" fmla="*/ 1247775 w 3971925"/>
                  <a:gd name="connsiteY4" fmla="*/ 37404 h 2896489"/>
                  <a:gd name="connsiteX5" fmla="*/ 1609725 w 3971925"/>
                  <a:gd name="connsiteY5" fmla="*/ 637479 h 2896489"/>
                  <a:gd name="connsiteX6" fmla="*/ 1971675 w 3971925"/>
                  <a:gd name="connsiteY6" fmla="*/ 2361504 h 2896489"/>
                  <a:gd name="connsiteX7" fmla="*/ 2238375 w 3971925"/>
                  <a:gd name="connsiteY7" fmla="*/ 2656779 h 2896489"/>
                  <a:gd name="connsiteX8" fmla="*/ 2705100 w 3971925"/>
                  <a:gd name="connsiteY8" fmla="*/ 2685354 h 2896489"/>
                  <a:gd name="connsiteX9" fmla="*/ 3200400 w 3971925"/>
                  <a:gd name="connsiteY9" fmla="*/ 2847279 h 2896489"/>
                  <a:gd name="connsiteX10" fmla="*/ 3562350 w 3971925"/>
                  <a:gd name="connsiteY10" fmla="*/ 1704279 h 2896489"/>
                  <a:gd name="connsiteX11" fmla="*/ 3971925 w 3971925"/>
                  <a:gd name="connsiteY11" fmla="*/ 65979 h 2896489"/>
                  <a:gd name="connsiteX0" fmla="*/ 0 w 3971925"/>
                  <a:gd name="connsiteY0" fmla="*/ 2790129 h 2790129"/>
                  <a:gd name="connsiteX1" fmla="*/ 314325 w 3971925"/>
                  <a:gd name="connsiteY1" fmla="*/ 1428054 h 2790129"/>
                  <a:gd name="connsiteX2" fmla="*/ 600075 w 3971925"/>
                  <a:gd name="connsiteY2" fmla="*/ 437454 h 2790129"/>
                  <a:gd name="connsiteX3" fmla="*/ 933450 w 3971925"/>
                  <a:gd name="connsiteY3" fmla="*/ 104079 h 2790129"/>
                  <a:gd name="connsiteX4" fmla="*/ 1247775 w 3971925"/>
                  <a:gd name="connsiteY4" fmla="*/ 37404 h 2790129"/>
                  <a:gd name="connsiteX5" fmla="*/ 1609725 w 3971925"/>
                  <a:gd name="connsiteY5" fmla="*/ 637479 h 2790129"/>
                  <a:gd name="connsiteX6" fmla="*/ 1971675 w 3971925"/>
                  <a:gd name="connsiteY6" fmla="*/ 2361504 h 2790129"/>
                  <a:gd name="connsiteX7" fmla="*/ 2238375 w 3971925"/>
                  <a:gd name="connsiteY7" fmla="*/ 2656779 h 2790129"/>
                  <a:gd name="connsiteX8" fmla="*/ 2705100 w 3971925"/>
                  <a:gd name="connsiteY8" fmla="*/ 2685354 h 2790129"/>
                  <a:gd name="connsiteX9" fmla="*/ 3257550 w 3971925"/>
                  <a:gd name="connsiteY9" fmla="*/ 2713929 h 2790129"/>
                  <a:gd name="connsiteX10" fmla="*/ 3562350 w 3971925"/>
                  <a:gd name="connsiteY10" fmla="*/ 1704279 h 2790129"/>
                  <a:gd name="connsiteX11" fmla="*/ 3971925 w 3971925"/>
                  <a:gd name="connsiteY11" fmla="*/ 65979 h 2790129"/>
                  <a:gd name="connsiteX0" fmla="*/ 0 w 4162425"/>
                  <a:gd name="connsiteY0" fmla="*/ 2790129 h 2790129"/>
                  <a:gd name="connsiteX1" fmla="*/ 504825 w 4162425"/>
                  <a:gd name="connsiteY1" fmla="*/ 1428054 h 2790129"/>
                  <a:gd name="connsiteX2" fmla="*/ 790575 w 4162425"/>
                  <a:gd name="connsiteY2" fmla="*/ 437454 h 2790129"/>
                  <a:gd name="connsiteX3" fmla="*/ 1123950 w 4162425"/>
                  <a:gd name="connsiteY3" fmla="*/ 104079 h 2790129"/>
                  <a:gd name="connsiteX4" fmla="*/ 1438275 w 4162425"/>
                  <a:gd name="connsiteY4" fmla="*/ 37404 h 2790129"/>
                  <a:gd name="connsiteX5" fmla="*/ 1800225 w 4162425"/>
                  <a:gd name="connsiteY5" fmla="*/ 637479 h 2790129"/>
                  <a:gd name="connsiteX6" fmla="*/ 2162175 w 4162425"/>
                  <a:gd name="connsiteY6" fmla="*/ 2361504 h 2790129"/>
                  <a:gd name="connsiteX7" fmla="*/ 2428875 w 4162425"/>
                  <a:gd name="connsiteY7" fmla="*/ 2656779 h 2790129"/>
                  <a:gd name="connsiteX8" fmla="*/ 2895600 w 4162425"/>
                  <a:gd name="connsiteY8" fmla="*/ 2685354 h 2790129"/>
                  <a:gd name="connsiteX9" fmla="*/ 3448050 w 4162425"/>
                  <a:gd name="connsiteY9" fmla="*/ 2713929 h 2790129"/>
                  <a:gd name="connsiteX10" fmla="*/ 3752850 w 4162425"/>
                  <a:gd name="connsiteY10" fmla="*/ 1704279 h 2790129"/>
                  <a:gd name="connsiteX11" fmla="*/ 4162425 w 4162425"/>
                  <a:gd name="connsiteY11" fmla="*/ 65979 h 2790129"/>
                  <a:gd name="connsiteX0" fmla="*/ 0 w 4162425"/>
                  <a:gd name="connsiteY0" fmla="*/ 2790129 h 2790129"/>
                  <a:gd name="connsiteX1" fmla="*/ 447675 w 4162425"/>
                  <a:gd name="connsiteY1" fmla="*/ 1377768 h 2790129"/>
                  <a:gd name="connsiteX2" fmla="*/ 790575 w 4162425"/>
                  <a:gd name="connsiteY2" fmla="*/ 437454 h 2790129"/>
                  <a:gd name="connsiteX3" fmla="*/ 1123950 w 4162425"/>
                  <a:gd name="connsiteY3" fmla="*/ 104079 h 2790129"/>
                  <a:gd name="connsiteX4" fmla="*/ 1438275 w 4162425"/>
                  <a:gd name="connsiteY4" fmla="*/ 37404 h 2790129"/>
                  <a:gd name="connsiteX5" fmla="*/ 1800225 w 4162425"/>
                  <a:gd name="connsiteY5" fmla="*/ 637479 h 2790129"/>
                  <a:gd name="connsiteX6" fmla="*/ 2162175 w 4162425"/>
                  <a:gd name="connsiteY6" fmla="*/ 2361504 h 2790129"/>
                  <a:gd name="connsiteX7" fmla="*/ 2428875 w 4162425"/>
                  <a:gd name="connsiteY7" fmla="*/ 2656779 h 2790129"/>
                  <a:gd name="connsiteX8" fmla="*/ 2895600 w 4162425"/>
                  <a:gd name="connsiteY8" fmla="*/ 2685354 h 2790129"/>
                  <a:gd name="connsiteX9" fmla="*/ 3448050 w 4162425"/>
                  <a:gd name="connsiteY9" fmla="*/ 2713929 h 2790129"/>
                  <a:gd name="connsiteX10" fmla="*/ 3752850 w 4162425"/>
                  <a:gd name="connsiteY10" fmla="*/ 1704279 h 2790129"/>
                  <a:gd name="connsiteX11" fmla="*/ 4162425 w 4162425"/>
                  <a:gd name="connsiteY11" fmla="*/ 65979 h 2790129"/>
                  <a:gd name="connsiteX0" fmla="*/ 0 w 4124325"/>
                  <a:gd name="connsiteY0" fmla="*/ 2827843 h 2827843"/>
                  <a:gd name="connsiteX1" fmla="*/ 409575 w 4124325"/>
                  <a:gd name="connsiteY1" fmla="*/ 1377768 h 2827843"/>
                  <a:gd name="connsiteX2" fmla="*/ 752475 w 4124325"/>
                  <a:gd name="connsiteY2" fmla="*/ 437454 h 2827843"/>
                  <a:gd name="connsiteX3" fmla="*/ 1085850 w 4124325"/>
                  <a:gd name="connsiteY3" fmla="*/ 104079 h 2827843"/>
                  <a:gd name="connsiteX4" fmla="*/ 1400175 w 4124325"/>
                  <a:gd name="connsiteY4" fmla="*/ 37404 h 2827843"/>
                  <a:gd name="connsiteX5" fmla="*/ 1762125 w 4124325"/>
                  <a:gd name="connsiteY5" fmla="*/ 637479 h 2827843"/>
                  <a:gd name="connsiteX6" fmla="*/ 2124075 w 4124325"/>
                  <a:gd name="connsiteY6" fmla="*/ 2361504 h 2827843"/>
                  <a:gd name="connsiteX7" fmla="*/ 2390775 w 4124325"/>
                  <a:gd name="connsiteY7" fmla="*/ 2656779 h 2827843"/>
                  <a:gd name="connsiteX8" fmla="*/ 2857500 w 4124325"/>
                  <a:gd name="connsiteY8" fmla="*/ 2685354 h 2827843"/>
                  <a:gd name="connsiteX9" fmla="*/ 3409950 w 4124325"/>
                  <a:gd name="connsiteY9" fmla="*/ 2713929 h 2827843"/>
                  <a:gd name="connsiteX10" fmla="*/ 3714750 w 4124325"/>
                  <a:gd name="connsiteY10" fmla="*/ 1704279 h 2827843"/>
                  <a:gd name="connsiteX11" fmla="*/ 4124325 w 4124325"/>
                  <a:gd name="connsiteY11" fmla="*/ 65979 h 2827843"/>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124075 w 4124325"/>
                  <a:gd name="connsiteY6" fmla="*/ 2360581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200275 w 4124325"/>
                  <a:gd name="connsiteY6" fmla="*/ 2373153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114214 w 4124325"/>
                  <a:gd name="connsiteY6" fmla="*/ 2408648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141108 w 4124325"/>
                  <a:gd name="connsiteY6" fmla="*/ 2401549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675616 w 4124325"/>
                  <a:gd name="connsiteY5" fmla="*/ 623985 h 2826920"/>
                  <a:gd name="connsiteX6" fmla="*/ 2141108 w 4124325"/>
                  <a:gd name="connsiteY6" fmla="*/ 2401549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643343 w 4124325"/>
                  <a:gd name="connsiteY5" fmla="*/ 623985 h 2826920"/>
                  <a:gd name="connsiteX6" fmla="*/ 2141108 w 4124325"/>
                  <a:gd name="connsiteY6" fmla="*/ 2401549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667250"/>
                  <a:gd name="connsiteY0" fmla="*/ 2889777 h 2889777"/>
                  <a:gd name="connsiteX1" fmla="*/ 952500 w 4667250"/>
                  <a:gd name="connsiteY1" fmla="*/ 1376845 h 2889777"/>
                  <a:gd name="connsiteX2" fmla="*/ 1295400 w 4667250"/>
                  <a:gd name="connsiteY2" fmla="*/ 436531 h 2889777"/>
                  <a:gd name="connsiteX3" fmla="*/ 1628775 w 4667250"/>
                  <a:gd name="connsiteY3" fmla="*/ 103156 h 2889777"/>
                  <a:gd name="connsiteX4" fmla="*/ 1943100 w 4667250"/>
                  <a:gd name="connsiteY4" fmla="*/ 36481 h 2889777"/>
                  <a:gd name="connsiteX5" fmla="*/ 2186268 w 4667250"/>
                  <a:gd name="connsiteY5" fmla="*/ 623985 h 2889777"/>
                  <a:gd name="connsiteX6" fmla="*/ 2684033 w 4667250"/>
                  <a:gd name="connsiteY6" fmla="*/ 2401549 h 2889777"/>
                  <a:gd name="connsiteX7" fmla="*/ 2933700 w 4667250"/>
                  <a:gd name="connsiteY7" fmla="*/ 2655856 h 2889777"/>
                  <a:gd name="connsiteX8" fmla="*/ 3400425 w 4667250"/>
                  <a:gd name="connsiteY8" fmla="*/ 2684431 h 2889777"/>
                  <a:gd name="connsiteX9" fmla="*/ 3952875 w 4667250"/>
                  <a:gd name="connsiteY9" fmla="*/ 2713006 h 2889777"/>
                  <a:gd name="connsiteX10" fmla="*/ 4257675 w 4667250"/>
                  <a:gd name="connsiteY10" fmla="*/ 1703356 h 2889777"/>
                  <a:gd name="connsiteX11" fmla="*/ 4667250 w 4667250"/>
                  <a:gd name="connsiteY11" fmla="*/ 65056 h 2889777"/>
                  <a:gd name="connsiteX0" fmla="*/ 0 w 4667250"/>
                  <a:gd name="connsiteY0" fmla="*/ 2889777 h 2889777"/>
                  <a:gd name="connsiteX1" fmla="*/ 371977 w 4667250"/>
                  <a:gd name="connsiteY1" fmla="*/ 2287460 h 2889777"/>
                  <a:gd name="connsiteX2" fmla="*/ 952500 w 4667250"/>
                  <a:gd name="connsiteY2" fmla="*/ 1376845 h 2889777"/>
                  <a:gd name="connsiteX3" fmla="*/ 1295400 w 4667250"/>
                  <a:gd name="connsiteY3" fmla="*/ 436531 h 2889777"/>
                  <a:gd name="connsiteX4" fmla="*/ 1628775 w 4667250"/>
                  <a:gd name="connsiteY4" fmla="*/ 103156 h 2889777"/>
                  <a:gd name="connsiteX5" fmla="*/ 1943100 w 4667250"/>
                  <a:gd name="connsiteY5" fmla="*/ 36481 h 2889777"/>
                  <a:gd name="connsiteX6" fmla="*/ 2186268 w 4667250"/>
                  <a:gd name="connsiteY6" fmla="*/ 623985 h 2889777"/>
                  <a:gd name="connsiteX7" fmla="*/ 2684033 w 4667250"/>
                  <a:gd name="connsiteY7" fmla="*/ 2401549 h 2889777"/>
                  <a:gd name="connsiteX8" fmla="*/ 2933700 w 4667250"/>
                  <a:gd name="connsiteY8" fmla="*/ 2655856 h 2889777"/>
                  <a:gd name="connsiteX9" fmla="*/ 3400425 w 4667250"/>
                  <a:gd name="connsiteY9" fmla="*/ 2684431 h 2889777"/>
                  <a:gd name="connsiteX10" fmla="*/ 3952875 w 4667250"/>
                  <a:gd name="connsiteY10" fmla="*/ 2713006 h 2889777"/>
                  <a:gd name="connsiteX11" fmla="*/ 4257675 w 4667250"/>
                  <a:gd name="connsiteY11" fmla="*/ 1703356 h 2889777"/>
                  <a:gd name="connsiteX12" fmla="*/ 4667250 w 4667250"/>
                  <a:gd name="connsiteY12" fmla="*/ 65056 h 2889777"/>
                  <a:gd name="connsiteX0" fmla="*/ 0 w 4667250"/>
                  <a:gd name="connsiteY0" fmla="*/ 2889777 h 2889777"/>
                  <a:gd name="connsiteX1" fmla="*/ 581527 w 4667250"/>
                  <a:gd name="connsiteY1" fmla="*/ 2677173 h 2889777"/>
                  <a:gd name="connsiteX2" fmla="*/ 952500 w 4667250"/>
                  <a:gd name="connsiteY2" fmla="*/ 1376845 h 2889777"/>
                  <a:gd name="connsiteX3" fmla="*/ 1295400 w 4667250"/>
                  <a:gd name="connsiteY3" fmla="*/ 436531 h 2889777"/>
                  <a:gd name="connsiteX4" fmla="*/ 1628775 w 4667250"/>
                  <a:gd name="connsiteY4" fmla="*/ 103156 h 2889777"/>
                  <a:gd name="connsiteX5" fmla="*/ 1943100 w 4667250"/>
                  <a:gd name="connsiteY5" fmla="*/ 36481 h 2889777"/>
                  <a:gd name="connsiteX6" fmla="*/ 2186268 w 4667250"/>
                  <a:gd name="connsiteY6" fmla="*/ 623985 h 2889777"/>
                  <a:gd name="connsiteX7" fmla="*/ 2684033 w 4667250"/>
                  <a:gd name="connsiteY7" fmla="*/ 2401549 h 2889777"/>
                  <a:gd name="connsiteX8" fmla="*/ 2933700 w 4667250"/>
                  <a:gd name="connsiteY8" fmla="*/ 2655856 h 2889777"/>
                  <a:gd name="connsiteX9" fmla="*/ 3400425 w 4667250"/>
                  <a:gd name="connsiteY9" fmla="*/ 2684431 h 2889777"/>
                  <a:gd name="connsiteX10" fmla="*/ 3952875 w 4667250"/>
                  <a:gd name="connsiteY10" fmla="*/ 2713006 h 2889777"/>
                  <a:gd name="connsiteX11" fmla="*/ 4257675 w 4667250"/>
                  <a:gd name="connsiteY11" fmla="*/ 1703356 h 2889777"/>
                  <a:gd name="connsiteX12" fmla="*/ 4667250 w 4667250"/>
                  <a:gd name="connsiteY12" fmla="*/ 65056 h 2889777"/>
                  <a:gd name="connsiteX0" fmla="*/ 0 w 4724400"/>
                  <a:gd name="connsiteY0" fmla="*/ 2852063 h 2852063"/>
                  <a:gd name="connsiteX1" fmla="*/ 638677 w 4724400"/>
                  <a:gd name="connsiteY1" fmla="*/ 2677173 h 2852063"/>
                  <a:gd name="connsiteX2" fmla="*/ 1009650 w 4724400"/>
                  <a:gd name="connsiteY2" fmla="*/ 1376845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9627 w 4724400"/>
                  <a:gd name="connsiteY1" fmla="*/ 2689744 h 2852063"/>
                  <a:gd name="connsiteX2" fmla="*/ 1009650 w 4724400"/>
                  <a:gd name="connsiteY2" fmla="*/ 1376845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9627 w 4724400"/>
                  <a:gd name="connsiteY1" fmla="*/ 2689744 h 2852063"/>
                  <a:gd name="connsiteX2" fmla="*/ 1009650 w 4724400"/>
                  <a:gd name="connsiteY2" fmla="*/ 1376845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9627 w 4724400"/>
                  <a:gd name="connsiteY1" fmla="*/ 2689744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0102 w 4724400"/>
                  <a:gd name="connsiteY1" fmla="*/ 2702315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0102 w 4724400"/>
                  <a:gd name="connsiteY1" fmla="*/ 2702315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0102 w 4724400"/>
                  <a:gd name="connsiteY1" fmla="*/ 2702315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600575"/>
                  <a:gd name="connsiteY0" fmla="*/ 2839492 h 2839492"/>
                  <a:gd name="connsiteX1" fmla="*/ 486277 w 4600575"/>
                  <a:gd name="connsiteY1" fmla="*/ 2702315 h 2839492"/>
                  <a:gd name="connsiteX2" fmla="*/ 885825 w 4600575"/>
                  <a:gd name="connsiteY2" fmla="*/ 1401988 h 2839492"/>
                  <a:gd name="connsiteX3" fmla="*/ 1228725 w 4600575"/>
                  <a:gd name="connsiteY3" fmla="*/ 436531 h 2839492"/>
                  <a:gd name="connsiteX4" fmla="*/ 1562100 w 4600575"/>
                  <a:gd name="connsiteY4" fmla="*/ 103156 h 2839492"/>
                  <a:gd name="connsiteX5" fmla="*/ 1876425 w 4600575"/>
                  <a:gd name="connsiteY5" fmla="*/ 36481 h 2839492"/>
                  <a:gd name="connsiteX6" fmla="*/ 2119593 w 4600575"/>
                  <a:gd name="connsiteY6" fmla="*/ 623985 h 2839492"/>
                  <a:gd name="connsiteX7" fmla="*/ 2617358 w 4600575"/>
                  <a:gd name="connsiteY7" fmla="*/ 2401549 h 2839492"/>
                  <a:gd name="connsiteX8" fmla="*/ 2867025 w 4600575"/>
                  <a:gd name="connsiteY8" fmla="*/ 2655856 h 2839492"/>
                  <a:gd name="connsiteX9" fmla="*/ 3333750 w 4600575"/>
                  <a:gd name="connsiteY9" fmla="*/ 2684431 h 2839492"/>
                  <a:gd name="connsiteX10" fmla="*/ 3886200 w 4600575"/>
                  <a:gd name="connsiteY10" fmla="*/ 2713006 h 2839492"/>
                  <a:gd name="connsiteX11" fmla="*/ 4191000 w 4600575"/>
                  <a:gd name="connsiteY11" fmla="*/ 1703356 h 2839492"/>
                  <a:gd name="connsiteX12" fmla="*/ 4600575 w 4600575"/>
                  <a:gd name="connsiteY12" fmla="*/ 65056 h 2839492"/>
                  <a:gd name="connsiteX0" fmla="*/ 0 w 4543425"/>
                  <a:gd name="connsiteY0" fmla="*/ 2826921 h 2826921"/>
                  <a:gd name="connsiteX1" fmla="*/ 429127 w 4543425"/>
                  <a:gd name="connsiteY1" fmla="*/ 2702315 h 2826921"/>
                  <a:gd name="connsiteX2" fmla="*/ 828675 w 4543425"/>
                  <a:gd name="connsiteY2" fmla="*/ 1401988 h 2826921"/>
                  <a:gd name="connsiteX3" fmla="*/ 1171575 w 4543425"/>
                  <a:gd name="connsiteY3" fmla="*/ 436531 h 2826921"/>
                  <a:gd name="connsiteX4" fmla="*/ 1504950 w 4543425"/>
                  <a:gd name="connsiteY4" fmla="*/ 103156 h 2826921"/>
                  <a:gd name="connsiteX5" fmla="*/ 1819275 w 4543425"/>
                  <a:gd name="connsiteY5" fmla="*/ 36481 h 2826921"/>
                  <a:gd name="connsiteX6" fmla="*/ 2062443 w 4543425"/>
                  <a:gd name="connsiteY6" fmla="*/ 623985 h 2826921"/>
                  <a:gd name="connsiteX7" fmla="*/ 2560208 w 4543425"/>
                  <a:gd name="connsiteY7" fmla="*/ 2401549 h 2826921"/>
                  <a:gd name="connsiteX8" fmla="*/ 2809875 w 4543425"/>
                  <a:gd name="connsiteY8" fmla="*/ 2655856 h 2826921"/>
                  <a:gd name="connsiteX9" fmla="*/ 3276600 w 4543425"/>
                  <a:gd name="connsiteY9" fmla="*/ 2684431 h 2826921"/>
                  <a:gd name="connsiteX10" fmla="*/ 3829050 w 4543425"/>
                  <a:gd name="connsiteY10" fmla="*/ 2713006 h 2826921"/>
                  <a:gd name="connsiteX11" fmla="*/ 4133850 w 4543425"/>
                  <a:gd name="connsiteY11" fmla="*/ 1703356 h 2826921"/>
                  <a:gd name="connsiteX12" fmla="*/ 4543425 w 4543425"/>
                  <a:gd name="connsiteY12" fmla="*/ 65056 h 2826921"/>
                  <a:gd name="connsiteX0" fmla="*/ 0 w 4543425"/>
                  <a:gd name="connsiteY0" fmla="*/ 2826921 h 2826921"/>
                  <a:gd name="connsiteX1" fmla="*/ 429127 w 4543425"/>
                  <a:gd name="connsiteY1" fmla="*/ 2702315 h 2826921"/>
                  <a:gd name="connsiteX2" fmla="*/ 828675 w 4543425"/>
                  <a:gd name="connsiteY2" fmla="*/ 1401988 h 2826921"/>
                  <a:gd name="connsiteX3" fmla="*/ 1171575 w 4543425"/>
                  <a:gd name="connsiteY3" fmla="*/ 436531 h 2826921"/>
                  <a:gd name="connsiteX4" fmla="*/ 1504950 w 4543425"/>
                  <a:gd name="connsiteY4" fmla="*/ 103156 h 2826921"/>
                  <a:gd name="connsiteX5" fmla="*/ 1819275 w 4543425"/>
                  <a:gd name="connsiteY5" fmla="*/ 36481 h 2826921"/>
                  <a:gd name="connsiteX6" fmla="*/ 2062443 w 4543425"/>
                  <a:gd name="connsiteY6" fmla="*/ 623985 h 2826921"/>
                  <a:gd name="connsiteX7" fmla="*/ 2560208 w 4543425"/>
                  <a:gd name="connsiteY7" fmla="*/ 2401549 h 2826921"/>
                  <a:gd name="connsiteX8" fmla="*/ 2809875 w 4543425"/>
                  <a:gd name="connsiteY8" fmla="*/ 2655856 h 2826921"/>
                  <a:gd name="connsiteX9" fmla="*/ 3276600 w 4543425"/>
                  <a:gd name="connsiteY9" fmla="*/ 2684431 h 2826921"/>
                  <a:gd name="connsiteX10" fmla="*/ 3829050 w 4543425"/>
                  <a:gd name="connsiteY10" fmla="*/ 2713006 h 2826921"/>
                  <a:gd name="connsiteX11" fmla="*/ 4133850 w 4543425"/>
                  <a:gd name="connsiteY11" fmla="*/ 1703356 h 2826921"/>
                  <a:gd name="connsiteX12" fmla="*/ 4543425 w 4543425"/>
                  <a:gd name="connsiteY12" fmla="*/ 65056 h 282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43425" h="2826921">
                    <a:moveTo>
                      <a:pt x="0" y="2826921"/>
                    </a:moveTo>
                    <a:cubicBezTo>
                      <a:pt x="61996" y="2726535"/>
                      <a:pt x="270377" y="2954470"/>
                      <a:pt x="429127" y="2702315"/>
                    </a:cubicBezTo>
                    <a:lnTo>
                      <a:pt x="828675" y="1401988"/>
                    </a:lnTo>
                    <a:lnTo>
                      <a:pt x="1171575" y="436531"/>
                    </a:lnTo>
                    <a:cubicBezTo>
                      <a:pt x="1284287" y="220059"/>
                      <a:pt x="1397000" y="169831"/>
                      <a:pt x="1504950" y="103156"/>
                    </a:cubicBezTo>
                    <a:cubicBezTo>
                      <a:pt x="1612900" y="36481"/>
                      <a:pt x="1726360" y="-50324"/>
                      <a:pt x="1819275" y="36481"/>
                    </a:cubicBezTo>
                    <a:cubicBezTo>
                      <a:pt x="1912191" y="123286"/>
                      <a:pt x="1938954" y="229807"/>
                      <a:pt x="2062443" y="623985"/>
                    </a:cubicBezTo>
                    <a:cubicBezTo>
                      <a:pt x="2185932" y="1018163"/>
                      <a:pt x="2435636" y="2062904"/>
                      <a:pt x="2560208" y="2401549"/>
                    </a:cubicBezTo>
                    <a:cubicBezTo>
                      <a:pt x="2684780" y="2740194"/>
                      <a:pt x="2690476" y="2608709"/>
                      <a:pt x="2809875" y="2655856"/>
                    </a:cubicBezTo>
                    <a:cubicBezTo>
                      <a:pt x="2929274" y="2703003"/>
                      <a:pt x="3106737" y="2674906"/>
                      <a:pt x="3276600" y="2684431"/>
                    </a:cubicBezTo>
                    <a:cubicBezTo>
                      <a:pt x="3446463" y="2693956"/>
                      <a:pt x="3686175" y="2876519"/>
                      <a:pt x="3829050" y="2713006"/>
                    </a:cubicBezTo>
                    <a:cubicBezTo>
                      <a:pt x="3971925" y="2549494"/>
                      <a:pt x="4013200" y="2143093"/>
                      <a:pt x="4133850" y="1703356"/>
                    </a:cubicBezTo>
                    <a:cubicBezTo>
                      <a:pt x="4254500" y="1263619"/>
                      <a:pt x="4483100" y="314293"/>
                      <a:pt x="4543425" y="65056"/>
                    </a:cubicBezTo>
                  </a:path>
                </a:pathLst>
              </a:custGeom>
              <a:noFill/>
              <a:ln w="38100" cap="rnd" cmpd="sng" algn="ctr">
                <a:solidFill>
                  <a:srgbClr val="002060"/>
                </a:solidFill>
                <a:prstDash val="solid"/>
              </a:ln>
              <a:effectLst/>
            </p:spPr>
            <p:txBody>
              <a:bodyPr rtlCol="0"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55" name="TextBox 54">
                <a:extLst>
                  <a:ext uri="{FF2B5EF4-FFF2-40B4-BE49-F238E27FC236}">
                    <a16:creationId xmlns:a16="http://schemas.microsoft.com/office/drawing/2014/main" id="{915FBBD8-7749-D623-8DE4-C8A1B3216110}"/>
                  </a:ext>
                </a:extLst>
              </p:cNvPr>
              <p:cNvSpPr txBox="1"/>
              <p:nvPr/>
            </p:nvSpPr>
            <p:spPr>
              <a:xfrm>
                <a:off x="2936813" y="2917860"/>
                <a:ext cx="844630" cy="276999"/>
              </a:xfrm>
              <a:prstGeom prst="rect">
                <a:avLst/>
              </a:prstGeom>
              <a:noFill/>
            </p:spPr>
            <p:txBody>
              <a:bodyPr wrap="square" rtlCol="0">
                <a:spAutoFit/>
              </a:bodyPr>
              <a:lstStyle/>
              <a:p>
                <a:pPr eaLnBrk="0" fontAlgn="base" hangingPunct="0">
                  <a:spcBef>
                    <a:spcPct val="0"/>
                  </a:spcBef>
                  <a:spcAft>
                    <a:spcPct val="0"/>
                  </a:spcAft>
                  <a:defRPr/>
                </a:pPr>
                <a:r>
                  <a:rPr lang="en-US" sz="1200" b="1" i="1" kern="0">
                    <a:solidFill>
                      <a:prstClr val="black"/>
                    </a:solidFill>
                    <a:latin typeface="Calibri"/>
                    <a:cs typeface="Times New Roman" panose="02020603050405020304" pitchFamily="18" charset="0"/>
                  </a:rPr>
                  <a:t>TIME (</a:t>
                </a:r>
                <a:r>
                  <a:rPr lang="en-US" sz="1200" b="1" i="1" kern="0" err="1">
                    <a:solidFill>
                      <a:prstClr val="black"/>
                    </a:solidFill>
                    <a:latin typeface="Calibri"/>
                    <a:cs typeface="Times New Roman" panose="02020603050405020304" pitchFamily="18" charset="0"/>
                  </a:rPr>
                  <a:t>pS</a:t>
                </a:r>
                <a:r>
                  <a:rPr lang="en-US" sz="1200" b="1" i="1" kern="0">
                    <a:solidFill>
                      <a:prstClr val="black"/>
                    </a:solidFill>
                    <a:latin typeface="Calibri"/>
                    <a:cs typeface="Times New Roman" panose="02020603050405020304" pitchFamily="18" charset="0"/>
                  </a:rPr>
                  <a:t>)</a:t>
                </a:r>
                <a:endParaRPr lang="en-US" sz="1200" b="1" i="1" kern="0" baseline="-25000">
                  <a:solidFill>
                    <a:prstClr val="black"/>
                  </a:solidFill>
                  <a:latin typeface="Calibri"/>
                  <a:cs typeface="Times New Roman" panose="02020603050405020304" pitchFamily="18" charset="0"/>
                </a:endParaRPr>
              </a:p>
            </p:txBody>
          </p:sp>
          <p:sp>
            <p:nvSpPr>
              <p:cNvPr id="56" name="TextBox 55">
                <a:extLst>
                  <a:ext uri="{FF2B5EF4-FFF2-40B4-BE49-F238E27FC236}">
                    <a16:creationId xmlns:a16="http://schemas.microsoft.com/office/drawing/2014/main" id="{3A9BD385-EBBC-50A5-BEAD-FED733C822AB}"/>
                  </a:ext>
                </a:extLst>
              </p:cNvPr>
              <p:cNvSpPr txBox="1"/>
              <p:nvPr/>
            </p:nvSpPr>
            <p:spPr>
              <a:xfrm rot="16200000">
                <a:off x="1478798" y="2293103"/>
                <a:ext cx="905229" cy="276999"/>
              </a:xfrm>
              <a:prstGeom prst="rect">
                <a:avLst/>
              </a:prstGeom>
              <a:noFill/>
            </p:spPr>
            <p:txBody>
              <a:bodyPr wrap="square" rtlCol="0">
                <a:spAutoFit/>
              </a:bodyPr>
              <a:lstStyle/>
              <a:p>
                <a:pPr eaLnBrk="0" fontAlgn="base" hangingPunct="0">
                  <a:spcBef>
                    <a:spcPct val="0"/>
                  </a:spcBef>
                  <a:spcAft>
                    <a:spcPct val="0"/>
                  </a:spcAft>
                  <a:defRPr/>
                </a:pPr>
                <a:r>
                  <a:rPr lang="en-US" sz="1200" b="1" i="1" kern="0">
                    <a:solidFill>
                      <a:prstClr val="black"/>
                    </a:solidFill>
                    <a:latin typeface="Calibri"/>
                    <a:cs typeface="Times New Roman" panose="02020603050405020304" pitchFamily="18" charset="0"/>
                  </a:rPr>
                  <a:t>Voltage (V)</a:t>
                </a:r>
                <a:endParaRPr lang="en-US" sz="1200" b="1" i="1" kern="0" baseline="-25000">
                  <a:solidFill>
                    <a:prstClr val="black"/>
                  </a:solidFill>
                  <a:latin typeface="Calibri"/>
                  <a:cs typeface="Times New Roman" panose="02020603050405020304" pitchFamily="18" charset="0"/>
                </a:endParaRPr>
              </a:p>
            </p:txBody>
          </p:sp>
          <p:grpSp>
            <p:nvGrpSpPr>
              <p:cNvPr id="57" name="Group 56">
                <a:extLst>
                  <a:ext uri="{FF2B5EF4-FFF2-40B4-BE49-F238E27FC236}">
                    <a16:creationId xmlns:a16="http://schemas.microsoft.com/office/drawing/2014/main" id="{39CC8EC8-F0ED-2229-3D71-AC70593958A9}"/>
                  </a:ext>
                </a:extLst>
              </p:cNvPr>
              <p:cNvGrpSpPr/>
              <p:nvPr/>
            </p:nvGrpSpPr>
            <p:grpSpPr>
              <a:xfrm>
                <a:off x="2093070" y="3254360"/>
                <a:ext cx="1241211" cy="950198"/>
                <a:chOff x="181318" y="2075065"/>
                <a:chExt cx="1476000" cy="1125112"/>
              </a:xfrm>
            </p:grpSpPr>
            <p:cxnSp>
              <p:nvCxnSpPr>
                <p:cNvPr id="85" name="Straight Connector 84">
                  <a:extLst>
                    <a:ext uri="{FF2B5EF4-FFF2-40B4-BE49-F238E27FC236}">
                      <a16:creationId xmlns:a16="http://schemas.microsoft.com/office/drawing/2014/main" id="{81A241D3-ABE5-EB07-B739-F0E7941EC3AC}"/>
                    </a:ext>
                  </a:extLst>
                </p:cNvPr>
                <p:cNvCxnSpPr/>
                <p:nvPr/>
              </p:nvCxnSpPr>
              <p:spPr>
                <a:xfrm flipV="1">
                  <a:off x="181318" y="3187747"/>
                  <a:ext cx="1476000" cy="0"/>
                </a:xfrm>
                <a:prstGeom prst="line">
                  <a:avLst/>
                </a:prstGeom>
                <a:noFill/>
                <a:ln w="31750" cap="flat" cmpd="sng" algn="ctr">
                  <a:solidFill>
                    <a:sysClr val="windowText" lastClr="000000"/>
                  </a:solidFill>
                  <a:prstDash val="solid"/>
                  <a:headEnd type="none"/>
                  <a:tailEnd type="triangle" w="med" len="med"/>
                </a:ln>
                <a:effectLst/>
              </p:spPr>
            </p:cxnSp>
            <p:cxnSp>
              <p:nvCxnSpPr>
                <p:cNvPr id="86" name="Straight Connector 85">
                  <a:extLst>
                    <a:ext uri="{FF2B5EF4-FFF2-40B4-BE49-F238E27FC236}">
                      <a16:creationId xmlns:a16="http://schemas.microsoft.com/office/drawing/2014/main" id="{894D37F8-9636-F4A1-A21F-D74474854100}"/>
                    </a:ext>
                  </a:extLst>
                </p:cNvPr>
                <p:cNvCxnSpPr/>
                <p:nvPr/>
              </p:nvCxnSpPr>
              <p:spPr>
                <a:xfrm flipH="1" flipV="1">
                  <a:off x="188692" y="2075065"/>
                  <a:ext cx="0" cy="1125112"/>
                </a:xfrm>
                <a:prstGeom prst="line">
                  <a:avLst/>
                </a:prstGeom>
                <a:noFill/>
                <a:ln w="31750" cap="flat" cmpd="sng" algn="ctr">
                  <a:solidFill>
                    <a:sysClr val="windowText" lastClr="000000"/>
                  </a:solidFill>
                  <a:prstDash val="solid"/>
                  <a:headEnd type="none"/>
                  <a:tailEnd type="triangle" w="med" len="med"/>
                </a:ln>
                <a:effectLst/>
              </p:spPr>
            </p:cxnSp>
          </p:grpSp>
          <p:sp>
            <p:nvSpPr>
              <p:cNvPr id="58" name="TextBox 57">
                <a:extLst>
                  <a:ext uri="{FF2B5EF4-FFF2-40B4-BE49-F238E27FC236}">
                    <a16:creationId xmlns:a16="http://schemas.microsoft.com/office/drawing/2014/main" id="{E45FA41F-5F05-2C7E-6335-B4DA2E725D1A}"/>
                  </a:ext>
                </a:extLst>
              </p:cNvPr>
              <p:cNvSpPr txBox="1"/>
              <p:nvPr/>
            </p:nvSpPr>
            <p:spPr>
              <a:xfrm>
                <a:off x="2958453" y="4147655"/>
                <a:ext cx="862712" cy="276999"/>
              </a:xfrm>
              <a:prstGeom prst="rect">
                <a:avLst/>
              </a:prstGeom>
              <a:noFill/>
            </p:spPr>
            <p:txBody>
              <a:bodyPr wrap="square" rtlCol="0">
                <a:spAutoFit/>
              </a:bodyPr>
              <a:lstStyle/>
              <a:p>
                <a:pPr eaLnBrk="0" fontAlgn="base" hangingPunct="0">
                  <a:spcBef>
                    <a:spcPct val="0"/>
                  </a:spcBef>
                  <a:spcAft>
                    <a:spcPct val="0"/>
                  </a:spcAft>
                  <a:defRPr/>
                </a:pPr>
                <a:r>
                  <a:rPr lang="en-US" sz="1200" b="1" i="1" kern="0">
                    <a:solidFill>
                      <a:prstClr val="black"/>
                    </a:solidFill>
                    <a:latin typeface="Calibri"/>
                    <a:cs typeface="Times New Roman" panose="02020603050405020304" pitchFamily="18" charset="0"/>
                  </a:rPr>
                  <a:t>TIME (</a:t>
                </a:r>
                <a:r>
                  <a:rPr lang="en-US" sz="1200" b="1" i="1" kern="0" err="1">
                    <a:solidFill>
                      <a:prstClr val="black"/>
                    </a:solidFill>
                    <a:latin typeface="Calibri"/>
                    <a:cs typeface="Times New Roman" panose="02020603050405020304" pitchFamily="18" charset="0"/>
                  </a:rPr>
                  <a:t>pS</a:t>
                </a:r>
                <a:r>
                  <a:rPr lang="en-US" sz="1200" b="1" i="1" kern="0">
                    <a:solidFill>
                      <a:prstClr val="black"/>
                    </a:solidFill>
                    <a:latin typeface="Calibri"/>
                    <a:cs typeface="Times New Roman" panose="02020603050405020304" pitchFamily="18" charset="0"/>
                  </a:rPr>
                  <a:t>)</a:t>
                </a:r>
                <a:endParaRPr lang="en-US" sz="1200" b="1" i="1" kern="0" baseline="-25000">
                  <a:solidFill>
                    <a:prstClr val="black"/>
                  </a:solidFill>
                  <a:latin typeface="Calibri"/>
                  <a:cs typeface="Times New Roman" panose="02020603050405020304" pitchFamily="18" charset="0"/>
                </a:endParaRPr>
              </a:p>
            </p:txBody>
          </p:sp>
          <p:sp>
            <p:nvSpPr>
              <p:cNvPr id="59" name="Freeform 72">
                <a:extLst>
                  <a:ext uri="{FF2B5EF4-FFF2-40B4-BE49-F238E27FC236}">
                    <a16:creationId xmlns:a16="http://schemas.microsoft.com/office/drawing/2014/main" id="{4767A912-9EB1-BDB7-3703-30FD91E90449}"/>
                  </a:ext>
                </a:extLst>
              </p:cNvPr>
              <p:cNvSpPr/>
              <p:nvPr/>
            </p:nvSpPr>
            <p:spPr>
              <a:xfrm>
                <a:off x="2134774" y="3335863"/>
                <a:ext cx="1199507" cy="796766"/>
              </a:xfrm>
              <a:custGeom>
                <a:avLst/>
                <a:gdLst>
                  <a:gd name="connsiteX0" fmla="*/ 0 w 3276600"/>
                  <a:gd name="connsiteY0" fmla="*/ 1494729 h 2904771"/>
                  <a:gd name="connsiteX1" fmla="*/ 295275 w 3276600"/>
                  <a:gd name="connsiteY1" fmla="*/ 437454 h 2904771"/>
                  <a:gd name="connsiteX2" fmla="*/ 628650 w 3276600"/>
                  <a:gd name="connsiteY2" fmla="*/ 104079 h 2904771"/>
                  <a:gd name="connsiteX3" fmla="*/ 942975 w 3276600"/>
                  <a:gd name="connsiteY3" fmla="*/ 37404 h 2904771"/>
                  <a:gd name="connsiteX4" fmla="*/ 1304925 w 3276600"/>
                  <a:gd name="connsiteY4" fmla="*/ 637479 h 2904771"/>
                  <a:gd name="connsiteX5" fmla="*/ 1666875 w 3276600"/>
                  <a:gd name="connsiteY5" fmla="*/ 2361504 h 2904771"/>
                  <a:gd name="connsiteX6" fmla="*/ 1933575 w 3276600"/>
                  <a:gd name="connsiteY6" fmla="*/ 2656779 h 2904771"/>
                  <a:gd name="connsiteX7" fmla="*/ 2400300 w 3276600"/>
                  <a:gd name="connsiteY7" fmla="*/ 2685354 h 2904771"/>
                  <a:gd name="connsiteX8" fmla="*/ 2895600 w 3276600"/>
                  <a:gd name="connsiteY8" fmla="*/ 2847279 h 2904771"/>
                  <a:gd name="connsiteX9" fmla="*/ 3276600 w 3276600"/>
                  <a:gd name="connsiteY9" fmla="*/ 1580454 h 2904771"/>
                  <a:gd name="connsiteX0" fmla="*/ 0 w 3581400"/>
                  <a:gd name="connsiteY0" fmla="*/ 2790129 h 2904771"/>
                  <a:gd name="connsiteX1" fmla="*/ 600075 w 3581400"/>
                  <a:gd name="connsiteY1" fmla="*/ 437454 h 2904771"/>
                  <a:gd name="connsiteX2" fmla="*/ 933450 w 3581400"/>
                  <a:gd name="connsiteY2" fmla="*/ 104079 h 2904771"/>
                  <a:gd name="connsiteX3" fmla="*/ 1247775 w 3581400"/>
                  <a:gd name="connsiteY3" fmla="*/ 37404 h 2904771"/>
                  <a:gd name="connsiteX4" fmla="*/ 1609725 w 3581400"/>
                  <a:gd name="connsiteY4" fmla="*/ 637479 h 2904771"/>
                  <a:gd name="connsiteX5" fmla="*/ 1971675 w 3581400"/>
                  <a:gd name="connsiteY5" fmla="*/ 2361504 h 2904771"/>
                  <a:gd name="connsiteX6" fmla="*/ 2238375 w 3581400"/>
                  <a:gd name="connsiteY6" fmla="*/ 2656779 h 2904771"/>
                  <a:gd name="connsiteX7" fmla="*/ 2705100 w 3581400"/>
                  <a:gd name="connsiteY7" fmla="*/ 2685354 h 2904771"/>
                  <a:gd name="connsiteX8" fmla="*/ 3200400 w 3581400"/>
                  <a:gd name="connsiteY8" fmla="*/ 2847279 h 2904771"/>
                  <a:gd name="connsiteX9" fmla="*/ 3581400 w 3581400"/>
                  <a:gd name="connsiteY9" fmla="*/ 1580454 h 2904771"/>
                  <a:gd name="connsiteX0" fmla="*/ 0 w 3581400"/>
                  <a:gd name="connsiteY0" fmla="*/ 2790129 h 2904771"/>
                  <a:gd name="connsiteX1" fmla="*/ 333375 w 3581400"/>
                  <a:gd name="connsiteY1" fmla="*/ 1437579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581400"/>
                  <a:gd name="connsiteY0" fmla="*/ 2790129 h 2904771"/>
                  <a:gd name="connsiteX1" fmla="*/ 314325 w 3581400"/>
                  <a:gd name="connsiteY1" fmla="*/ 1428054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924300"/>
                  <a:gd name="connsiteY0" fmla="*/ 2790129 h 3001489"/>
                  <a:gd name="connsiteX1" fmla="*/ 314325 w 3924300"/>
                  <a:gd name="connsiteY1" fmla="*/ 1428054 h 3001489"/>
                  <a:gd name="connsiteX2" fmla="*/ 600075 w 3924300"/>
                  <a:gd name="connsiteY2" fmla="*/ 437454 h 3001489"/>
                  <a:gd name="connsiteX3" fmla="*/ 933450 w 3924300"/>
                  <a:gd name="connsiteY3" fmla="*/ 104079 h 3001489"/>
                  <a:gd name="connsiteX4" fmla="*/ 1247775 w 3924300"/>
                  <a:gd name="connsiteY4" fmla="*/ 37404 h 3001489"/>
                  <a:gd name="connsiteX5" fmla="*/ 1609725 w 3924300"/>
                  <a:gd name="connsiteY5" fmla="*/ 637479 h 3001489"/>
                  <a:gd name="connsiteX6" fmla="*/ 1971675 w 3924300"/>
                  <a:gd name="connsiteY6" fmla="*/ 2361504 h 3001489"/>
                  <a:gd name="connsiteX7" fmla="*/ 2238375 w 3924300"/>
                  <a:gd name="connsiteY7" fmla="*/ 2656779 h 3001489"/>
                  <a:gd name="connsiteX8" fmla="*/ 2705100 w 3924300"/>
                  <a:gd name="connsiteY8" fmla="*/ 2685354 h 3001489"/>
                  <a:gd name="connsiteX9" fmla="*/ 3200400 w 3924300"/>
                  <a:gd name="connsiteY9" fmla="*/ 2847279 h 3001489"/>
                  <a:gd name="connsiteX10" fmla="*/ 3924300 w 3924300"/>
                  <a:gd name="connsiteY10" fmla="*/ 208854 h 3001489"/>
                  <a:gd name="connsiteX0" fmla="*/ 0 w 3924300"/>
                  <a:gd name="connsiteY0" fmla="*/ 2790129 h 2896489"/>
                  <a:gd name="connsiteX1" fmla="*/ 314325 w 3924300"/>
                  <a:gd name="connsiteY1" fmla="*/ 1428054 h 2896489"/>
                  <a:gd name="connsiteX2" fmla="*/ 600075 w 3924300"/>
                  <a:gd name="connsiteY2" fmla="*/ 437454 h 2896489"/>
                  <a:gd name="connsiteX3" fmla="*/ 933450 w 3924300"/>
                  <a:gd name="connsiteY3" fmla="*/ 104079 h 2896489"/>
                  <a:gd name="connsiteX4" fmla="*/ 1247775 w 3924300"/>
                  <a:gd name="connsiteY4" fmla="*/ 37404 h 2896489"/>
                  <a:gd name="connsiteX5" fmla="*/ 1609725 w 3924300"/>
                  <a:gd name="connsiteY5" fmla="*/ 637479 h 2896489"/>
                  <a:gd name="connsiteX6" fmla="*/ 1971675 w 3924300"/>
                  <a:gd name="connsiteY6" fmla="*/ 2361504 h 2896489"/>
                  <a:gd name="connsiteX7" fmla="*/ 2238375 w 3924300"/>
                  <a:gd name="connsiteY7" fmla="*/ 2656779 h 2896489"/>
                  <a:gd name="connsiteX8" fmla="*/ 2705100 w 3924300"/>
                  <a:gd name="connsiteY8" fmla="*/ 2685354 h 2896489"/>
                  <a:gd name="connsiteX9" fmla="*/ 3200400 w 3924300"/>
                  <a:gd name="connsiteY9" fmla="*/ 2847279 h 2896489"/>
                  <a:gd name="connsiteX10" fmla="*/ 3562350 w 3924300"/>
                  <a:gd name="connsiteY10" fmla="*/ 1704279 h 2896489"/>
                  <a:gd name="connsiteX11" fmla="*/ 3924300 w 3924300"/>
                  <a:gd name="connsiteY11" fmla="*/ 208854 h 2896489"/>
                  <a:gd name="connsiteX0" fmla="*/ 0 w 3971925"/>
                  <a:gd name="connsiteY0" fmla="*/ 2790129 h 2896489"/>
                  <a:gd name="connsiteX1" fmla="*/ 314325 w 3971925"/>
                  <a:gd name="connsiteY1" fmla="*/ 1428054 h 2896489"/>
                  <a:gd name="connsiteX2" fmla="*/ 600075 w 3971925"/>
                  <a:gd name="connsiteY2" fmla="*/ 437454 h 2896489"/>
                  <a:gd name="connsiteX3" fmla="*/ 933450 w 3971925"/>
                  <a:gd name="connsiteY3" fmla="*/ 104079 h 2896489"/>
                  <a:gd name="connsiteX4" fmla="*/ 1247775 w 3971925"/>
                  <a:gd name="connsiteY4" fmla="*/ 37404 h 2896489"/>
                  <a:gd name="connsiteX5" fmla="*/ 1609725 w 3971925"/>
                  <a:gd name="connsiteY5" fmla="*/ 637479 h 2896489"/>
                  <a:gd name="connsiteX6" fmla="*/ 1971675 w 3971925"/>
                  <a:gd name="connsiteY6" fmla="*/ 2361504 h 2896489"/>
                  <a:gd name="connsiteX7" fmla="*/ 2238375 w 3971925"/>
                  <a:gd name="connsiteY7" fmla="*/ 2656779 h 2896489"/>
                  <a:gd name="connsiteX8" fmla="*/ 2705100 w 3971925"/>
                  <a:gd name="connsiteY8" fmla="*/ 2685354 h 2896489"/>
                  <a:gd name="connsiteX9" fmla="*/ 3200400 w 3971925"/>
                  <a:gd name="connsiteY9" fmla="*/ 2847279 h 2896489"/>
                  <a:gd name="connsiteX10" fmla="*/ 3562350 w 3971925"/>
                  <a:gd name="connsiteY10" fmla="*/ 1704279 h 2896489"/>
                  <a:gd name="connsiteX11" fmla="*/ 3971925 w 3971925"/>
                  <a:gd name="connsiteY11" fmla="*/ 65979 h 2896489"/>
                  <a:gd name="connsiteX0" fmla="*/ 0 w 3971925"/>
                  <a:gd name="connsiteY0" fmla="*/ 2790129 h 2790129"/>
                  <a:gd name="connsiteX1" fmla="*/ 314325 w 3971925"/>
                  <a:gd name="connsiteY1" fmla="*/ 1428054 h 2790129"/>
                  <a:gd name="connsiteX2" fmla="*/ 600075 w 3971925"/>
                  <a:gd name="connsiteY2" fmla="*/ 437454 h 2790129"/>
                  <a:gd name="connsiteX3" fmla="*/ 933450 w 3971925"/>
                  <a:gd name="connsiteY3" fmla="*/ 104079 h 2790129"/>
                  <a:gd name="connsiteX4" fmla="*/ 1247775 w 3971925"/>
                  <a:gd name="connsiteY4" fmla="*/ 37404 h 2790129"/>
                  <a:gd name="connsiteX5" fmla="*/ 1609725 w 3971925"/>
                  <a:gd name="connsiteY5" fmla="*/ 637479 h 2790129"/>
                  <a:gd name="connsiteX6" fmla="*/ 1971675 w 3971925"/>
                  <a:gd name="connsiteY6" fmla="*/ 2361504 h 2790129"/>
                  <a:gd name="connsiteX7" fmla="*/ 2238375 w 3971925"/>
                  <a:gd name="connsiteY7" fmla="*/ 2656779 h 2790129"/>
                  <a:gd name="connsiteX8" fmla="*/ 2705100 w 3971925"/>
                  <a:gd name="connsiteY8" fmla="*/ 2685354 h 2790129"/>
                  <a:gd name="connsiteX9" fmla="*/ 3257550 w 3971925"/>
                  <a:gd name="connsiteY9" fmla="*/ 2713929 h 2790129"/>
                  <a:gd name="connsiteX10" fmla="*/ 3562350 w 3971925"/>
                  <a:gd name="connsiteY10" fmla="*/ 1704279 h 2790129"/>
                  <a:gd name="connsiteX11" fmla="*/ 3971925 w 3971925"/>
                  <a:gd name="connsiteY11" fmla="*/ 65979 h 2790129"/>
                  <a:gd name="connsiteX0" fmla="*/ 0 w 4162425"/>
                  <a:gd name="connsiteY0" fmla="*/ 2790129 h 2790129"/>
                  <a:gd name="connsiteX1" fmla="*/ 504825 w 4162425"/>
                  <a:gd name="connsiteY1" fmla="*/ 1428054 h 2790129"/>
                  <a:gd name="connsiteX2" fmla="*/ 790575 w 4162425"/>
                  <a:gd name="connsiteY2" fmla="*/ 437454 h 2790129"/>
                  <a:gd name="connsiteX3" fmla="*/ 1123950 w 4162425"/>
                  <a:gd name="connsiteY3" fmla="*/ 104079 h 2790129"/>
                  <a:gd name="connsiteX4" fmla="*/ 1438275 w 4162425"/>
                  <a:gd name="connsiteY4" fmla="*/ 37404 h 2790129"/>
                  <a:gd name="connsiteX5" fmla="*/ 1800225 w 4162425"/>
                  <a:gd name="connsiteY5" fmla="*/ 637479 h 2790129"/>
                  <a:gd name="connsiteX6" fmla="*/ 2162175 w 4162425"/>
                  <a:gd name="connsiteY6" fmla="*/ 2361504 h 2790129"/>
                  <a:gd name="connsiteX7" fmla="*/ 2428875 w 4162425"/>
                  <a:gd name="connsiteY7" fmla="*/ 2656779 h 2790129"/>
                  <a:gd name="connsiteX8" fmla="*/ 2895600 w 4162425"/>
                  <a:gd name="connsiteY8" fmla="*/ 2685354 h 2790129"/>
                  <a:gd name="connsiteX9" fmla="*/ 3448050 w 4162425"/>
                  <a:gd name="connsiteY9" fmla="*/ 2713929 h 2790129"/>
                  <a:gd name="connsiteX10" fmla="*/ 3752850 w 4162425"/>
                  <a:gd name="connsiteY10" fmla="*/ 1704279 h 2790129"/>
                  <a:gd name="connsiteX11" fmla="*/ 4162425 w 4162425"/>
                  <a:gd name="connsiteY11" fmla="*/ 65979 h 2790129"/>
                  <a:gd name="connsiteX0" fmla="*/ 0 w 4162425"/>
                  <a:gd name="connsiteY0" fmla="*/ 2790129 h 2790129"/>
                  <a:gd name="connsiteX1" fmla="*/ 447675 w 4162425"/>
                  <a:gd name="connsiteY1" fmla="*/ 1377768 h 2790129"/>
                  <a:gd name="connsiteX2" fmla="*/ 790575 w 4162425"/>
                  <a:gd name="connsiteY2" fmla="*/ 437454 h 2790129"/>
                  <a:gd name="connsiteX3" fmla="*/ 1123950 w 4162425"/>
                  <a:gd name="connsiteY3" fmla="*/ 104079 h 2790129"/>
                  <a:gd name="connsiteX4" fmla="*/ 1438275 w 4162425"/>
                  <a:gd name="connsiteY4" fmla="*/ 37404 h 2790129"/>
                  <a:gd name="connsiteX5" fmla="*/ 1800225 w 4162425"/>
                  <a:gd name="connsiteY5" fmla="*/ 637479 h 2790129"/>
                  <a:gd name="connsiteX6" fmla="*/ 2162175 w 4162425"/>
                  <a:gd name="connsiteY6" fmla="*/ 2361504 h 2790129"/>
                  <a:gd name="connsiteX7" fmla="*/ 2428875 w 4162425"/>
                  <a:gd name="connsiteY7" fmla="*/ 2656779 h 2790129"/>
                  <a:gd name="connsiteX8" fmla="*/ 2895600 w 4162425"/>
                  <a:gd name="connsiteY8" fmla="*/ 2685354 h 2790129"/>
                  <a:gd name="connsiteX9" fmla="*/ 3448050 w 4162425"/>
                  <a:gd name="connsiteY9" fmla="*/ 2713929 h 2790129"/>
                  <a:gd name="connsiteX10" fmla="*/ 3752850 w 4162425"/>
                  <a:gd name="connsiteY10" fmla="*/ 1704279 h 2790129"/>
                  <a:gd name="connsiteX11" fmla="*/ 4162425 w 4162425"/>
                  <a:gd name="connsiteY11" fmla="*/ 65979 h 2790129"/>
                  <a:gd name="connsiteX0" fmla="*/ 0 w 4124325"/>
                  <a:gd name="connsiteY0" fmla="*/ 2827843 h 2827843"/>
                  <a:gd name="connsiteX1" fmla="*/ 409575 w 4124325"/>
                  <a:gd name="connsiteY1" fmla="*/ 1377768 h 2827843"/>
                  <a:gd name="connsiteX2" fmla="*/ 752475 w 4124325"/>
                  <a:gd name="connsiteY2" fmla="*/ 437454 h 2827843"/>
                  <a:gd name="connsiteX3" fmla="*/ 1085850 w 4124325"/>
                  <a:gd name="connsiteY3" fmla="*/ 104079 h 2827843"/>
                  <a:gd name="connsiteX4" fmla="*/ 1400175 w 4124325"/>
                  <a:gd name="connsiteY4" fmla="*/ 37404 h 2827843"/>
                  <a:gd name="connsiteX5" fmla="*/ 1762125 w 4124325"/>
                  <a:gd name="connsiteY5" fmla="*/ 637479 h 2827843"/>
                  <a:gd name="connsiteX6" fmla="*/ 2124075 w 4124325"/>
                  <a:gd name="connsiteY6" fmla="*/ 2361504 h 2827843"/>
                  <a:gd name="connsiteX7" fmla="*/ 2390775 w 4124325"/>
                  <a:gd name="connsiteY7" fmla="*/ 2656779 h 2827843"/>
                  <a:gd name="connsiteX8" fmla="*/ 2857500 w 4124325"/>
                  <a:gd name="connsiteY8" fmla="*/ 2685354 h 2827843"/>
                  <a:gd name="connsiteX9" fmla="*/ 3409950 w 4124325"/>
                  <a:gd name="connsiteY9" fmla="*/ 2713929 h 2827843"/>
                  <a:gd name="connsiteX10" fmla="*/ 3714750 w 4124325"/>
                  <a:gd name="connsiteY10" fmla="*/ 1704279 h 2827843"/>
                  <a:gd name="connsiteX11" fmla="*/ 4124325 w 4124325"/>
                  <a:gd name="connsiteY11" fmla="*/ 65979 h 2827843"/>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124075 w 4124325"/>
                  <a:gd name="connsiteY6" fmla="*/ 2360581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200275 w 4124325"/>
                  <a:gd name="connsiteY6" fmla="*/ 2373153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114214 w 4124325"/>
                  <a:gd name="connsiteY6" fmla="*/ 2408648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724025 w 4124325"/>
                  <a:gd name="connsiteY5" fmla="*/ 623985 h 2826920"/>
                  <a:gd name="connsiteX6" fmla="*/ 2141108 w 4124325"/>
                  <a:gd name="connsiteY6" fmla="*/ 2401549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675616 w 4124325"/>
                  <a:gd name="connsiteY5" fmla="*/ 623985 h 2826920"/>
                  <a:gd name="connsiteX6" fmla="*/ 2141108 w 4124325"/>
                  <a:gd name="connsiteY6" fmla="*/ 2401549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124325"/>
                  <a:gd name="connsiteY0" fmla="*/ 2826920 h 2826920"/>
                  <a:gd name="connsiteX1" fmla="*/ 409575 w 4124325"/>
                  <a:gd name="connsiteY1" fmla="*/ 1376845 h 2826920"/>
                  <a:gd name="connsiteX2" fmla="*/ 752475 w 4124325"/>
                  <a:gd name="connsiteY2" fmla="*/ 436531 h 2826920"/>
                  <a:gd name="connsiteX3" fmla="*/ 1085850 w 4124325"/>
                  <a:gd name="connsiteY3" fmla="*/ 103156 h 2826920"/>
                  <a:gd name="connsiteX4" fmla="*/ 1400175 w 4124325"/>
                  <a:gd name="connsiteY4" fmla="*/ 36481 h 2826920"/>
                  <a:gd name="connsiteX5" fmla="*/ 1643343 w 4124325"/>
                  <a:gd name="connsiteY5" fmla="*/ 623985 h 2826920"/>
                  <a:gd name="connsiteX6" fmla="*/ 2141108 w 4124325"/>
                  <a:gd name="connsiteY6" fmla="*/ 2401549 h 2826920"/>
                  <a:gd name="connsiteX7" fmla="*/ 2390775 w 4124325"/>
                  <a:gd name="connsiteY7" fmla="*/ 2655856 h 2826920"/>
                  <a:gd name="connsiteX8" fmla="*/ 2857500 w 4124325"/>
                  <a:gd name="connsiteY8" fmla="*/ 2684431 h 2826920"/>
                  <a:gd name="connsiteX9" fmla="*/ 3409950 w 4124325"/>
                  <a:gd name="connsiteY9" fmla="*/ 2713006 h 2826920"/>
                  <a:gd name="connsiteX10" fmla="*/ 3714750 w 4124325"/>
                  <a:gd name="connsiteY10" fmla="*/ 1703356 h 2826920"/>
                  <a:gd name="connsiteX11" fmla="*/ 4124325 w 4124325"/>
                  <a:gd name="connsiteY11" fmla="*/ 65056 h 2826920"/>
                  <a:gd name="connsiteX0" fmla="*/ 0 w 4667250"/>
                  <a:gd name="connsiteY0" fmla="*/ 2889777 h 2889777"/>
                  <a:gd name="connsiteX1" fmla="*/ 952500 w 4667250"/>
                  <a:gd name="connsiteY1" fmla="*/ 1376845 h 2889777"/>
                  <a:gd name="connsiteX2" fmla="*/ 1295400 w 4667250"/>
                  <a:gd name="connsiteY2" fmla="*/ 436531 h 2889777"/>
                  <a:gd name="connsiteX3" fmla="*/ 1628775 w 4667250"/>
                  <a:gd name="connsiteY3" fmla="*/ 103156 h 2889777"/>
                  <a:gd name="connsiteX4" fmla="*/ 1943100 w 4667250"/>
                  <a:gd name="connsiteY4" fmla="*/ 36481 h 2889777"/>
                  <a:gd name="connsiteX5" fmla="*/ 2186268 w 4667250"/>
                  <a:gd name="connsiteY5" fmla="*/ 623985 h 2889777"/>
                  <a:gd name="connsiteX6" fmla="*/ 2684033 w 4667250"/>
                  <a:gd name="connsiteY6" fmla="*/ 2401549 h 2889777"/>
                  <a:gd name="connsiteX7" fmla="*/ 2933700 w 4667250"/>
                  <a:gd name="connsiteY7" fmla="*/ 2655856 h 2889777"/>
                  <a:gd name="connsiteX8" fmla="*/ 3400425 w 4667250"/>
                  <a:gd name="connsiteY8" fmla="*/ 2684431 h 2889777"/>
                  <a:gd name="connsiteX9" fmla="*/ 3952875 w 4667250"/>
                  <a:gd name="connsiteY9" fmla="*/ 2713006 h 2889777"/>
                  <a:gd name="connsiteX10" fmla="*/ 4257675 w 4667250"/>
                  <a:gd name="connsiteY10" fmla="*/ 1703356 h 2889777"/>
                  <a:gd name="connsiteX11" fmla="*/ 4667250 w 4667250"/>
                  <a:gd name="connsiteY11" fmla="*/ 65056 h 2889777"/>
                  <a:gd name="connsiteX0" fmla="*/ 0 w 4667250"/>
                  <a:gd name="connsiteY0" fmla="*/ 2889777 h 2889777"/>
                  <a:gd name="connsiteX1" fmla="*/ 371977 w 4667250"/>
                  <a:gd name="connsiteY1" fmla="*/ 2287460 h 2889777"/>
                  <a:gd name="connsiteX2" fmla="*/ 952500 w 4667250"/>
                  <a:gd name="connsiteY2" fmla="*/ 1376845 h 2889777"/>
                  <a:gd name="connsiteX3" fmla="*/ 1295400 w 4667250"/>
                  <a:gd name="connsiteY3" fmla="*/ 436531 h 2889777"/>
                  <a:gd name="connsiteX4" fmla="*/ 1628775 w 4667250"/>
                  <a:gd name="connsiteY4" fmla="*/ 103156 h 2889777"/>
                  <a:gd name="connsiteX5" fmla="*/ 1943100 w 4667250"/>
                  <a:gd name="connsiteY5" fmla="*/ 36481 h 2889777"/>
                  <a:gd name="connsiteX6" fmla="*/ 2186268 w 4667250"/>
                  <a:gd name="connsiteY6" fmla="*/ 623985 h 2889777"/>
                  <a:gd name="connsiteX7" fmla="*/ 2684033 w 4667250"/>
                  <a:gd name="connsiteY7" fmla="*/ 2401549 h 2889777"/>
                  <a:gd name="connsiteX8" fmla="*/ 2933700 w 4667250"/>
                  <a:gd name="connsiteY8" fmla="*/ 2655856 h 2889777"/>
                  <a:gd name="connsiteX9" fmla="*/ 3400425 w 4667250"/>
                  <a:gd name="connsiteY9" fmla="*/ 2684431 h 2889777"/>
                  <a:gd name="connsiteX10" fmla="*/ 3952875 w 4667250"/>
                  <a:gd name="connsiteY10" fmla="*/ 2713006 h 2889777"/>
                  <a:gd name="connsiteX11" fmla="*/ 4257675 w 4667250"/>
                  <a:gd name="connsiteY11" fmla="*/ 1703356 h 2889777"/>
                  <a:gd name="connsiteX12" fmla="*/ 4667250 w 4667250"/>
                  <a:gd name="connsiteY12" fmla="*/ 65056 h 2889777"/>
                  <a:gd name="connsiteX0" fmla="*/ 0 w 4667250"/>
                  <a:gd name="connsiteY0" fmla="*/ 2889777 h 2889777"/>
                  <a:gd name="connsiteX1" fmla="*/ 581527 w 4667250"/>
                  <a:gd name="connsiteY1" fmla="*/ 2677173 h 2889777"/>
                  <a:gd name="connsiteX2" fmla="*/ 952500 w 4667250"/>
                  <a:gd name="connsiteY2" fmla="*/ 1376845 h 2889777"/>
                  <a:gd name="connsiteX3" fmla="*/ 1295400 w 4667250"/>
                  <a:gd name="connsiteY3" fmla="*/ 436531 h 2889777"/>
                  <a:gd name="connsiteX4" fmla="*/ 1628775 w 4667250"/>
                  <a:gd name="connsiteY4" fmla="*/ 103156 h 2889777"/>
                  <a:gd name="connsiteX5" fmla="*/ 1943100 w 4667250"/>
                  <a:gd name="connsiteY5" fmla="*/ 36481 h 2889777"/>
                  <a:gd name="connsiteX6" fmla="*/ 2186268 w 4667250"/>
                  <a:gd name="connsiteY6" fmla="*/ 623985 h 2889777"/>
                  <a:gd name="connsiteX7" fmla="*/ 2684033 w 4667250"/>
                  <a:gd name="connsiteY7" fmla="*/ 2401549 h 2889777"/>
                  <a:gd name="connsiteX8" fmla="*/ 2933700 w 4667250"/>
                  <a:gd name="connsiteY8" fmla="*/ 2655856 h 2889777"/>
                  <a:gd name="connsiteX9" fmla="*/ 3400425 w 4667250"/>
                  <a:gd name="connsiteY9" fmla="*/ 2684431 h 2889777"/>
                  <a:gd name="connsiteX10" fmla="*/ 3952875 w 4667250"/>
                  <a:gd name="connsiteY10" fmla="*/ 2713006 h 2889777"/>
                  <a:gd name="connsiteX11" fmla="*/ 4257675 w 4667250"/>
                  <a:gd name="connsiteY11" fmla="*/ 1703356 h 2889777"/>
                  <a:gd name="connsiteX12" fmla="*/ 4667250 w 4667250"/>
                  <a:gd name="connsiteY12" fmla="*/ 65056 h 2889777"/>
                  <a:gd name="connsiteX0" fmla="*/ 0 w 4724400"/>
                  <a:gd name="connsiteY0" fmla="*/ 2852063 h 2852063"/>
                  <a:gd name="connsiteX1" fmla="*/ 638677 w 4724400"/>
                  <a:gd name="connsiteY1" fmla="*/ 2677173 h 2852063"/>
                  <a:gd name="connsiteX2" fmla="*/ 1009650 w 4724400"/>
                  <a:gd name="connsiteY2" fmla="*/ 1376845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9627 w 4724400"/>
                  <a:gd name="connsiteY1" fmla="*/ 2689744 h 2852063"/>
                  <a:gd name="connsiteX2" fmla="*/ 1009650 w 4724400"/>
                  <a:gd name="connsiteY2" fmla="*/ 1376845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9627 w 4724400"/>
                  <a:gd name="connsiteY1" fmla="*/ 2689744 h 2852063"/>
                  <a:gd name="connsiteX2" fmla="*/ 1009650 w 4724400"/>
                  <a:gd name="connsiteY2" fmla="*/ 1376845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9627 w 4724400"/>
                  <a:gd name="connsiteY1" fmla="*/ 2689744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0102 w 4724400"/>
                  <a:gd name="connsiteY1" fmla="*/ 2702315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0102 w 4724400"/>
                  <a:gd name="connsiteY1" fmla="*/ 2702315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724400"/>
                  <a:gd name="connsiteY0" fmla="*/ 2852063 h 2852063"/>
                  <a:gd name="connsiteX1" fmla="*/ 610102 w 4724400"/>
                  <a:gd name="connsiteY1" fmla="*/ 2702315 h 2852063"/>
                  <a:gd name="connsiteX2" fmla="*/ 1009650 w 4724400"/>
                  <a:gd name="connsiteY2" fmla="*/ 1401988 h 2852063"/>
                  <a:gd name="connsiteX3" fmla="*/ 1352550 w 4724400"/>
                  <a:gd name="connsiteY3" fmla="*/ 436531 h 2852063"/>
                  <a:gd name="connsiteX4" fmla="*/ 1685925 w 4724400"/>
                  <a:gd name="connsiteY4" fmla="*/ 103156 h 2852063"/>
                  <a:gd name="connsiteX5" fmla="*/ 2000250 w 4724400"/>
                  <a:gd name="connsiteY5" fmla="*/ 36481 h 2852063"/>
                  <a:gd name="connsiteX6" fmla="*/ 2243418 w 4724400"/>
                  <a:gd name="connsiteY6" fmla="*/ 623985 h 2852063"/>
                  <a:gd name="connsiteX7" fmla="*/ 2741183 w 4724400"/>
                  <a:gd name="connsiteY7" fmla="*/ 2401549 h 2852063"/>
                  <a:gd name="connsiteX8" fmla="*/ 2990850 w 4724400"/>
                  <a:gd name="connsiteY8" fmla="*/ 2655856 h 2852063"/>
                  <a:gd name="connsiteX9" fmla="*/ 3457575 w 4724400"/>
                  <a:gd name="connsiteY9" fmla="*/ 2684431 h 2852063"/>
                  <a:gd name="connsiteX10" fmla="*/ 4010025 w 4724400"/>
                  <a:gd name="connsiteY10" fmla="*/ 2713006 h 2852063"/>
                  <a:gd name="connsiteX11" fmla="*/ 4314825 w 4724400"/>
                  <a:gd name="connsiteY11" fmla="*/ 1703356 h 2852063"/>
                  <a:gd name="connsiteX12" fmla="*/ 4724400 w 4724400"/>
                  <a:gd name="connsiteY12" fmla="*/ 65056 h 2852063"/>
                  <a:gd name="connsiteX0" fmla="*/ 0 w 4600575"/>
                  <a:gd name="connsiteY0" fmla="*/ 2839492 h 2839492"/>
                  <a:gd name="connsiteX1" fmla="*/ 486277 w 4600575"/>
                  <a:gd name="connsiteY1" fmla="*/ 2702315 h 2839492"/>
                  <a:gd name="connsiteX2" fmla="*/ 885825 w 4600575"/>
                  <a:gd name="connsiteY2" fmla="*/ 1401988 h 2839492"/>
                  <a:gd name="connsiteX3" fmla="*/ 1228725 w 4600575"/>
                  <a:gd name="connsiteY3" fmla="*/ 436531 h 2839492"/>
                  <a:gd name="connsiteX4" fmla="*/ 1562100 w 4600575"/>
                  <a:gd name="connsiteY4" fmla="*/ 103156 h 2839492"/>
                  <a:gd name="connsiteX5" fmla="*/ 1876425 w 4600575"/>
                  <a:gd name="connsiteY5" fmla="*/ 36481 h 2839492"/>
                  <a:gd name="connsiteX6" fmla="*/ 2119593 w 4600575"/>
                  <a:gd name="connsiteY6" fmla="*/ 623985 h 2839492"/>
                  <a:gd name="connsiteX7" fmla="*/ 2617358 w 4600575"/>
                  <a:gd name="connsiteY7" fmla="*/ 2401549 h 2839492"/>
                  <a:gd name="connsiteX8" fmla="*/ 2867025 w 4600575"/>
                  <a:gd name="connsiteY8" fmla="*/ 2655856 h 2839492"/>
                  <a:gd name="connsiteX9" fmla="*/ 3333750 w 4600575"/>
                  <a:gd name="connsiteY9" fmla="*/ 2684431 h 2839492"/>
                  <a:gd name="connsiteX10" fmla="*/ 3886200 w 4600575"/>
                  <a:gd name="connsiteY10" fmla="*/ 2713006 h 2839492"/>
                  <a:gd name="connsiteX11" fmla="*/ 4191000 w 4600575"/>
                  <a:gd name="connsiteY11" fmla="*/ 1703356 h 2839492"/>
                  <a:gd name="connsiteX12" fmla="*/ 4600575 w 4600575"/>
                  <a:gd name="connsiteY12" fmla="*/ 65056 h 2839492"/>
                  <a:gd name="connsiteX0" fmla="*/ 0 w 4543425"/>
                  <a:gd name="connsiteY0" fmla="*/ 2826921 h 2826921"/>
                  <a:gd name="connsiteX1" fmla="*/ 429127 w 4543425"/>
                  <a:gd name="connsiteY1" fmla="*/ 2702315 h 2826921"/>
                  <a:gd name="connsiteX2" fmla="*/ 828675 w 4543425"/>
                  <a:gd name="connsiteY2" fmla="*/ 1401988 h 2826921"/>
                  <a:gd name="connsiteX3" fmla="*/ 1171575 w 4543425"/>
                  <a:gd name="connsiteY3" fmla="*/ 436531 h 2826921"/>
                  <a:gd name="connsiteX4" fmla="*/ 1504950 w 4543425"/>
                  <a:gd name="connsiteY4" fmla="*/ 103156 h 2826921"/>
                  <a:gd name="connsiteX5" fmla="*/ 1819275 w 4543425"/>
                  <a:gd name="connsiteY5" fmla="*/ 36481 h 2826921"/>
                  <a:gd name="connsiteX6" fmla="*/ 2062443 w 4543425"/>
                  <a:gd name="connsiteY6" fmla="*/ 623985 h 2826921"/>
                  <a:gd name="connsiteX7" fmla="*/ 2560208 w 4543425"/>
                  <a:gd name="connsiteY7" fmla="*/ 2401549 h 2826921"/>
                  <a:gd name="connsiteX8" fmla="*/ 2809875 w 4543425"/>
                  <a:gd name="connsiteY8" fmla="*/ 2655856 h 2826921"/>
                  <a:gd name="connsiteX9" fmla="*/ 3276600 w 4543425"/>
                  <a:gd name="connsiteY9" fmla="*/ 2684431 h 2826921"/>
                  <a:gd name="connsiteX10" fmla="*/ 3829050 w 4543425"/>
                  <a:gd name="connsiteY10" fmla="*/ 2713006 h 2826921"/>
                  <a:gd name="connsiteX11" fmla="*/ 4133850 w 4543425"/>
                  <a:gd name="connsiteY11" fmla="*/ 1703356 h 2826921"/>
                  <a:gd name="connsiteX12" fmla="*/ 4543425 w 4543425"/>
                  <a:gd name="connsiteY12" fmla="*/ 65056 h 2826921"/>
                  <a:gd name="connsiteX0" fmla="*/ 0 w 4543425"/>
                  <a:gd name="connsiteY0" fmla="*/ 2826921 h 2826921"/>
                  <a:gd name="connsiteX1" fmla="*/ 429127 w 4543425"/>
                  <a:gd name="connsiteY1" fmla="*/ 2702315 h 2826921"/>
                  <a:gd name="connsiteX2" fmla="*/ 828675 w 4543425"/>
                  <a:gd name="connsiteY2" fmla="*/ 1401988 h 2826921"/>
                  <a:gd name="connsiteX3" fmla="*/ 1171575 w 4543425"/>
                  <a:gd name="connsiteY3" fmla="*/ 436531 h 2826921"/>
                  <a:gd name="connsiteX4" fmla="*/ 1504950 w 4543425"/>
                  <a:gd name="connsiteY4" fmla="*/ 103156 h 2826921"/>
                  <a:gd name="connsiteX5" fmla="*/ 1819275 w 4543425"/>
                  <a:gd name="connsiteY5" fmla="*/ 36481 h 2826921"/>
                  <a:gd name="connsiteX6" fmla="*/ 2062443 w 4543425"/>
                  <a:gd name="connsiteY6" fmla="*/ 623985 h 2826921"/>
                  <a:gd name="connsiteX7" fmla="*/ 2560208 w 4543425"/>
                  <a:gd name="connsiteY7" fmla="*/ 2401549 h 2826921"/>
                  <a:gd name="connsiteX8" fmla="*/ 2809875 w 4543425"/>
                  <a:gd name="connsiteY8" fmla="*/ 2655856 h 2826921"/>
                  <a:gd name="connsiteX9" fmla="*/ 3276600 w 4543425"/>
                  <a:gd name="connsiteY9" fmla="*/ 2684431 h 2826921"/>
                  <a:gd name="connsiteX10" fmla="*/ 3829050 w 4543425"/>
                  <a:gd name="connsiteY10" fmla="*/ 2713006 h 2826921"/>
                  <a:gd name="connsiteX11" fmla="*/ 4133850 w 4543425"/>
                  <a:gd name="connsiteY11" fmla="*/ 1703356 h 2826921"/>
                  <a:gd name="connsiteX12" fmla="*/ 4543425 w 4543425"/>
                  <a:gd name="connsiteY12" fmla="*/ 65056 h 282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43425" h="2826921">
                    <a:moveTo>
                      <a:pt x="0" y="2826921"/>
                    </a:moveTo>
                    <a:cubicBezTo>
                      <a:pt x="61996" y="2726535"/>
                      <a:pt x="270377" y="2954470"/>
                      <a:pt x="429127" y="2702315"/>
                    </a:cubicBezTo>
                    <a:lnTo>
                      <a:pt x="828675" y="1401988"/>
                    </a:lnTo>
                    <a:lnTo>
                      <a:pt x="1171575" y="436531"/>
                    </a:lnTo>
                    <a:cubicBezTo>
                      <a:pt x="1284287" y="220059"/>
                      <a:pt x="1397000" y="169831"/>
                      <a:pt x="1504950" y="103156"/>
                    </a:cubicBezTo>
                    <a:cubicBezTo>
                      <a:pt x="1612900" y="36481"/>
                      <a:pt x="1726360" y="-50324"/>
                      <a:pt x="1819275" y="36481"/>
                    </a:cubicBezTo>
                    <a:cubicBezTo>
                      <a:pt x="1912191" y="123286"/>
                      <a:pt x="1938954" y="229807"/>
                      <a:pt x="2062443" y="623985"/>
                    </a:cubicBezTo>
                    <a:cubicBezTo>
                      <a:pt x="2185932" y="1018163"/>
                      <a:pt x="2435636" y="2062904"/>
                      <a:pt x="2560208" y="2401549"/>
                    </a:cubicBezTo>
                    <a:cubicBezTo>
                      <a:pt x="2684780" y="2740194"/>
                      <a:pt x="2690476" y="2608709"/>
                      <a:pt x="2809875" y="2655856"/>
                    </a:cubicBezTo>
                    <a:cubicBezTo>
                      <a:pt x="2929274" y="2703003"/>
                      <a:pt x="3106737" y="2674906"/>
                      <a:pt x="3276600" y="2684431"/>
                    </a:cubicBezTo>
                    <a:cubicBezTo>
                      <a:pt x="3446463" y="2693956"/>
                      <a:pt x="3686175" y="2876519"/>
                      <a:pt x="3829050" y="2713006"/>
                    </a:cubicBezTo>
                    <a:cubicBezTo>
                      <a:pt x="3971925" y="2549494"/>
                      <a:pt x="4013200" y="2143093"/>
                      <a:pt x="4133850" y="1703356"/>
                    </a:cubicBezTo>
                    <a:cubicBezTo>
                      <a:pt x="4254500" y="1263619"/>
                      <a:pt x="4483100" y="314293"/>
                      <a:pt x="4543425" y="65056"/>
                    </a:cubicBezTo>
                  </a:path>
                </a:pathLst>
              </a:custGeom>
              <a:noFill/>
              <a:ln w="38100" cap="rnd" cmpd="sng" algn="ctr">
                <a:solidFill>
                  <a:srgbClr val="002060"/>
                </a:solidFill>
                <a:prstDash val="solid"/>
              </a:ln>
              <a:effectLst/>
            </p:spPr>
            <p:txBody>
              <a:bodyPr rtlCol="0"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60" name="TextBox 59">
                <a:extLst>
                  <a:ext uri="{FF2B5EF4-FFF2-40B4-BE49-F238E27FC236}">
                    <a16:creationId xmlns:a16="http://schemas.microsoft.com/office/drawing/2014/main" id="{3D22E5B8-8E28-A222-8BDF-7CC1E5361738}"/>
                  </a:ext>
                </a:extLst>
              </p:cNvPr>
              <p:cNvSpPr txBox="1"/>
              <p:nvPr/>
            </p:nvSpPr>
            <p:spPr>
              <a:xfrm rot="16200000">
                <a:off x="1507374" y="3472063"/>
                <a:ext cx="905229" cy="276999"/>
              </a:xfrm>
              <a:prstGeom prst="rect">
                <a:avLst/>
              </a:prstGeom>
              <a:noFill/>
            </p:spPr>
            <p:txBody>
              <a:bodyPr wrap="square" rtlCol="0">
                <a:spAutoFit/>
              </a:bodyPr>
              <a:lstStyle/>
              <a:p>
                <a:pPr eaLnBrk="0" fontAlgn="base" hangingPunct="0">
                  <a:spcBef>
                    <a:spcPct val="0"/>
                  </a:spcBef>
                  <a:spcAft>
                    <a:spcPct val="0"/>
                  </a:spcAft>
                  <a:defRPr/>
                </a:pPr>
                <a:r>
                  <a:rPr lang="en-US" sz="1200" b="1" i="1" kern="0">
                    <a:solidFill>
                      <a:prstClr val="black"/>
                    </a:solidFill>
                    <a:latin typeface="Calibri"/>
                    <a:cs typeface="Times New Roman" panose="02020603050405020304" pitchFamily="18" charset="0"/>
                  </a:rPr>
                  <a:t>Voltage (V)</a:t>
                </a:r>
                <a:endParaRPr lang="en-US" sz="1200" b="1" i="1" kern="0" baseline="-25000">
                  <a:solidFill>
                    <a:prstClr val="black"/>
                  </a:solidFill>
                  <a:latin typeface="Calibri"/>
                  <a:cs typeface="Times New Roman" panose="02020603050405020304" pitchFamily="18" charset="0"/>
                </a:endParaRPr>
              </a:p>
            </p:txBody>
          </p:sp>
          <p:grpSp>
            <p:nvGrpSpPr>
              <p:cNvPr id="61" name="Group 60">
                <a:extLst>
                  <a:ext uri="{FF2B5EF4-FFF2-40B4-BE49-F238E27FC236}">
                    <a16:creationId xmlns:a16="http://schemas.microsoft.com/office/drawing/2014/main" id="{54F34497-6278-E2F3-30FC-69FC103D42A8}"/>
                  </a:ext>
                </a:extLst>
              </p:cNvPr>
              <p:cNvGrpSpPr/>
              <p:nvPr/>
            </p:nvGrpSpPr>
            <p:grpSpPr>
              <a:xfrm>
                <a:off x="4774065" y="2813153"/>
                <a:ext cx="1357416" cy="716819"/>
                <a:chOff x="3099348" y="1451784"/>
                <a:chExt cx="4749031" cy="2111268"/>
              </a:xfrm>
            </p:grpSpPr>
            <p:sp>
              <p:nvSpPr>
                <p:cNvPr id="83" name="Freeform 76">
                  <a:extLst>
                    <a:ext uri="{FF2B5EF4-FFF2-40B4-BE49-F238E27FC236}">
                      <a16:creationId xmlns:a16="http://schemas.microsoft.com/office/drawing/2014/main" id="{225F6E66-9A99-5B6E-0B9D-55D26FE9DA80}"/>
                    </a:ext>
                  </a:extLst>
                </p:cNvPr>
                <p:cNvSpPr/>
                <p:nvPr/>
              </p:nvSpPr>
              <p:spPr>
                <a:xfrm>
                  <a:off x="3099348" y="1451784"/>
                  <a:ext cx="2820969" cy="2111268"/>
                </a:xfrm>
                <a:custGeom>
                  <a:avLst/>
                  <a:gdLst>
                    <a:gd name="connsiteX0" fmla="*/ 0 w 3276600"/>
                    <a:gd name="connsiteY0" fmla="*/ 1494729 h 2904771"/>
                    <a:gd name="connsiteX1" fmla="*/ 295275 w 3276600"/>
                    <a:gd name="connsiteY1" fmla="*/ 437454 h 2904771"/>
                    <a:gd name="connsiteX2" fmla="*/ 628650 w 3276600"/>
                    <a:gd name="connsiteY2" fmla="*/ 104079 h 2904771"/>
                    <a:gd name="connsiteX3" fmla="*/ 942975 w 3276600"/>
                    <a:gd name="connsiteY3" fmla="*/ 37404 h 2904771"/>
                    <a:gd name="connsiteX4" fmla="*/ 1304925 w 3276600"/>
                    <a:gd name="connsiteY4" fmla="*/ 637479 h 2904771"/>
                    <a:gd name="connsiteX5" fmla="*/ 1666875 w 3276600"/>
                    <a:gd name="connsiteY5" fmla="*/ 2361504 h 2904771"/>
                    <a:gd name="connsiteX6" fmla="*/ 1933575 w 3276600"/>
                    <a:gd name="connsiteY6" fmla="*/ 2656779 h 2904771"/>
                    <a:gd name="connsiteX7" fmla="*/ 2400300 w 3276600"/>
                    <a:gd name="connsiteY7" fmla="*/ 2685354 h 2904771"/>
                    <a:gd name="connsiteX8" fmla="*/ 2895600 w 3276600"/>
                    <a:gd name="connsiteY8" fmla="*/ 2847279 h 2904771"/>
                    <a:gd name="connsiteX9" fmla="*/ 3276600 w 3276600"/>
                    <a:gd name="connsiteY9" fmla="*/ 1580454 h 2904771"/>
                    <a:gd name="connsiteX0" fmla="*/ 0 w 3581400"/>
                    <a:gd name="connsiteY0" fmla="*/ 2790129 h 2904771"/>
                    <a:gd name="connsiteX1" fmla="*/ 600075 w 3581400"/>
                    <a:gd name="connsiteY1" fmla="*/ 437454 h 2904771"/>
                    <a:gd name="connsiteX2" fmla="*/ 933450 w 3581400"/>
                    <a:gd name="connsiteY2" fmla="*/ 104079 h 2904771"/>
                    <a:gd name="connsiteX3" fmla="*/ 1247775 w 3581400"/>
                    <a:gd name="connsiteY3" fmla="*/ 37404 h 2904771"/>
                    <a:gd name="connsiteX4" fmla="*/ 1609725 w 3581400"/>
                    <a:gd name="connsiteY4" fmla="*/ 637479 h 2904771"/>
                    <a:gd name="connsiteX5" fmla="*/ 1971675 w 3581400"/>
                    <a:gd name="connsiteY5" fmla="*/ 2361504 h 2904771"/>
                    <a:gd name="connsiteX6" fmla="*/ 2238375 w 3581400"/>
                    <a:gd name="connsiteY6" fmla="*/ 2656779 h 2904771"/>
                    <a:gd name="connsiteX7" fmla="*/ 2705100 w 3581400"/>
                    <a:gd name="connsiteY7" fmla="*/ 2685354 h 2904771"/>
                    <a:gd name="connsiteX8" fmla="*/ 3200400 w 3581400"/>
                    <a:gd name="connsiteY8" fmla="*/ 2847279 h 2904771"/>
                    <a:gd name="connsiteX9" fmla="*/ 3581400 w 3581400"/>
                    <a:gd name="connsiteY9" fmla="*/ 1580454 h 2904771"/>
                    <a:gd name="connsiteX0" fmla="*/ 0 w 3581400"/>
                    <a:gd name="connsiteY0" fmla="*/ 2790129 h 2904771"/>
                    <a:gd name="connsiteX1" fmla="*/ 333375 w 3581400"/>
                    <a:gd name="connsiteY1" fmla="*/ 1437579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581400"/>
                    <a:gd name="connsiteY0" fmla="*/ 2790129 h 2904771"/>
                    <a:gd name="connsiteX1" fmla="*/ 314325 w 3581400"/>
                    <a:gd name="connsiteY1" fmla="*/ 1428054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924300"/>
                    <a:gd name="connsiteY0" fmla="*/ 2790129 h 3001489"/>
                    <a:gd name="connsiteX1" fmla="*/ 314325 w 3924300"/>
                    <a:gd name="connsiteY1" fmla="*/ 1428054 h 3001489"/>
                    <a:gd name="connsiteX2" fmla="*/ 600075 w 3924300"/>
                    <a:gd name="connsiteY2" fmla="*/ 437454 h 3001489"/>
                    <a:gd name="connsiteX3" fmla="*/ 933450 w 3924300"/>
                    <a:gd name="connsiteY3" fmla="*/ 104079 h 3001489"/>
                    <a:gd name="connsiteX4" fmla="*/ 1247775 w 3924300"/>
                    <a:gd name="connsiteY4" fmla="*/ 37404 h 3001489"/>
                    <a:gd name="connsiteX5" fmla="*/ 1609725 w 3924300"/>
                    <a:gd name="connsiteY5" fmla="*/ 637479 h 3001489"/>
                    <a:gd name="connsiteX6" fmla="*/ 1971675 w 3924300"/>
                    <a:gd name="connsiteY6" fmla="*/ 2361504 h 3001489"/>
                    <a:gd name="connsiteX7" fmla="*/ 2238375 w 3924300"/>
                    <a:gd name="connsiteY7" fmla="*/ 2656779 h 3001489"/>
                    <a:gd name="connsiteX8" fmla="*/ 2705100 w 3924300"/>
                    <a:gd name="connsiteY8" fmla="*/ 2685354 h 3001489"/>
                    <a:gd name="connsiteX9" fmla="*/ 3200400 w 3924300"/>
                    <a:gd name="connsiteY9" fmla="*/ 2847279 h 3001489"/>
                    <a:gd name="connsiteX10" fmla="*/ 3924300 w 3924300"/>
                    <a:gd name="connsiteY10" fmla="*/ 208854 h 3001489"/>
                    <a:gd name="connsiteX0" fmla="*/ 0 w 3924300"/>
                    <a:gd name="connsiteY0" fmla="*/ 2790129 h 2896489"/>
                    <a:gd name="connsiteX1" fmla="*/ 314325 w 3924300"/>
                    <a:gd name="connsiteY1" fmla="*/ 1428054 h 2896489"/>
                    <a:gd name="connsiteX2" fmla="*/ 600075 w 3924300"/>
                    <a:gd name="connsiteY2" fmla="*/ 437454 h 2896489"/>
                    <a:gd name="connsiteX3" fmla="*/ 933450 w 3924300"/>
                    <a:gd name="connsiteY3" fmla="*/ 104079 h 2896489"/>
                    <a:gd name="connsiteX4" fmla="*/ 1247775 w 3924300"/>
                    <a:gd name="connsiteY4" fmla="*/ 37404 h 2896489"/>
                    <a:gd name="connsiteX5" fmla="*/ 1609725 w 3924300"/>
                    <a:gd name="connsiteY5" fmla="*/ 637479 h 2896489"/>
                    <a:gd name="connsiteX6" fmla="*/ 1971675 w 3924300"/>
                    <a:gd name="connsiteY6" fmla="*/ 2361504 h 2896489"/>
                    <a:gd name="connsiteX7" fmla="*/ 2238375 w 3924300"/>
                    <a:gd name="connsiteY7" fmla="*/ 2656779 h 2896489"/>
                    <a:gd name="connsiteX8" fmla="*/ 2705100 w 3924300"/>
                    <a:gd name="connsiteY8" fmla="*/ 2685354 h 2896489"/>
                    <a:gd name="connsiteX9" fmla="*/ 3200400 w 3924300"/>
                    <a:gd name="connsiteY9" fmla="*/ 2847279 h 2896489"/>
                    <a:gd name="connsiteX10" fmla="*/ 3562350 w 3924300"/>
                    <a:gd name="connsiteY10" fmla="*/ 1704279 h 2896489"/>
                    <a:gd name="connsiteX11" fmla="*/ 3924300 w 3924300"/>
                    <a:gd name="connsiteY11" fmla="*/ 208854 h 2896489"/>
                    <a:gd name="connsiteX0" fmla="*/ 0 w 3971925"/>
                    <a:gd name="connsiteY0" fmla="*/ 2790129 h 2896489"/>
                    <a:gd name="connsiteX1" fmla="*/ 314325 w 3971925"/>
                    <a:gd name="connsiteY1" fmla="*/ 1428054 h 2896489"/>
                    <a:gd name="connsiteX2" fmla="*/ 600075 w 3971925"/>
                    <a:gd name="connsiteY2" fmla="*/ 437454 h 2896489"/>
                    <a:gd name="connsiteX3" fmla="*/ 933450 w 3971925"/>
                    <a:gd name="connsiteY3" fmla="*/ 104079 h 2896489"/>
                    <a:gd name="connsiteX4" fmla="*/ 1247775 w 3971925"/>
                    <a:gd name="connsiteY4" fmla="*/ 37404 h 2896489"/>
                    <a:gd name="connsiteX5" fmla="*/ 1609725 w 3971925"/>
                    <a:gd name="connsiteY5" fmla="*/ 637479 h 2896489"/>
                    <a:gd name="connsiteX6" fmla="*/ 1971675 w 3971925"/>
                    <a:gd name="connsiteY6" fmla="*/ 2361504 h 2896489"/>
                    <a:gd name="connsiteX7" fmla="*/ 2238375 w 3971925"/>
                    <a:gd name="connsiteY7" fmla="*/ 2656779 h 2896489"/>
                    <a:gd name="connsiteX8" fmla="*/ 2705100 w 3971925"/>
                    <a:gd name="connsiteY8" fmla="*/ 2685354 h 2896489"/>
                    <a:gd name="connsiteX9" fmla="*/ 3200400 w 3971925"/>
                    <a:gd name="connsiteY9" fmla="*/ 2847279 h 2896489"/>
                    <a:gd name="connsiteX10" fmla="*/ 3562350 w 3971925"/>
                    <a:gd name="connsiteY10" fmla="*/ 1704279 h 2896489"/>
                    <a:gd name="connsiteX11" fmla="*/ 3971925 w 3971925"/>
                    <a:gd name="connsiteY11" fmla="*/ 65979 h 2896489"/>
                    <a:gd name="connsiteX0" fmla="*/ 0 w 3971925"/>
                    <a:gd name="connsiteY0" fmla="*/ 2790129 h 2790129"/>
                    <a:gd name="connsiteX1" fmla="*/ 314325 w 3971925"/>
                    <a:gd name="connsiteY1" fmla="*/ 1428054 h 2790129"/>
                    <a:gd name="connsiteX2" fmla="*/ 600075 w 3971925"/>
                    <a:gd name="connsiteY2" fmla="*/ 437454 h 2790129"/>
                    <a:gd name="connsiteX3" fmla="*/ 933450 w 3971925"/>
                    <a:gd name="connsiteY3" fmla="*/ 104079 h 2790129"/>
                    <a:gd name="connsiteX4" fmla="*/ 1247775 w 3971925"/>
                    <a:gd name="connsiteY4" fmla="*/ 37404 h 2790129"/>
                    <a:gd name="connsiteX5" fmla="*/ 1609725 w 3971925"/>
                    <a:gd name="connsiteY5" fmla="*/ 637479 h 2790129"/>
                    <a:gd name="connsiteX6" fmla="*/ 1971675 w 3971925"/>
                    <a:gd name="connsiteY6" fmla="*/ 2361504 h 2790129"/>
                    <a:gd name="connsiteX7" fmla="*/ 2238375 w 3971925"/>
                    <a:gd name="connsiteY7" fmla="*/ 2656779 h 2790129"/>
                    <a:gd name="connsiteX8" fmla="*/ 2705100 w 3971925"/>
                    <a:gd name="connsiteY8" fmla="*/ 2685354 h 2790129"/>
                    <a:gd name="connsiteX9" fmla="*/ 3257550 w 3971925"/>
                    <a:gd name="connsiteY9" fmla="*/ 2713929 h 2790129"/>
                    <a:gd name="connsiteX10" fmla="*/ 3562350 w 3971925"/>
                    <a:gd name="connsiteY10" fmla="*/ 1704279 h 2790129"/>
                    <a:gd name="connsiteX11" fmla="*/ 3971925 w 3971925"/>
                    <a:gd name="connsiteY11" fmla="*/ 65979 h 2790129"/>
                    <a:gd name="connsiteX0" fmla="*/ 0 w 3562350"/>
                    <a:gd name="connsiteY0" fmla="*/ 2790129 h 2790129"/>
                    <a:gd name="connsiteX1" fmla="*/ 314325 w 3562350"/>
                    <a:gd name="connsiteY1" fmla="*/ 1428054 h 2790129"/>
                    <a:gd name="connsiteX2" fmla="*/ 600075 w 3562350"/>
                    <a:gd name="connsiteY2" fmla="*/ 437454 h 2790129"/>
                    <a:gd name="connsiteX3" fmla="*/ 933450 w 3562350"/>
                    <a:gd name="connsiteY3" fmla="*/ 104079 h 2790129"/>
                    <a:gd name="connsiteX4" fmla="*/ 1247775 w 3562350"/>
                    <a:gd name="connsiteY4" fmla="*/ 37404 h 2790129"/>
                    <a:gd name="connsiteX5" fmla="*/ 1609725 w 3562350"/>
                    <a:gd name="connsiteY5" fmla="*/ 637479 h 2790129"/>
                    <a:gd name="connsiteX6" fmla="*/ 1971675 w 3562350"/>
                    <a:gd name="connsiteY6" fmla="*/ 2361504 h 2790129"/>
                    <a:gd name="connsiteX7" fmla="*/ 2238375 w 3562350"/>
                    <a:gd name="connsiteY7" fmla="*/ 2656779 h 2790129"/>
                    <a:gd name="connsiteX8" fmla="*/ 2705100 w 3562350"/>
                    <a:gd name="connsiteY8" fmla="*/ 2685354 h 2790129"/>
                    <a:gd name="connsiteX9" fmla="*/ 3257550 w 3562350"/>
                    <a:gd name="connsiteY9" fmla="*/ 2713929 h 2790129"/>
                    <a:gd name="connsiteX10" fmla="*/ 3562350 w 3562350"/>
                    <a:gd name="connsiteY10" fmla="*/ 1704279 h 2790129"/>
                    <a:gd name="connsiteX0" fmla="*/ 0 w 3248025"/>
                    <a:gd name="connsiteY0" fmla="*/ 1428054 h 2781691"/>
                    <a:gd name="connsiteX1" fmla="*/ 285750 w 3248025"/>
                    <a:gd name="connsiteY1" fmla="*/ 437454 h 2781691"/>
                    <a:gd name="connsiteX2" fmla="*/ 619125 w 3248025"/>
                    <a:gd name="connsiteY2" fmla="*/ 104079 h 2781691"/>
                    <a:gd name="connsiteX3" fmla="*/ 933450 w 3248025"/>
                    <a:gd name="connsiteY3" fmla="*/ 37404 h 2781691"/>
                    <a:gd name="connsiteX4" fmla="*/ 1295400 w 3248025"/>
                    <a:gd name="connsiteY4" fmla="*/ 637479 h 2781691"/>
                    <a:gd name="connsiteX5" fmla="*/ 1657350 w 3248025"/>
                    <a:gd name="connsiteY5" fmla="*/ 2361504 h 2781691"/>
                    <a:gd name="connsiteX6" fmla="*/ 1924050 w 3248025"/>
                    <a:gd name="connsiteY6" fmla="*/ 2656779 h 2781691"/>
                    <a:gd name="connsiteX7" fmla="*/ 2390775 w 3248025"/>
                    <a:gd name="connsiteY7" fmla="*/ 2685354 h 2781691"/>
                    <a:gd name="connsiteX8" fmla="*/ 2943225 w 3248025"/>
                    <a:gd name="connsiteY8" fmla="*/ 2713929 h 2781691"/>
                    <a:gd name="connsiteX9" fmla="*/ 3248025 w 3248025"/>
                    <a:gd name="connsiteY9" fmla="*/ 1704279 h 2781691"/>
                    <a:gd name="connsiteX0" fmla="*/ 0 w 2962275"/>
                    <a:gd name="connsiteY0" fmla="*/ 437454 h 2781692"/>
                    <a:gd name="connsiteX1" fmla="*/ 333375 w 2962275"/>
                    <a:gd name="connsiteY1" fmla="*/ 104079 h 2781692"/>
                    <a:gd name="connsiteX2" fmla="*/ 647700 w 2962275"/>
                    <a:gd name="connsiteY2" fmla="*/ 37404 h 2781692"/>
                    <a:gd name="connsiteX3" fmla="*/ 1009650 w 2962275"/>
                    <a:gd name="connsiteY3" fmla="*/ 637479 h 2781692"/>
                    <a:gd name="connsiteX4" fmla="*/ 1371600 w 2962275"/>
                    <a:gd name="connsiteY4" fmla="*/ 2361504 h 2781692"/>
                    <a:gd name="connsiteX5" fmla="*/ 1638300 w 2962275"/>
                    <a:gd name="connsiteY5" fmla="*/ 2656779 h 2781692"/>
                    <a:gd name="connsiteX6" fmla="*/ 2105025 w 2962275"/>
                    <a:gd name="connsiteY6" fmla="*/ 2685354 h 2781692"/>
                    <a:gd name="connsiteX7" fmla="*/ 2657475 w 2962275"/>
                    <a:gd name="connsiteY7" fmla="*/ 2713929 h 2781692"/>
                    <a:gd name="connsiteX8" fmla="*/ 2962275 w 2962275"/>
                    <a:gd name="connsiteY8" fmla="*/ 1704279 h 2781692"/>
                    <a:gd name="connsiteX0" fmla="*/ 0 w 2628900"/>
                    <a:gd name="connsiteY0" fmla="*/ 104079 h 2781692"/>
                    <a:gd name="connsiteX1" fmla="*/ 314325 w 2628900"/>
                    <a:gd name="connsiteY1" fmla="*/ 37404 h 2781692"/>
                    <a:gd name="connsiteX2" fmla="*/ 676275 w 2628900"/>
                    <a:gd name="connsiteY2" fmla="*/ 637479 h 2781692"/>
                    <a:gd name="connsiteX3" fmla="*/ 1038225 w 2628900"/>
                    <a:gd name="connsiteY3" fmla="*/ 2361504 h 2781692"/>
                    <a:gd name="connsiteX4" fmla="*/ 1304925 w 2628900"/>
                    <a:gd name="connsiteY4" fmla="*/ 2656779 h 2781692"/>
                    <a:gd name="connsiteX5" fmla="*/ 1771650 w 2628900"/>
                    <a:gd name="connsiteY5" fmla="*/ 2685354 h 2781692"/>
                    <a:gd name="connsiteX6" fmla="*/ 2324100 w 2628900"/>
                    <a:gd name="connsiteY6" fmla="*/ 2713929 h 2781692"/>
                    <a:gd name="connsiteX7" fmla="*/ 2628900 w 2628900"/>
                    <a:gd name="connsiteY7" fmla="*/ 1704279 h 2781692"/>
                    <a:gd name="connsiteX0" fmla="*/ 0 w 2628900"/>
                    <a:gd name="connsiteY0" fmla="*/ 76462 h 2754075"/>
                    <a:gd name="connsiteX1" fmla="*/ 200025 w 2628900"/>
                    <a:gd name="connsiteY1" fmla="*/ 47501 h 2754075"/>
                    <a:gd name="connsiteX2" fmla="*/ 676275 w 2628900"/>
                    <a:gd name="connsiteY2" fmla="*/ 609862 h 2754075"/>
                    <a:gd name="connsiteX3" fmla="*/ 1038225 w 2628900"/>
                    <a:gd name="connsiteY3" fmla="*/ 2333887 h 2754075"/>
                    <a:gd name="connsiteX4" fmla="*/ 1304925 w 2628900"/>
                    <a:gd name="connsiteY4" fmla="*/ 2629162 h 2754075"/>
                    <a:gd name="connsiteX5" fmla="*/ 1771650 w 2628900"/>
                    <a:gd name="connsiteY5" fmla="*/ 2657737 h 2754075"/>
                    <a:gd name="connsiteX6" fmla="*/ 2324100 w 2628900"/>
                    <a:gd name="connsiteY6" fmla="*/ 2686312 h 2754075"/>
                    <a:gd name="connsiteX7" fmla="*/ 2628900 w 2628900"/>
                    <a:gd name="connsiteY7" fmla="*/ 1676662 h 2754075"/>
                    <a:gd name="connsiteX0" fmla="*/ 0 w 2628900"/>
                    <a:gd name="connsiteY0" fmla="*/ 79213 h 2756826"/>
                    <a:gd name="connsiteX1" fmla="*/ 200025 w 2628900"/>
                    <a:gd name="connsiteY1" fmla="*/ 50252 h 2756826"/>
                    <a:gd name="connsiteX2" fmla="*/ 581025 w 2628900"/>
                    <a:gd name="connsiteY2" fmla="*/ 650327 h 2756826"/>
                    <a:gd name="connsiteX3" fmla="*/ 1038225 w 2628900"/>
                    <a:gd name="connsiteY3" fmla="*/ 2336638 h 2756826"/>
                    <a:gd name="connsiteX4" fmla="*/ 1304925 w 2628900"/>
                    <a:gd name="connsiteY4" fmla="*/ 2631913 h 2756826"/>
                    <a:gd name="connsiteX5" fmla="*/ 1771650 w 2628900"/>
                    <a:gd name="connsiteY5" fmla="*/ 2660488 h 2756826"/>
                    <a:gd name="connsiteX6" fmla="*/ 2324100 w 2628900"/>
                    <a:gd name="connsiteY6" fmla="*/ 2689063 h 2756826"/>
                    <a:gd name="connsiteX7" fmla="*/ 2628900 w 2628900"/>
                    <a:gd name="connsiteY7" fmla="*/ 1679413 h 2756826"/>
                    <a:gd name="connsiteX0" fmla="*/ 0 w 2695575"/>
                    <a:gd name="connsiteY0" fmla="*/ 71874 h 2762058"/>
                    <a:gd name="connsiteX1" fmla="*/ 266700 w 2695575"/>
                    <a:gd name="connsiteY1" fmla="*/ 55484 h 2762058"/>
                    <a:gd name="connsiteX2" fmla="*/ 647700 w 2695575"/>
                    <a:gd name="connsiteY2" fmla="*/ 655559 h 2762058"/>
                    <a:gd name="connsiteX3" fmla="*/ 1104900 w 2695575"/>
                    <a:gd name="connsiteY3" fmla="*/ 2341870 h 2762058"/>
                    <a:gd name="connsiteX4" fmla="*/ 1371600 w 2695575"/>
                    <a:gd name="connsiteY4" fmla="*/ 2637145 h 2762058"/>
                    <a:gd name="connsiteX5" fmla="*/ 1838325 w 2695575"/>
                    <a:gd name="connsiteY5" fmla="*/ 2665720 h 2762058"/>
                    <a:gd name="connsiteX6" fmla="*/ 2390775 w 2695575"/>
                    <a:gd name="connsiteY6" fmla="*/ 2694295 h 2762058"/>
                    <a:gd name="connsiteX7" fmla="*/ 2695575 w 2695575"/>
                    <a:gd name="connsiteY7" fmla="*/ 1684645 h 2762058"/>
                    <a:gd name="connsiteX0" fmla="*/ 0 w 2724150"/>
                    <a:gd name="connsiteY0" fmla="*/ 48132 h 2788602"/>
                    <a:gd name="connsiteX1" fmla="*/ 295275 w 2724150"/>
                    <a:gd name="connsiteY1" fmla="*/ 82028 h 2788602"/>
                    <a:gd name="connsiteX2" fmla="*/ 676275 w 2724150"/>
                    <a:gd name="connsiteY2" fmla="*/ 682103 h 2788602"/>
                    <a:gd name="connsiteX3" fmla="*/ 1133475 w 2724150"/>
                    <a:gd name="connsiteY3" fmla="*/ 2368414 h 2788602"/>
                    <a:gd name="connsiteX4" fmla="*/ 1400175 w 2724150"/>
                    <a:gd name="connsiteY4" fmla="*/ 2663689 h 2788602"/>
                    <a:gd name="connsiteX5" fmla="*/ 1866900 w 2724150"/>
                    <a:gd name="connsiteY5" fmla="*/ 2692264 h 2788602"/>
                    <a:gd name="connsiteX6" fmla="*/ 2419350 w 2724150"/>
                    <a:gd name="connsiteY6" fmla="*/ 2720839 h 2788602"/>
                    <a:gd name="connsiteX7" fmla="*/ 2724150 w 2724150"/>
                    <a:gd name="connsiteY7" fmla="*/ 1711189 h 2788602"/>
                    <a:gd name="connsiteX0" fmla="*/ 0 w 2724150"/>
                    <a:gd name="connsiteY0" fmla="*/ 48133 h 2788603"/>
                    <a:gd name="connsiteX1" fmla="*/ 295275 w 2724150"/>
                    <a:gd name="connsiteY1" fmla="*/ 82029 h 2788603"/>
                    <a:gd name="connsiteX2" fmla="*/ 676275 w 2724150"/>
                    <a:gd name="connsiteY2" fmla="*/ 682104 h 2788603"/>
                    <a:gd name="connsiteX3" fmla="*/ 1133475 w 2724150"/>
                    <a:gd name="connsiteY3" fmla="*/ 2368415 h 2788603"/>
                    <a:gd name="connsiteX4" fmla="*/ 1400175 w 2724150"/>
                    <a:gd name="connsiteY4" fmla="*/ 2663690 h 2788603"/>
                    <a:gd name="connsiteX5" fmla="*/ 1866900 w 2724150"/>
                    <a:gd name="connsiteY5" fmla="*/ 2692265 h 2788603"/>
                    <a:gd name="connsiteX6" fmla="*/ 2419350 w 2724150"/>
                    <a:gd name="connsiteY6" fmla="*/ 2720840 h 2788603"/>
                    <a:gd name="connsiteX7" fmla="*/ 2724150 w 2724150"/>
                    <a:gd name="connsiteY7" fmla="*/ 1711190 h 2788603"/>
                    <a:gd name="connsiteX0" fmla="*/ 0 w 2820969"/>
                    <a:gd name="connsiteY0" fmla="*/ 48133 h 2786510"/>
                    <a:gd name="connsiteX1" fmla="*/ 295275 w 2820969"/>
                    <a:gd name="connsiteY1" fmla="*/ 82029 h 2786510"/>
                    <a:gd name="connsiteX2" fmla="*/ 676275 w 2820969"/>
                    <a:gd name="connsiteY2" fmla="*/ 682104 h 2786510"/>
                    <a:gd name="connsiteX3" fmla="*/ 1133475 w 2820969"/>
                    <a:gd name="connsiteY3" fmla="*/ 2368415 h 2786510"/>
                    <a:gd name="connsiteX4" fmla="*/ 1400175 w 2820969"/>
                    <a:gd name="connsiteY4" fmla="*/ 2663690 h 2786510"/>
                    <a:gd name="connsiteX5" fmla="*/ 1866900 w 2820969"/>
                    <a:gd name="connsiteY5" fmla="*/ 2692265 h 2786510"/>
                    <a:gd name="connsiteX6" fmla="*/ 2419350 w 2820969"/>
                    <a:gd name="connsiteY6" fmla="*/ 2720840 h 2786510"/>
                    <a:gd name="connsiteX7" fmla="*/ 2820969 w 2820969"/>
                    <a:gd name="connsiteY7" fmla="*/ 1739586 h 2786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0969" h="2786510">
                      <a:moveTo>
                        <a:pt x="0" y="48133"/>
                      </a:moveTo>
                      <a:cubicBezTo>
                        <a:pt x="107950" y="-18542"/>
                        <a:pt x="182563" y="-23633"/>
                        <a:pt x="295275" y="82029"/>
                      </a:cubicBezTo>
                      <a:cubicBezTo>
                        <a:pt x="407988" y="187691"/>
                        <a:pt x="536575" y="301040"/>
                        <a:pt x="676275" y="682104"/>
                      </a:cubicBezTo>
                      <a:cubicBezTo>
                        <a:pt x="815975" y="1063168"/>
                        <a:pt x="1012825" y="2038151"/>
                        <a:pt x="1133475" y="2368415"/>
                      </a:cubicBezTo>
                      <a:cubicBezTo>
                        <a:pt x="1254125" y="2698679"/>
                        <a:pt x="1277938" y="2609715"/>
                        <a:pt x="1400175" y="2663690"/>
                      </a:cubicBezTo>
                      <a:cubicBezTo>
                        <a:pt x="1522412" y="2717665"/>
                        <a:pt x="1697037" y="2682740"/>
                        <a:pt x="1866900" y="2692265"/>
                      </a:cubicBezTo>
                      <a:cubicBezTo>
                        <a:pt x="2036763" y="2701790"/>
                        <a:pt x="2260339" y="2879620"/>
                        <a:pt x="2419350" y="2720840"/>
                      </a:cubicBezTo>
                      <a:cubicBezTo>
                        <a:pt x="2578361" y="2562060"/>
                        <a:pt x="2700319" y="2179323"/>
                        <a:pt x="2820969" y="1739586"/>
                      </a:cubicBezTo>
                    </a:path>
                  </a:pathLst>
                </a:custGeom>
                <a:noFill/>
                <a:ln w="38100" cap="rnd" cmpd="sng" algn="ctr">
                  <a:solidFill>
                    <a:srgbClr val="FF0000"/>
                  </a:solidFill>
                  <a:prstDash val="solid"/>
                </a:ln>
                <a:effectLst/>
              </p:spPr>
              <p:txBody>
                <a:bodyPr rtlCol="0"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84" name="Freeform 77">
                  <a:extLst>
                    <a:ext uri="{FF2B5EF4-FFF2-40B4-BE49-F238E27FC236}">
                      <a16:creationId xmlns:a16="http://schemas.microsoft.com/office/drawing/2014/main" id="{27A6DDD7-222F-DA7C-0967-F9F8BC3167EA}"/>
                    </a:ext>
                  </a:extLst>
                </p:cNvPr>
                <p:cNvSpPr/>
                <p:nvPr/>
              </p:nvSpPr>
              <p:spPr>
                <a:xfrm>
                  <a:off x="5915073" y="1458283"/>
                  <a:ext cx="1933306" cy="2071597"/>
                </a:xfrm>
                <a:custGeom>
                  <a:avLst/>
                  <a:gdLst>
                    <a:gd name="connsiteX0" fmla="*/ 0 w 3276600"/>
                    <a:gd name="connsiteY0" fmla="*/ 1494729 h 2904771"/>
                    <a:gd name="connsiteX1" fmla="*/ 295275 w 3276600"/>
                    <a:gd name="connsiteY1" fmla="*/ 437454 h 2904771"/>
                    <a:gd name="connsiteX2" fmla="*/ 628650 w 3276600"/>
                    <a:gd name="connsiteY2" fmla="*/ 104079 h 2904771"/>
                    <a:gd name="connsiteX3" fmla="*/ 942975 w 3276600"/>
                    <a:gd name="connsiteY3" fmla="*/ 37404 h 2904771"/>
                    <a:gd name="connsiteX4" fmla="*/ 1304925 w 3276600"/>
                    <a:gd name="connsiteY4" fmla="*/ 637479 h 2904771"/>
                    <a:gd name="connsiteX5" fmla="*/ 1666875 w 3276600"/>
                    <a:gd name="connsiteY5" fmla="*/ 2361504 h 2904771"/>
                    <a:gd name="connsiteX6" fmla="*/ 1933575 w 3276600"/>
                    <a:gd name="connsiteY6" fmla="*/ 2656779 h 2904771"/>
                    <a:gd name="connsiteX7" fmla="*/ 2400300 w 3276600"/>
                    <a:gd name="connsiteY7" fmla="*/ 2685354 h 2904771"/>
                    <a:gd name="connsiteX8" fmla="*/ 2895600 w 3276600"/>
                    <a:gd name="connsiteY8" fmla="*/ 2847279 h 2904771"/>
                    <a:gd name="connsiteX9" fmla="*/ 3276600 w 3276600"/>
                    <a:gd name="connsiteY9" fmla="*/ 1580454 h 2904771"/>
                    <a:gd name="connsiteX0" fmla="*/ 0 w 3581400"/>
                    <a:gd name="connsiteY0" fmla="*/ 2790129 h 2904771"/>
                    <a:gd name="connsiteX1" fmla="*/ 600075 w 3581400"/>
                    <a:gd name="connsiteY1" fmla="*/ 437454 h 2904771"/>
                    <a:gd name="connsiteX2" fmla="*/ 933450 w 3581400"/>
                    <a:gd name="connsiteY2" fmla="*/ 104079 h 2904771"/>
                    <a:gd name="connsiteX3" fmla="*/ 1247775 w 3581400"/>
                    <a:gd name="connsiteY3" fmla="*/ 37404 h 2904771"/>
                    <a:gd name="connsiteX4" fmla="*/ 1609725 w 3581400"/>
                    <a:gd name="connsiteY4" fmla="*/ 637479 h 2904771"/>
                    <a:gd name="connsiteX5" fmla="*/ 1971675 w 3581400"/>
                    <a:gd name="connsiteY5" fmla="*/ 2361504 h 2904771"/>
                    <a:gd name="connsiteX6" fmla="*/ 2238375 w 3581400"/>
                    <a:gd name="connsiteY6" fmla="*/ 2656779 h 2904771"/>
                    <a:gd name="connsiteX7" fmla="*/ 2705100 w 3581400"/>
                    <a:gd name="connsiteY7" fmla="*/ 2685354 h 2904771"/>
                    <a:gd name="connsiteX8" fmla="*/ 3200400 w 3581400"/>
                    <a:gd name="connsiteY8" fmla="*/ 2847279 h 2904771"/>
                    <a:gd name="connsiteX9" fmla="*/ 3581400 w 3581400"/>
                    <a:gd name="connsiteY9" fmla="*/ 1580454 h 2904771"/>
                    <a:gd name="connsiteX0" fmla="*/ 0 w 3581400"/>
                    <a:gd name="connsiteY0" fmla="*/ 2790129 h 2904771"/>
                    <a:gd name="connsiteX1" fmla="*/ 333375 w 3581400"/>
                    <a:gd name="connsiteY1" fmla="*/ 1437579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581400"/>
                    <a:gd name="connsiteY0" fmla="*/ 2790129 h 2904771"/>
                    <a:gd name="connsiteX1" fmla="*/ 314325 w 3581400"/>
                    <a:gd name="connsiteY1" fmla="*/ 1428054 h 2904771"/>
                    <a:gd name="connsiteX2" fmla="*/ 600075 w 3581400"/>
                    <a:gd name="connsiteY2" fmla="*/ 437454 h 2904771"/>
                    <a:gd name="connsiteX3" fmla="*/ 933450 w 3581400"/>
                    <a:gd name="connsiteY3" fmla="*/ 104079 h 2904771"/>
                    <a:gd name="connsiteX4" fmla="*/ 1247775 w 3581400"/>
                    <a:gd name="connsiteY4" fmla="*/ 37404 h 2904771"/>
                    <a:gd name="connsiteX5" fmla="*/ 1609725 w 3581400"/>
                    <a:gd name="connsiteY5" fmla="*/ 637479 h 2904771"/>
                    <a:gd name="connsiteX6" fmla="*/ 1971675 w 3581400"/>
                    <a:gd name="connsiteY6" fmla="*/ 2361504 h 2904771"/>
                    <a:gd name="connsiteX7" fmla="*/ 2238375 w 3581400"/>
                    <a:gd name="connsiteY7" fmla="*/ 2656779 h 2904771"/>
                    <a:gd name="connsiteX8" fmla="*/ 2705100 w 3581400"/>
                    <a:gd name="connsiteY8" fmla="*/ 2685354 h 2904771"/>
                    <a:gd name="connsiteX9" fmla="*/ 3200400 w 3581400"/>
                    <a:gd name="connsiteY9" fmla="*/ 2847279 h 2904771"/>
                    <a:gd name="connsiteX10" fmla="*/ 3581400 w 3581400"/>
                    <a:gd name="connsiteY10" fmla="*/ 1580454 h 2904771"/>
                    <a:gd name="connsiteX0" fmla="*/ 0 w 3924300"/>
                    <a:gd name="connsiteY0" fmla="*/ 2790129 h 3001489"/>
                    <a:gd name="connsiteX1" fmla="*/ 314325 w 3924300"/>
                    <a:gd name="connsiteY1" fmla="*/ 1428054 h 3001489"/>
                    <a:gd name="connsiteX2" fmla="*/ 600075 w 3924300"/>
                    <a:gd name="connsiteY2" fmla="*/ 437454 h 3001489"/>
                    <a:gd name="connsiteX3" fmla="*/ 933450 w 3924300"/>
                    <a:gd name="connsiteY3" fmla="*/ 104079 h 3001489"/>
                    <a:gd name="connsiteX4" fmla="*/ 1247775 w 3924300"/>
                    <a:gd name="connsiteY4" fmla="*/ 37404 h 3001489"/>
                    <a:gd name="connsiteX5" fmla="*/ 1609725 w 3924300"/>
                    <a:gd name="connsiteY5" fmla="*/ 637479 h 3001489"/>
                    <a:gd name="connsiteX6" fmla="*/ 1971675 w 3924300"/>
                    <a:gd name="connsiteY6" fmla="*/ 2361504 h 3001489"/>
                    <a:gd name="connsiteX7" fmla="*/ 2238375 w 3924300"/>
                    <a:gd name="connsiteY7" fmla="*/ 2656779 h 3001489"/>
                    <a:gd name="connsiteX8" fmla="*/ 2705100 w 3924300"/>
                    <a:gd name="connsiteY8" fmla="*/ 2685354 h 3001489"/>
                    <a:gd name="connsiteX9" fmla="*/ 3200400 w 3924300"/>
                    <a:gd name="connsiteY9" fmla="*/ 2847279 h 3001489"/>
                    <a:gd name="connsiteX10" fmla="*/ 3924300 w 3924300"/>
                    <a:gd name="connsiteY10" fmla="*/ 208854 h 3001489"/>
                    <a:gd name="connsiteX0" fmla="*/ 0 w 3924300"/>
                    <a:gd name="connsiteY0" fmla="*/ 2790129 h 2896489"/>
                    <a:gd name="connsiteX1" fmla="*/ 314325 w 3924300"/>
                    <a:gd name="connsiteY1" fmla="*/ 1428054 h 2896489"/>
                    <a:gd name="connsiteX2" fmla="*/ 600075 w 3924300"/>
                    <a:gd name="connsiteY2" fmla="*/ 437454 h 2896489"/>
                    <a:gd name="connsiteX3" fmla="*/ 933450 w 3924300"/>
                    <a:gd name="connsiteY3" fmla="*/ 104079 h 2896489"/>
                    <a:gd name="connsiteX4" fmla="*/ 1247775 w 3924300"/>
                    <a:gd name="connsiteY4" fmla="*/ 37404 h 2896489"/>
                    <a:gd name="connsiteX5" fmla="*/ 1609725 w 3924300"/>
                    <a:gd name="connsiteY5" fmla="*/ 637479 h 2896489"/>
                    <a:gd name="connsiteX6" fmla="*/ 1971675 w 3924300"/>
                    <a:gd name="connsiteY6" fmla="*/ 2361504 h 2896489"/>
                    <a:gd name="connsiteX7" fmla="*/ 2238375 w 3924300"/>
                    <a:gd name="connsiteY7" fmla="*/ 2656779 h 2896489"/>
                    <a:gd name="connsiteX8" fmla="*/ 2705100 w 3924300"/>
                    <a:gd name="connsiteY8" fmla="*/ 2685354 h 2896489"/>
                    <a:gd name="connsiteX9" fmla="*/ 3200400 w 3924300"/>
                    <a:gd name="connsiteY9" fmla="*/ 2847279 h 2896489"/>
                    <a:gd name="connsiteX10" fmla="*/ 3562350 w 3924300"/>
                    <a:gd name="connsiteY10" fmla="*/ 1704279 h 2896489"/>
                    <a:gd name="connsiteX11" fmla="*/ 3924300 w 3924300"/>
                    <a:gd name="connsiteY11" fmla="*/ 208854 h 2896489"/>
                    <a:gd name="connsiteX0" fmla="*/ 0 w 3971925"/>
                    <a:gd name="connsiteY0" fmla="*/ 2790129 h 2896489"/>
                    <a:gd name="connsiteX1" fmla="*/ 314325 w 3971925"/>
                    <a:gd name="connsiteY1" fmla="*/ 1428054 h 2896489"/>
                    <a:gd name="connsiteX2" fmla="*/ 600075 w 3971925"/>
                    <a:gd name="connsiteY2" fmla="*/ 437454 h 2896489"/>
                    <a:gd name="connsiteX3" fmla="*/ 933450 w 3971925"/>
                    <a:gd name="connsiteY3" fmla="*/ 104079 h 2896489"/>
                    <a:gd name="connsiteX4" fmla="*/ 1247775 w 3971925"/>
                    <a:gd name="connsiteY4" fmla="*/ 37404 h 2896489"/>
                    <a:gd name="connsiteX5" fmla="*/ 1609725 w 3971925"/>
                    <a:gd name="connsiteY5" fmla="*/ 637479 h 2896489"/>
                    <a:gd name="connsiteX6" fmla="*/ 1971675 w 3971925"/>
                    <a:gd name="connsiteY6" fmla="*/ 2361504 h 2896489"/>
                    <a:gd name="connsiteX7" fmla="*/ 2238375 w 3971925"/>
                    <a:gd name="connsiteY7" fmla="*/ 2656779 h 2896489"/>
                    <a:gd name="connsiteX8" fmla="*/ 2705100 w 3971925"/>
                    <a:gd name="connsiteY8" fmla="*/ 2685354 h 2896489"/>
                    <a:gd name="connsiteX9" fmla="*/ 3200400 w 3971925"/>
                    <a:gd name="connsiteY9" fmla="*/ 2847279 h 2896489"/>
                    <a:gd name="connsiteX10" fmla="*/ 3562350 w 3971925"/>
                    <a:gd name="connsiteY10" fmla="*/ 1704279 h 2896489"/>
                    <a:gd name="connsiteX11" fmla="*/ 3971925 w 3971925"/>
                    <a:gd name="connsiteY11" fmla="*/ 65979 h 2896489"/>
                    <a:gd name="connsiteX0" fmla="*/ 0 w 3971925"/>
                    <a:gd name="connsiteY0" fmla="*/ 2790129 h 2790129"/>
                    <a:gd name="connsiteX1" fmla="*/ 314325 w 3971925"/>
                    <a:gd name="connsiteY1" fmla="*/ 1428054 h 2790129"/>
                    <a:gd name="connsiteX2" fmla="*/ 600075 w 3971925"/>
                    <a:gd name="connsiteY2" fmla="*/ 437454 h 2790129"/>
                    <a:gd name="connsiteX3" fmla="*/ 933450 w 3971925"/>
                    <a:gd name="connsiteY3" fmla="*/ 104079 h 2790129"/>
                    <a:gd name="connsiteX4" fmla="*/ 1247775 w 3971925"/>
                    <a:gd name="connsiteY4" fmla="*/ 37404 h 2790129"/>
                    <a:gd name="connsiteX5" fmla="*/ 1609725 w 3971925"/>
                    <a:gd name="connsiteY5" fmla="*/ 637479 h 2790129"/>
                    <a:gd name="connsiteX6" fmla="*/ 1971675 w 3971925"/>
                    <a:gd name="connsiteY6" fmla="*/ 2361504 h 2790129"/>
                    <a:gd name="connsiteX7" fmla="*/ 2238375 w 3971925"/>
                    <a:gd name="connsiteY7" fmla="*/ 2656779 h 2790129"/>
                    <a:gd name="connsiteX8" fmla="*/ 2705100 w 3971925"/>
                    <a:gd name="connsiteY8" fmla="*/ 2685354 h 2790129"/>
                    <a:gd name="connsiteX9" fmla="*/ 3257550 w 3971925"/>
                    <a:gd name="connsiteY9" fmla="*/ 2713929 h 2790129"/>
                    <a:gd name="connsiteX10" fmla="*/ 3562350 w 3971925"/>
                    <a:gd name="connsiteY10" fmla="*/ 1704279 h 2790129"/>
                    <a:gd name="connsiteX11" fmla="*/ 3971925 w 3971925"/>
                    <a:gd name="connsiteY11" fmla="*/ 65979 h 2790129"/>
                    <a:gd name="connsiteX0" fmla="*/ 0 w 3562350"/>
                    <a:gd name="connsiteY0" fmla="*/ 2790129 h 2790129"/>
                    <a:gd name="connsiteX1" fmla="*/ 314325 w 3562350"/>
                    <a:gd name="connsiteY1" fmla="*/ 1428054 h 2790129"/>
                    <a:gd name="connsiteX2" fmla="*/ 600075 w 3562350"/>
                    <a:gd name="connsiteY2" fmla="*/ 437454 h 2790129"/>
                    <a:gd name="connsiteX3" fmla="*/ 933450 w 3562350"/>
                    <a:gd name="connsiteY3" fmla="*/ 104079 h 2790129"/>
                    <a:gd name="connsiteX4" fmla="*/ 1247775 w 3562350"/>
                    <a:gd name="connsiteY4" fmla="*/ 37404 h 2790129"/>
                    <a:gd name="connsiteX5" fmla="*/ 1609725 w 3562350"/>
                    <a:gd name="connsiteY5" fmla="*/ 637479 h 2790129"/>
                    <a:gd name="connsiteX6" fmla="*/ 1971675 w 3562350"/>
                    <a:gd name="connsiteY6" fmla="*/ 2361504 h 2790129"/>
                    <a:gd name="connsiteX7" fmla="*/ 2238375 w 3562350"/>
                    <a:gd name="connsiteY7" fmla="*/ 2656779 h 2790129"/>
                    <a:gd name="connsiteX8" fmla="*/ 2705100 w 3562350"/>
                    <a:gd name="connsiteY8" fmla="*/ 2685354 h 2790129"/>
                    <a:gd name="connsiteX9" fmla="*/ 3257550 w 3562350"/>
                    <a:gd name="connsiteY9" fmla="*/ 2713929 h 2790129"/>
                    <a:gd name="connsiteX10" fmla="*/ 3562350 w 3562350"/>
                    <a:gd name="connsiteY10" fmla="*/ 1704279 h 2790129"/>
                    <a:gd name="connsiteX0" fmla="*/ 0 w 3257550"/>
                    <a:gd name="connsiteY0" fmla="*/ 2790129 h 2790129"/>
                    <a:gd name="connsiteX1" fmla="*/ 314325 w 3257550"/>
                    <a:gd name="connsiteY1" fmla="*/ 1428054 h 2790129"/>
                    <a:gd name="connsiteX2" fmla="*/ 600075 w 3257550"/>
                    <a:gd name="connsiteY2" fmla="*/ 437454 h 2790129"/>
                    <a:gd name="connsiteX3" fmla="*/ 933450 w 3257550"/>
                    <a:gd name="connsiteY3" fmla="*/ 104079 h 2790129"/>
                    <a:gd name="connsiteX4" fmla="*/ 1247775 w 3257550"/>
                    <a:gd name="connsiteY4" fmla="*/ 37404 h 2790129"/>
                    <a:gd name="connsiteX5" fmla="*/ 1609725 w 3257550"/>
                    <a:gd name="connsiteY5" fmla="*/ 637479 h 2790129"/>
                    <a:gd name="connsiteX6" fmla="*/ 1971675 w 3257550"/>
                    <a:gd name="connsiteY6" fmla="*/ 2361504 h 2790129"/>
                    <a:gd name="connsiteX7" fmla="*/ 2238375 w 3257550"/>
                    <a:gd name="connsiteY7" fmla="*/ 2656779 h 2790129"/>
                    <a:gd name="connsiteX8" fmla="*/ 2705100 w 3257550"/>
                    <a:gd name="connsiteY8" fmla="*/ 2685354 h 2790129"/>
                    <a:gd name="connsiteX9" fmla="*/ 3257550 w 3257550"/>
                    <a:gd name="connsiteY9" fmla="*/ 2713929 h 2790129"/>
                    <a:gd name="connsiteX0" fmla="*/ 0 w 2705100"/>
                    <a:gd name="connsiteY0" fmla="*/ 2790129 h 2790129"/>
                    <a:gd name="connsiteX1" fmla="*/ 314325 w 2705100"/>
                    <a:gd name="connsiteY1" fmla="*/ 1428054 h 2790129"/>
                    <a:gd name="connsiteX2" fmla="*/ 600075 w 2705100"/>
                    <a:gd name="connsiteY2" fmla="*/ 437454 h 2790129"/>
                    <a:gd name="connsiteX3" fmla="*/ 933450 w 2705100"/>
                    <a:gd name="connsiteY3" fmla="*/ 104079 h 2790129"/>
                    <a:gd name="connsiteX4" fmla="*/ 1247775 w 2705100"/>
                    <a:gd name="connsiteY4" fmla="*/ 37404 h 2790129"/>
                    <a:gd name="connsiteX5" fmla="*/ 1609725 w 2705100"/>
                    <a:gd name="connsiteY5" fmla="*/ 637479 h 2790129"/>
                    <a:gd name="connsiteX6" fmla="*/ 1971675 w 2705100"/>
                    <a:gd name="connsiteY6" fmla="*/ 2361504 h 2790129"/>
                    <a:gd name="connsiteX7" fmla="*/ 2238375 w 2705100"/>
                    <a:gd name="connsiteY7" fmla="*/ 2656779 h 2790129"/>
                    <a:gd name="connsiteX8" fmla="*/ 2705100 w 2705100"/>
                    <a:gd name="connsiteY8" fmla="*/ 2685354 h 2790129"/>
                    <a:gd name="connsiteX0" fmla="*/ 0 w 2238375"/>
                    <a:gd name="connsiteY0" fmla="*/ 2790129 h 2790129"/>
                    <a:gd name="connsiteX1" fmla="*/ 314325 w 2238375"/>
                    <a:gd name="connsiteY1" fmla="*/ 1428054 h 2790129"/>
                    <a:gd name="connsiteX2" fmla="*/ 600075 w 2238375"/>
                    <a:gd name="connsiteY2" fmla="*/ 437454 h 2790129"/>
                    <a:gd name="connsiteX3" fmla="*/ 933450 w 2238375"/>
                    <a:gd name="connsiteY3" fmla="*/ 104079 h 2790129"/>
                    <a:gd name="connsiteX4" fmla="*/ 1247775 w 2238375"/>
                    <a:gd name="connsiteY4" fmla="*/ 37404 h 2790129"/>
                    <a:gd name="connsiteX5" fmla="*/ 1609725 w 2238375"/>
                    <a:gd name="connsiteY5" fmla="*/ 637479 h 2790129"/>
                    <a:gd name="connsiteX6" fmla="*/ 1971675 w 2238375"/>
                    <a:gd name="connsiteY6" fmla="*/ 2361504 h 2790129"/>
                    <a:gd name="connsiteX7" fmla="*/ 2238375 w 2238375"/>
                    <a:gd name="connsiteY7" fmla="*/ 2656779 h 2790129"/>
                    <a:gd name="connsiteX0" fmla="*/ 0 w 1924050"/>
                    <a:gd name="connsiteY0" fmla="*/ 1428054 h 2656779"/>
                    <a:gd name="connsiteX1" fmla="*/ 285750 w 1924050"/>
                    <a:gd name="connsiteY1" fmla="*/ 437454 h 2656779"/>
                    <a:gd name="connsiteX2" fmla="*/ 619125 w 1924050"/>
                    <a:gd name="connsiteY2" fmla="*/ 104079 h 2656779"/>
                    <a:gd name="connsiteX3" fmla="*/ 933450 w 1924050"/>
                    <a:gd name="connsiteY3" fmla="*/ 37404 h 2656779"/>
                    <a:gd name="connsiteX4" fmla="*/ 1295400 w 1924050"/>
                    <a:gd name="connsiteY4" fmla="*/ 637479 h 2656779"/>
                    <a:gd name="connsiteX5" fmla="*/ 1657350 w 1924050"/>
                    <a:gd name="connsiteY5" fmla="*/ 2361504 h 2656779"/>
                    <a:gd name="connsiteX6" fmla="*/ 1924050 w 1924050"/>
                    <a:gd name="connsiteY6" fmla="*/ 2656779 h 2656779"/>
                    <a:gd name="connsiteX0" fmla="*/ 0 w 1992474"/>
                    <a:gd name="connsiteY0" fmla="*/ 1748239 h 2656779"/>
                    <a:gd name="connsiteX1" fmla="*/ 354174 w 1992474"/>
                    <a:gd name="connsiteY1" fmla="*/ 437454 h 2656779"/>
                    <a:gd name="connsiteX2" fmla="*/ 687549 w 1992474"/>
                    <a:gd name="connsiteY2" fmla="*/ 104079 h 2656779"/>
                    <a:gd name="connsiteX3" fmla="*/ 1001874 w 1992474"/>
                    <a:gd name="connsiteY3" fmla="*/ 37404 h 2656779"/>
                    <a:gd name="connsiteX4" fmla="*/ 1363824 w 1992474"/>
                    <a:gd name="connsiteY4" fmla="*/ 637479 h 2656779"/>
                    <a:gd name="connsiteX5" fmla="*/ 1725774 w 1992474"/>
                    <a:gd name="connsiteY5" fmla="*/ 2361504 h 2656779"/>
                    <a:gd name="connsiteX6" fmla="*/ 1992474 w 1992474"/>
                    <a:gd name="connsiteY6" fmla="*/ 2656779 h 2656779"/>
                    <a:gd name="connsiteX0" fmla="*/ 0 w 1992474"/>
                    <a:gd name="connsiteY0" fmla="*/ 1748693 h 2657233"/>
                    <a:gd name="connsiteX1" fmla="*/ 407963 w 1992474"/>
                    <a:gd name="connsiteY1" fmla="*/ 452107 h 2657233"/>
                    <a:gd name="connsiteX2" fmla="*/ 687549 w 1992474"/>
                    <a:gd name="connsiteY2" fmla="*/ 104533 h 2657233"/>
                    <a:gd name="connsiteX3" fmla="*/ 1001874 w 1992474"/>
                    <a:gd name="connsiteY3" fmla="*/ 37858 h 2657233"/>
                    <a:gd name="connsiteX4" fmla="*/ 1363824 w 1992474"/>
                    <a:gd name="connsiteY4" fmla="*/ 637933 h 2657233"/>
                    <a:gd name="connsiteX5" fmla="*/ 1725774 w 1992474"/>
                    <a:gd name="connsiteY5" fmla="*/ 2361958 h 2657233"/>
                    <a:gd name="connsiteX6" fmla="*/ 1992474 w 1992474"/>
                    <a:gd name="connsiteY6" fmla="*/ 2657233 h 2657233"/>
                    <a:gd name="connsiteX0" fmla="*/ 0 w 1933306"/>
                    <a:gd name="connsiteY0" fmla="*/ 1755792 h 2657233"/>
                    <a:gd name="connsiteX1" fmla="*/ 348795 w 1933306"/>
                    <a:gd name="connsiteY1" fmla="*/ 452107 h 2657233"/>
                    <a:gd name="connsiteX2" fmla="*/ 628381 w 1933306"/>
                    <a:gd name="connsiteY2" fmla="*/ 104533 h 2657233"/>
                    <a:gd name="connsiteX3" fmla="*/ 942706 w 1933306"/>
                    <a:gd name="connsiteY3" fmla="*/ 37858 h 2657233"/>
                    <a:gd name="connsiteX4" fmla="*/ 1304656 w 1933306"/>
                    <a:gd name="connsiteY4" fmla="*/ 637933 h 2657233"/>
                    <a:gd name="connsiteX5" fmla="*/ 1666606 w 1933306"/>
                    <a:gd name="connsiteY5" fmla="*/ 2361958 h 2657233"/>
                    <a:gd name="connsiteX6" fmla="*/ 1933306 w 1933306"/>
                    <a:gd name="connsiteY6" fmla="*/ 2657233 h 2657233"/>
                    <a:gd name="connsiteX0" fmla="*/ 0 w 1901033"/>
                    <a:gd name="connsiteY0" fmla="*/ 1762891 h 2657233"/>
                    <a:gd name="connsiteX1" fmla="*/ 316522 w 1901033"/>
                    <a:gd name="connsiteY1" fmla="*/ 452107 h 2657233"/>
                    <a:gd name="connsiteX2" fmla="*/ 596108 w 1901033"/>
                    <a:gd name="connsiteY2" fmla="*/ 104533 h 2657233"/>
                    <a:gd name="connsiteX3" fmla="*/ 910433 w 1901033"/>
                    <a:gd name="connsiteY3" fmla="*/ 37858 h 2657233"/>
                    <a:gd name="connsiteX4" fmla="*/ 1272383 w 1901033"/>
                    <a:gd name="connsiteY4" fmla="*/ 637933 h 2657233"/>
                    <a:gd name="connsiteX5" fmla="*/ 1634333 w 1901033"/>
                    <a:gd name="connsiteY5" fmla="*/ 2361958 h 2657233"/>
                    <a:gd name="connsiteX6" fmla="*/ 1901033 w 1901033"/>
                    <a:gd name="connsiteY6" fmla="*/ 2657233 h 2657233"/>
                    <a:gd name="connsiteX0" fmla="*/ 0 w 1901033"/>
                    <a:gd name="connsiteY0" fmla="*/ 1762891 h 2657233"/>
                    <a:gd name="connsiteX1" fmla="*/ 316522 w 1901033"/>
                    <a:gd name="connsiteY1" fmla="*/ 452107 h 2657233"/>
                    <a:gd name="connsiteX2" fmla="*/ 596108 w 1901033"/>
                    <a:gd name="connsiteY2" fmla="*/ 104533 h 2657233"/>
                    <a:gd name="connsiteX3" fmla="*/ 910433 w 1901033"/>
                    <a:gd name="connsiteY3" fmla="*/ 37858 h 2657233"/>
                    <a:gd name="connsiteX4" fmla="*/ 1272383 w 1901033"/>
                    <a:gd name="connsiteY4" fmla="*/ 637933 h 2657233"/>
                    <a:gd name="connsiteX5" fmla="*/ 1634333 w 1901033"/>
                    <a:gd name="connsiteY5" fmla="*/ 2361958 h 2657233"/>
                    <a:gd name="connsiteX6" fmla="*/ 1901033 w 1901033"/>
                    <a:gd name="connsiteY6" fmla="*/ 2657233 h 2657233"/>
                    <a:gd name="connsiteX0" fmla="*/ 0 w 1901033"/>
                    <a:gd name="connsiteY0" fmla="*/ 1757123 h 2651465"/>
                    <a:gd name="connsiteX1" fmla="*/ 316522 w 1901033"/>
                    <a:gd name="connsiteY1" fmla="*/ 446339 h 2651465"/>
                    <a:gd name="connsiteX2" fmla="*/ 623002 w 1901033"/>
                    <a:gd name="connsiteY2" fmla="*/ 120063 h 2651465"/>
                    <a:gd name="connsiteX3" fmla="*/ 910433 w 1901033"/>
                    <a:gd name="connsiteY3" fmla="*/ 32090 h 2651465"/>
                    <a:gd name="connsiteX4" fmla="*/ 1272383 w 1901033"/>
                    <a:gd name="connsiteY4" fmla="*/ 632165 h 2651465"/>
                    <a:gd name="connsiteX5" fmla="*/ 1634333 w 1901033"/>
                    <a:gd name="connsiteY5" fmla="*/ 2356190 h 2651465"/>
                    <a:gd name="connsiteX6" fmla="*/ 1901033 w 1901033"/>
                    <a:gd name="connsiteY6" fmla="*/ 2651465 h 2651465"/>
                    <a:gd name="connsiteX0" fmla="*/ 0 w 1901033"/>
                    <a:gd name="connsiteY0" fmla="*/ 1758935 h 2653277"/>
                    <a:gd name="connsiteX1" fmla="*/ 316522 w 1901033"/>
                    <a:gd name="connsiteY1" fmla="*/ 448151 h 2653277"/>
                    <a:gd name="connsiteX2" fmla="*/ 623002 w 1901033"/>
                    <a:gd name="connsiteY2" fmla="*/ 114777 h 2653277"/>
                    <a:gd name="connsiteX3" fmla="*/ 910433 w 1901033"/>
                    <a:gd name="connsiteY3" fmla="*/ 33902 h 2653277"/>
                    <a:gd name="connsiteX4" fmla="*/ 1272383 w 1901033"/>
                    <a:gd name="connsiteY4" fmla="*/ 633977 h 2653277"/>
                    <a:gd name="connsiteX5" fmla="*/ 1634333 w 1901033"/>
                    <a:gd name="connsiteY5" fmla="*/ 2358002 h 2653277"/>
                    <a:gd name="connsiteX6" fmla="*/ 1901033 w 1901033"/>
                    <a:gd name="connsiteY6" fmla="*/ 2653277 h 2653277"/>
                    <a:gd name="connsiteX0" fmla="*/ 0 w 1901033"/>
                    <a:gd name="connsiteY0" fmla="*/ 1760374 h 2654716"/>
                    <a:gd name="connsiteX1" fmla="*/ 359553 w 1901033"/>
                    <a:gd name="connsiteY1" fmla="*/ 499283 h 2654716"/>
                    <a:gd name="connsiteX2" fmla="*/ 623002 w 1901033"/>
                    <a:gd name="connsiteY2" fmla="*/ 116216 h 2654716"/>
                    <a:gd name="connsiteX3" fmla="*/ 910433 w 1901033"/>
                    <a:gd name="connsiteY3" fmla="*/ 35341 h 2654716"/>
                    <a:gd name="connsiteX4" fmla="*/ 1272383 w 1901033"/>
                    <a:gd name="connsiteY4" fmla="*/ 635416 h 2654716"/>
                    <a:gd name="connsiteX5" fmla="*/ 1634333 w 1901033"/>
                    <a:gd name="connsiteY5" fmla="*/ 2359441 h 2654716"/>
                    <a:gd name="connsiteX6" fmla="*/ 1901033 w 1901033"/>
                    <a:gd name="connsiteY6" fmla="*/ 2654716 h 2654716"/>
                    <a:gd name="connsiteX0" fmla="*/ 0 w 1901033"/>
                    <a:gd name="connsiteY0" fmla="*/ 1760374 h 2654716"/>
                    <a:gd name="connsiteX1" fmla="*/ 338038 w 1901033"/>
                    <a:gd name="connsiteY1" fmla="*/ 499283 h 2654716"/>
                    <a:gd name="connsiteX2" fmla="*/ 623002 w 1901033"/>
                    <a:gd name="connsiteY2" fmla="*/ 116216 h 2654716"/>
                    <a:gd name="connsiteX3" fmla="*/ 910433 w 1901033"/>
                    <a:gd name="connsiteY3" fmla="*/ 35341 h 2654716"/>
                    <a:gd name="connsiteX4" fmla="*/ 1272383 w 1901033"/>
                    <a:gd name="connsiteY4" fmla="*/ 635416 h 2654716"/>
                    <a:gd name="connsiteX5" fmla="*/ 1634333 w 1901033"/>
                    <a:gd name="connsiteY5" fmla="*/ 2359441 h 2654716"/>
                    <a:gd name="connsiteX6" fmla="*/ 1901033 w 1901033"/>
                    <a:gd name="connsiteY6" fmla="*/ 2654716 h 2654716"/>
                    <a:gd name="connsiteX0" fmla="*/ 0 w 1901033"/>
                    <a:gd name="connsiteY0" fmla="*/ 1760164 h 2654506"/>
                    <a:gd name="connsiteX1" fmla="*/ 321902 w 1901033"/>
                    <a:gd name="connsiteY1" fmla="*/ 491974 h 2654506"/>
                    <a:gd name="connsiteX2" fmla="*/ 623002 w 1901033"/>
                    <a:gd name="connsiteY2" fmla="*/ 116006 h 2654506"/>
                    <a:gd name="connsiteX3" fmla="*/ 910433 w 1901033"/>
                    <a:gd name="connsiteY3" fmla="*/ 35131 h 2654506"/>
                    <a:gd name="connsiteX4" fmla="*/ 1272383 w 1901033"/>
                    <a:gd name="connsiteY4" fmla="*/ 635206 h 2654506"/>
                    <a:gd name="connsiteX5" fmla="*/ 1634333 w 1901033"/>
                    <a:gd name="connsiteY5" fmla="*/ 2359231 h 2654506"/>
                    <a:gd name="connsiteX6" fmla="*/ 1901033 w 1901033"/>
                    <a:gd name="connsiteY6" fmla="*/ 2654506 h 2654506"/>
                    <a:gd name="connsiteX0" fmla="*/ 0 w 1901033"/>
                    <a:gd name="connsiteY0" fmla="*/ 1761719 h 2656061"/>
                    <a:gd name="connsiteX1" fmla="*/ 321902 w 1901033"/>
                    <a:gd name="connsiteY1" fmla="*/ 493529 h 2656061"/>
                    <a:gd name="connsiteX2" fmla="*/ 623002 w 1901033"/>
                    <a:gd name="connsiteY2" fmla="*/ 117561 h 2656061"/>
                    <a:gd name="connsiteX3" fmla="*/ 910433 w 1901033"/>
                    <a:gd name="connsiteY3" fmla="*/ 36686 h 2656061"/>
                    <a:gd name="connsiteX4" fmla="*/ 1234731 w 1901033"/>
                    <a:gd name="connsiteY4" fmla="*/ 658058 h 2656061"/>
                    <a:gd name="connsiteX5" fmla="*/ 1634333 w 1901033"/>
                    <a:gd name="connsiteY5" fmla="*/ 2360786 h 2656061"/>
                    <a:gd name="connsiteX6" fmla="*/ 1901033 w 1901033"/>
                    <a:gd name="connsiteY6" fmla="*/ 2656061 h 2656061"/>
                    <a:gd name="connsiteX0" fmla="*/ 0 w 1933306"/>
                    <a:gd name="connsiteY0" fmla="*/ 1761719 h 2734151"/>
                    <a:gd name="connsiteX1" fmla="*/ 321902 w 1933306"/>
                    <a:gd name="connsiteY1" fmla="*/ 493529 h 2734151"/>
                    <a:gd name="connsiteX2" fmla="*/ 623002 w 1933306"/>
                    <a:gd name="connsiteY2" fmla="*/ 117561 h 2734151"/>
                    <a:gd name="connsiteX3" fmla="*/ 910433 w 1933306"/>
                    <a:gd name="connsiteY3" fmla="*/ 36686 h 2734151"/>
                    <a:gd name="connsiteX4" fmla="*/ 1234731 w 1933306"/>
                    <a:gd name="connsiteY4" fmla="*/ 658058 h 2734151"/>
                    <a:gd name="connsiteX5" fmla="*/ 1634333 w 1933306"/>
                    <a:gd name="connsiteY5" fmla="*/ 2360786 h 2734151"/>
                    <a:gd name="connsiteX6" fmla="*/ 1933306 w 1933306"/>
                    <a:gd name="connsiteY6" fmla="*/ 2734151 h 2734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3306" h="2734151">
                      <a:moveTo>
                        <a:pt x="0" y="1761719"/>
                      </a:moveTo>
                      <a:cubicBezTo>
                        <a:pt x="100013" y="1369607"/>
                        <a:pt x="218068" y="767555"/>
                        <a:pt x="321902" y="493529"/>
                      </a:cubicBezTo>
                      <a:cubicBezTo>
                        <a:pt x="425736" y="219503"/>
                        <a:pt x="524914" y="193701"/>
                        <a:pt x="623002" y="117561"/>
                      </a:cubicBezTo>
                      <a:cubicBezTo>
                        <a:pt x="721090" y="41421"/>
                        <a:pt x="808478" y="-53397"/>
                        <a:pt x="910433" y="36686"/>
                      </a:cubicBezTo>
                      <a:cubicBezTo>
                        <a:pt x="1012388" y="126769"/>
                        <a:pt x="1114081" y="270708"/>
                        <a:pt x="1234731" y="658058"/>
                      </a:cubicBezTo>
                      <a:cubicBezTo>
                        <a:pt x="1355381" y="1045408"/>
                        <a:pt x="1517904" y="2014771"/>
                        <a:pt x="1634333" y="2360786"/>
                      </a:cubicBezTo>
                      <a:cubicBezTo>
                        <a:pt x="1750762" y="2706801"/>
                        <a:pt x="1811069" y="2680176"/>
                        <a:pt x="1933306" y="2734151"/>
                      </a:cubicBezTo>
                    </a:path>
                  </a:pathLst>
                </a:custGeom>
                <a:noFill/>
                <a:ln w="38100" cap="rnd" cmpd="sng" algn="ctr">
                  <a:solidFill>
                    <a:srgbClr val="FF0000"/>
                  </a:solidFill>
                  <a:prstDash val="solid"/>
                </a:ln>
                <a:effectLst/>
              </p:spPr>
              <p:txBody>
                <a:bodyPr rtlCol="0" anchor="ctr"/>
                <a:lstStyle/>
                <a:p>
                  <a:pPr algn="ctr" eaLnBrk="0" fontAlgn="base" hangingPunct="0">
                    <a:spcBef>
                      <a:spcPct val="0"/>
                    </a:spcBef>
                    <a:spcAft>
                      <a:spcPct val="0"/>
                    </a:spcAft>
                    <a:defRPr/>
                  </a:pPr>
                  <a:endParaRPr lang="en-US" kern="0">
                    <a:solidFill>
                      <a:prstClr val="white"/>
                    </a:solidFill>
                    <a:latin typeface="Calibri"/>
                  </a:endParaRPr>
                </a:p>
              </p:txBody>
            </p:sp>
          </p:grpSp>
          <p:grpSp>
            <p:nvGrpSpPr>
              <p:cNvPr id="62" name="Group 61">
                <a:extLst>
                  <a:ext uri="{FF2B5EF4-FFF2-40B4-BE49-F238E27FC236}">
                    <a16:creationId xmlns:a16="http://schemas.microsoft.com/office/drawing/2014/main" id="{0DCD6EE8-16C6-97B4-D2E6-0276910628AC}"/>
                  </a:ext>
                </a:extLst>
              </p:cNvPr>
              <p:cNvGrpSpPr/>
              <p:nvPr/>
            </p:nvGrpSpPr>
            <p:grpSpPr>
              <a:xfrm>
                <a:off x="4717851" y="2808123"/>
                <a:ext cx="1452084" cy="810835"/>
                <a:chOff x="181318" y="2075065"/>
                <a:chExt cx="1888820" cy="1125112"/>
              </a:xfrm>
            </p:grpSpPr>
            <p:cxnSp>
              <p:nvCxnSpPr>
                <p:cNvPr id="81" name="Straight Connector 80">
                  <a:extLst>
                    <a:ext uri="{FF2B5EF4-FFF2-40B4-BE49-F238E27FC236}">
                      <a16:creationId xmlns:a16="http://schemas.microsoft.com/office/drawing/2014/main" id="{512E7C45-924B-2B78-2D30-9130201B799D}"/>
                    </a:ext>
                  </a:extLst>
                </p:cNvPr>
                <p:cNvCxnSpPr/>
                <p:nvPr/>
              </p:nvCxnSpPr>
              <p:spPr>
                <a:xfrm flipV="1">
                  <a:off x="181318" y="3187747"/>
                  <a:ext cx="1888820" cy="0"/>
                </a:xfrm>
                <a:prstGeom prst="line">
                  <a:avLst/>
                </a:prstGeom>
                <a:noFill/>
                <a:ln w="31750" cap="flat" cmpd="sng" algn="ctr">
                  <a:solidFill>
                    <a:sysClr val="windowText" lastClr="000000"/>
                  </a:solidFill>
                  <a:prstDash val="solid"/>
                  <a:headEnd type="none"/>
                  <a:tailEnd type="triangle" w="med" len="med"/>
                </a:ln>
                <a:effectLst/>
              </p:spPr>
            </p:cxnSp>
            <p:cxnSp>
              <p:nvCxnSpPr>
                <p:cNvPr id="82" name="Straight Connector 81">
                  <a:extLst>
                    <a:ext uri="{FF2B5EF4-FFF2-40B4-BE49-F238E27FC236}">
                      <a16:creationId xmlns:a16="http://schemas.microsoft.com/office/drawing/2014/main" id="{1A690C27-3111-402A-C039-DD12A8834744}"/>
                    </a:ext>
                  </a:extLst>
                </p:cNvPr>
                <p:cNvCxnSpPr/>
                <p:nvPr/>
              </p:nvCxnSpPr>
              <p:spPr>
                <a:xfrm flipH="1" flipV="1">
                  <a:off x="188692" y="2075065"/>
                  <a:ext cx="0" cy="1125112"/>
                </a:xfrm>
                <a:prstGeom prst="line">
                  <a:avLst/>
                </a:prstGeom>
                <a:noFill/>
                <a:ln w="31750" cap="flat" cmpd="sng" algn="ctr">
                  <a:solidFill>
                    <a:sysClr val="windowText" lastClr="000000"/>
                  </a:solidFill>
                  <a:prstDash val="solid"/>
                  <a:headEnd type="none"/>
                  <a:tailEnd type="triangle" w="med" len="med"/>
                </a:ln>
                <a:effectLst/>
              </p:spPr>
            </p:cxnSp>
          </p:grpSp>
          <p:sp>
            <p:nvSpPr>
              <p:cNvPr id="63" name="TextBox 62">
                <a:extLst>
                  <a:ext uri="{FF2B5EF4-FFF2-40B4-BE49-F238E27FC236}">
                    <a16:creationId xmlns:a16="http://schemas.microsoft.com/office/drawing/2014/main" id="{F81D01FF-2943-690F-F8E9-6D489C052849}"/>
                  </a:ext>
                </a:extLst>
              </p:cNvPr>
              <p:cNvSpPr txBox="1"/>
              <p:nvPr/>
            </p:nvSpPr>
            <p:spPr>
              <a:xfrm>
                <a:off x="5441310" y="3642727"/>
                <a:ext cx="845956" cy="276999"/>
              </a:xfrm>
              <a:prstGeom prst="rect">
                <a:avLst/>
              </a:prstGeom>
              <a:noFill/>
            </p:spPr>
            <p:txBody>
              <a:bodyPr wrap="square" rtlCol="0">
                <a:spAutoFit/>
              </a:bodyPr>
              <a:lstStyle/>
              <a:p>
                <a:pPr eaLnBrk="0" fontAlgn="base" hangingPunct="0">
                  <a:spcBef>
                    <a:spcPct val="0"/>
                  </a:spcBef>
                  <a:spcAft>
                    <a:spcPct val="0"/>
                  </a:spcAft>
                  <a:defRPr/>
                </a:pPr>
                <a:r>
                  <a:rPr lang="en-US" sz="1200" b="1" i="1" kern="0">
                    <a:solidFill>
                      <a:prstClr val="black"/>
                    </a:solidFill>
                    <a:latin typeface="Calibri"/>
                    <a:cs typeface="Times New Roman" panose="02020603050405020304" pitchFamily="18" charset="0"/>
                  </a:rPr>
                  <a:t>TIME (</a:t>
                </a:r>
                <a:r>
                  <a:rPr lang="en-US" sz="1200" b="1" i="1" kern="0" err="1">
                    <a:solidFill>
                      <a:prstClr val="black"/>
                    </a:solidFill>
                    <a:latin typeface="Calibri"/>
                    <a:cs typeface="Times New Roman" panose="02020603050405020304" pitchFamily="18" charset="0"/>
                  </a:rPr>
                  <a:t>pS</a:t>
                </a:r>
                <a:r>
                  <a:rPr lang="en-US" sz="1200" b="1" i="1" kern="0">
                    <a:solidFill>
                      <a:prstClr val="black"/>
                    </a:solidFill>
                    <a:latin typeface="Calibri"/>
                    <a:cs typeface="Times New Roman" panose="02020603050405020304" pitchFamily="18" charset="0"/>
                  </a:rPr>
                  <a:t>)</a:t>
                </a:r>
                <a:endParaRPr lang="en-US" sz="1200" b="1" i="1" kern="0" baseline="-25000">
                  <a:solidFill>
                    <a:prstClr val="black"/>
                  </a:solidFill>
                  <a:latin typeface="Calibri"/>
                  <a:cs typeface="Times New Roman" panose="02020603050405020304" pitchFamily="18" charset="0"/>
                </a:endParaRPr>
              </a:p>
            </p:txBody>
          </p:sp>
          <p:sp>
            <p:nvSpPr>
              <p:cNvPr id="64" name="TextBox 63">
                <a:extLst>
                  <a:ext uri="{FF2B5EF4-FFF2-40B4-BE49-F238E27FC236}">
                    <a16:creationId xmlns:a16="http://schemas.microsoft.com/office/drawing/2014/main" id="{32A89EE6-00E8-D110-BBAB-A7567DB05DCC}"/>
                  </a:ext>
                </a:extLst>
              </p:cNvPr>
              <p:cNvSpPr txBox="1"/>
              <p:nvPr/>
            </p:nvSpPr>
            <p:spPr>
              <a:xfrm rot="16200000">
                <a:off x="4119511" y="3013924"/>
                <a:ext cx="953424" cy="276999"/>
              </a:xfrm>
              <a:prstGeom prst="rect">
                <a:avLst/>
              </a:prstGeom>
              <a:noFill/>
            </p:spPr>
            <p:txBody>
              <a:bodyPr wrap="square" rtlCol="0">
                <a:spAutoFit/>
              </a:bodyPr>
              <a:lstStyle/>
              <a:p>
                <a:pPr eaLnBrk="0" fontAlgn="base" hangingPunct="0">
                  <a:spcBef>
                    <a:spcPct val="0"/>
                  </a:spcBef>
                  <a:spcAft>
                    <a:spcPct val="0"/>
                  </a:spcAft>
                  <a:defRPr/>
                </a:pPr>
                <a:r>
                  <a:rPr lang="en-US" sz="1200" b="1" i="1" kern="0">
                    <a:solidFill>
                      <a:prstClr val="black"/>
                    </a:solidFill>
                    <a:latin typeface="Calibri"/>
                    <a:cs typeface="Times New Roman" panose="02020603050405020304" pitchFamily="18" charset="0"/>
                  </a:rPr>
                  <a:t>Voltage (V)</a:t>
                </a:r>
                <a:endParaRPr lang="en-US" sz="1200" b="1" i="1" kern="0" baseline="-25000">
                  <a:solidFill>
                    <a:prstClr val="black"/>
                  </a:solidFill>
                  <a:latin typeface="Calibri"/>
                  <a:cs typeface="Times New Roman" panose="02020603050405020304" pitchFamily="18" charset="0"/>
                </a:endParaRPr>
              </a:p>
            </p:txBody>
          </p:sp>
          <p:sp>
            <p:nvSpPr>
              <p:cNvPr id="65" name="TextBox 64">
                <a:extLst>
                  <a:ext uri="{FF2B5EF4-FFF2-40B4-BE49-F238E27FC236}">
                    <a16:creationId xmlns:a16="http://schemas.microsoft.com/office/drawing/2014/main" id="{870C87B6-4501-A59C-503C-072486F9F492}"/>
                  </a:ext>
                </a:extLst>
              </p:cNvPr>
              <p:cNvSpPr txBox="1"/>
              <p:nvPr/>
            </p:nvSpPr>
            <p:spPr>
              <a:xfrm>
                <a:off x="2084211" y="3085186"/>
                <a:ext cx="308931" cy="276999"/>
              </a:xfrm>
              <a:prstGeom prst="rect">
                <a:avLst/>
              </a:prstGeom>
              <a:noFill/>
            </p:spPr>
            <p:txBody>
              <a:bodyPr wrap="none" rtlCol="0">
                <a:spAutoFit/>
              </a:bodyPr>
              <a:lstStyle/>
              <a:p>
                <a:pPr eaLnBrk="0" fontAlgn="base" hangingPunct="0">
                  <a:spcBef>
                    <a:spcPct val="0"/>
                  </a:spcBef>
                  <a:spcAft>
                    <a:spcPct val="0"/>
                  </a:spcAft>
                  <a:defRPr/>
                </a:pPr>
                <a:r>
                  <a:rPr lang="en-US" sz="1200" b="1" i="1" kern="0">
                    <a:solidFill>
                      <a:prstClr val="black"/>
                    </a:solidFill>
                    <a:latin typeface="Calibri"/>
                  </a:rPr>
                  <a:t>T</a:t>
                </a:r>
                <a:r>
                  <a:rPr lang="en-US" sz="1200" b="1" i="1" kern="0" baseline="-25000">
                    <a:solidFill>
                      <a:prstClr val="black"/>
                    </a:solidFill>
                    <a:latin typeface="Calibri"/>
                  </a:rPr>
                  <a:t>S</a:t>
                </a:r>
                <a:endParaRPr lang="en-IN" sz="1200" b="1" i="1" kern="0">
                  <a:solidFill>
                    <a:prstClr val="black"/>
                  </a:solidFill>
                  <a:latin typeface="Calibri"/>
                </a:endParaRPr>
              </a:p>
            </p:txBody>
          </p:sp>
          <p:sp>
            <p:nvSpPr>
              <p:cNvPr id="66" name="TextBox 65">
                <a:extLst>
                  <a:ext uri="{FF2B5EF4-FFF2-40B4-BE49-F238E27FC236}">
                    <a16:creationId xmlns:a16="http://schemas.microsoft.com/office/drawing/2014/main" id="{20DA27EB-1F53-30DF-6962-EB0685075F13}"/>
                  </a:ext>
                </a:extLst>
              </p:cNvPr>
              <p:cNvSpPr txBox="1"/>
              <p:nvPr/>
            </p:nvSpPr>
            <p:spPr>
              <a:xfrm rot="16200000">
                <a:off x="2604594" y="3101981"/>
                <a:ext cx="455574" cy="276999"/>
              </a:xfrm>
              <a:prstGeom prst="rect">
                <a:avLst/>
              </a:prstGeom>
              <a:noFill/>
            </p:spPr>
            <p:txBody>
              <a:bodyPr wrap="none" rtlCol="0">
                <a:spAutoFit/>
              </a:bodyPr>
              <a:lstStyle/>
              <a:p>
                <a:pPr eaLnBrk="0" fontAlgn="base" hangingPunct="0">
                  <a:spcBef>
                    <a:spcPct val="0"/>
                  </a:spcBef>
                  <a:spcAft>
                    <a:spcPct val="0"/>
                  </a:spcAft>
                  <a:defRPr/>
                </a:pPr>
                <a:r>
                  <a:rPr lang="en-US" sz="1200" b="1" i="1" kern="0">
                    <a:solidFill>
                      <a:prstClr val="black"/>
                    </a:solidFill>
                    <a:latin typeface="Calibri"/>
                  </a:rPr>
                  <a:t>HRR</a:t>
                </a:r>
                <a:endParaRPr lang="en-IN" sz="1200" b="1" i="1" kern="0">
                  <a:solidFill>
                    <a:prstClr val="black"/>
                  </a:solidFill>
                  <a:latin typeface="Calibri"/>
                </a:endParaRPr>
              </a:p>
            </p:txBody>
          </p:sp>
          <p:sp>
            <p:nvSpPr>
              <p:cNvPr id="67" name="Oval 66">
                <a:extLst>
                  <a:ext uri="{FF2B5EF4-FFF2-40B4-BE49-F238E27FC236}">
                    <a16:creationId xmlns:a16="http://schemas.microsoft.com/office/drawing/2014/main" id="{3051F014-345F-0BB3-A390-41370186CF28}"/>
                  </a:ext>
                </a:extLst>
              </p:cNvPr>
              <p:cNvSpPr/>
              <p:nvPr/>
            </p:nvSpPr>
            <p:spPr bwMode="auto">
              <a:xfrm>
                <a:off x="4717956" y="4301758"/>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68" name="Oval 67">
                <a:extLst>
                  <a:ext uri="{FF2B5EF4-FFF2-40B4-BE49-F238E27FC236}">
                    <a16:creationId xmlns:a16="http://schemas.microsoft.com/office/drawing/2014/main" id="{54B60AFD-52EF-904E-EA02-DCB684EBD286}"/>
                  </a:ext>
                </a:extLst>
              </p:cNvPr>
              <p:cNvSpPr/>
              <p:nvPr/>
            </p:nvSpPr>
            <p:spPr bwMode="auto">
              <a:xfrm>
                <a:off x="4067233" y="3518710"/>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69" name="Oval 68">
                <a:extLst>
                  <a:ext uri="{FF2B5EF4-FFF2-40B4-BE49-F238E27FC236}">
                    <a16:creationId xmlns:a16="http://schemas.microsoft.com/office/drawing/2014/main" id="{0918016A-E6AE-2BCE-D39A-FDB9BAFA88F9}"/>
                  </a:ext>
                </a:extLst>
              </p:cNvPr>
              <p:cNvSpPr/>
              <p:nvPr/>
            </p:nvSpPr>
            <p:spPr bwMode="auto">
              <a:xfrm>
                <a:off x="4062998" y="3028540"/>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0" name="Oval 69">
                <a:extLst>
                  <a:ext uri="{FF2B5EF4-FFF2-40B4-BE49-F238E27FC236}">
                    <a16:creationId xmlns:a16="http://schemas.microsoft.com/office/drawing/2014/main" id="{917B7EDD-237A-BBE4-9D15-575A89E6E415}"/>
                  </a:ext>
                </a:extLst>
              </p:cNvPr>
              <p:cNvSpPr/>
              <p:nvPr/>
            </p:nvSpPr>
            <p:spPr bwMode="auto">
              <a:xfrm>
                <a:off x="4637099" y="2153585"/>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1" name="Oval 70">
                <a:extLst>
                  <a:ext uri="{FF2B5EF4-FFF2-40B4-BE49-F238E27FC236}">
                    <a16:creationId xmlns:a16="http://schemas.microsoft.com/office/drawing/2014/main" id="{A7BE8BC9-3330-1505-0951-EBDE6AA25CF0}"/>
                  </a:ext>
                </a:extLst>
              </p:cNvPr>
              <p:cNvSpPr/>
              <p:nvPr/>
            </p:nvSpPr>
            <p:spPr bwMode="auto">
              <a:xfrm>
                <a:off x="2792024" y="2207801"/>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2" name="Oval 71">
                <a:extLst>
                  <a:ext uri="{FF2B5EF4-FFF2-40B4-BE49-F238E27FC236}">
                    <a16:creationId xmlns:a16="http://schemas.microsoft.com/office/drawing/2014/main" id="{219D31E4-A89D-2935-D221-D9283AF2C724}"/>
                  </a:ext>
                </a:extLst>
              </p:cNvPr>
              <p:cNvSpPr/>
              <p:nvPr/>
            </p:nvSpPr>
            <p:spPr bwMode="auto">
              <a:xfrm>
                <a:off x="2736436" y="3845497"/>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3" name="Oval 72">
                <a:extLst>
                  <a:ext uri="{FF2B5EF4-FFF2-40B4-BE49-F238E27FC236}">
                    <a16:creationId xmlns:a16="http://schemas.microsoft.com/office/drawing/2014/main" id="{D5DEB0F3-0C95-0659-E95B-A67844D23D20}"/>
                  </a:ext>
                </a:extLst>
              </p:cNvPr>
              <p:cNvSpPr/>
              <p:nvPr/>
            </p:nvSpPr>
            <p:spPr bwMode="auto">
              <a:xfrm>
                <a:off x="2562812" y="3304914"/>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4" name="Oval 73">
                <a:extLst>
                  <a:ext uri="{FF2B5EF4-FFF2-40B4-BE49-F238E27FC236}">
                    <a16:creationId xmlns:a16="http://schemas.microsoft.com/office/drawing/2014/main" id="{1C7FC235-AE8A-1798-B660-B446D6764D31}"/>
                  </a:ext>
                </a:extLst>
              </p:cNvPr>
              <p:cNvSpPr/>
              <p:nvPr/>
            </p:nvSpPr>
            <p:spPr bwMode="auto">
              <a:xfrm>
                <a:off x="2558831" y="2207801"/>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5" name="Oval 74">
                <a:extLst>
                  <a:ext uri="{FF2B5EF4-FFF2-40B4-BE49-F238E27FC236}">
                    <a16:creationId xmlns:a16="http://schemas.microsoft.com/office/drawing/2014/main" id="{8DACDC3A-CFDA-9937-EFA2-FC3BACE7EA87}"/>
                  </a:ext>
                </a:extLst>
              </p:cNvPr>
              <p:cNvSpPr/>
              <p:nvPr/>
            </p:nvSpPr>
            <p:spPr bwMode="auto">
              <a:xfrm>
                <a:off x="2338812" y="2829276"/>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6" name="Oval 75">
                <a:extLst>
                  <a:ext uri="{FF2B5EF4-FFF2-40B4-BE49-F238E27FC236}">
                    <a16:creationId xmlns:a16="http://schemas.microsoft.com/office/drawing/2014/main" id="{E2DED590-E029-73A2-99D6-738BABA06C55}"/>
                  </a:ext>
                </a:extLst>
              </p:cNvPr>
              <p:cNvSpPr/>
              <p:nvPr/>
            </p:nvSpPr>
            <p:spPr bwMode="auto">
              <a:xfrm>
                <a:off x="2340970" y="3657410"/>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77" name="Oval 76">
                <a:extLst>
                  <a:ext uri="{FF2B5EF4-FFF2-40B4-BE49-F238E27FC236}">
                    <a16:creationId xmlns:a16="http://schemas.microsoft.com/office/drawing/2014/main" id="{763775F1-6F4D-E81C-08BF-0043DE2DE34B}"/>
                  </a:ext>
                </a:extLst>
              </p:cNvPr>
              <p:cNvSpPr/>
              <p:nvPr/>
            </p:nvSpPr>
            <p:spPr bwMode="auto">
              <a:xfrm>
                <a:off x="2131126" y="4088911"/>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cxnSp>
            <p:nvCxnSpPr>
              <p:cNvPr id="78" name="Straight Arrow Connector 77">
                <a:extLst>
                  <a:ext uri="{FF2B5EF4-FFF2-40B4-BE49-F238E27FC236}">
                    <a16:creationId xmlns:a16="http://schemas.microsoft.com/office/drawing/2014/main" id="{867C9A19-0E8D-E408-65CC-97CBE8485147}"/>
                  </a:ext>
                </a:extLst>
              </p:cNvPr>
              <p:cNvCxnSpPr/>
              <p:nvPr/>
            </p:nvCxnSpPr>
            <p:spPr bwMode="auto">
              <a:xfrm flipV="1">
                <a:off x="4109638" y="3310303"/>
                <a:ext cx="213234" cy="358"/>
              </a:xfrm>
              <a:prstGeom prst="straightConnector1">
                <a:avLst/>
              </a:prstGeom>
              <a:noFill/>
              <a:ln w="25400" cap="rnd" cmpd="sng" algn="ctr">
                <a:solidFill>
                  <a:sysClr val="windowText" lastClr="000000"/>
                </a:solidFill>
                <a:prstDash val="solid"/>
                <a:headEnd type="none"/>
                <a:tailEnd type="none"/>
              </a:ln>
              <a:effectLst/>
            </p:spPr>
          </p:cxnSp>
          <p:sp>
            <p:nvSpPr>
              <p:cNvPr id="79" name="Oval 78">
                <a:extLst>
                  <a:ext uri="{FF2B5EF4-FFF2-40B4-BE49-F238E27FC236}">
                    <a16:creationId xmlns:a16="http://schemas.microsoft.com/office/drawing/2014/main" id="{0F0CA0F8-1B36-8047-1CA9-F3376845A9D2}"/>
                  </a:ext>
                </a:extLst>
              </p:cNvPr>
              <p:cNvSpPr/>
              <p:nvPr/>
            </p:nvSpPr>
            <p:spPr bwMode="auto">
              <a:xfrm>
                <a:off x="4070705" y="3273625"/>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80" name="TextBox 79">
                <a:extLst>
                  <a:ext uri="{FF2B5EF4-FFF2-40B4-BE49-F238E27FC236}">
                    <a16:creationId xmlns:a16="http://schemas.microsoft.com/office/drawing/2014/main" id="{4500EE42-B111-216C-1D58-E009A1D6FB88}"/>
                  </a:ext>
                </a:extLst>
              </p:cNvPr>
              <p:cNvSpPr txBox="1"/>
              <p:nvPr/>
            </p:nvSpPr>
            <p:spPr>
              <a:xfrm rot="16200000">
                <a:off x="2258485" y="3016513"/>
                <a:ext cx="423514" cy="276999"/>
              </a:xfrm>
              <a:prstGeom prst="rect">
                <a:avLst/>
              </a:prstGeom>
              <a:noFill/>
            </p:spPr>
            <p:txBody>
              <a:bodyPr wrap="none" rtlCol="0">
                <a:spAutoFit/>
              </a:bodyPr>
              <a:lstStyle/>
              <a:p>
                <a:pPr eaLnBrk="0" fontAlgn="base" hangingPunct="0">
                  <a:spcBef>
                    <a:spcPct val="0"/>
                  </a:spcBef>
                  <a:spcAft>
                    <a:spcPct val="0"/>
                  </a:spcAft>
                  <a:defRPr/>
                </a:pPr>
                <a:r>
                  <a:rPr lang="en-US" sz="1200" b="1" i="1" kern="0">
                    <a:solidFill>
                      <a:prstClr val="black"/>
                    </a:solidFill>
                    <a:latin typeface="Calibri"/>
                  </a:rPr>
                  <a:t>LRR</a:t>
                </a:r>
                <a:endParaRPr lang="en-IN" sz="1200" b="1" i="1" kern="0">
                  <a:solidFill>
                    <a:prstClr val="black"/>
                  </a:solidFill>
                  <a:latin typeface="Calibri"/>
                </a:endParaRPr>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22C3DE2-A2D1-6682-0A51-E8364CE65F8D}"/>
                    </a:ext>
                  </a:extLst>
                </p:cNvPr>
                <p:cNvSpPr txBox="1"/>
                <p:nvPr/>
              </p:nvSpPr>
              <p:spPr>
                <a:xfrm>
                  <a:off x="1166898" y="1453235"/>
                  <a:ext cx="826893" cy="246221"/>
                </a:xfrm>
                <a:prstGeom prst="rect">
                  <a:avLst/>
                </a:prstGeom>
                <a:noFill/>
              </p:spPr>
              <p:txBody>
                <a:bodyPr wrap="none" rtlCol="0">
                  <a:spAutoFit/>
                </a:bodyPr>
                <a:lstStyle/>
                <a:p>
                  <a:pPr eaLnBrk="0" fontAlgn="base" hangingPunct="0">
                    <a:spcBef>
                      <a:spcPct val="0"/>
                    </a:spcBef>
                    <a:spcAft>
                      <a:spcPct val="0"/>
                    </a:spcAft>
                    <a:defRPr/>
                  </a:pPr>
                  <a14:m>
                    <m:oMath xmlns:m="http://schemas.openxmlformats.org/officeDocument/2006/math">
                      <m:r>
                        <a:rPr lang="en-US" sz="1000" b="1" i="1" kern="0" smtClean="0">
                          <a:solidFill>
                            <a:prstClr val="black"/>
                          </a:solidFill>
                          <a:latin typeface="Cambria Math" panose="02040503050406030204" pitchFamily="18" charset="0"/>
                        </a:rPr>
                        <m:t>𝑽</m:t>
                      </m:r>
                      <m:r>
                        <a:rPr lang="en-US" sz="1000" b="1" i="1" kern="0" baseline="-25000" smtClean="0">
                          <a:solidFill>
                            <a:prstClr val="black"/>
                          </a:solidFill>
                          <a:latin typeface="Cambria Math" panose="02040503050406030204" pitchFamily="18" charset="0"/>
                        </a:rPr>
                        <m:t>𝑫𝑫</m:t>
                      </m:r>
                    </m:oMath>
                  </a14:m>
                  <a:r>
                    <a:rPr lang="en-US" sz="1000" b="1" kern="0" baseline="-25000">
                      <a:solidFill>
                        <a:prstClr val="black"/>
                      </a:solidFill>
                      <a:latin typeface="Calibri" pitchFamily="34" charset="0"/>
                      <a:cs typeface="Calibri" panose="020F0502020204030204" pitchFamily="34" charset="0"/>
                    </a:rPr>
                    <a:t> </a:t>
                  </a:r>
                  <a:r>
                    <a:rPr lang="en-US" sz="1000" b="1" kern="0">
                      <a:solidFill>
                        <a:prstClr val="black"/>
                      </a:solidFill>
                      <a:latin typeface="Calibri" pitchFamily="34" charset="0"/>
                      <a:cs typeface="Calibri" panose="020F0502020204030204" pitchFamily="34" charset="0"/>
                    </a:rPr>
                    <a:t>- </a:t>
                  </a:r>
                  <a14:m>
                    <m:oMath xmlns:m="http://schemas.openxmlformats.org/officeDocument/2006/math">
                      <m:d>
                        <m:dPr>
                          <m:begChr m:val="|"/>
                          <m:endChr m:val="|"/>
                          <m:ctrlPr>
                            <a:rPr lang="en-US" sz="1000" b="1" i="1" kern="0" smtClean="0">
                              <a:solidFill>
                                <a:prstClr val="black"/>
                              </a:solidFill>
                              <a:latin typeface="Cambria Math" panose="02040503050406030204" pitchFamily="18" charset="0"/>
                            </a:rPr>
                          </m:ctrlPr>
                        </m:dPr>
                        <m:e>
                          <m:r>
                            <a:rPr lang="en-US" sz="1000" b="1" i="1" kern="0" smtClean="0">
                              <a:solidFill>
                                <a:prstClr val="black"/>
                              </a:solidFill>
                              <a:latin typeface="Cambria Math" panose="02040503050406030204" pitchFamily="18" charset="0"/>
                            </a:rPr>
                            <m:t>𝑽</m:t>
                          </m:r>
                          <m:r>
                            <a:rPr lang="en-US" sz="1000" b="1" i="1" kern="0" baseline="-25000" smtClean="0">
                              <a:solidFill>
                                <a:prstClr val="black"/>
                              </a:solidFill>
                              <a:latin typeface="Cambria Math" panose="02040503050406030204" pitchFamily="18" charset="0"/>
                            </a:rPr>
                            <m:t>𝑻𝑯𝑷</m:t>
                          </m:r>
                        </m:e>
                      </m:d>
                    </m:oMath>
                  </a14:m>
                  <a:endParaRPr lang="en-US" sz="1000" b="1" i="1" kern="0">
                    <a:solidFill>
                      <a:prstClr val="black"/>
                    </a:solidFill>
                    <a:latin typeface="Calibri" pitchFamily="34" charset="0"/>
                    <a:cs typeface="Calibri" panose="020F0502020204030204" pitchFamily="34" charset="0"/>
                  </a:endParaRPr>
                </a:p>
              </p:txBody>
            </p:sp>
          </mc:Choice>
          <mc:Fallback xmlns="">
            <p:sp>
              <p:nvSpPr>
                <p:cNvPr id="5" name="TextBox 4">
                  <a:extLst>
                    <a:ext uri="{FF2B5EF4-FFF2-40B4-BE49-F238E27FC236}">
                      <a16:creationId xmlns:a16="http://schemas.microsoft.com/office/drawing/2014/main" id="{222C3DE2-A2D1-6682-0A51-E8364CE65F8D}"/>
                    </a:ext>
                  </a:extLst>
                </p:cNvPr>
                <p:cNvSpPr txBox="1">
                  <a:spLocks noRot="1" noChangeAspect="1" noMove="1" noResize="1" noEditPoints="1" noAdjustHandles="1" noChangeArrowheads="1" noChangeShapeType="1" noTextEdit="1"/>
                </p:cNvSpPr>
                <p:nvPr/>
              </p:nvSpPr>
              <p:spPr>
                <a:xfrm>
                  <a:off x="1166898" y="1453235"/>
                  <a:ext cx="826893" cy="246221"/>
                </a:xfrm>
                <a:prstGeom prst="rect">
                  <a:avLst/>
                </a:prstGeom>
                <a:blipFill>
                  <a:blip r:embed="rId2"/>
                  <a:stretch>
                    <a:fillRect b="-14634"/>
                  </a:stretch>
                </a:blipFill>
              </p:spPr>
              <p:txBody>
                <a:bodyPr/>
                <a:lstStyle/>
                <a:p>
                  <a:r>
                    <a:rPr lang="en-IN">
                      <a:noFill/>
                    </a:rPr>
                    <a:t> </a:t>
                  </a:r>
                </a:p>
              </p:txBody>
            </p:sp>
          </mc:Fallback>
        </mc:AlternateContent>
        <p:cxnSp>
          <p:nvCxnSpPr>
            <p:cNvPr id="9" name="Straight Connector 8">
              <a:extLst>
                <a:ext uri="{FF2B5EF4-FFF2-40B4-BE49-F238E27FC236}">
                  <a16:creationId xmlns:a16="http://schemas.microsoft.com/office/drawing/2014/main" id="{EDC952AE-D957-494B-FD19-7AA54B6CE18F}"/>
                </a:ext>
              </a:extLst>
            </p:cNvPr>
            <p:cNvCxnSpPr/>
            <p:nvPr/>
          </p:nvCxnSpPr>
          <p:spPr>
            <a:xfrm>
              <a:off x="624109" y="1704607"/>
              <a:ext cx="1255124" cy="0"/>
            </a:xfrm>
            <a:prstGeom prst="line">
              <a:avLst/>
            </a:prstGeom>
            <a:noFill/>
            <a:ln w="25400" cap="flat" cmpd="sng" algn="ctr">
              <a:solidFill>
                <a:sysClr val="windowText" lastClr="000000"/>
              </a:solidFill>
              <a:prstDash val="sysDot"/>
            </a:ln>
            <a:effectLst/>
          </p:spPr>
        </p:cxnSp>
        <p:cxnSp>
          <p:nvCxnSpPr>
            <p:cNvPr id="10" name="Straight Connector 9">
              <a:extLst>
                <a:ext uri="{FF2B5EF4-FFF2-40B4-BE49-F238E27FC236}">
                  <a16:creationId xmlns:a16="http://schemas.microsoft.com/office/drawing/2014/main" id="{B15CFF77-B829-6EA7-945A-89F604BF94FD}"/>
                </a:ext>
              </a:extLst>
            </p:cNvPr>
            <p:cNvCxnSpPr/>
            <p:nvPr/>
          </p:nvCxnSpPr>
          <p:spPr>
            <a:xfrm>
              <a:off x="601857" y="3359887"/>
              <a:ext cx="1255124" cy="0"/>
            </a:xfrm>
            <a:prstGeom prst="line">
              <a:avLst/>
            </a:prstGeom>
            <a:noFill/>
            <a:ln w="25400" cap="flat" cmpd="sng" algn="ctr">
              <a:solidFill>
                <a:sysClr val="windowText" lastClr="000000"/>
              </a:solidFill>
              <a:prstDash val="sysDot"/>
            </a:ln>
            <a:effectLst/>
          </p:spPr>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A46450A-26AE-1F57-7348-FBE2FF1A3265}"/>
                    </a:ext>
                  </a:extLst>
                </p:cNvPr>
                <p:cNvSpPr txBox="1"/>
                <p:nvPr/>
              </p:nvSpPr>
              <p:spPr>
                <a:xfrm>
                  <a:off x="1575776" y="3324060"/>
                  <a:ext cx="482824" cy="246221"/>
                </a:xfrm>
                <a:prstGeom prst="rect">
                  <a:avLst/>
                </a:prstGeom>
                <a:noFill/>
              </p:spPr>
              <p:txBody>
                <a:bodyPr wrap="none" rtlCol="0">
                  <a:spAutoFit/>
                </a:bodyPr>
                <a:lstStyle/>
                <a:p>
                  <a:pPr eaLnBrk="0" fontAlgn="base" hangingPunct="0">
                    <a:spcBef>
                      <a:spcPct val="0"/>
                    </a:spcBef>
                    <a:spcAft>
                      <a:spcPct val="0"/>
                    </a:spcAft>
                    <a:defRPr/>
                  </a:pPr>
                  <a14:m>
                    <m:oMathPara xmlns:m="http://schemas.openxmlformats.org/officeDocument/2006/math">
                      <m:oMathParaPr>
                        <m:jc m:val="centerGroup"/>
                      </m:oMathParaPr>
                      <m:oMath xmlns:m="http://schemas.openxmlformats.org/officeDocument/2006/math">
                        <m:r>
                          <a:rPr lang="en-US" sz="1000" b="1" i="1" kern="0" smtClean="0">
                            <a:solidFill>
                              <a:prstClr val="black"/>
                            </a:solidFill>
                            <a:latin typeface="Cambria Math" panose="02040503050406030204" pitchFamily="18" charset="0"/>
                          </a:rPr>
                          <m:t>𝑽</m:t>
                        </m:r>
                        <m:r>
                          <a:rPr lang="en-US" sz="1000" b="1" i="1" kern="0" baseline="-25000" smtClean="0">
                            <a:solidFill>
                              <a:prstClr val="black"/>
                            </a:solidFill>
                            <a:latin typeface="Cambria Math" panose="02040503050406030204" pitchFamily="18" charset="0"/>
                          </a:rPr>
                          <m:t>𝑻𝑯𝑵</m:t>
                        </m:r>
                      </m:oMath>
                    </m:oMathPara>
                  </a14:m>
                  <a:endParaRPr lang="en-US" sz="1000" b="1" i="1" kern="0" dirty="0">
                    <a:solidFill>
                      <a:prstClr val="black"/>
                    </a:solidFill>
                    <a:latin typeface="Calibri" pitchFamily="34" charset="0"/>
                    <a:cs typeface="Calibri" panose="020F0502020204030204" pitchFamily="34" charset="0"/>
                  </a:endParaRPr>
                </a:p>
              </p:txBody>
            </p:sp>
          </mc:Choice>
          <mc:Fallback xmlns="">
            <p:sp>
              <p:nvSpPr>
                <p:cNvPr id="8" name="TextBox 7">
                  <a:extLst>
                    <a:ext uri="{FF2B5EF4-FFF2-40B4-BE49-F238E27FC236}">
                      <a16:creationId xmlns:a16="http://schemas.microsoft.com/office/drawing/2014/main" id="{0A46450A-26AE-1F57-7348-FBE2FF1A3265}"/>
                    </a:ext>
                  </a:extLst>
                </p:cNvPr>
                <p:cNvSpPr txBox="1">
                  <a:spLocks noRot="1" noChangeAspect="1" noMove="1" noResize="1" noEditPoints="1" noAdjustHandles="1" noChangeArrowheads="1" noChangeShapeType="1" noTextEdit="1"/>
                </p:cNvSpPr>
                <p:nvPr/>
              </p:nvSpPr>
              <p:spPr>
                <a:xfrm>
                  <a:off x="1575776" y="3324060"/>
                  <a:ext cx="482824" cy="246221"/>
                </a:xfrm>
                <a:prstGeom prst="rect">
                  <a:avLst/>
                </a:prstGeom>
                <a:blipFill>
                  <a:blip r:embed="rId3"/>
                  <a:stretch>
                    <a:fillRect/>
                  </a:stretch>
                </a:blipFill>
              </p:spPr>
              <p:txBody>
                <a:bodyPr/>
                <a:lstStyle/>
                <a:p>
                  <a:r>
                    <a:rPr lang="en-IN">
                      <a:noFill/>
                    </a:rPr>
                    <a:t> </a:t>
                  </a:r>
                </a:p>
              </p:txBody>
            </p:sp>
          </mc:Fallback>
        </mc:AlternateContent>
      </p:grpSp>
      <p:sp>
        <p:nvSpPr>
          <p:cNvPr id="108" name="Rectangle 107">
            <a:extLst>
              <a:ext uri="{FF2B5EF4-FFF2-40B4-BE49-F238E27FC236}">
                <a16:creationId xmlns:a16="http://schemas.microsoft.com/office/drawing/2014/main" id="{DE574899-7098-46D8-5EB7-E8AF80A9C3F4}"/>
              </a:ext>
            </a:extLst>
          </p:cNvPr>
          <p:cNvSpPr/>
          <p:nvPr/>
        </p:nvSpPr>
        <p:spPr>
          <a:xfrm>
            <a:off x="271899" y="4246122"/>
            <a:ext cx="5434634" cy="338554"/>
          </a:xfrm>
          <a:prstGeom prst="rect">
            <a:avLst/>
          </a:prstGeom>
        </p:spPr>
        <p:txBody>
          <a:bodyPr wrap="square">
            <a:spAutoFit/>
          </a:bodyPr>
          <a:lstStyle/>
          <a:p>
            <a:pPr eaLnBrk="0" fontAlgn="base" hangingPunct="0">
              <a:spcBef>
                <a:spcPct val="0"/>
              </a:spcBef>
              <a:spcAft>
                <a:spcPct val="0"/>
              </a:spcAft>
            </a:pPr>
            <a:r>
              <a:rPr lang="en-US" sz="1600" b="1" dirty="0">
                <a:solidFill>
                  <a:srgbClr val="002060"/>
                </a:solidFill>
                <a:latin typeface="Calibri" pitchFamily="34" charset="0"/>
                <a:ea typeface="Calibri" panose="020F0502020204030204" pitchFamily="34" charset="0"/>
                <a:cs typeface="Calibri" panose="020F0502020204030204" pitchFamily="34" charset="0"/>
              </a:rPr>
              <a:t>The positive-skew offset single delay cell of 7 stages MSSROs</a:t>
            </a:r>
            <a:endParaRPr lang="en-IN" sz="1600" dirty="0">
              <a:solidFill>
                <a:srgbClr val="002060"/>
              </a:solidFill>
              <a:latin typeface="Calibri" pitchFamily="34" charset="0"/>
              <a:cs typeface="Calibri" panose="020F0502020204030204" pitchFamily="34" charset="0"/>
            </a:endParaRPr>
          </a:p>
        </p:txBody>
      </p:sp>
      <p:sp>
        <p:nvSpPr>
          <p:cNvPr id="109" name="Rectangle 108">
            <a:extLst>
              <a:ext uri="{FF2B5EF4-FFF2-40B4-BE49-F238E27FC236}">
                <a16:creationId xmlns:a16="http://schemas.microsoft.com/office/drawing/2014/main" id="{1F1FF8DE-F13C-85D7-C4CA-A6F5E6FB3493}"/>
              </a:ext>
            </a:extLst>
          </p:cNvPr>
          <p:cNvSpPr/>
          <p:nvPr/>
        </p:nvSpPr>
        <p:spPr>
          <a:xfrm>
            <a:off x="6627874" y="1322065"/>
            <a:ext cx="5403655" cy="2031325"/>
          </a:xfrm>
          <a:prstGeom prst="rect">
            <a:avLst/>
          </a:prstGeom>
        </p:spPr>
        <p:txBody>
          <a:bodyPr wrap="square">
            <a:spAutoFit/>
          </a:bodyPr>
          <a:lstStyle/>
          <a:p>
            <a:pPr marL="342900" indent="-342900" algn="just" eaLnBrk="0" fontAlgn="base" hangingPunct="0">
              <a:spcBef>
                <a:spcPct val="0"/>
              </a:spcBef>
              <a:buFont typeface="+mj-lt"/>
              <a:buAutoNum type="arabicPeriod"/>
            </a:pPr>
            <a:r>
              <a:rPr lang="en-US" b="1" dirty="0">
                <a:solidFill>
                  <a:srgbClr val="002060"/>
                </a:solidFill>
                <a:ea typeface="Calibri" panose="020F0502020204030204" pitchFamily="34" charset="0"/>
              </a:rPr>
              <a:t>High Resistance Transitions Region (HRTR): </a:t>
            </a:r>
            <a:r>
              <a:rPr lang="en-US" dirty="0">
                <a:solidFill>
                  <a:srgbClr val="002060"/>
                </a:solidFill>
                <a:ea typeface="Calibri" panose="020F0502020204030204" pitchFamily="34" charset="0"/>
              </a:rPr>
              <a:t>In this region, both transistors (PMOS and NMOS) are either weakly ON or in an entirely OFF state (Floating node). </a:t>
            </a:r>
            <a:endParaRPr lang="en-IN" dirty="0">
              <a:solidFill>
                <a:srgbClr val="002060"/>
              </a:solidFill>
              <a:ea typeface="Calibri" panose="020F0502020204030204" pitchFamily="34" charset="0"/>
            </a:endParaRPr>
          </a:p>
          <a:p>
            <a:pPr marL="342900" indent="-342900" algn="just" eaLnBrk="0" fontAlgn="base" hangingPunct="0">
              <a:spcBef>
                <a:spcPct val="0"/>
              </a:spcBef>
              <a:spcAft>
                <a:spcPts val="800"/>
              </a:spcAft>
              <a:buFont typeface="+mj-lt"/>
              <a:buAutoNum type="arabicPeriod"/>
              <a:tabLst>
                <a:tab pos="5941060" algn="l"/>
              </a:tabLst>
            </a:pPr>
            <a:r>
              <a:rPr lang="en-US" b="1" dirty="0">
                <a:solidFill>
                  <a:srgbClr val="002060"/>
                </a:solidFill>
                <a:ea typeface="Calibri" panose="020F0502020204030204" pitchFamily="34" charset="0"/>
              </a:rPr>
              <a:t>Low Resistance Transition Region (LRTR): </a:t>
            </a:r>
            <a:r>
              <a:rPr lang="en-US" dirty="0">
                <a:solidFill>
                  <a:srgbClr val="002060"/>
                </a:solidFill>
                <a:ea typeface="Calibri" panose="020F0502020204030204" pitchFamily="34" charset="0"/>
              </a:rPr>
              <a:t>Both the transistors are ON (or short-circuit) in this region</a:t>
            </a:r>
            <a:r>
              <a:rPr lang="en-US" dirty="0">
                <a:solidFill>
                  <a:srgbClr val="002060"/>
                </a:solidFill>
                <a:latin typeface="Times New Roman" panose="02020603050405020304" pitchFamily="18" charset="0"/>
                <a:ea typeface="Calibri" panose="020F0502020204030204" pitchFamily="34" charset="0"/>
              </a:rPr>
              <a:t>.</a:t>
            </a:r>
            <a:endParaRPr lang="en-IN" dirty="0">
              <a:solidFill>
                <a:srgbClr val="002060"/>
              </a:solidFill>
              <a:latin typeface="Times New Roman" panose="02020603050405020304" pitchFamily="18" charset="0"/>
              <a:ea typeface="Calibri" panose="020F0502020204030204" pitchFamily="34" charset="0"/>
            </a:endParaRPr>
          </a:p>
        </p:txBody>
      </p:sp>
      <p:sp>
        <p:nvSpPr>
          <p:cNvPr id="110" name="Rectangle 109">
            <a:extLst>
              <a:ext uri="{FF2B5EF4-FFF2-40B4-BE49-F238E27FC236}">
                <a16:creationId xmlns:a16="http://schemas.microsoft.com/office/drawing/2014/main" id="{FE59062D-40F2-EC94-6628-BB4217A9ACFC}"/>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11" name="TextBox 110">
            <a:extLst>
              <a:ext uri="{FF2B5EF4-FFF2-40B4-BE49-F238E27FC236}">
                <a16:creationId xmlns:a16="http://schemas.microsoft.com/office/drawing/2014/main" id="{57561D38-0881-E7BF-9050-B3B013EC0481}"/>
              </a:ext>
            </a:extLst>
          </p:cNvPr>
          <p:cNvSpPr txBox="1"/>
          <p:nvPr/>
        </p:nvSpPr>
        <p:spPr>
          <a:xfrm>
            <a:off x="-1" y="76679"/>
            <a:ext cx="9179511" cy="584775"/>
          </a:xfrm>
          <a:prstGeom prst="rect">
            <a:avLst/>
          </a:prstGeom>
          <a:noFill/>
        </p:spPr>
        <p:txBody>
          <a:bodyPr wrap="square">
            <a:spAutoFit/>
          </a:bodyPr>
          <a:lstStyle/>
          <a:p>
            <a:pPr algn="ctr" defTabSz="1219170"/>
            <a:r>
              <a:rPr lang="en-GB" sz="3200" b="1">
                <a:solidFill>
                  <a:srgbClr val="FFFFFF"/>
                </a:solidFill>
                <a:ea typeface="+mn-lt"/>
                <a:cs typeface="Arial" panose="020B0604020202020204" pitchFamily="34" charset="0"/>
                <a:sym typeface="Lato Black"/>
              </a:rPr>
              <a:t>Positive  Skew-Offset Delay Cell with loading</a:t>
            </a:r>
          </a:p>
        </p:txBody>
      </p:sp>
      <p:cxnSp>
        <p:nvCxnSpPr>
          <p:cNvPr id="112" name="Straight Connector 111">
            <a:extLst>
              <a:ext uri="{FF2B5EF4-FFF2-40B4-BE49-F238E27FC236}">
                <a16:creationId xmlns:a16="http://schemas.microsoft.com/office/drawing/2014/main" id="{DFB19007-AE55-05D1-A726-6F40ECBF4321}"/>
              </a:ext>
            </a:extLst>
          </p:cNvPr>
          <p:cNvCxnSpPr/>
          <p:nvPr/>
        </p:nvCxnSpPr>
        <p:spPr>
          <a:xfrm flipV="1">
            <a:off x="0" y="639298"/>
            <a:ext cx="12192000" cy="0"/>
          </a:xfrm>
          <a:prstGeom prst="line">
            <a:avLst/>
          </a:prstGeom>
          <a:noFill/>
          <a:ln w="63500" cap="flat" cmpd="sng" algn="ctr">
            <a:solidFill>
              <a:srgbClr val="002060"/>
            </a:solidFill>
            <a:prstDash val="solid"/>
          </a:ln>
          <a:effectLst/>
        </p:spPr>
      </p:cxnSp>
      <p:cxnSp>
        <p:nvCxnSpPr>
          <p:cNvPr id="113" name="Straight Connector 112">
            <a:extLst>
              <a:ext uri="{FF2B5EF4-FFF2-40B4-BE49-F238E27FC236}">
                <a16:creationId xmlns:a16="http://schemas.microsoft.com/office/drawing/2014/main" id="{C132CE0C-B364-5CA1-9308-2451F600ABE6}"/>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114" name="Straight Connector 113">
            <a:extLst>
              <a:ext uri="{FF2B5EF4-FFF2-40B4-BE49-F238E27FC236}">
                <a16:creationId xmlns:a16="http://schemas.microsoft.com/office/drawing/2014/main" id="{9D46A246-A8C8-F69B-4707-71C9604D93A7}"/>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115" name="Straight Connector 114">
            <a:extLst>
              <a:ext uri="{FF2B5EF4-FFF2-40B4-BE49-F238E27FC236}">
                <a16:creationId xmlns:a16="http://schemas.microsoft.com/office/drawing/2014/main" id="{EAE42E69-F74E-02A5-7EFA-8CA879EDC5F3}"/>
              </a:ext>
            </a:extLst>
          </p:cNvPr>
          <p:cNvCxnSpPr/>
          <p:nvPr/>
        </p:nvCxnSpPr>
        <p:spPr>
          <a:xfrm flipV="1">
            <a:off x="0" y="30424"/>
            <a:ext cx="12192000" cy="0"/>
          </a:xfrm>
          <a:prstGeom prst="line">
            <a:avLst/>
          </a:prstGeom>
          <a:noFill/>
          <a:ln w="63500" cap="flat" cmpd="sng" algn="ctr">
            <a:solidFill>
              <a:srgbClr val="002060"/>
            </a:solidFill>
            <a:prstDash val="solid"/>
          </a:ln>
          <a:effectLst/>
        </p:spPr>
      </p:cxnSp>
      <p:cxnSp>
        <p:nvCxnSpPr>
          <p:cNvPr id="116" name="Straight Connector 115">
            <a:extLst>
              <a:ext uri="{FF2B5EF4-FFF2-40B4-BE49-F238E27FC236}">
                <a16:creationId xmlns:a16="http://schemas.microsoft.com/office/drawing/2014/main" id="{7918467C-B727-B494-739F-1C1A37267F43}"/>
              </a:ext>
            </a:extLst>
          </p:cNvPr>
          <p:cNvCxnSpPr>
            <a:cxnSpLocks/>
          </p:cNvCxnSpPr>
          <p:nvPr/>
        </p:nvCxnSpPr>
        <p:spPr>
          <a:xfrm flipV="1">
            <a:off x="6245987" y="639298"/>
            <a:ext cx="0" cy="5747257"/>
          </a:xfrm>
          <a:prstGeom prst="line">
            <a:avLst/>
          </a:prstGeom>
          <a:noFill/>
          <a:ln w="63500" cap="flat" cmpd="sng" algn="ctr">
            <a:solidFill>
              <a:srgbClr val="002060"/>
            </a:solidFill>
            <a:prstDash val="solid"/>
          </a:ln>
          <a:effectLst/>
        </p:spPr>
      </p:cxnSp>
      <p:sp>
        <p:nvSpPr>
          <p:cNvPr id="117" name="Rectangle 116">
            <a:extLst>
              <a:ext uri="{FF2B5EF4-FFF2-40B4-BE49-F238E27FC236}">
                <a16:creationId xmlns:a16="http://schemas.microsoft.com/office/drawing/2014/main" id="{87F18716-04F0-47F3-45CB-CE727918D851}"/>
              </a:ext>
            </a:extLst>
          </p:cNvPr>
          <p:cNvSpPr/>
          <p:nvPr/>
        </p:nvSpPr>
        <p:spPr>
          <a:xfrm>
            <a:off x="633837" y="4916677"/>
            <a:ext cx="11430622" cy="923330"/>
          </a:xfrm>
          <a:prstGeom prst="rect">
            <a:avLst/>
          </a:prstGeom>
          <a:solidFill>
            <a:srgbClr val="FFFFFF"/>
          </a:solidFill>
        </p:spPr>
        <p:txBody>
          <a:bodyPr wrap="square">
            <a:spAutoFit/>
          </a:bodyPr>
          <a:lstStyle/>
          <a:p>
            <a:pPr marL="0" marR="0" lvl="0" indent="0" algn="just" defTabSz="91440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smtClean="0">
                <a:ln>
                  <a:noFill/>
                </a:ln>
                <a:solidFill>
                  <a:srgbClr val="002060"/>
                </a:solidFill>
                <a:effectLst/>
                <a:uLnTx/>
                <a:uFillTx/>
                <a:ea typeface="Calibri" panose="020F0502020204030204" pitchFamily="34" charset="0"/>
              </a:rPr>
              <a:t>When the input rising transition with PSO appears at the gate of NMOS and PMOS, both devices are switched on due to skew offset between them during transition compared to conventional three-stage conventional ROs (CROs). </a:t>
            </a:r>
            <a:endParaRPr kumimoji="0" lang="en-IN" sz="1800" b="0" i="0" u="none" strike="noStrike" kern="0" cap="none" spc="0" normalizeH="0" baseline="0" noProof="0" dirty="0" smtClean="0">
              <a:ln>
                <a:noFill/>
              </a:ln>
              <a:solidFill>
                <a:srgbClr val="002060"/>
              </a:solidFill>
              <a:effectLst/>
              <a:uLnTx/>
              <a:uFillTx/>
            </a:endParaRPr>
          </a:p>
        </p:txBody>
      </p:sp>
      <mc:AlternateContent xmlns:mc="http://schemas.openxmlformats.org/markup-compatibility/2006" xmlns:a14="http://schemas.microsoft.com/office/drawing/2010/main">
        <mc:Choice Requires="a14">
          <p:sp>
            <p:nvSpPr>
              <p:cNvPr id="118" name="Rectangle 117">
                <a:extLst>
                  <a:ext uri="{FF2B5EF4-FFF2-40B4-BE49-F238E27FC236}">
                    <a16:creationId xmlns:a16="http://schemas.microsoft.com/office/drawing/2014/main" id="{A85E2C53-9884-F138-9227-C96B02247C4C}"/>
                  </a:ext>
                </a:extLst>
              </p:cNvPr>
              <p:cNvSpPr/>
              <p:nvPr/>
            </p:nvSpPr>
            <p:spPr>
              <a:xfrm>
                <a:off x="7420934" y="3530811"/>
                <a:ext cx="3771802" cy="741934"/>
              </a:xfrm>
              <a:prstGeom prst="rect">
                <a:avLst/>
              </a:prstGeom>
              <a:noFill/>
              <a:ln>
                <a:solidFill>
                  <a:srgbClr val="00407A"/>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𝐹</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𝑂𝑆𝐶</m:t>
                          </m:r>
                        </m:sub>
                      </m:s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d>
                        <m:d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dPr>
                        <m:e>
                          <m:f>
                            <m:f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fPr>
                            <m:num>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1</m:t>
                              </m:r>
                            </m:num>
                            <m:den>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d>
                                <m:d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dPr>
                                <m:e>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𝑛𝑙h</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m:t>
                                      </m:r>
                                    </m:sup>
                                  </m:sSub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𝑛h𝑙</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m:t>
                                      </m:r>
                                    </m:sup>
                                  </m:sSubSup>
                                </m:e>
                              </m:d>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m:t>
                              </m:r>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𝑇</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𝑆𝐾𝐸𝑊</m:t>
                                  </m:r>
                                </m:sub>
                              </m:sSub>
                            </m:den>
                          </m:f>
                        </m:e>
                      </m:d>
                    </m:oMath>
                  </m:oMathPara>
                </a14:m>
                <a:endParaRPr kumimoji="0" lang="en-IN" sz="1800" b="0" i="0" u="none" strike="noStrike" kern="0" cap="none" spc="0" normalizeH="0" baseline="0" noProof="0" dirty="0" smtClean="0">
                  <a:ln>
                    <a:noFill/>
                  </a:ln>
                  <a:solidFill>
                    <a:srgbClr val="00407A"/>
                  </a:solidFill>
                  <a:effectLst/>
                  <a:uLnTx/>
                  <a:uFillTx/>
                </a:endParaRPr>
              </a:p>
            </p:txBody>
          </p:sp>
        </mc:Choice>
        <mc:Fallback xmlns="">
          <p:sp>
            <p:nvSpPr>
              <p:cNvPr id="118" name="Rectangle 117">
                <a:extLst>
                  <a:ext uri="{FF2B5EF4-FFF2-40B4-BE49-F238E27FC236}">
                    <a16:creationId xmlns:a16="http://schemas.microsoft.com/office/drawing/2014/main" id="{A85E2C53-9884-F138-9227-C96B02247C4C}"/>
                  </a:ext>
                </a:extLst>
              </p:cNvPr>
              <p:cNvSpPr>
                <a:spLocks noRot="1" noChangeAspect="1" noMove="1" noResize="1" noEditPoints="1" noAdjustHandles="1" noChangeArrowheads="1" noChangeShapeType="1" noTextEdit="1"/>
              </p:cNvSpPr>
              <p:nvPr/>
            </p:nvSpPr>
            <p:spPr>
              <a:xfrm>
                <a:off x="7420934" y="3530811"/>
                <a:ext cx="3771802" cy="741934"/>
              </a:xfrm>
              <a:prstGeom prst="rect">
                <a:avLst/>
              </a:prstGeom>
              <a:blipFill>
                <a:blip r:embed="rId4"/>
                <a:stretch>
                  <a:fillRect b="-1613"/>
                </a:stretch>
              </a:blipFill>
              <a:ln>
                <a:solidFill>
                  <a:srgbClr val="00407A"/>
                </a:solidFill>
              </a:ln>
            </p:spPr>
            <p:txBody>
              <a:bodyPr/>
              <a:lstStyle/>
              <a:p>
                <a:r>
                  <a:rPr lang="en-US">
                    <a:noFill/>
                  </a:rPr>
                  <a:t> </a:t>
                </a:r>
              </a:p>
            </p:txBody>
          </p:sp>
        </mc:Fallback>
      </mc:AlternateContent>
      <p:pic>
        <p:nvPicPr>
          <p:cNvPr id="119" name="Picture 118" descr="Icon&#10;&#10;Description automatically generated">
            <a:extLst>
              <a:ext uri="{FF2B5EF4-FFF2-40B4-BE49-F238E27FC236}">
                <a16:creationId xmlns:a16="http://schemas.microsoft.com/office/drawing/2014/main" id="{5F9D90B9-627E-933D-F6BB-1BCC1ACA9C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07022" y="1717351"/>
            <a:ext cx="548247" cy="548247"/>
          </a:xfrm>
          <a:prstGeom prst="rect">
            <a:avLst/>
          </a:prstGeom>
        </p:spPr>
      </p:pic>
    </p:spTree>
    <p:extLst>
      <p:ext uri="{BB962C8B-B14F-4D97-AF65-F5344CB8AC3E}">
        <p14:creationId xmlns:p14="http://schemas.microsoft.com/office/powerpoint/2010/main" val="13230855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24EE74-8E71-4FCD-B1D5-8F6F6C91DB5B}"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52</a:t>
            </a:fld>
            <a:endParaRPr lang="en-BE"/>
          </a:p>
        </p:txBody>
      </p:sp>
      <p:sp>
        <p:nvSpPr>
          <p:cNvPr id="5" name="Rectangle 4">
            <a:extLst>
              <a:ext uri="{FF2B5EF4-FFF2-40B4-BE49-F238E27FC236}">
                <a16:creationId xmlns:a16="http://schemas.microsoft.com/office/drawing/2014/main" id="{64BA8C36-9B51-3D10-5F30-FBCAF033A0EF}"/>
              </a:ext>
            </a:extLst>
          </p:cNvPr>
          <p:cNvSpPr/>
          <p:nvPr/>
        </p:nvSpPr>
        <p:spPr>
          <a:xfrm>
            <a:off x="6347661" y="786660"/>
            <a:ext cx="5640797" cy="3843026"/>
          </a:xfrm>
          <a:prstGeom prst="rect">
            <a:avLst/>
          </a:prstGeom>
          <a:solidFill>
            <a:srgbClr val="FFFFFF">
              <a:lumMod val="95000"/>
            </a:srgbClr>
          </a:solidFill>
          <a:ln w="2540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C9F286BC-C859-28AB-55C0-30A0FBAE2BF3}"/>
              </a:ext>
            </a:extLst>
          </p:cNvPr>
          <p:cNvGrpSpPr/>
          <p:nvPr/>
        </p:nvGrpSpPr>
        <p:grpSpPr>
          <a:xfrm>
            <a:off x="532991" y="935878"/>
            <a:ext cx="4571200" cy="2876550"/>
            <a:chOff x="1705676" y="1937034"/>
            <a:chExt cx="4571200" cy="2876550"/>
          </a:xfrm>
        </p:grpSpPr>
        <p:sp>
          <p:nvSpPr>
            <p:cNvPr id="7" name="Rounded Rectangle 92">
              <a:extLst>
                <a:ext uri="{FF2B5EF4-FFF2-40B4-BE49-F238E27FC236}">
                  <a16:creationId xmlns:a16="http://schemas.microsoft.com/office/drawing/2014/main" id="{20CF8C1E-F585-639C-DDB9-D1E2380A7851}"/>
                </a:ext>
              </a:extLst>
            </p:cNvPr>
            <p:cNvSpPr/>
            <p:nvPr/>
          </p:nvSpPr>
          <p:spPr>
            <a:xfrm>
              <a:off x="1705676" y="1937034"/>
              <a:ext cx="4571200" cy="2876550"/>
            </a:xfrm>
            <a:prstGeom prst="roundRect">
              <a:avLst/>
            </a:prstGeom>
            <a:solidFill>
              <a:srgbClr val="FBE5D6"/>
            </a:solidFill>
            <a:ln w="25400" cap="flat" cmpd="sng" algn="ctr">
              <a:solidFill>
                <a:srgbClr val="00206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dirty="0">
                <a:ln>
                  <a:noFill/>
                </a:ln>
                <a:solidFill>
                  <a:prstClr val="white"/>
                </a:solidFill>
                <a:effectLst/>
                <a:uLnTx/>
                <a:uFillTx/>
                <a:latin typeface="Calibri"/>
              </a:endParaRPr>
            </a:p>
          </p:txBody>
        </p:sp>
        <p:sp>
          <p:nvSpPr>
            <p:cNvPr id="8" name="Rectangle 7">
              <a:extLst>
                <a:ext uri="{FF2B5EF4-FFF2-40B4-BE49-F238E27FC236}">
                  <a16:creationId xmlns:a16="http://schemas.microsoft.com/office/drawing/2014/main" id="{BC34DAD1-E42E-A269-70FC-E8104563B398}"/>
                </a:ext>
              </a:extLst>
            </p:cNvPr>
            <p:cNvSpPr/>
            <p:nvPr/>
          </p:nvSpPr>
          <p:spPr>
            <a:xfrm>
              <a:off x="4441194" y="2724561"/>
              <a:ext cx="1693402" cy="1163222"/>
            </a:xfrm>
            <a:prstGeom prst="rect">
              <a:avLst/>
            </a:prstGeom>
            <a:solidFill>
              <a:sysClr val="window" lastClr="FFFFFF">
                <a:lumMod val="95000"/>
              </a:sysClr>
            </a:solidFill>
            <a:ln w="25400" cap="flat" cmpd="sng" algn="ctr">
              <a:solidFill>
                <a:srgbClr val="4F81BD">
                  <a:shade val="50000"/>
                </a:srgbClr>
              </a:solidFill>
              <a:prstDash val="sysDash"/>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ndParaRPr>
            </a:p>
          </p:txBody>
        </p:sp>
        <p:sp>
          <p:nvSpPr>
            <p:cNvPr id="9" name="Rectangle 8">
              <a:extLst>
                <a:ext uri="{FF2B5EF4-FFF2-40B4-BE49-F238E27FC236}">
                  <a16:creationId xmlns:a16="http://schemas.microsoft.com/office/drawing/2014/main" id="{C9BC26B7-1175-7F2F-362F-87DC9CD80939}"/>
                </a:ext>
              </a:extLst>
            </p:cNvPr>
            <p:cNvSpPr/>
            <p:nvPr/>
          </p:nvSpPr>
          <p:spPr>
            <a:xfrm>
              <a:off x="1898465" y="3503881"/>
              <a:ext cx="1843042" cy="1155865"/>
            </a:xfrm>
            <a:prstGeom prst="rect">
              <a:avLst/>
            </a:prstGeom>
            <a:solidFill>
              <a:sysClr val="window" lastClr="FFFFFF">
                <a:lumMod val="95000"/>
              </a:sysClr>
            </a:solidFill>
            <a:ln w="25400" cap="flat" cmpd="sng" algn="ctr">
              <a:solidFill>
                <a:srgbClr val="4F81BD">
                  <a:shade val="50000"/>
                </a:srgbClr>
              </a:solidFill>
              <a:prstDash val="sysDash"/>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ndParaRPr>
            </a:p>
          </p:txBody>
        </p:sp>
        <p:sp>
          <p:nvSpPr>
            <p:cNvPr id="10" name="Rectangle 9">
              <a:extLst>
                <a:ext uri="{FF2B5EF4-FFF2-40B4-BE49-F238E27FC236}">
                  <a16:creationId xmlns:a16="http://schemas.microsoft.com/office/drawing/2014/main" id="{1B2A504E-24D6-8D11-11C0-60491B09F7C8}"/>
                </a:ext>
              </a:extLst>
            </p:cNvPr>
            <p:cNvSpPr/>
            <p:nvPr/>
          </p:nvSpPr>
          <p:spPr>
            <a:xfrm>
              <a:off x="1869388" y="2112657"/>
              <a:ext cx="1843042" cy="1155865"/>
            </a:xfrm>
            <a:prstGeom prst="rect">
              <a:avLst/>
            </a:prstGeom>
            <a:solidFill>
              <a:sysClr val="window" lastClr="FFFFFF">
                <a:lumMod val="95000"/>
              </a:sysClr>
            </a:solidFill>
            <a:ln w="25400" cap="flat" cmpd="sng" algn="ctr">
              <a:solidFill>
                <a:srgbClr val="4F81BD">
                  <a:shade val="50000"/>
                </a:srgbClr>
              </a:solidFill>
              <a:prstDash val="sysDash"/>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ndParaRPr>
            </a:p>
          </p:txBody>
        </p:sp>
        <p:grpSp>
          <p:nvGrpSpPr>
            <p:cNvPr id="11" name="Group 10">
              <a:extLst>
                <a:ext uri="{FF2B5EF4-FFF2-40B4-BE49-F238E27FC236}">
                  <a16:creationId xmlns:a16="http://schemas.microsoft.com/office/drawing/2014/main" id="{E9FE2DB9-19F5-F7F9-44FA-C1260135CB8C}"/>
                </a:ext>
              </a:extLst>
            </p:cNvPr>
            <p:cNvGrpSpPr/>
            <p:nvPr/>
          </p:nvGrpSpPr>
          <p:grpSpPr>
            <a:xfrm>
              <a:off x="1869388" y="2074474"/>
              <a:ext cx="4292798" cy="2647357"/>
              <a:chOff x="1869388" y="2074474"/>
              <a:chExt cx="4292798" cy="2647357"/>
            </a:xfrm>
          </p:grpSpPr>
          <p:cxnSp>
            <p:nvCxnSpPr>
              <p:cNvPr id="14" name="Straight Arrow Connector 13">
                <a:extLst>
                  <a:ext uri="{FF2B5EF4-FFF2-40B4-BE49-F238E27FC236}">
                    <a16:creationId xmlns:a16="http://schemas.microsoft.com/office/drawing/2014/main" id="{36F16DA6-4023-69AE-933A-074FD9858B05}"/>
                  </a:ext>
                </a:extLst>
              </p:cNvPr>
              <p:cNvCxnSpPr/>
              <p:nvPr/>
            </p:nvCxnSpPr>
            <p:spPr bwMode="auto">
              <a:xfrm flipV="1">
                <a:off x="3938285" y="2292848"/>
                <a:ext cx="1548000" cy="179"/>
              </a:xfrm>
              <a:prstGeom prst="straightConnector1">
                <a:avLst/>
              </a:prstGeom>
              <a:noFill/>
              <a:ln w="47625" cap="sq" cmpd="sng" algn="ctr">
                <a:solidFill>
                  <a:sysClr val="windowText" lastClr="000000"/>
                </a:solidFill>
                <a:prstDash val="solid"/>
                <a:bevel/>
                <a:headEnd type="none"/>
                <a:tailEnd type="none"/>
              </a:ln>
              <a:effectLst/>
            </p:spPr>
          </p:cxnSp>
          <p:cxnSp>
            <p:nvCxnSpPr>
              <p:cNvPr id="15" name="Straight Arrow Connector 14">
                <a:extLst>
                  <a:ext uri="{FF2B5EF4-FFF2-40B4-BE49-F238E27FC236}">
                    <a16:creationId xmlns:a16="http://schemas.microsoft.com/office/drawing/2014/main" id="{2D76CA73-4EFA-506B-420A-F4026448B22D}"/>
                  </a:ext>
                </a:extLst>
              </p:cNvPr>
              <p:cNvCxnSpPr/>
              <p:nvPr/>
            </p:nvCxnSpPr>
            <p:spPr bwMode="auto">
              <a:xfrm>
                <a:off x="3908918" y="2534722"/>
                <a:ext cx="195069" cy="0"/>
              </a:xfrm>
              <a:prstGeom prst="straightConnector1">
                <a:avLst/>
              </a:prstGeom>
              <a:noFill/>
              <a:ln w="25400" cap="rnd" cmpd="sng" algn="ctr">
                <a:solidFill>
                  <a:sysClr val="windowText" lastClr="000000"/>
                </a:solidFill>
                <a:prstDash val="solid"/>
                <a:round/>
                <a:headEnd type="triangle" w="med" len="med"/>
              </a:ln>
              <a:effectLst/>
            </p:spPr>
          </p:cxnSp>
          <p:cxnSp>
            <p:nvCxnSpPr>
              <p:cNvPr id="16" name="Straight Connector 15">
                <a:extLst>
                  <a:ext uri="{FF2B5EF4-FFF2-40B4-BE49-F238E27FC236}">
                    <a16:creationId xmlns:a16="http://schemas.microsoft.com/office/drawing/2014/main" id="{8B4BF0D6-4069-E3CE-1DA9-C894FA5BF882}"/>
                  </a:ext>
                </a:extLst>
              </p:cNvPr>
              <p:cNvCxnSpPr/>
              <p:nvPr/>
            </p:nvCxnSpPr>
            <p:spPr bwMode="auto">
              <a:xfrm flipV="1">
                <a:off x="3908918" y="2486165"/>
                <a:ext cx="0" cy="339903"/>
              </a:xfrm>
              <a:prstGeom prst="line">
                <a:avLst/>
              </a:prstGeom>
              <a:noFill/>
              <a:ln w="25400" cap="sq" cmpd="sng" algn="ctr">
                <a:solidFill>
                  <a:sysClr val="windowText" lastClr="000000"/>
                </a:solidFill>
                <a:prstDash val="solid"/>
                <a:bevel/>
              </a:ln>
              <a:effectLst/>
            </p:spPr>
          </p:cxnSp>
          <p:cxnSp>
            <p:nvCxnSpPr>
              <p:cNvPr id="17" name="Straight Arrow Connector 16">
                <a:extLst>
                  <a:ext uri="{FF2B5EF4-FFF2-40B4-BE49-F238E27FC236}">
                    <a16:creationId xmlns:a16="http://schemas.microsoft.com/office/drawing/2014/main" id="{BCACB37E-20D9-3749-7E3D-43087B43DD64}"/>
                  </a:ext>
                </a:extLst>
              </p:cNvPr>
              <p:cNvCxnSpPr/>
              <p:nvPr/>
            </p:nvCxnSpPr>
            <p:spPr bwMode="auto">
              <a:xfrm>
                <a:off x="3908918" y="2777510"/>
                <a:ext cx="195069" cy="0"/>
              </a:xfrm>
              <a:prstGeom prst="straightConnector1">
                <a:avLst/>
              </a:prstGeom>
              <a:noFill/>
              <a:ln w="25400" cap="rnd" cmpd="sng" algn="ctr">
                <a:solidFill>
                  <a:sysClr val="windowText" lastClr="000000"/>
                </a:solidFill>
                <a:prstDash val="solid"/>
                <a:headEnd type="none"/>
                <a:tailEnd type="none"/>
              </a:ln>
              <a:effectLst/>
            </p:spPr>
          </p:cxnSp>
          <p:cxnSp>
            <p:nvCxnSpPr>
              <p:cNvPr id="18" name="Straight Connector 17">
                <a:extLst>
                  <a:ext uri="{FF2B5EF4-FFF2-40B4-BE49-F238E27FC236}">
                    <a16:creationId xmlns:a16="http://schemas.microsoft.com/office/drawing/2014/main" id="{99C8E411-9ADF-B916-4B9D-8331E699E2E1}"/>
                  </a:ext>
                </a:extLst>
              </p:cNvPr>
              <p:cNvCxnSpPr/>
              <p:nvPr/>
            </p:nvCxnSpPr>
            <p:spPr bwMode="auto">
              <a:xfrm flipV="1">
                <a:off x="3821330" y="2534722"/>
                <a:ext cx="0" cy="242788"/>
              </a:xfrm>
              <a:prstGeom prst="line">
                <a:avLst/>
              </a:prstGeom>
              <a:noFill/>
              <a:ln w="50800" cap="sq" cmpd="sng" algn="ctr">
                <a:solidFill>
                  <a:sysClr val="windowText" lastClr="000000"/>
                </a:solidFill>
                <a:prstDash val="solid"/>
              </a:ln>
              <a:effectLst/>
            </p:spPr>
          </p:cxnSp>
          <p:cxnSp>
            <p:nvCxnSpPr>
              <p:cNvPr id="19" name="Straight Arrow Connector 18">
                <a:extLst>
                  <a:ext uri="{FF2B5EF4-FFF2-40B4-BE49-F238E27FC236}">
                    <a16:creationId xmlns:a16="http://schemas.microsoft.com/office/drawing/2014/main" id="{3018B2F1-ABA2-F45C-1B89-797FD196C37E}"/>
                  </a:ext>
                </a:extLst>
              </p:cNvPr>
              <p:cNvCxnSpPr/>
              <p:nvPr/>
            </p:nvCxnSpPr>
            <p:spPr bwMode="auto">
              <a:xfrm>
                <a:off x="3908918" y="3929649"/>
                <a:ext cx="195069" cy="0"/>
              </a:xfrm>
              <a:prstGeom prst="straightConnector1">
                <a:avLst/>
              </a:prstGeom>
              <a:noFill/>
              <a:ln w="25400" cap="rnd" cmpd="sng" algn="ctr">
                <a:solidFill>
                  <a:sysClr val="windowText" lastClr="000000"/>
                </a:solidFill>
                <a:prstDash val="solid"/>
              </a:ln>
              <a:effectLst/>
            </p:spPr>
          </p:cxnSp>
          <p:cxnSp>
            <p:nvCxnSpPr>
              <p:cNvPr id="20" name="Straight Connector 19">
                <a:extLst>
                  <a:ext uri="{FF2B5EF4-FFF2-40B4-BE49-F238E27FC236}">
                    <a16:creationId xmlns:a16="http://schemas.microsoft.com/office/drawing/2014/main" id="{CF5EEA7F-0567-4608-2B2A-BC6F68B73B57}"/>
                  </a:ext>
                </a:extLst>
              </p:cNvPr>
              <p:cNvCxnSpPr/>
              <p:nvPr/>
            </p:nvCxnSpPr>
            <p:spPr bwMode="auto">
              <a:xfrm flipV="1">
                <a:off x="3908918" y="3881090"/>
                <a:ext cx="0" cy="339903"/>
              </a:xfrm>
              <a:prstGeom prst="line">
                <a:avLst/>
              </a:prstGeom>
              <a:noFill/>
              <a:ln w="25400" cap="sq" cmpd="sng" algn="ctr">
                <a:solidFill>
                  <a:sysClr val="windowText" lastClr="000000"/>
                </a:solidFill>
                <a:prstDash val="solid"/>
                <a:bevel/>
              </a:ln>
              <a:effectLst/>
            </p:spPr>
          </p:cxnSp>
          <p:cxnSp>
            <p:nvCxnSpPr>
              <p:cNvPr id="21" name="Straight Connector 20">
                <a:extLst>
                  <a:ext uri="{FF2B5EF4-FFF2-40B4-BE49-F238E27FC236}">
                    <a16:creationId xmlns:a16="http://schemas.microsoft.com/office/drawing/2014/main" id="{6C390C82-3C2F-D79C-7C43-CE351F3E25B5}"/>
                  </a:ext>
                </a:extLst>
              </p:cNvPr>
              <p:cNvCxnSpPr/>
              <p:nvPr/>
            </p:nvCxnSpPr>
            <p:spPr bwMode="auto">
              <a:xfrm flipV="1">
                <a:off x="3825212" y="3929649"/>
                <a:ext cx="0" cy="242788"/>
              </a:xfrm>
              <a:prstGeom prst="line">
                <a:avLst/>
              </a:prstGeom>
              <a:noFill/>
              <a:ln w="50800" cap="sq" cmpd="sng" algn="ctr">
                <a:solidFill>
                  <a:sysClr val="windowText" lastClr="000000"/>
                </a:solidFill>
                <a:prstDash val="solid"/>
              </a:ln>
              <a:effectLst/>
            </p:spPr>
          </p:cxnSp>
          <p:cxnSp>
            <p:nvCxnSpPr>
              <p:cNvPr id="22" name="Straight Connector 21">
                <a:extLst>
                  <a:ext uri="{FF2B5EF4-FFF2-40B4-BE49-F238E27FC236}">
                    <a16:creationId xmlns:a16="http://schemas.microsoft.com/office/drawing/2014/main" id="{2DE54637-CE2B-B79C-C48D-579C8D3D754E}"/>
                  </a:ext>
                </a:extLst>
              </p:cNvPr>
              <p:cNvCxnSpPr/>
              <p:nvPr/>
            </p:nvCxnSpPr>
            <p:spPr bwMode="auto">
              <a:xfrm flipH="1">
                <a:off x="4111211" y="2777510"/>
                <a:ext cx="0" cy="1152139"/>
              </a:xfrm>
              <a:prstGeom prst="line">
                <a:avLst/>
              </a:prstGeom>
              <a:noFill/>
              <a:ln w="25400" cap="rnd" cmpd="sng" algn="ctr">
                <a:solidFill>
                  <a:sysClr val="windowText" lastClr="000000"/>
                </a:solidFill>
                <a:prstDash val="solid"/>
              </a:ln>
              <a:effectLst/>
            </p:spPr>
          </p:cxnSp>
          <p:cxnSp>
            <p:nvCxnSpPr>
              <p:cNvPr id="23" name="Straight Connector 22">
                <a:extLst>
                  <a:ext uri="{FF2B5EF4-FFF2-40B4-BE49-F238E27FC236}">
                    <a16:creationId xmlns:a16="http://schemas.microsoft.com/office/drawing/2014/main" id="{A4395BBC-603C-C77F-3FFD-C3AB725CB2CD}"/>
                  </a:ext>
                </a:extLst>
              </p:cNvPr>
              <p:cNvCxnSpPr/>
              <p:nvPr/>
            </p:nvCxnSpPr>
            <p:spPr bwMode="auto">
              <a:xfrm>
                <a:off x="4106669" y="2292008"/>
                <a:ext cx="1807" cy="241393"/>
              </a:xfrm>
              <a:prstGeom prst="line">
                <a:avLst/>
              </a:prstGeom>
              <a:noFill/>
              <a:ln w="25400" cap="rnd" cmpd="sng" algn="ctr">
                <a:solidFill>
                  <a:sysClr val="windowText" lastClr="000000"/>
                </a:solidFill>
                <a:prstDash val="solid"/>
                <a:round/>
              </a:ln>
              <a:effectLst/>
            </p:spPr>
          </p:cxnSp>
          <p:cxnSp>
            <p:nvCxnSpPr>
              <p:cNvPr id="24" name="Straight Connector 23">
                <a:extLst>
                  <a:ext uri="{FF2B5EF4-FFF2-40B4-BE49-F238E27FC236}">
                    <a16:creationId xmlns:a16="http://schemas.microsoft.com/office/drawing/2014/main" id="{B773CEA8-50CF-D0C3-97C3-9B17FB71BC67}"/>
                  </a:ext>
                </a:extLst>
              </p:cNvPr>
              <p:cNvCxnSpPr/>
              <p:nvPr/>
            </p:nvCxnSpPr>
            <p:spPr bwMode="auto">
              <a:xfrm flipV="1">
                <a:off x="4133589" y="4186590"/>
                <a:ext cx="0" cy="241393"/>
              </a:xfrm>
              <a:prstGeom prst="line">
                <a:avLst/>
              </a:prstGeom>
              <a:noFill/>
              <a:ln w="25400" cap="rnd" cmpd="sng" algn="ctr">
                <a:solidFill>
                  <a:sysClr val="windowText" lastClr="000000"/>
                </a:solidFill>
                <a:prstDash val="solid"/>
              </a:ln>
              <a:effectLst/>
            </p:spPr>
          </p:cxnSp>
          <p:cxnSp>
            <p:nvCxnSpPr>
              <p:cNvPr id="25" name="Straight Arrow Connector 24">
                <a:extLst>
                  <a:ext uri="{FF2B5EF4-FFF2-40B4-BE49-F238E27FC236}">
                    <a16:creationId xmlns:a16="http://schemas.microsoft.com/office/drawing/2014/main" id="{A11D60C5-566F-0376-863E-FF328FAFD662}"/>
                  </a:ext>
                </a:extLst>
              </p:cNvPr>
              <p:cNvCxnSpPr/>
              <p:nvPr/>
            </p:nvCxnSpPr>
            <p:spPr bwMode="auto">
              <a:xfrm flipV="1">
                <a:off x="3611977" y="4035593"/>
                <a:ext cx="213234" cy="358"/>
              </a:xfrm>
              <a:prstGeom prst="straightConnector1">
                <a:avLst/>
              </a:prstGeom>
              <a:noFill/>
              <a:ln w="25400" cap="rnd" cmpd="sng" algn="ctr">
                <a:solidFill>
                  <a:sysClr val="windowText" lastClr="000000"/>
                </a:solidFill>
                <a:prstDash val="solid"/>
                <a:headEnd type="none"/>
                <a:tailEnd type="none"/>
              </a:ln>
              <a:effectLst/>
            </p:spPr>
          </p:cxnSp>
          <p:cxnSp>
            <p:nvCxnSpPr>
              <p:cNvPr id="26" name="Straight Connector 25">
                <a:extLst>
                  <a:ext uri="{FF2B5EF4-FFF2-40B4-BE49-F238E27FC236}">
                    <a16:creationId xmlns:a16="http://schemas.microsoft.com/office/drawing/2014/main" id="{F7EEA1A0-23B7-3762-FC2A-0CFC95525375}"/>
                  </a:ext>
                </a:extLst>
              </p:cNvPr>
              <p:cNvCxnSpPr/>
              <p:nvPr/>
            </p:nvCxnSpPr>
            <p:spPr bwMode="auto">
              <a:xfrm flipV="1">
                <a:off x="4757422" y="4446450"/>
                <a:ext cx="0" cy="120696"/>
              </a:xfrm>
              <a:prstGeom prst="line">
                <a:avLst/>
              </a:prstGeom>
              <a:noFill/>
              <a:ln w="25400" cap="rnd" cmpd="sng" algn="ctr">
                <a:solidFill>
                  <a:sysClr val="windowText" lastClr="000000"/>
                </a:solidFill>
                <a:prstDash val="solid"/>
              </a:ln>
              <a:effectLst>
                <a:outerShdw blurRad="40000" dist="20000" dir="5400000" rotWithShape="0">
                  <a:srgbClr val="000000">
                    <a:alpha val="38000"/>
                  </a:srgbClr>
                </a:outerShdw>
              </a:effectLst>
            </p:spPr>
          </p:cxnSp>
          <p:cxnSp>
            <p:nvCxnSpPr>
              <p:cNvPr id="27" name="Straight Arrow Connector 26">
                <a:extLst>
                  <a:ext uri="{FF2B5EF4-FFF2-40B4-BE49-F238E27FC236}">
                    <a16:creationId xmlns:a16="http://schemas.microsoft.com/office/drawing/2014/main" id="{2582423F-B3BF-22B5-B5F0-23E342DA4B1B}"/>
                  </a:ext>
                </a:extLst>
              </p:cNvPr>
              <p:cNvCxnSpPr/>
              <p:nvPr/>
            </p:nvCxnSpPr>
            <p:spPr bwMode="auto">
              <a:xfrm flipV="1">
                <a:off x="4662069" y="4567664"/>
                <a:ext cx="181045" cy="358"/>
              </a:xfrm>
              <a:prstGeom prst="straightConnector1">
                <a:avLst/>
              </a:prstGeom>
              <a:noFill/>
              <a:ln w="44450" cap="sq"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cxnSp>
            <p:nvCxnSpPr>
              <p:cNvPr id="28" name="Straight Arrow Connector 27">
                <a:extLst>
                  <a:ext uri="{FF2B5EF4-FFF2-40B4-BE49-F238E27FC236}">
                    <a16:creationId xmlns:a16="http://schemas.microsoft.com/office/drawing/2014/main" id="{EF469427-A73A-D60B-BFF9-337087DFAE4A}"/>
                  </a:ext>
                </a:extLst>
              </p:cNvPr>
              <p:cNvCxnSpPr/>
              <p:nvPr/>
            </p:nvCxnSpPr>
            <p:spPr bwMode="auto">
              <a:xfrm flipV="1">
                <a:off x="4698903" y="4639194"/>
                <a:ext cx="120696" cy="358"/>
              </a:xfrm>
              <a:prstGeom prst="straightConnector1">
                <a:avLst/>
              </a:prstGeom>
              <a:noFill/>
              <a:ln w="44450" cap="sq"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cxnSp>
            <p:nvCxnSpPr>
              <p:cNvPr id="29" name="Straight Arrow Connector 28">
                <a:extLst>
                  <a:ext uri="{FF2B5EF4-FFF2-40B4-BE49-F238E27FC236}">
                    <a16:creationId xmlns:a16="http://schemas.microsoft.com/office/drawing/2014/main" id="{C71BA419-6A11-7ECA-EA7C-57248E913728}"/>
                  </a:ext>
                </a:extLst>
              </p:cNvPr>
              <p:cNvCxnSpPr/>
              <p:nvPr/>
            </p:nvCxnSpPr>
            <p:spPr bwMode="auto">
              <a:xfrm flipV="1">
                <a:off x="4736861" y="4721473"/>
                <a:ext cx="60348" cy="358"/>
              </a:xfrm>
              <a:prstGeom prst="straightConnector1">
                <a:avLst/>
              </a:prstGeom>
              <a:noFill/>
              <a:ln w="44450" cap="sq"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sp>
            <p:nvSpPr>
              <p:cNvPr id="30" name="Oval 29">
                <a:extLst>
                  <a:ext uri="{FF2B5EF4-FFF2-40B4-BE49-F238E27FC236}">
                    <a16:creationId xmlns:a16="http://schemas.microsoft.com/office/drawing/2014/main" id="{43A41748-2DA7-F932-BA99-1CB6CE94F7E3}"/>
                  </a:ext>
                </a:extLst>
              </p:cNvPr>
              <p:cNvSpPr/>
              <p:nvPr/>
            </p:nvSpPr>
            <p:spPr bwMode="auto">
              <a:xfrm>
                <a:off x="4719368" y="4403173"/>
                <a:ext cx="68395" cy="68395"/>
              </a:xfrm>
              <a:prstGeom prst="ellipse">
                <a:avLst/>
              </a:prstGeom>
              <a:solidFill>
                <a:sysClr val="windowText" lastClr="000000"/>
              </a:solidFill>
              <a:ln w="25400" cap="flat" cmpd="sng" algn="ctr">
                <a:solidFill>
                  <a:sysClr val="windowText" lastClr="00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cxnSp>
            <p:nvCxnSpPr>
              <p:cNvPr id="31" name="Straight Arrow Connector 30">
                <a:extLst>
                  <a:ext uri="{FF2B5EF4-FFF2-40B4-BE49-F238E27FC236}">
                    <a16:creationId xmlns:a16="http://schemas.microsoft.com/office/drawing/2014/main" id="{F6F1695C-F2A4-9D25-E579-B310274E3728}"/>
                  </a:ext>
                </a:extLst>
              </p:cNvPr>
              <p:cNvCxnSpPr/>
              <p:nvPr/>
            </p:nvCxnSpPr>
            <p:spPr bwMode="auto">
              <a:xfrm flipV="1">
                <a:off x="3605813" y="2650684"/>
                <a:ext cx="213234" cy="358"/>
              </a:xfrm>
              <a:prstGeom prst="straightConnector1">
                <a:avLst/>
              </a:prstGeom>
              <a:noFill/>
              <a:ln w="25400" cap="rnd" cmpd="sng" algn="ctr">
                <a:solidFill>
                  <a:sysClr val="windowText" lastClr="000000"/>
                </a:solidFill>
                <a:prstDash val="solid"/>
                <a:headEnd type="none"/>
                <a:tailEnd type="none"/>
              </a:ln>
              <a:effectLst/>
            </p:spPr>
          </p:cxnSp>
          <p:cxnSp>
            <p:nvCxnSpPr>
              <p:cNvPr id="32" name="Straight Connector 31">
                <a:extLst>
                  <a:ext uri="{FF2B5EF4-FFF2-40B4-BE49-F238E27FC236}">
                    <a16:creationId xmlns:a16="http://schemas.microsoft.com/office/drawing/2014/main" id="{C5C627AC-FDD6-5FF5-1BB2-8A8EB5C82DA7}"/>
                  </a:ext>
                </a:extLst>
              </p:cNvPr>
              <p:cNvCxnSpPr/>
              <p:nvPr/>
            </p:nvCxnSpPr>
            <p:spPr bwMode="auto">
              <a:xfrm flipH="1">
                <a:off x="4679369" y="2112657"/>
                <a:ext cx="0" cy="181044"/>
              </a:xfrm>
              <a:prstGeom prst="line">
                <a:avLst/>
              </a:prstGeom>
              <a:noFill/>
              <a:ln w="38100" cap="rnd" cmpd="sng" algn="ctr">
                <a:solidFill>
                  <a:sysClr val="windowText" lastClr="000000"/>
                </a:solidFill>
                <a:prstDash val="solid"/>
                <a:round/>
              </a:ln>
              <a:effectLst>
                <a:outerShdw blurRad="40000" dist="20000" dir="5400000" rotWithShape="0">
                  <a:srgbClr val="000000">
                    <a:alpha val="38000"/>
                  </a:srgbClr>
                </a:outerShdw>
              </a:effectLst>
            </p:spPr>
          </p:cxnSp>
          <p:cxnSp>
            <p:nvCxnSpPr>
              <p:cNvPr id="33" name="Straight Arrow Connector 32">
                <a:extLst>
                  <a:ext uri="{FF2B5EF4-FFF2-40B4-BE49-F238E27FC236}">
                    <a16:creationId xmlns:a16="http://schemas.microsoft.com/office/drawing/2014/main" id="{3FA0752E-5796-1213-02AF-4B2722D8CEC4}"/>
                  </a:ext>
                </a:extLst>
              </p:cNvPr>
              <p:cNvCxnSpPr/>
              <p:nvPr/>
            </p:nvCxnSpPr>
            <p:spPr bwMode="auto">
              <a:xfrm>
                <a:off x="4577726" y="2112657"/>
                <a:ext cx="195069" cy="0"/>
              </a:xfrm>
              <a:prstGeom prst="straightConnector1">
                <a:avLst/>
              </a:prstGeom>
              <a:noFill/>
              <a:ln w="50800" cap="sq"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sp>
            <p:nvSpPr>
              <p:cNvPr id="34" name="Oval 33">
                <a:extLst>
                  <a:ext uri="{FF2B5EF4-FFF2-40B4-BE49-F238E27FC236}">
                    <a16:creationId xmlns:a16="http://schemas.microsoft.com/office/drawing/2014/main" id="{0360A81E-F9DB-8410-69D7-D4B861144FC8}"/>
                  </a:ext>
                </a:extLst>
              </p:cNvPr>
              <p:cNvSpPr/>
              <p:nvPr/>
            </p:nvSpPr>
            <p:spPr bwMode="auto">
              <a:xfrm>
                <a:off x="4641643" y="2263042"/>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cxnSp>
            <p:nvCxnSpPr>
              <p:cNvPr id="35" name="Straight Arrow Connector 34">
                <a:extLst>
                  <a:ext uri="{FF2B5EF4-FFF2-40B4-BE49-F238E27FC236}">
                    <a16:creationId xmlns:a16="http://schemas.microsoft.com/office/drawing/2014/main" id="{56BDC46E-32F0-605E-96B4-AE4008189E18}"/>
                  </a:ext>
                </a:extLst>
              </p:cNvPr>
              <p:cNvCxnSpPr/>
              <p:nvPr/>
            </p:nvCxnSpPr>
            <p:spPr bwMode="auto">
              <a:xfrm>
                <a:off x="3908916" y="4172435"/>
                <a:ext cx="241393" cy="0"/>
              </a:xfrm>
              <a:prstGeom prst="straightConnector1">
                <a:avLst/>
              </a:prstGeom>
              <a:noFill/>
              <a:ln w="25400" cap="rnd" cmpd="sng" algn="ctr">
                <a:solidFill>
                  <a:sysClr val="windowText" lastClr="000000"/>
                </a:solidFill>
                <a:prstDash val="solid"/>
                <a:tailEnd type="triangle"/>
              </a:ln>
              <a:effectLst/>
            </p:spPr>
          </p:cxnSp>
          <p:cxnSp>
            <p:nvCxnSpPr>
              <p:cNvPr id="36" name="Straight Arrow Connector 35">
                <a:extLst>
                  <a:ext uri="{FF2B5EF4-FFF2-40B4-BE49-F238E27FC236}">
                    <a16:creationId xmlns:a16="http://schemas.microsoft.com/office/drawing/2014/main" id="{59E4A12A-8C40-85E3-502C-03EAA40B100A}"/>
                  </a:ext>
                </a:extLst>
              </p:cNvPr>
              <p:cNvCxnSpPr/>
              <p:nvPr/>
            </p:nvCxnSpPr>
            <p:spPr bwMode="auto">
              <a:xfrm>
                <a:off x="5060241" y="2536447"/>
                <a:ext cx="195069" cy="0"/>
              </a:xfrm>
              <a:prstGeom prst="straightConnector1">
                <a:avLst/>
              </a:prstGeom>
              <a:noFill/>
              <a:ln w="25400" cap="rnd" cmpd="sng" algn="ctr">
                <a:solidFill>
                  <a:sysClr val="windowText" lastClr="000000"/>
                </a:solidFill>
                <a:prstDash val="solid"/>
                <a:round/>
                <a:headEnd type="triangle" w="med" len="med"/>
              </a:ln>
              <a:effectLst>
                <a:outerShdw blurRad="40000" dist="20000" dir="5400000" rotWithShape="0">
                  <a:srgbClr val="000000">
                    <a:alpha val="38000"/>
                  </a:srgbClr>
                </a:outerShdw>
              </a:effectLst>
            </p:spPr>
          </p:cxnSp>
          <p:cxnSp>
            <p:nvCxnSpPr>
              <p:cNvPr id="37" name="Straight Connector 36">
                <a:extLst>
                  <a:ext uri="{FF2B5EF4-FFF2-40B4-BE49-F238E27FC236}">
                    <a16:creationId xmlns:a16="http://schemas.microsoft.com/office/drawing/2014/main" id="{359382ED-64E6-4008-26EE-7BBAED89FD4B}"/>
                  </a:ext>
                </a:extLst>
              </p:cNvPr>
              <p:cNvCxnSpPr/>
              <p:nvPr/>
            </p:nvCxnSpPr>
            <p:spPr bwMode="auto">
              <a:xfrm flipV="1">
                <a:off x="5060241" y="2487890"/>
                <a:ext cx="0" cy="339903"/>
              </a:xfrm>
              <a:prstGeom prst="line">
                <a:avLst/>
              </a:prstGeom>
              <a:noFill/>
              <a:ln w="25400" cap="sq" cmpd="sng" algn="ctr">
                <a:solidFill>
                  <a:sysClr val="windowText" lastClr="000000"/>
                </a:solidFill>
                <a:prstDash val="solid"/>
                <a:bevel/>
              </a:ln>
              <a:effectLst>
                <a:outerShdw blurRad="40000" dist="20000" dir="5400000" rotWithShape="0">
                  <a:srgbClr val="000000">
                    <a:alpha val="38000"/>
                  </a:srgbClr>
                </a:outerShdw>
              </a:effectLst>
            </p:spPr>
          </p:cxnSp>
          <p:cxnSp>
            <p:nvCxnSpPr>
              <p:cNvPr id="38" name="Straight Arrow Connector 37">
                <a:extLst>
                  <a:ext uri="{FF2B5EF4-FFF2-40B4-BE49-F238E27FC236}">
                    <a16:creationId xmlns:a16="http://schemas.microsoft.com/office/drawing/2014/main" id="{00BFCCC6-6704-3953-918E-85D505F6EB90}"/>
                  </a:ext>
                </a:extLst>
              </p:cNvPr>
              <p:cNvCxnSpPr/>
              <p:nvPr/>
            </p:nvCxnSpPr>
            <p:spPr bwMode="auto">
              <a:xfrm>
                <a:off x="5060241" y="2779235"/>
                <a:ext cx="195069" cy="0"/>
              </a:xfrm>
              <a:prstGeom prst="straightConnector1">
                <a:avLst/>
              </a:prstGeom>
              <a:noFill/>
              <a:ln w="25400" cap="rnd"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cxnSp>
            <p:nvCxnSpPr>
              <p:cNvPr id="39" name="Straight Connector 38">
                <a:extLst>
                  <a:ext uri="{FF2B5EF4-FFF2-40B4-BE49-F238E27FC236}">
                    <a16:creationId xmlns:a16="http://schemas.microsoft.com/office/drawing/2014/main" id="{DB5105BE-FB5B-FB35-6014-ABD986A6E53A}"/>
                  </a:ext>
                </a:extLst>
              </p:cNvPr>
              <p:cNvCxnSpPr/>
              <p:nvPr/>
            </p:nvCxnSpPr>
            <p:spPr bwMode="auto">
              <a:xfrm flipV="1">
                <a:off x="4972653" y="2536447"/>
                <a:ext cx="0" cy="242788"/>
              </a:xfrm>
              <a:prstGeom prst="line">
                <a:avLst/>
              </a:prstGeom>
              <a:noFill/>
              <a:ln w="50800" cap="sq" cmpd="sng" algn="ctr">
                <a:solidFill>
                  <a:sysClr val="windowText" lastClr="000000"/>
                </a:solidFill>
                <a:prstDash val="solid"/>
              </a:ln>
              <a:effectLst>
                <a:outerShdw blurRad="40000" dist="20000" dir="5400000" rotWithShape="0">
                  <a:srgbClr val="000000">
                    <a:alpha val="38000"/>
                  </a:srgbClr>
                </a:outerShdw>
              </a:effectLst>
            </p:spPr>
          </p:cxnSp>
          <p:cxnSp>
            <p:nvCxnSpPr>
              <p:cNvPr id="40" name="Straight Arrow Connector 39">
                <a:extLst>
                  <a:ext uri="{FF2B5EF4-FFF2-40B4-BE49-F238E27FC236}">
                    <a16:creationId xmlns:a16="http://schemas.microsoft.com/office/drawing/2014/main" id="{7E0F11DE-CCDC-65F2-1F67-A35CF1AF9731}"/>
                  </a:ext>
                </a:extLst>
              </p:cNvPr>
              <p:cNvCxnSpPr/>
              <p:nvPr/>
            </p:nvCxnSpPr>
            <p:spPr bwMode="auto">
              <a:xfrm>
                <a:off x="5060241" y="3931374"/>
                <a:ext cx="202293" cy="0"/>
              </a:xfrm>
              <a:prstGeom prst="straightConnector1">
                <a:avLst/>
              </a:prstGeom>
              <a:noFill/>
              <a:ln w="25400" cap="rnd" cmpd="sng" algn="ctr">
                <a:solidFill>
                  <a:sysClr val="windowText" lastClr="000000"/>
                </a:solidFill>
                <a:prstDash val="solid"/>
              </a:ln>
              <a:effectLst>
                <a:outerShdw blurRad="40000" dist="20000" dir="5400000" rotWithShape="0">
                  <a:srgbClr val="000000">
                    <a:alpha val="38000"/>
                  </a:srgbClr>
                </a:outerShdw>
              </a:effectLst>
            </p:spPr>
          </p:cxnSp>
          <p:cxnSp>
            <p:nvCxnSpPr>
              <p:cNvPr id="41" name="Straight Connector 40">
                <a:extLst>
                  <a:ext uri="{FF2B5EF4-FFF2-40B4-BE49-F238E27FC236}">
                    <a16:creationId xmlns:a16="http://schemas.microsoft.com/office/drawing/2014/main" id="{2159B202-D253-3757-FA00-CC1D28E414A0}"/>
                  </a:ext>
                </a:extLst>
              </p:cNvPr>
              <p:cNvCxnSpPr/>
              <p:nvPr/>
            </p:nvCxnSpPr>
            <p:spPr bwMode="auto">
              <a:xfrm flipV="1">
                <a:off x="5060241" y="3882815"/>
                <a:ext cx="0" cy="339903"/>
              </a:xfrm>
              <a:prstGeom prst="line">
                <a:avLst/>
              </a:prstGeom>
              <a:noFill/>
              <a:ln w="25400" cap="sq" cmpd="sng" algn="ctr">
                <a:solidFill>
                  <a:sysClr val="windowText" lastClr="000000"/>
                </a:solidFill>
                <a:prstDash val="solid"/>
                <a:bevel/>
              </a:ln>
              <a:effectLst>
                <a:outerShdw blurRad="40000" dist="20000" dir="5400000" rotWithShape="0">
                  <a:srgbClr val="000000">
                    <a:alpha val="38000"/>
                  </a:srgbClr>
                </a:outerShdw>
              </a:effectLst>
            </p:spPr>
          </p:cxnSp>
          <p:cxnSp>
            <p:nvCxnSpPr>
              <p:cNvPr id="42" name="Straight Connector 41">
                <a:extLst>
                  <a:ext uri="{FF2B5EF4-FFF2-40B4-BE49-F238E27FC236}">
                    <a16:creationId xmlns:a16="http://schemas.microsoft.com/office/drawing/2014/main" id="{FDF04DA1-69E0-BEB1-83D9-90F5C51113AF}"/>
                  </a:ext>
                </a:extLst>
              </p:cNvPr>
              <p:cNvCxnSpPr/>
              <p:nvPr/>
            </p:nvCxnSpPr>
            <p:spPr bwMode="auto">
              <a:xfrm flipV="1">
                <a:off x="4976535" y="3931374"/>
                <a:ext cx="0" cy="242788"/>
              </a:xfrm>
              <a:prstGeom prst="line">
                <a:avLst/>
              </a:prstGeom>
              <a:noFill/>
              <a:ln w="50800" cap="sq" cmpd="sng" algn="ctr">
                <a:solidFill>
                  <a:sysClr val="windowText" lastClr="000000"/>
                </a:solidFill>
                <a:prstDash val="solid"/>
              </a:ln>
              <a:effectLst>
                <a:outerShdw blurRad="40000" dist="20000" dir="5400000" rotWithShape="0">
                  <a:srgbClr val="000000">
                    <a:alpha val="38000"/>
                  </a:srgbClr>
                </a:outerShdw>
              </a:effectLst>
            </p:spPr>
          </p:cxnSp>
          <p:cxnSp>
            <p:nvCxnSpPr>
              <p:cNvPr id="43" name="Straight Connector 42">
                <a:extLst>
                  <a:ext uri="{FF2B5EF4-FFF2-40B4-BE49-F238E27FC236}">
                    <a16:creationId xmlns:a16="http://schemas.microsoft.com/office/drawing/2014/main" id="{A13C20A1-8E19-D1CE-3091-829070C46F88}"/>
                  </a:ext>
                </a:extLst>
              </p:cNvPr>
              <p:cNvCxnSpPr/>
              <p:nvPr/>
            </p:nvCxnSpPr>
            <p:spPr bwMode="auto">
              <a:xfrm flipH="1">
                <a:off x="5255310" y="2789380"/>
                <a:ext cx="0" cy="108000"/>
              </a:xfrm>
              <a:prstGeom prst="line">
                <a:avLst/>
              </a:prstGeom>
              <a:noFill/>
              <a:ln w="25400" cap="rnd" cmpd="sng" algn="ctr">
                <a:solidFill>
                  <a:sysClr val="windowText" lastClr="000000"/>
                </a:solidFill>
                <a:prstDash val="solid"/>
              </a:ln>
              <a:effectLst>
                <a:outerShdw blurRad="40000" dist="20000" dir="5400000" rotWithShape="0">
                  <a:srgbClr val="000000">
                    <a:alpha val="38000"/>
                  </a:srgbClr>
                </a:outerShdw>
              </a:effectLst>
            </p:spPr>
          </p:cxnSp>
          <p:cxnSp>
            <p:nvCxnSpPr>
              <p:cNvPr id="44" name="Straight Connector 43">
                <a:extLst>
                  <a:ext uri="{FF2B5EF4-FFF2-40B4-BE49-F238E27FC236}">
                    <a16:creationId xmlns:a16="http://schemas.microsoft.com/office/drawing/2014/main" id="{21B8F22A-19AA-83B4-428F-E58AB35E5636}"/>
                  </a:ext>
                </a:extLst>
              </p:cNvPr>
              <p:cNvCxnSpPr/>
              <p:nvPr/>
            </p:nvCxnSpPr>
            <p:spPr bwMode="auto">
              <a:xfrm>
                <a:off x="5257992" y="2293733"/>
                <a:ext cx="1807" cy="241393"/>
              </a:xfrm>
              <a:prstGeom prst="line">
                <a:avLst/>
              </a:prstGeom>
              <a:noFill/>
              <a:ln w="25400" cap="rnd" cmpd="sng" algn="ctr">
                <a:solidFill>
                  <a:sysClr val="windowText" lastClr="000000"/>
                </a:solidFill>
                <a:prstDash val="solid"/>
                <a:round/>
              </a:ln>
              <a:effectLst>
                <a:outerShdw blurRad="40000" dist="20000" dir="5400000" rotWithShape="0">
                  <a:srgbClr val="000000">
                    <a:alpha val="38000"/>
                  </a:srgbClr>
                </a:outerShdw>
              </a:effectLst>
            </p:spPr>
          </p:cxnSp>
          <p:cxnSp>
            <p:nvCxnSpPr>
              <p:cNvPr id="45" name="Straight Connector 44">
                <a:extLst>
                  <a:ext uri="{FF2B5EF4-FFF2-40B4-BE49-F238E27FC236}">
                    <a16:creationId xmlns:a16="http://schemas.microsoft.com/office/drawing/2014/main" id="{1021A1BC-E67C-CC57-E0F6-8AEF3E0AC8E7}"/>
                  </a:ext>
                </a:extLst>
              </p:cNvPr>
              <p:cNvCxnSpPr/>
              <p:nvPr/>
            </p:nvCxnSpPr>
            <p:spPr bwMode="auto">
              <a:xfrm flipV="1">
                <a:off x="5293090" y="4186589"/>
                <a:ext cx="0" cy="241393"/>
              </a:xfrm>
              <a:prstGeom prst="line">
                <a:avLst/>
              </a:prstGeom>
              <a:noFill/>
              <a:ln w="25400" cap="rnd" cmpd="sng" algn="ctr">
                <a:solidFill>
                  <a:sysClr val="windowText" lastClr="000000"/>
                </a:solidFill>
                <a:prstDash val="solid"/>
              </a:ln>
              <a:effectLst>
                <a:outerShdw blurRad="40000" dist="20000" dir="5400000" rotWithShape="0">
                  <a:srgbClr val="000000">
                    <a:alpha val="38000"/>
                  </a:srgbClr>
                </a:outerShdw>
              </a:effectLst>
            </p:spPr>
          </p:cxnSp>
          <p:cxnSp>
            <p:nvCxnSpPr>
              <p:cNvPr id="46" name="Straight Arrow Connector 45">
                <a:extLst>
                  <a:ext uri="{FF2B5EF4-FFF2-40B4-BE49-F238E27FC236}">
                    <a16:creationId xmlns:a16="http://schemas.microsoft.com/office/drawing/2014/main" id="{8BF1F8F4-D3DF-6CE3-B38A-A99637FC0DC2}"/>
                  </a:ext>
                </a:extLst>
              </p:cNvPr>
              <p:cNvCxnSpPr/>
              <p:nvPr/>
            </p:nvCxnSpPr>
            <p:spPr bwMode="auto">
              <a:xfrm flipV="1">
                <a:off x="4395368" y="4035593"/>
                <a:ext cx="576000" cy="0"/>
              </a:xfrm>
              <a:prstGeom prst="straightConnector1">
                <a:avLst/>
              </a:prstGeom>
              <a:noFill/>
              <a:ln w="25400" cap="rnd"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cxnSp>
            <p:nvCxnSpPr>
              <p:cNvPr id="47" name="Straight Arrow Connector 46">
                <a:extLst>
                  <a:ext uri="{FF2B5EF4-FFF2-40B4-BE49-F238E27FC236}">
                    <a16:creationId xmlns:a16="http://schemas.microsoft.com/office/drawing/2014/main" id="{4F56CC7E-0099-1349-99D7-9710579DDFEE}"/>
                  </a:ext>
                </a:extLst>
              </p:cNvPr>
              <p:cNvCxnSpPr/>
              <p:nvPr/>
            </p:nvCxnSpPr>
            <p:spPr bwMode="auto">
              <a:xfrm>
                <a:off x="4375524" y="2649407"/>
                <a:ext cx="594846" cy="0"/>
              </a:xfrm>
              <a:prstGeom prst="straightConnector1">
                <a:avLst/>
              </a:prstGeom>
              <a:noFill/>
              <a:ln w="25400" cap="rnd" cmpd="sng" algn="ctr">
                <a:solidFill>
                  <a:sysClr val="windowText" lastClr="000000"/>
                </a:solidFill>
                <a:prstDash val="solid"/>
                <a:headEnd type="none"/>
                <a:tailEnd type="none"/>
              </a:ln>
              <a:effectLst>
                <a:outerShdw blurRad="40000" dist="20000" dir="5400000" rotWithShape="0">
                  <a:srgbClr val="000000">
                    <a:alpha val="38000"/>
                  </a:srgbClr>
                </a:outerShdw>
              </a:effectLst>
            </p:spPr>
          </p:cxnSp>
          <p:cxnSp>
            <p:nvCxnSpPr>
              <p:cNvPr id="48" name="Straight Arrow Connector 47">
                <a:extLst>
                  <a:ext uri="{FF2B5EF4-FFF2-40B4-BE49-F238E27FC236}">
                    <a16:creationId xmlns:a16="http://schemas.microsoft.com/office/drawing/2014/main" id="{5F039314-85CB-B8D5-2311-1D86E5C35D8F}"/>
                  </a:ext>
                </a:extLst>
              </p:cNvPr>
              <p:cNvCxnSpPr/>
              <p:nvPr/>
            </p:nvCxnSpPr>
            <p:spPr bwMode="auto">
              <a:xfrm>
                <a:off x="5060239" y="4174160"/>
                <a:ext cx="241393" cy="0"/>
              </a:xfrm>
              <a:prstGeom prst="straightConnector1">
                <a:avLst/>
              </a:prstGeom>
              <a:noFill/>
              <a:ln w="25400" cap="rnd" cmpd="sng" algn="ctr">
                <a:solidFill>
                  <a:sysClr val="windowText" lastClr="000000"/>
                </a:solidFill>
                <a:prstDash val="solid"/>
                <a:tailEnd type="triangle"/>
              </a:ln>
              <a:effectLst>
                <a:outerShdw blurRad="40000" dist="20000" dir="5400000" rotWithShape="0">
                  <a:srgbClr val="000000">
                    <a:alpha val="38000"/>
                  </a:srgbClr>
                </a:outerShdw>
              </a:effectLst>
            </p:spPr>
          </p:cxnSp>
          <p:cxnSp>
            <p:nvCxnSpPr>
              <p:cNvPr id="49" name="Straight Arrow Connector 48">
                <a:extLst>
                  <a:ext uri="{FF2B5EF4-FFF2-40B4-BE49-F238E27FC236}">
                    <a16:creationId xmlns:a16="http://schemas.microsoft.com/office/drawing/2014/main" id="{6E17FA05-957B-8DF7-B355-865C0C9870E0}"/>
                  </a:ext>
                </a:extLst>
              </p:cNvPr>
              <p:cNvCxnSpPr/>
              <p:nvPr/>
            </p:nvCxnSpPr>
            <p:spPr bwMode="auto">
              <a:xfrm flipV="1">
                <a:off x="4133589" y="4433356"/>
                <a:ext cx="1152000" cy="0"/>
              </a:xfrm>
              <a:prstGeom prst="straightConnector1">
                <a:avLst/>
              </a:prstGeom>
              <a:noFill/>
              <a:ln w="25400" cap="rnd" cmpd="sng" algn="ctr">
                <a:solidFill>
                  <a:sysClr val="windowText" lastClr="000000"/>
                </a:solidFill>
                <a:prstDash val="solid"/>
                <a:headEnd type="none"/>
                <a:tailEnd type="none"/>
              </a:ln>
              <a:effectLst/>
            </p:spPr>
          </p:cxnSp>
          <p:cxnSp>
            <p:nvCxnSpPr>
              <p:cNvPr id="50" name="Straight Connector 49">
                <a:extLst>
                  <a:ext uri="{FF2B5EF4-FFF2-40B4-BE49-F238E27FC236}">
                    <a16:creationId xmlns:a16="http://schemas.microsoft.com/office/drawing/2014/main" id="{19DAF10C-9295-0C2D-DEED-21852507B3AA}"/>
                  </a:ext>
                </a:extLst>
              </p:cNvPr>
              <p:cNvCxnSpPr/>
              <p:nvPr/>
            </p:nvCxnSpPr>
            <p:spPr bwMode="auto">
              <a:xfrm flipH="1">
                <a:off x="5263896" y="3816015"/>
                <a:ext cx="0" cy="108000"/>
              </a:xfrm>
              <a:prstGeom prst="line">
                <a:avLst/>
              </a:prstGeom>
              <a:noFill/>
              <a:ln w="25400" cap="rnd" cmpd="sng" algn="ctr">
                <a:solidFill>
                  <a:sysClr val="windowText" lastClr="000000"/>
                </a:solidFill>
                <a:prstDash val="solid"/>
              </a:ln>
              <a:effectLst/>
            </p:spPr>
          </p:cxnSp>
          <p:cxnSp>
            <p:nvCxnSpPr>
              <p:cNvPr id="51" name="Straight Arrow Connector 50">
                <a:extLst>
                  <a:ext uri="{FF2B5EF4-FFF2-40B4-BE49-F238E27FC236}">
                    <a16:creationId xmlns:a16="http://schemas.microsoft.com/office/drawing/2014/main" id="{66CDFFD6-9EC3-2F57-C7C0-1AE9138776C2}"/>
                  </a:ext>
                </a:extLst>
              </p:cNvPr>
              <p:cNvCxnSpPr/>
              <p:nvPr/>
            </p:nvCxnSpPr>
            <p:spPr bwMode="auto">
              <a:xfrm flipV="1">
                <a:off x="4119180" y="3169315"/>
                <a:ext cx="252000" cy="0"/>
              </a:xfrm>
              <a:prstGeom prst="straightConnector1">
                <a:avLst/>
              </a:prstGeom>
              <a:noFill/>
              <a:ln w="25400" cap="rnd" cmpd="sng" algn="ctr">
                <a:solidFill>
                  <a:sysClr val="windowText" lastClr="000000"/>
                </a:solidFill>
                <a:prstDash val="solid"/>
                <a:headEnd type="none"/>
                <a:tailEnd type="none"/>
              </a:ln>
              <a:effectLst/>
            </p:spPr>
          </p:cxnSp>
          <p:cxnSp>
            <p:nvCxnSpPr>
              <p:cNvPr id="52" name="Straight Connector 51">
                <a:extLst>
                  <a:ext uri="{FF2B5EF4-FFF2-40B4-BE49-F238E27FC236}">
                    <a16:creationId xmlns:a16="http://schemas.microsoft.com/office/drawing/2014/main" id="{7775C93F-E400-80BE-AA48-F34A81BB9310}"/>
                  </a:ext>
                </a:extLst>
              </p:cNvPr>
              <p:cNvCxnSpPr/>
              <p:nvPr/>
            </p:nvCxnSpPr>
            <p:spPr bwMode="auto">
              <a:xfrm flipV="1">
                <a:off x="4375524" y="2649407"/>
                <a:ext cx="0" cy="513617"/>
              </a:xfrm>
              <a:prstGeom prst="line">
                <a:avLst/>
              </a:prstGeom>
              <a:noFill/>
              <a:ln w="25400" cap="rnd" cmpd="sng" algn="ctr">
                <a:solidFill>
                  <a:sysClr val="windowText" lastClr="000000"/>
                </a:solidFill>
                <a:prstDash val="solid"/>
              </a:ln>
              <a:effectLst/>
            </p:spPr>
          </p:cxnSp>
          <p:cxnSp>
            <p:nvCxnSpPr>
              <p:cNvPr id="53" name="Straight Arrow Connector 52">
                <a:extLst>
                  <a:ext uri="{FF2B5EF4-FFF2-40B4-BE49-F238E27FC236}">
                    <a16:creationId xmlns:a16="http://schemas.microsoft.com/office/drawing/2014/main" id="{329AA4E9-E6FF-4C00-9634-CE100F491D14}"/>
                  </a:ext>
                </a:extLst>
              </p:cNvPr>
              <p:cNvCxnSpPr/>
              <p:nvPr/>
            </p:nvCxnSpPr>
            <p:spPr bwMode="auto">
              <a:xfrm flipV="1">
                <a:off x="4139235" y="3657471"/>
                <a:ext cx="252000" cy="0"/>
              </a:xfrm>
              <a:prstGeom prst="straightConnector1">
                <a:avLst/>
              </a:prstGeom>
              <a:noFill/>
              <a:ln w="25400" cap="rnd" cmpd="sng" algn="ctr">
                <a:solidFill>
                  <a:sysClr val="windowText" lastClr="000000"/>
                </a:solidFill>
                <a:prstDash val="solid"/>
                <a:headEnd type="none"/>
                <a:tailEnd type="none"/>
              </a:ln>
              <a:effectLst/>
            </p:spPr>
          </p:cxnSp>
          <p:cxnSp>
            <p:nvCxnSpPr>
              <p:cNvPr id="54" name="Straight Connector 53">
                <a:extLst>
                  <a:ext uri="{FF2B5EF4-FFF2-40B4-BE49-F238E27FC236}">
                    <a16:creationId xmlns:a16="http://schemas.microsoft.com/office/drawing/2014/main" id="{362AC30B-A87A-701E-BAA9-E0133309B393}"/>
                  </a:ext>
                </a:extLst>
              </p:cNvPr>
              <p:cNvCxnSpPr/>
              <p:nvPr/>
            </p:nvCxnSpPr>
            <p:spPr bwMode="auto">
              <a:xfrm flipV="1">
                <a:off x="4394025" y="3657473"/>
                <a:ext cx="0" cy="378120"/>
              </a:xfrm>
              <a:prstGeom prst="line">
                <a:avLst/>
              </a:prstGeom>
              <a:noFill/>
              <a:ln w="25400" cap="rnd" cmpd="sng" algn="ctr">
                <a:solidFill>
                  <a:sysClr val="windowText" lastClr="000000"/>
                </a:solidFill>
                <a:prstDash val="solid"/>
              </a:ln>
              <a:effectLst/>
            </p:spPr>
          </p:cxnSp>
          <p:sp>
            <p:nvSpPr>
              <p:cNvPr id="55" name="Isosceles Triangle 54">
                <a:extLst>
                  <a:ext uri="{FF2B5EF4-FFF2-40B4-BE49-F238E27FC236}">
                    <a16:creationId xmlns:a16="http://schemas.microsoft.com/office/drawing/2014/main" id="{963B19BF-741C-DF2B-C609-06210897DDE5}"/>
                  </a:ext>
                </a:extLst>
              </p:cNvPr>
              <p:cNvSpPr/>
              <p:nvPr/>
            </p:nvSpPr>
            <p:spPr>
              <a:xfrm rot="10800000">
                <a:off x="5208129" y="2887666"/>
                <a:ext cx="91192" cy="45719"/>
              </a:xfrm>
              <a:prstGeom prst="triangl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56" name="Isosceles Triangle 55">
                <a:extLst>
                  <a:ext uri="{FF2B5EF4-FFF2-40B4-BE49-F238E27FC236}">
                    <a16:creationId xmlns:a16="http://schemas.microsoft.com/office/drawing/2014/main" id="{98DEC194-5F38-16D4-49F3-20CE72376942}"/>
                  </a:ext>
                </a:extLst>
              </p:cNvPr>
              <p:cNvSpPr/>
              <p:nvPr/>
            </p:nvSpPr>
            <p:spPr>
              <a:xfrm>
                <a:off x="5217556" y="3775455"/>
                <a:ext cx="91206" cy="47396"/>
              </a:xfrm>
              <a:prstGeom prst="triangle">
                <a:avLst/>
              </a:prstGeom>
              <a:solidFill>
                <a:sysClr val="windowText" lastClr="000000"/>
              </a:solidFill>
              <a:ln w="25400" cap="flat" cmpd="sng" algn="ctr">
                <a:solidFill>
                  <a:sysClr val="windowText" lastClr="00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57" name="Oval 56">
                <a:extLst>
                  <a:ext uri="{FF2B5EF4-FFF2-40B4-BE49-F238E27FC236}">
                    <a16:creationId xmlns:a16="http://schemas.microsoft.com/office/drawing/2014/main" id="{48DCA6B6-0912-B298-8542-D20E3485CDCE}"/>
                  </a:ext>
                </a:extLst>
              </p:cNvPr>
              <p:cNvSpPr/>
              <p:nvPr/>
            </p:nvSpPr>
            <p:spPr bwMode="auto">
              <a:xfrm>
                <a:off x="4069088" y="3134654"/>
                <a:ext cx="84138" cy="77787"/>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58" name="Oval 57">
                <a:extLst>
                  <a:ext uri="{FF2B5EF4-FFF2-40B4-BE49-F238E27FC236}">
                    <a16:creationId xmlns:a16="http://schemas.microsoft.com/office/drawing/2014/main" id="{04490534-F455-62E8-569C-4363B1FA6E1B}"/>
                  </a:ext>
                </a:extLst>
              </p:cNvPr>
              <p:cNvSpPr/>
              <p:nvPr/>
            </p:nvSpPr>
            <p:spPr bwMode="auto">
              <a:xfrm>
                <a:off x="4076121" y="3622185"/>
                <a:ext cx="84138" cy="77787"/>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59" name="Rectangle 272">
                <a:extLst>
                  <a:ext uri="{FF2B5EF4-FFF2-40B4-BE49-F238E27FC236}">
                    <a16:creationId xmlns:a16="http://schemas.microsoft.com/office/drawing/2014/main" id="{3353C067-7AE2-F896-50B9-9BEF13264499}"/>
                  </a:ext>
                </a:extLst>
              </p:cNvPr>
              <p:cNvSpPr>
                <a:spLocks noChangeArrowheads="1"/>
              </p:cNvSpPr>
              <p:nvPr/>
            </p:nvSpPr>
            <p:spPr bwMode="auto">
              <a:xfrm>
                <a:off x="3874553" y="2481747"/>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M</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P1</a:t>
                </a:r>
              </a:p>
            </p:txBody>
          </p:sp>
          <p:sp>
            <p:nvSpPr>
              <p:cNvPr id="60" name="Rectangle 272">
                <a:extLst>
                  <a:ext uri="{FF2B5EF4-FFF2-40B4-BE49-F238E27FC236}">
                    <a16:creationId xmlns:a16="http://schemas.microsoft.com/office/drawing/2014/main" id="{67216D33-7B0E-D09F-D353-B2755A9BEBEF}"/>
                  </a:ext>
                </a:extLst>
              </p:cNvPr>
              <p:cNvSpPr>
                <a:spLocks noChangeArrowheads="1"/>
              </p:cNvSpPr>
              <p:nvPr/>
            </p:nvSpPr>
            <p:spPr bwMode="auto">
              <a:xfrm>
                <a:off x="3856547" y="3896338"/>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M</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N1</a:t>
                </a:r>
              </a:p>
            </p:txBody>
          </p:sp>
          <p:sp>
            <p:nvSpPr>
              <p:cNvPr id="61" name="Rectangle 272">
                <a:extLst>
                  <a:ext uri="{FF2B5EF4-FFF2-40B4-BE49-F238E27FC236}">
                    <a16:creationId xmlns:a16="http://schemas.microsoft.com/office/drawing/2014/main" id="{438736E9-5F30-28C6-D5BE-A2E17D241C53}"/>
                  </a:ext>
                </a:extLst>
              </p:cNvPr>
              <p:cNvSpPr>
                <a:spLocks noChangeArrowheads="1"/>
              </p:cNvSpPr>
              <p:nvPr/>
            </p:nvSpPr>
            <p:spPr bwMode="auto">
              <a:xfrm>
                <a:off x="5024590" y="2493733"/>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M</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P4</a:t>
                </a:r>
              </a:p>
            </p:txBody>
          </p:sp>
          <p:sp>
            <p:nvSpPr>
              <p:cNvPr id="62" name="Rectangle 272">
                <a:extLst>
                  <a:ext uri="{FF2B5EF4-FFF2-40B4-BE49-F238E27FC236}">
                    <a16:creationId xmlns:a16="http://schemas.microsoft.com/office/drawing/2014/main" id="{46DB1FA1-EBA2-0C1C-85F3-BF4B01328902}"/>
                  </a:ext>
                </a:extLst>
              </p:cNvPr>
              <p:cNvSpPr>
                <a:spLocks noChangeArrowheads="1"/>
              </p:cNvSpPr>
              <p:nvPr/>
            </p:nvSpPr>
            <p:spPr bwMode="auto">
              <a:xfrm>
                <a:off x="5045025" y="3896338"/>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M</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N2</a:t>
                </a:r>
              </a:p>
            </p:txBody>
          </p:sp>
          <p:sp>
            <p:nvSpPr>
              <p:cNvPr id="63" name="Rectangle 272">
                <a:extLst>
                  <a:ext uri="{FF2B5EF4-FFF2-40B4-BE49-F238E27FC236}">
                    <a16:creationId xmlns:a16="http://schemas.microsoft.com/office/drawing/2014/main" id="{2F4C5B5A-AE1C-094A-10D8-0123EA60AF60}"/>
                  </a:ext>
                </a:extLst>
              </p:cNvPr>
              <p:cNvSpPr>
                <a:spLocks noChangeArrowheads="1"/>
              </p:cNvSpPr>
              <p:nvPr/>
            </p:nvSpPr>
            <p:spPr bwMode="auto">
              <a:xfrm>
                <a:off x="4115023" y="3152656"/>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O</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1</a:t>
                </a:r>
              </a:p>
            </p:txBody>
          </p:sp>
          <p:sp>
            <p:nvSpPr>
              <p:cNvPr id="64" name="Rectangle 272">
                <a:extLst>
                  <a:ext uri="{FF2B5EF4-FFF2-40B4-BE49-F238E27FC236}">
                    <a16:creationId xmlns:a16="http://schemas.microsoft.com/office/drawing/2014/main" id="{C4DCEC0D-99D7-875D-E3A7-D40DE49F985C}"/>
                  </a:ext>
                </a:extLst>
              </p:cNvPr>
              <p:cNvSpPr>
                <a:spLocks noChangeArrowheads="1"/>
              </p:cNvSpPr>
              <p:nvPr/>
            </p:nvSpPr>
            <p:spPr bwMode="auto">
              <a:xfrm>
                <a:off x="5225432" y="2707800"/>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O</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4</a:t>
                </a:r>
              </a:p>
            </p:txBody>
          </p:sp>
          <p:sp>
            <p:nvSpPr>
              <p:cNvPr id="65" name="Rectangle 272">
                <a:extLst>
                  <a:ext uri="{FF2B5EF4-FFF2-40B4-BE49-F238E27FC236}">
                    <a16:creationId xmlns:a16="http://schemas.microsoft.com/office/drawing/2014/main" id="{E6332DDD-4F2A-BA14-50A0-0109A9E7E19C}"/>
                  </a:ext>
                </a:extLst>
              </p:cNvPr>
              <p:cNvSpPr>
                <a:spLocks noChangeArrowheads="1"/>
              </p:cNvSpPr>
              <p:nvPr/>
            </p:nvSpPr>
            <p:spPr bwMode="auto">
              <a:xfrm>
                <a:off x="4939126" y="3643968"/>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O</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2</a:t>
                </a:r>
              </a:p>
            </p:txBody>
          </p:sp>
          <p:sp>
            <p:nvSpPr>
              <p:cNvPr id="66" name="Rectangle 272">
                <a:extLst>
                  <a:ext uri="{FF2B5EF4-FFF2-40B4-BE49-F238E27FC236}">
                    <a16:creationId xmlns:a16="http://schemas.microsoft.com/office/drawing/2014/main" id="{C35B732B-B9F9-0E82-3E3D-438ECC578F34}"/>
                  </a:ext>
                </a:extLst>
              </p:cNvPr>
              <p:cNvSpPr>
                <a:spLocks noChangeArrowheads="1"/>
              </p:cNvSpPr>
              <p:nvPr/>
            </p:nvSpPr>
            <p:spPr bwMode="auto">
              <a:xfrm>
                <a:off x="3341339" y="2534774"/>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O</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3</a:t>
                </a:r>
              </a:p>
            </p:txBody>
          </p:sp>
          <p:sp>
            <p:nvSpPr>
              <p:cNvPr id="67" name="Rectangle 272">
                <a:extLst>
                  <a:ext uri="{FF2B5EF4-FFF2-40B4-BE49-F238E27FC236}">
                    <a16:creationId xmlns:a16="http://schemas.microsoft.com/office/drawing/2014/main" id="{39F26803-C879-6D0C-0E42-B0E92C8C07B3}"/>
                  </a:ext>
                </a:extLst>
              </p:cNvPr>
              <p:cNvSpPr>
                <a:spLocks noChangeArrowheads="1"/>
              </p:cNvSpPr>
              <p:nvPr/>
            </p:nvSpPr>
            <p:spPr bwMode="auto">
              <a:xfrm>
                <a:off x="3441552" y="3737983"/>
                <a:ext cx="554084"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O</a:t>
                </a:r>
                <a:r>
                  <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rPr>
                  <a:t>5</a:t>
                </a:r>
              </a:p>
            </p:txBody>
          </p:sp>
          <p:sp>
            <p:nvSpPr>
              <p:cNvPr id="68" name="Freeform 153">
                <a:extLst>
                  <a:ext uri="{FF2B5EF4-FFF2-40B4-BE49-F238E27FC236}">
                    <a16:creationId xmlns:a16="http://schemas.microsoft.com/office/drawing/2014/main" id="{B15DD781-EDDE-3A3C-97D6-155F374268C3}"/>
                  </a:ext>
                </a:extLst>
              </p:cNvPr>
              <p:cNvSpPr/>
              <p:nvPr/>
            </p:nvSpPr>
            <p:spPr>
              <a:xfrm>
                <a:off x="4740797" y="3036540"/>
                <a:ext cx="665708" cy="573742"/>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355145"/>
                  <a:gd name="connsiteY0" fmla="*/ 1976511 h 1976511"/>
                  <a:gd name="connsiteX1" fmla="*/ 189914 w 3355145"/>
                  <a:gd name="connsiteY1" fmla="*/ 1440607 h 1976511"/>
                  <a:gd name="connsiteX2" fmla="*/ 309490 w 3355145"/>
                  <a:gd name="connsiteY2" fmla="*/ 1081881 h 1976511"/>
                  <a:gd name="connsiteX3" fmla="*/ 422031 w 3355145"/>
                  <a:gd name="connsiteY3" fmla="*/ 793493 h 1976511"/>
                  <a:gd name="connsiteX4" fmla="*/ 583809 w 3355145"/>
                  <a:gd name="connsiteY4" fmla="*/ 393895 h 1976511"/>
                  <a:gd name="connsiteX5" fmla="*/ 851095 w 3355145"/>
                  <a:gd name="connsiteY5" fmla="*/ 98473 h 1976511"/>
                  <a:gd name="connsiteX6" fmla="*/ 1062110 w 3355145"/>
                  <a:gd name="connsiteY6" fmla="*/ 42203 h 1976511"/>
                  <a:gd name="connsiteX7" fmla="*/ 1266093 w 3355145"/>
                  <a:gd name="connsiteY7" fmla="*/ 69007 h 1976511"/>
                  <a:gd name="connsiteX8" fmla="*/ 1463039 w 3355145"/>
                  <a:gd name="connsiteY8" fmla="*/ 232118 h 1976511"/>
                  <a:gd name="connsiteX9" fmla="*/ 1610751 w 3355145"/>
                  <a:gd name="connsiteY9" fmla="*/ 617647 h 1976511"/>
                  <a:gd name="connsiteX10" fmla="*/ 1835833 w 3355145"/>
                  <a:gd name="connsiteY10" fmla="*/ 1470073 h 1976511"/>
                  <a:gd name="connsiteX11" fmla="*/ 1990578 w 3355145"/>
                  <a:gd name="connsiteY11" fmla="*/ 1814732 h 1976511"/>
                  <a:gd name="connsiteX12" fmla="*/ 2159390 w 3355145"/>
                  <a:gd name="connsiteY12" fmla="*/ 1948375 h 1976511"/>
                  <a:gd name="connsiteX13" fmla="*/ 2419642 w 3355145"/>
                  <a:gd name="connsiteY13" fmla="*/ 1835834 h 1976511"/>
                  <a:gd name="connsiteX14" fmla="*/ 2708031 w 3355145"/>
                  <a:gd name="connsiteY14" fmla="*/ 1250693 h 1976511"/>
                  <a:gd name="connsiteX15" fmla="*/ 2834639 w 3355145"/>
                  <a:gd name="connsiteY15" fmla="*/ 963636 h 1976511"/>
                  <a:gd name="connsiteX16" fmla="*/ 2940148 w 3355145"/>
                  <a:gd name="connsiteY16" fmla="*/ 617647 h 1976511"/>
                  <a:gd name="connsiteX17" fmla="*/ 3073791 w 3355145"/>
                  <a:gd name="connsiteY17" fmla="*/ 244853 h 1976511"/>
                  <a:gd name="connsiteX18" fmla="*/ 3355145 w 3355145"/>
                  <a:gd name="connsiteY18" fmla="*/ 0 h 1976511"/>
                  <a:gd name="connsiteX0" fmla="*/ 0 w 3355145"/>
                  <a:gd name="connsiteY0" fmla="*/ 1976511 h 1976511"/>
                  <a:gd name="connsiteX1" fmla="*/ 189914 w 3355145"/>
                  <a:gd name="connsiteY1" fmla="*/ 1440607 h 1976511"/>
                  <a:gd name="connsiteX2" fmla="*/ 309490 w 3355145"/>
                  <a:gd name="connsiteY2" fmla="*/ 1081881 h 1976511"/>
                  <a:gd name="connsiteX3" fmla="*/ 422031 w 3355145"/>
                  <a:gd name="connsiteY3" fmla="*/ 793493 h 1976511"/>
                  <a:gd name="connsiteX4" fmla="*/ 583809 w 3355145"/>
                  <a:gd name="connsiteY4" fmla="*/ 393895 h 1976511"/>
                  <a:gd name="connsiteX5" fmla="*/ 851095 w 3355145"/>
                  <a:gd name="connsiteY5" fmla="*/ 98473 h 1976511"/>
                  <a:gd name="connsiteX6" fmla="*/ 1062110 w 3355145"/>
                  <a:gd name="connsiteY6" fmla="*/ 42203 h 1976511"/>
                  <a:gd name="connsiteX7" fmla="*/ 1266093 w 3355145"/>
                  <a:gd name="connsiteY7" fmla="*/ 69007 h 1976511"/>
                  <a:gd name="connsiteX8" fmla="*/ 1463039 w 3355145"/>
                  <a:gd name="connsiteY8" fmla="*/ 232118 h 1976511"/>
                  <a:gd name="connsiteX9" fmla="*/ 1610751 w 3355145"/>
                  <a:gd name="connsiteY9" fmla="*/ 617647 h 1976511"/>
                  <a:gd name="connsiteX10" fmla="*/ 1835833 w 3355145"/>
                  <a:gd name="connsiteY10" fmla="*/ 1470073 h 1976511"/>
                  <a:gd name="connsiteX11" fmla="*/ 1990578 w 3355145"/>
                  <a:gd name="connsiteY11" fmla="*/ 1814732 h 1976511"/>
                  <a:gd name="connsiteX12" fmla="*/ 2159390 w 3355145"/>
                  <a:gd name="connsiteY12" fmla="*/ 1948375 h 1976511"/>
                  <a:gd name="connsiteX13" fmla="*/ 2419642 w 3355145"/>
                  <a:gd name="connsiteY13" fmla="*/ 1835834 h 1976511"/>
                  <a:gd name="connsiteX14" fmla="*/ 2708031 w 3355145"/>
                  <a:gd name="connsiteY14" fmla="*/ 1250693 h 1976511"/>
                  <a:gd name="connsiteX15" fmla="*/ 2834639 w 3355145"/>
                  <a:gd name="connsiteY15" fmla="*/ 963636 h 1976511"/>
                  <a:gd name="connsiteX16" fmla="*/ 2940148 w 3355145"/>
                  <a:gd name="connsiteY16" fmla="*/ 617647 h 1976511"/>
                  <a:gd name="connsiteX17" fmla="*/ 3073791 w 3355145"/>
                  <a:gd name="connsiteY17" fmla="*/ 244853 h 1976511"/>
                  <a:gd name="connsiteX18" fmla="*/ 3213442 w 3355145"/>
                  <a:gd name="connsiteY18" fmla="*/ 132314 h 1976511"/>
                  <a:gd name="connsiteX19" fmla="*/ 3355145 w 3355145"/>
                  <a:gd name="connsiteY19" fmla="*/ 0 h 1976511"/>
                  <a:gd name="connsiteX0" fmla="*/ 0 w 3664634"/>
                  <a:gd name="connsiteY0" fmla="*/ 1936156 h 1936156"/>
                  <a:gd name="connsiteX1" fmla="*/ 189914 w 3664634"/>
                  <a:gd name="connsiteY1" fmla="*/ 1400252 h 1936156"/>
                  <a:gd name="connsiteX2" fmla="*/ 309490 w 3664634"/>
                  <a:gd name="connsiteY2" fmla="*/ 1041526 h 1936156"/>
                  <a:gd name="connsiteX3" fmla="*/ 422031 w 3664634"/>
                  <a:gd name="connsiteY3" fmla="*/ 753138 h 1936156"/>
                  <a:gd name="connsiteX4" fmla="*/ 583809 w 3664634"/>
                  <a:gd name="connsiteY4" fmla="*/ 353540 h 1936156"/>
                  <a:gd name="connsiteX5" fmla="*/ 851095 w 3664634"/>
                  <a:gd name="connsiteY5" fmla="*/ 58118 h 1936156"/>
                  <a:gd name="connsiteX6" fmla="*/ 1062110 w 3664634"/>
                  <a:gd name="connsiteY6" fmla="*/ 1848 h 1936156"/>
                  <a:gd name="connsiteX7" fmla="*/ 1266093 w 3664634"/>
                  <a:gd name="connsiteY7" fmla="*/ 28652 h 1936156"/>
                  <a:gd name="connsiteX8" fmla="*/ 1463039 w 3664634"/>
                  <a:gd name="connsiteY8" fmla="*/ 191763 h 1936156"/>
                  <a:gd name="connsiteX9" fmla="*/ 1610751 w 3664634"/>
                  <a:gd name="connsiteY9" fmla="*/ 577292 h 1936156"/>
                  <a:gd name="connsiteX10" fmla="*/ 1835833 w 3664634"/>
                  <a:gd name="connsiteY10" fmla="*/ 1429718 h 1936156"/>
                  <a:gd name="connsiteX11" fmla="*/ 1990578 w 3664634"/>
                  <a:gd name="connsiteY11" fmla="*/ 1774377 h 1936156"/>
                  <a:gd name="connsiteX12" fmla="*/ 2159390 w 3664634"/>
                  <a:gd name="connsiteY12" fmla="*/ 1908020 h 1936156"/>
                  <a:gd name="connsiteX13" fmla="*/ 2419642 w 3664634"/>
                  <a:gd name="connsiteY13" fmla="*/ 1795479 h 1936156"/>
                  <a:gd name="connsiteX14" fmla="*/ 2708031 w 3664634"/>
                  <a:gd name="connsiteY14" fmla="*/ 1210338 h 1936156"/>
                  <a:gd name="connsiteX15" fmla="*/ 2834639 w 3664634"/>
                  <a:gd name="connsiteY15" fmla="*/ 923281 h 1936156"/>
                  <a:gd name="connsiteX16" fmla="*/ 2940148 w 3664634"/>
                  <a:gd name="connsiteY16" fmla="*/ 577292 h 1936156"/>
                  <a:gd name="connsiteX17" fmla="*/ 3073791 w 3664634"/>
                  <a:gd name="connsiteY17" fmla="*/ 204498 h 1936156"/>
                  <a:gd name="connsiteX18" fmla="*/ 3213442 w 3664634"/>
                  <a:gd name="connsiteY18" fmla="*/ 91959 h 1936156"/>
                  <a:gd name="connsiteX19" fmla="*/ 3664634 w 3664634"/>
                  <a:gd name="connsiteY19" fmla="*/ 107355 h 1936156"/>
                  <a:gd name="connsiteX0" fmla="*/ 0 w 3213442"/>
                  <a:gd name="connsiteY0" fmla="*/ 1936156 h 1936156"/>
                  <a:gd name="connsiteX1" fmla="*/ 189914 w 3213442"/>
                  <a:gd name="connsiteY1" fmla="*/ 1400252 h 1936156"/>
                  <a:gd name="connsiteX2" fmla="*/ 309490 w 3213442"/>
                  <a:gd name="connsiteY2" fmla="*/ 1041526 h 1936156"/>
                  <a:gd name="connsiteX3" fmla="*/ 422031 w 3213442"/>
                  <a:gd name="connsiteY3" fmla="*/ 753138 h 1936156"/>
                  <a:gd name="connsiteX4" fmla="*/ 583809 w 3213442"/>
                  <a:gd name="connsiteY4" fmla="*/ 353540 h 1936156"/>
                  <a:gd name="connsiteX5" fmla="*/ 851095 w 3213442"/>
                  <a:gd name="connsiteY5" fmla="*/ 58118 h 1936156"/>
                  <a:gd name="connsiteX6" fmla="*/ 1062110 w 3213442"/>
                  <a:gd name="connsiteY6" fmla="*/ 1848 h 1936156"/>
                  <a:gd name="connsiteX7" fmla="*/ 1266093 w 3213442"/>
                  <a:gd name="connsiteY7" fmla="*/ 28652 h 1936156"/>
                  <a:gd name="connsiteX8" fmla="*/ 1463039 w 3213442"/>
                  <a:gd name="connsiteY8" fmla="*/ 191763 h 1936156"/>
                  <a:gd name="connsiteX9" fmla="*/ 1610751 w 3213442"/>
                  <a:gd name="connsiteY9" fmla="*/ 577292 h 1936156"/>
                  <a:gd name="connsiteX10" fmla="*/ 1835833 w 3213442"/>
                  <a:gd name="connsiteY10" fmla="*/ 1429718 h 1936156"/>
                  <a:gd name="connsiteX11" fmla="*/ 1990578 w 3213442"/>
                  <a:gd name="connsiteY11" fmla="*/ 1774377 h 1936156"/>
                  <a:gd name="connsiteX12" fmla="*/ 2159390 w 3213442"/>
                  <a:gd name="connsiteY12" fmla="*/ 1908020 h 1936156"/>
                  <a:gd name="connsiteX13" fmla="*/ 2419642 w 3213442"/>
                  <a:gd name="connsiteY13" fmla="*/ 1795479 h 1936156"/>
                  <a:gd name="connsiteX14" fmla="*/ 2708031 w 3213442"/>
                  <a:gd name="connsiteY14" fmla="*/ 1210338 h 1936156"/>
                  <a:gd name="connsiteX15" fmla="*/ 2834639 w 3213442"/>
                  <a:gd name="connsiteY15" fmla="*/ 923281 h 1936156"/>
                  <a:gd name="connsiteX16" fmla="*/ 2940148 w 3213442"/>
                  <a:gd name="connsiteY16" fmla="*/ 577292 h 1936156"/>
                  <a:gd name="connsiteX17" fmla="*/ 3073791 w 3213442"/>
                  <a:gd name="connsiteY17" fmla="*/ 204498 h 1936156"/>
                  <a:gd name="connsiteX18" fmla="*/ 3213442 w 3213442"/>
                  <a:gd name="connsiteY18" fmla="*/ 91959 h 1936156"/>
                  <a:gd name="connsiteX0" fmla="*/ 0 w 3073791"/>
                  <a:gd name="connsiteY0" fmla="*/ 1936156 h 1936156"/>
                  <a:gd name="connsiteX1" fmla="*/ 189914 w 3073791"/>
                  <a:gd name="connsiteY1" fmla="*/ 1400252 h 1936156"/>
                  <a:gd name="connsiteX2" fmla="*/ 309490 w 3073791"/>
                  <a:gd name="connsiteY2" fmla="*/ 1041526 h 1936156"/>
                  <a:gd name="connsiteX3" fmla="*/ 422031 w 3073791"/>
                  <a:gd name="connsiteY3" fmla="*/ 753138 h 1936156"/>
                  <a:gd name="connsiteX4" fmla="*/ 583809 w 3073791"/>
                  <a:gd name="connsiteY4" fmla="*/ 353540 h 1936156"/>
                  <a:gd name="connsiteX5" fmla="*/ 851095 w 3073791"/>
                  <a:gd name="connsiteY5" fmla="*/ 58118 h 1936156"/>
                  <a:gd name="connsiteX6" fmla="*/ 1062110 w 3073791"/>
                  <a:gd name="connsiteY6" fmla="*/ 1848 h 1936156"/>
                  <a:gd name="connsiteX7" fmla="*/ 1266093 w 3073791"/>
                  <a:gd name="connsiteY7" fmla="*/ 28652 h 1936156"/>
                  <a:gd name="connsiteX8" fmla="*/ 1463039 w 3073791"/>
                  <a:gd name="connsiteY8" fmla="*/ 191763 h 1936156"/>
                  <a:gd name="connsiteX9" fmla="*/ 1610751 w 3073791"/>
                  <a:gd name="connsiteY9" fmla="*/ 577292 h 1936156"/>
                  <a:gd name="connsiteX10" fmla="*/ 1835833 w 3073791"/>
                  <a:gd name="connsiteY10" fmla="*/ 1429718 h 1936156"/>
                  <a:gd name="connsiteX11" fmla="*/ 1990578 w 3073791"/>
                  <a:gd name="connsiteY11" fmla="*/ 1774377 h 1936156"/>
                  <a:gd name="connsiteX12" fmla="*/ 2159390 w 3073791"/>
                  <a:gd name="connsiteY12" fmla="*/ 1908020 h 1936156"/>
                  <a:gd name="connsiteX13" fmla="*/ 2419642 w 3073791"/>
                  <a:gd name="connsiteY13" fmla="*/ 1795479 h 1936156"/>
                  <a:gd name="connsiteX14" fmla="*/ 2708031 w 3073791"/>
                  <a:gd name="connsiteY14" fmla="*/ 1210338 h 1936156"/>
                  <a:gd name="connsiteX15" fmla="*/ 2834639 w 3073791"/>
                  <a:gd name="connsiteY15" fmla="*/ 923281 h 1936156"/>
                  <a:gd name="connsiteX16" fmla="*/ 2940148 w 3073791"/>
                  <a:gd name="connsiteY16" fmla="*/ 577292 h 1936156"/>
                  <a:gd name="connsiteX17" fmla="*/ 3073791 w 3073791"/>
                  <a:gd name="connsiteY17" fmla="*/ 204498 h 1936156"/>
                  <a:gd name="connsiteX0" fmla="*/ 0 w 3073791"/>
                  <a:gd name="connsiteY0" fmla="*/ 1936156 h 1936156"/>
                  <a:gd name="connsiteX1" fmla="*/ 189914 w 3073791"/>
                  <a:gd name="connsiteY1" fmla="*/ 1400252 h 1936156"/>
                  <a:gd name="connsiteX2" fmla="*/ 309490 w 3073791"/>
                  <a:gd name="connsiteY2" fmla="*/ 1041526 h 1936156"/>
                  <a:gd name="connsiteX3" fmla="*/ 422031 w 3073791"/>
                  <a:gd name="connsiteY3" fmla="*/ 753138 h 1936156"/>
                  <a:gd name="connsiteX4" fmla="*/ 583809 w 3073791"/>
                  <a:gd name="connsiteY4" fmla="*/ 353540 h 1936156"/>
                  <a:gd name="connsiteX5" fmla="*/ 851095 w 3073791"/>
                  <a:gd name="connsiteY5" fmla="*/ 58118 h 1936156"/>
                  <a:gd name="connsiteX6" fmla="*/ 1062110 w 3073791"/>
                  <a:gd name="connsiteY6" fmla="*/ 1848 h 1936156"/>
                  <a:gd name="connsiteX7" fmla="*/ 1266093 w 3073791"/>
                  <a:gd name="connsiteY7" fmla="*/ 28652 h 1936156"/>
                  <a:gd name="connsiteX8" fmla="*/ 1463039 w 3073791"/>
                  <a:gd name="connsiteY8" fmla="*/ 191763 h 1936156"/>
                  <a:gd name="connsiteX9" fmla="*/ 1610751 w 3073791"/>
                  <a:gd name="connsiteY9" fmla="*/ 577292 h 1936156"/>
                  <a:gd name="connsiteX10" fmla="*/ 1835833 w 3073791"/>
                  <a:gd name="connsiteY10" fmla="*/ 1429718 h 1936156"/>
                  <a:gd name="connsiteX11" fmla="*/ 1990578 w 3073791"/>
                  <a:gd name="connsiteY11" fmla="*/ 1774377 h 1936156"/>
                  <a:gd name="connsiteX12" fmla="*/ 2159390 w 3073791"/>
                  <a:gd name="connsiteY12" fmla="*/ 1908020 h 1936156"/>
                  <a:gd name="connsiteX13" fmla="*/ 2419642 w 3073791"/>
                  <a:gd name="connsiteY13" fmla="*/ 1795479 h 1936156"/>
                  <a:gd name="connsiteX14" fmla="*/ 2708031 w 3073791"/>
                  <a:gd name="connsiteY14" fmla="*/ 1210338 h 1936156"/>
                  <a:gd name="connsiteX15" fmla="*/ 2834639 w 3073791"/>
                  <a:gd name="connsiteY15" fmla="*/ 923281 h 1936156"/>
                  <a:gd name="connsiteX16" fmla="*/ 2940148 w 3073791"/>
                  <a:gd name="connsiteY16" fmla="*/ 577292 h 1936156"/>
                  <a:gd name="connsiteX17" fmla="*/ 3073791 w 3073791"/>
                  <a:gd name="connsiteY17" fmla="*/ 253735 h 1936156"/>
                  <a:gd name="connsiteX0" fmla="*/ 0 w 2883877"/>
                  <a:gd name="connsiteY0" fmla="*/ 1400252 h 1908998"/>
                  <a:gd name="connsiteX1" fmla="*/ 119576 w 2883877"/>
                  <a:gd name="connsiteY1" fmla="*/ 1041526 h 1908998"/>
                  <a:gd name="connsiteX2" fmla="*/ 232117 w 2883877"/>
                  <a:gd name="connsiteY2" fmla="*/ 753138 h 1908998"/>
                  <a:gd name="connsiteX3" fmla="*/ 393895 w 2883877"/>
                  <a:gd name="connsiteY3" fmla="*/ 353540 h 1908998"/>
                  <a:gd name="connsiteX4" fmla="*/ 661181 w 2883877"/>
                  <a:gd name="connsiteY4" fmla="*/ 58118 h 1908998"/>
                  <a:gd name="connsiteX5" fmla="*/ 872196 w 2883877"/>
                  <a:gd name="connsiteY5" fmla="*/ 1848 h 1908998"/>
                  <a:gd name="connsiteX6" fmla="*/ 1076179 w 2883877"/>
                  <a:gd name="connsiteY6" fmla="*/ 28652 h 1908998"/>
                  <a:gd name="connsiteX7" fmla="*/ 1273125 w 2883877"/>
                  <a:gd name="connsiteY7" fmla="*/ 191763 h 1908998"/>
                  <a:gd name="connsiteX8" fmla="*/ 1420837 w 2883877"/>
                  <a:gd name="connsiteY8" fmla="*/ 577292 h 1908998"/>
                  <a:gd name="connsiteX9" fmla="*/ 1645919 w 2883877"/>
                  <a:gd name="connsiteY9" fmla="*/ 1429718 h 1908998"/>
                  <a:gd name="connsiteX10" fmla="*/ 1800664 w 2883877"/>
                  <a:gd name="connsiteY10" fmla="*/ 1774377 h 1908998"/>
                  <a:gd name="connsiteX11" fmla="*/ 1969476 w 2883877"/>
                  <a:gd name="connsiteY11" fmla="*/ 1908020 h 1908998"/>
                  <a:gd name="connsiteX12" fmla="*/ 2229728 w 2883877"/>
                  <a:gd name="connsiteY12" fmla="*/ 1795479 h 1908998"/>
                  <a:gd name="connsiteX13" fmla="*/ 2518117 w 2883877"/>
                  <a:gd name="connsiteY13" fmla="*/ 1210338 h 1908998"/>
                  <a:gd name="connsiteX14" fmla="*/ 2644725 w 2883877"/>
                  <a:gd name="connsiteY14" fmla="*/ 923281 h 1908998"/>
                  <a:gd name="connsiteX15" fmla="*/ 2750234 w 2883877"/>
                  <a:gd name="connsiteY15" fmla="*/ 577292 h 1908998"/>
                  <a:gd name="connsiteX16" fmla="*/ 2883877 w 2883877"/>
                  <a:gd name="connsiteY16" fmla="*/ 253735 h 1908998"/>
                  <a:gd name="connsiteX0" fmla="*/ 0 w 2764301"/>
                  <a:gd name="connsiteY0" fmla="*/ 1041526 h 1908998"/>
                  <a:gd name="connsiteX1" fmla="*/ 112541 w 2764301"/>
                  <a:gd name="connsiteY1" fmla="*/ 753138 h 1908998"/>
                  <a:gd name="connsiteX2" fmla="*/ 274319 w 2764301"/>
                  <a:gd name="connsiteY2" fmla="*/ 353540 h 1908998"/>
                  <a:gd name="connsiteX3" fmla="*/ 541605 w 2764301"/>
                  <a:gd name="connsiteY3" fmla="*/ 58118 h 1908998"/>
                  <a:gd name="connsiteX4" fmla="*/ 752620 w 2764301"/>
                  <a:gd name="connsiteY4" fmla="*/ 1848 h 1908998"/>
                  <a:gd name="connsiteX5" fmla="*/ 956603 w 2764301"/>
                  <a:gd name="connsiteY5" fmla="*/ 28652 h 1908998"/>
                  <a:gd name="connsiteX6" fmla="*/ 1153549 w 2764301"/>
                  <a:gd name="connsiteY6" fmla="*/ 191763 h 1908998"/>
                  <a:gd name="connsiteX7" fmla="*/ 1301261 w 2764301"/>
                  <a:gd name="connsiteY7" fmla="*/ 577292 h 1908998"/>
                  <a:gd name="connsiteX8" fmla="*/ 1526343 w 2764301"/>
                  <a:gd name="connsiteY8" fmla="*/ 1429718 h 1908998"/>
                  <a:gd name="connsiteX9" fmla="*/ 1681088 w 2764301"/>
                  <a:gd name="connsiteY9" fmla="*/ 1774377 h 1908998"/>
                  <a:gd name="connsiteX10" fmla="*/ 1849900 w 2764301"/>
                  <a:gd name="connsiteY10" fmla="*/ 1908020 h 1908998"/>
                  <a:gd name="connsiteX11" fmla="*/ 2110152 w 2764301"/>
                  <a:gd name="connsiteY11" fmla="*/ 1795479 h 1908998"/>
                  <a:gd name="connsiteX12" fmla="*/ 2398541 w 2764301"/>
                  <a:gd name="connsiteY12" fmla="*/ 1210338 h 1908998"/>
                  <a:gd name="connsiteX13" fmla="*/ 2525149 w 2764301"/>
                  <a:gd name="connsiteY13" fmla="*/ 923281 h 1908998"/>
                  <a:gd name="connsiteX14" fmla="*/ 2630658 w 2764301"/>
                  <a:gd name="connsiteY14" fmla="*/ 577292 h 1908998"/>
                  <a:gd name="connsiteX15" fmla="*/ 2764301 w 2764301"/>
                  <a:gd name="connsiteY15" fmla="*/ 253735 h 1908998"/>
                  <a:gd name="connsiteX0" fmla="*/ 0 w 2651760"/>
                  <a:gd name="connsiteY0" fmla="*/ 753138 h 1908998"/>
                  <a:gd name="connsiteX1" fmla="*/ 161778 w 2651760"/>
                  <a:gd name="connsiteY1" fmla="*/ 353540 h 1908998"/>
                  <a:gd name="connsiteX2" fmla="*/ 429064 w 2651760"/>
                  <a:gd name="connsiteY2" fmla="*/ 58118 h 1908998"/>
                  <a:gd name="connsiteX3" fmla="*/ 640079 w 2651760"/>
                  <a:gd name="connsiteY3" fmla="*/ 1848 h 1908998"/>
                  <a:gd name="connsiteX4" fmla="*/ 844062 w 2651760"/>
                  <a:gd name="connsiteY4" fmla="*/ 28652 h 1908998"/>
                  <a:gd name="connsiteX5" fmla="*/ 1041008 w 2651760"/>
                  <a:gd name="connsiteY5" fmla="*/ 191763 h 1908998"/>
                  <a:gd name="connsiteX6" fmla="*/ 1188720 w 2651760"/>
                  <a:gd name="connsiteY6" fmla="*/ 577292 h 1908998"/>
                  <a:gd name="connsiteX7" fmla="*/ 1413802 w 2651760"/>
                  <a:gd name="connsiteY7" fmla="*/ 1429718 h 1908998"/>
                  <a:gd name="connsiteX8" fmla="*/ 1568547 w 2651760"/>
                  <a:gd name="connsiteY8" fmla="*/ 1774377 h 1908998"/>
                  <a:gd name="connsiteX9" fmla="*/ 1737359 w 2651760"/>
                  <a:gd name="connsiteY9" fmla="*/ 1908020 h 1908998"/>
                  <a:gd name="connsiteX10" fmla="*/ 1997611 w 2651760"/>
                  <a:gd name="connsiteY10" fmla="*/ 1795479 h 1908998"/>
                  <a:gd name="connsiteX11" fmla="*/ 2286000 w 2651760"/>
                  <a:gd name="connsiteY11" fmla="*/ 1210338 h 1908998"/>
                  <a:gd name="connsiteX12" fmla="*/ 2412608 w 2651760"/>
                  <a:gd name="connsiteY12" fmla="*/ 923281 h 1908998"/>
                  <a:gd name="connsiteX13" fmla="*/ 2518117 w 2651760"/>
                  <a:gd name="connsiteY13" fmla="*/ 577292 h 1908998"/>
                  <a:gd name="connsiteX14" fmla="*/ 2651760 w 2651760"/>
                  <a:gd name="connsiteY14" fmla="*/ 253735 h 1908998"/>
                  <a:gd name="connsiteX0" fmla="*/ 0 w 2489982"/>
                  <a:gd name="connsiteY0" fmla="*/ 353540 h 1908998"/>
                  <a:gd name="connsiteX1" fmla="*/ 267286 w 2489982"/>
                  <a:gd name="connsiteY1" fmla="*/ 58118 h 1908998"/>
                  <a:gd name="connsiteX2" fmla="*/ 478301 w 2489982"/>
                  <a:gd name="connsiteY2" fmla="*/ 1848 h 1908998"/>
                  <a:gd name="connsiteX3" fmla="*/ 682284 w 2489982"/>
                  <a:gd name="connsiteY3" fmla="*/ 28652 h 1908998"/>
                  <a:gd name="connsiteX4" fmla="*/ 879230 w 2489982"/>
                  <a:gd name="connsiteY4" fmla="*/ 191763 h 1908998"/>
                  <a:gd name="connsiteX5" fmla="*/ 1026942 w 2489982"/>
                  <a:gd name="connsiteY5" fmla="*/ 577292 h 1908998"/>
                  <a:gd name="connsiteX6" fmla="*/ 1252024 w 2489982"/>
                  <a:gd name="connsiteY6" fmla="*/ 1429718 h 1908998"/>
                  <a:gd name="connsiteX7" fmla="*/ 1406769 w 2489982"/>
                  <a:gd name="connsiteY7" fmla="*/ 1774377 h 1908998"/>
                  <a:gd name="connsiteX8" fmla="*/ 1575581 w 2489982"/>
                  <a:gd name="connsiteY8" fmla="*/ 1908020 h 1908998"/>
                  <a:gd name="connsiteX9" fmla="*/ 1835833 w 2489982"/>
                  <a:gd name="connsiteY9" fmla="*/ 1795479 h 1908998"/>
                  <a:gd name="connsiteX10" fmla="*/ 2124222 w 2489982"/>
                  <a:gd name="connsiteY10" fmla="*/ 1210338 h 1908998"/>
                  <a:gd name="connsiteX11" fmla="*/ 2250830 w 2489982"/>
                  <a:gd name="connsiteY11" fmla="*/ 923281 h 1908998"/>
                  <a:gd name="connsiteX12" fmla="*/ 2356339 w 2489982"/>
                  <a:gd name="connsiteY12" fmla="*/ 577292 h 1908998"/>
                  <a:gd name="connsiteX13" fmla="*/ 2489982 w 2489982"/>
                  <a:gd name="connsiteY13" fmla="*/ 253735 h 1908998"/>
                  <a:gd name="connsiteX0" fmla="*/ 0 w 2222696"/>
                  <a:gd name="connsiteY0" fmla="*/ 58118 h 1908998"/>
                  <a:gd name="connsiteX1" fmla="*/ 211015 w 2222696"/>
                  <a:gd name="connsiteY1" fmla="*/ 1848 h 1908998"/>
                  <a:gd name="connsiteX2" fmla="*/ 414998 w 2222696"/>
                  <a:gd name="connsiteY2" fmla="*/ 28652 h 1908998"/>
                  <a:gd name="connsiteX3" fmla="*/ 611944 w 2222696"/>
                  <a:gd name="connsiteY3" fmla="*/ 191763 h 1908998"/>
                  <a:gd name="connsiteX4" fmla="*/ 759656 w 2222696"/>
                  <a:gd name="connsiteY4" fmla="*/ 577292 h 1908998"/>
                  <a:gd name="connsiteX5" fmla="*/ 984738 w 2222696"/>
                  <a:gd name="connsiteY5" fmla="*/ 1429718 h 1908998"/>
                  <a:gd name="connsiteX6" fmla="*/ 1139483 w 2222696"/>
                  <a:gd name="connsiteY6" fmla="*/ 1774377 h 1908998"/>
                  <a:gd name="connsiteX7" fmla="*/ 1308295 w 2222696"/>
                  <a:gd name="connsiteY7" fmla="*/ 1908020 h 1908998"/>
                  <a:gd name="connsiteX8" fmla="*/ 1568547 w 2222696"/>
                  <a:gd name="connsiteY8" fmla="*/ 1795479 h 1908998"/>
                  <a:gd name="connsiteX9" fmla="*/ 1856936 w 2222696"/>
                  <a:gd name="connsiteY9" fmla="*/ 1210338 h 1908998"/>
                  <a:gd name="connsiteX10" fmla="*/ 1983544 w 2222696"/>
                  <a:gd name="connsiteY10" fmla="*/ 923281 h 1908998"/>
                  <a:gd name="connsiteX11" fmla="*/ 2089053 w 2222696"/>
                  <a:gd name="connsiteY11" fmla="*/ 577292 h 1908998"/>
                  <a:gd name="connsiteX12" fmla="*/ 2222696 w 2222696"/>
                  <a:gd name="connsiteY12" fmla="*/ 253735 h 1908998"/>
                  <a:gd name="connsiteX0" fmla="*/ 0 w 2222696"/>
                  <a:gd name="connsiteY0" fmla="*/ 58118 h 1908998"/>
                  <a:gd name="connsiteX1" fmla="*/ 211015 w 2222696"/>
                  <a:gd name="connsiteY1" fmla="*/ 1848 h 1908998"/>
                  <a:gd name="connsiteX2" fmla="*/ 414998 w 2222696"/>
                  <a:gd name="connsiteY2" fmla="*/ 28652 h 1908998"/>
                  <a:gd name="connsiteX3" fmla="*/ 611944 w 2222696"/>
                  <a:gd name="connsiteY3" fmla="*/ 191763 h 1908998"/>
                  <a:gd name="connsiteX4" fmla="*/ 759656 w 2222696"/>
                  <a:gd name="connsiteY4" fmla="*/ 577292 h 1908998"/>
                  <a:gd name="connsiteX5" fmla="*/ 984738 w 2222696"/>
                  <a:gd name="connsiteY5" fmla="*/ 1429718 h 1908998"/>
                  <a:gd name="connsiteX6" fmla="*/ 1139483 w 2222696"/>
                  <a:gd name="connsiteY6" fmla="*/ 1774377 h 1908998"/>
                  <a:gd name="connsiteX7" fmla="*/ 1308295 w 2222696"/>
                  <a:gd name="connsiteY7" fmla="*/ 1908020 h 1908998"/>
                  <a:gd name="connsiteX8" fmla="*/ 1568547 w 2222696"/>
                  <a:gd name="connsiteY8" fmla="*/ 1795479 h 1908998"/>
                  <a:gd name="connsiteX9" fmla="*/ 1856936 w 2222696"/>
                  <a:gd name="connsiteY9" fmla="*/ 1210338 h 1908998"/>
                  <a:gd name="connsiteX10" fmla="*/ 1969477 w 2222696"/>
                  <a:gd name="connsiteY10" fmla="*/ 923281 h 1908998"/>
                  <a:gd name="connsiteX11" fmla="*/ 2089053 w 2222696"/>
                  <a:gd name="connsiteY11" fmla="*/ 577292 h 1908998"/>
                  <a:gd name="connsiteX12" fmla="*/ 2222696 w 2222696"/>
                  <a:gd name="connsiteY12" fmla="*/ 253735 h 1908998"/>
                  <a:gd name="connsiteX0" fmla="*/ 0 w 2194561"/>
                  <a:gd name="connsiteY0" fmla="*/ 58118 h 1908998"/>
                  <a:gd name="connsiteX1" fmla="*/ 211015 w 2194561"/>
                  <a:gd name="connsiteY1" fmla="*/ 1848 h 1908998"/>
                  <a:gd name="connsiteX2" fmla="*/ 414998 w 2194561"/>
                  <a:gd name="connsiteY2" fmla="*/ 28652 h 1908998"/>
                  <a:gd name="connsiteX3" fmla="*/ 611944 w 2194561"/>
                  <a:gd name="connsiteY3" fmla="*/ 191763 h 1908998"/>
                  <a:gd name="connsiteX4" fmla="*/ 759656 w 2194561"/>
                  <a:gd name="connsiteY4" fmla="*/ 577292 h 1908998"/>
                  <a:gd name="connsiteX5" fmla="*/ 984738 w 2194561"/>
                  <a:gd name="connsiteY5" fmla="*/ 1429718 h 1908998"/>
                  <a:gd name="connsiteX6" fmla="*/ 1139483 w 2194561"/>
                  <a:gd name="connsiteY6" fmla="*/ 1774377 h 1908998"/>
                  <a:gd name="connsiteX7" fmla="*/ 1308295 w 2194561"/>
                  <a:gd name="connsiteY7" fmla="*/ 1908020 h 1908998"/>
                  <a:gd name="connsiteX8" fmla="*/ 1568547 w 2194561"/>
                  <a:gd name="connsiteY8" fmla="*/ 1795479 h 1908998"/>
                  <a:gd name="connsiteX9" fmla="*/ 1856936 w 2194561"/>
                  <a:gd name="connsiteY9" fmla="*/ 1210338 h 1908998"/>
                  <a:gd name="connsiteX10" fmla="*/ 1969477 w 2194561"/>
                  <a:gd name="connsiteY10" fmla="*/ 923281 h 1908998"/>
                  <a:gd name="connsiteX11" fmla="*/ 2089053 w 2194561"/>
                  <a:gd name="connsiteY11" fmla="*/ 577292 h 1908998"/>
                  <a:gd name="connsiteX12" fmla="*/ 2194561 w 2194561"/>
                  <a:gd name="connsiteY12" fmla="*/ 295938 h 190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4561" h="1908998">
                    <a:moveTo>
                      <a:pt x="0" y="58118"/>
                    </a:moveTo>
                    <a:cubicBezTo>
                      <a:pt x="79717" y="-497"/>
                      <a:pt x="141849" y="6759"/>
                      <a:pt x="211015" y="1848"/>
                    </a:cubicBezTo>
                    <a:cubicBezTo>
                      <a:pt x="280181" y="-3063"/>
                      <a:pt x="347004" y="516"/>
                      <a:pt x="414998" y="28652"/>
                    </a:cubicBezTo>
                    <a:cubicBezTo>
                      <a:pt x="482992" y="56788"/>
                      <a:pt x="554501" y="100323"/>
                      <a:pt x="611944" y="191763"/>
                    </a:cubicBezTo>
                    <a:cubicBezTo>
                      <a:pt x="669387" y="283203"/>
                      <a:pt x="696351" y="372138"/>
                      <a:pt x="759656" y="577292"/>
                    </a:cubicBezTo>
                    <a:cubicBezTo>
                      <a:pt x="822961" y="782446"/>
                      <a:pt x="921434" y="1230204"/>
                      <a:pt x="984738" y="1429718"/>
                    </a:cubicBezTo>
                    <a:cubicBezTo>
                      <a:pt x="1048042" y="1629232"/>
                      <a:pt x="1085557" y="1694660"/>
                      <a:pt x="1139483" y="1774377"/>
                    </a:cubicBezTo>
                    <a:cubicBezTo>
                      <a:pt x="1193409" y="1854094"/>
                      <a:pt x="1236784" y="1904503"/>
                      <a:pt x="1308295" y="1908020"/>
                    </a:cubicBezTo>
                    <a:cubicBezTo>
                      <a:pt x="1379806" y="1911537"/>
                      <a:pt x="1477107" y="1911759"/>
                      <a:pt x="1568547" y="1795479"/>
                    </a:cubicBezTo>
                    <a:cubicBezTo>
                      <a:pt x="1659987" y="1679199"/>
                      <a:pt x="1787770" y="1355704"/>
                      <a:pt x="1856936" y="1210338"/>
                    </a:cubicBezTo>
                    <a:lnTo>
                      <a:pt x="1969477" y="923281"/>
                    </a:lnTo>
                    <a:lnTo>
                      <a:pt x="2089053" y="577292"/>
                    </a:lnTo>
                    <a:lnTo>
                      <a:pt x="2194561" y="295938"/>
                    </a:lnTo>
                  </a:path>
                </a:pathLst>
              </a:custGeom>
              <a:noFill/>
              <a:ln w="31750" cap="rnd" cmpd="sng" algn="ctr">
                <a:solidFill>
                  <a:srgbClr val="FF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69" name="Freeform 154">
                <a:extLst>
                  <a:ext uri="{FF2B5EF4-FFF2-40B4-BE49-F238E27FC236}">
                    <a16:creationId xmlns:a16="http://schemas.microsoft.com/office/drawing/2014/main" id="{D8F2DA3D-393D-B4ED-EF83-DFD1D95735A3}"/>
                  </a:ext>
                </a:extLst>
              </p:cNvPr>
              <p:cNvSpPr/>
              <p:nvPr/>
            </p:nvSpPr>
            <p:spPr>
              <a:xfrm>
                <a:off x="5402549" y="3028378"/>
                <a:ext cx="475810" cy="573448"/>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355145"/>
                  <a:gd name="connsiteY0" fmla="*/ 1976511 h 1976511"/>
                  <a:gd name="connsiteX1" fmla="*/ 189914 w 3355145"/>
                  <a:gd name="connsiteY1" fmla="*/ 1440607 h 1976511"/>
                  <a:gd name="connsiteX2" fmla="*/ 309490 w 3355145"/>
                  <a:gd name="connsiteY2" fmla="*/ 1081881 h 1976511"/>
                  <a:gd name="connsiteX3" fmla="*/ 422031 w 3355145"/>
                  <a:gd name="connsiteY3" fmla="*/ 793493 h 1976511"/>
                  <a:gd name="connsiteX4" fmla="*/ 583809 w 3355145"/>
                  <a:gd name="connsiteY4" fmla="*/ 393895 h 1976511"/>
                  <a:gd name="connsiteX5" fmla="*/ 851095 w 3355145"/>
                  <a:gd name="connsiteY5" fmla="*/ 98473 h 1976511"/>
                  <a:gd name="connsiteX6" fmla="*/ 1062110 w 3355145"/>
                  <a:gd name="connsiteY6" fmla="*/ 42203 h 1976511"/>
                  <a:gd name="connsiteX7" fmla="*/ 1266093 w 3355145"/>
                  <a:gd name="connsiteY7" fmla="*/ 69007 h 1976511"/>
                  <a:gd name="connsiteX8" fmla="*/ 1463039 w 3355145"/>
                  <a:gd name="connsiteY8" fmla="*/ 232118 h 1976511"/>
                  <a:gd name="connsiteX9" fmla="*/ 1610751 w 3355145"/>
                  <a:gd name="connsiteY9" fmla="*/ 617647 h 1976511"/>
                  <a:gd name="connsiteX10" fmla="*/ 1835833 w 3355145"/>
                  <a:gd name="connsiteY10" fmla="*/ 1470073 h 1976511"/>
                  <a:gd name="connsiteX11" fmla="*/ 1990578 w 3355145"/>
                  <a:gd name="connsiteY11" fmla="*/ 1814732 h 1976511"/>
                  <a:gd name="connsiteX12" fmla="*/ 2159390 w 3355145"/>
                  <a:gd name="connsiteY12" fmla="*/ 1948375 h 1976511"/>
                  <a:gd name="connsiteX13" fmla="*/ 2419642 w 3355145"/>
                  <a:gd name="connsiteY13" fmla="*/ 1835834 h 1976511"/>
                  <a:gd name="connsiteX14" fmla="*/ 2708031 w 3355145"/>
                  <a:gd name="connsiteY14" fmla="*/ 1250693 h 1976511"/>
                  <a:gd name="connsiteX15" fmla="*/ 2834639 w 3355145"/>
                  <a:gd name="connsiteY15" fmla="*/ 963636 h 1976511"/>
                  <a:gd name="connsiteX16" fmla="*/ 2940148 w 3355145"/>
                  <a:gd name="connsiteY16" fmla="*/ 617647 h 1976511"/>
                  <a:gd name="connsiteX17" fmla="*/ 3073791 w 3355145"/>
                  <a:gd name="connsiteY17" fmla="*/ 244853 h 1976511"/>
                  <a:gd name="connsiteX18" fmla="*/ 3355145 w 3355145"/>
                  <a:gd name="connsiteY18" fmla="*/ 0 h 1976511"/>
                  <a:gd name="connsiteX0" fmla="*/ 0 w 3355145"/>
                  <a:gd name="connsiteY0" fmla="*/ 1976511 h 1976511"/>
                  <a:gd name="connsiteX1" fmla="*/ 189914 w 3355145"/>
                  <a:gd name="connsiteY1" fmla="*/ 1440607 h 1976511"/>
                  <a:gd name="connsiteX2" fmla="*/ 309490 w 3355145"/>
                  <a:gd name="connsiteY2" fmla="*/ 1081881 h 1976511"/>
                  <a:gd name="connsiteX3" fmla="*/ 422031 w 3355145"/>
                  <a:gd name="connsiteY3" fmla="*/ 793493 h 1976511"/>
                  <a:gd name="connsiteX4" fmla="*/ 583809 w 3355145"/>
                  <a:gd name="connsiteY4" fmla="*/ 393895 h 1976511"/>
                  <a:gd name="connsiteX5" fmla="*/ 851095 w 3355145"/>
                  <a:gd name="connsiteY5" fmla="*/ 98473 h 1976511"/>
                  <a:gd name="connsiteX6" fmla="*/ 1062110 w 3355145"/>
                  <a:gd name="connsiteY6" fmla="*/ 42203 h 1976511"/>
                  <a:gd name="connsiteX7" fmla="*/ 1266093 w 3355145"/>
                  <a:gd name="connsiteY7" fmla="*/ 69007 h 1976511"/>
                  <a:gd name="connsiteX8" fmla="*/ 1463039 w 3355145"/>
                  <a:gd name="connsiteY8" fmla="*/ 232118 h 1976511"/>
                  <a:gd name="connsiteX9" fmla="*/ 1610751 w 3355145"/>
                  <a:gd name="connsiteY9" fmla="*/ 617647 h 1976511"/>
                  <a:gd name="connsiteX10" fmla="*/ 1835833 w 3355145"/>
                  <a:gd name="connsiteY10" fmla="*/ 1470073 h 1976511"/>
                  <a:gd name="connsiteX11" fmla="*/ 1990578 w 3355145"/>
                  <a:gd name="connsiteY11" fmla="*/ 1814732 h 1976511"/>
                  <a:gd name="connsiteX12" fmla="*/ 2159390 w 3355145"/>
                  <a:gd name="connsiteY12" fmla="*/ 1948375 h 1976511"/>
                  <a:gd name="connsiteX13" fmla="*/ 2419642 w 3355145"/>
                  <a:gd name="connsiteY13" fmla="*/ 1835834 h 1976511"/>
                  <a:gd name="connsiteX14" fmla="*/ 2708031 w 3355145"/>
                  <a:gd name="connsiteY14" fmla="*/ 1250693 h 1976511"/>
                  <a:gd name="connsiteX15" fmla="*/ 2834639 w 3355145"/>
                  <a:gd name="connsiteY15" fmla="*/ 963636 h 1976511"/>
                  <a:gd name="connsiteX16" fmla="*/ 2940148 w 3355145"/>
                  <a:gd name="connsiteY16" fmla="*/ 617647 h 1976511"/>
                  <a:gd name="connsiteX17" fmla="*/ 3073791 w 3355145"/>
                  <a:gd name="connsiteY17" fmla="*/ 244853 h 1976511"/>
                  <a:gd name="connsiteX18" fmla="*/ 3213442 w 3355145"/>
                  <a:gd name="connsiteY18" fmla="*/ 132314 h 1976511"/>
                  <a:gd name="connsiteX19" fmla="*/ 3355145 w 3355145"/>
                  <a:gd name="connsiteY19" fmla="*/ 0 h 1976511"/>
                  <a:gd name="connsiteX0" fmla="*/ 0 w 3664634"/>
                  <a:gd name="connsiteY0" fmla="*/ 1936156 h 1936156"/>
                  <a:gd name="connsiteX1" fmla="*/ 189914 w 3664634"/>
                  <a:gd name="connsiteY1" fmla="*/ 1400252 h 1936156"/>
                  <a:gd name="connsiteX2" fmla="*/ 309490 w 3664634"/>
                  <a:gd name="connsiteY2" fmla="*/ 1041526 h 1936156"/>
                  <a:gd name="connsiteX3" fmla="*/ 422031 w 3664634"/>
                  <a:gd name="connsiteY3" fmla="*/ 753138 h 1936156"/>
                  <a:gd name="connsiteX4" fmla="*/ 583809 w 3664634"/>
                  <a:gd name="connsiteY4" fmla="*/ 353540 h 1936156"/>
                  <a:gd name="connsiteX5" fmla="*/ 851095 w 3664634"/>
                  <a:gd name="connsiteY5" fmla="*/ 58118 h 1936156"/>
                  <a:gd name="connsiteX6" fmla="*/ 1062110 w 3664634"/>
                  <a:gd name="connsiteY6" fmla="*/ 1848 h 1936156"/>
                  <a:gd name="connsiteX7" fmla="*/ 1266093 w 3664634"/>
                  <a:gd name="connsiteY7" fmla="*/ 28652 h 1936156"/>
                  <a:gd name="connsiteX8" fmla="*/ 1463039 w 3664634"/>
                  <a:gd name="connsiteY8" fmla="*/ 191763 h 1936156"/>
                  <a:gd name="connsiteX9" fmla="*/ 1610751 w 3664634"/>
                  <a:gd name="connsiteY9" fmla="*/ 577292 h 1936156"/>
                  <a:gd name="connsiteX10" fmla="*/ 1835833 w 3664634"/>
                  <a:gd name="connsiteY10" fmla="*/ 1429718 h 1936156"/>
                  <a:gd name="connsiteX11" fmla="*/ 1990578 w 3664634"/>
                  <a:gd name="connsiteY11" fmla="*/ 1774377 h 1936156"/>
                  <a:gd name="connsiteX12" fmla="*/ 2159390 w 3664634"/>
                  <a:gd name="connsiteY12" fmla="*/ 1908020 h 1936156"/>
                  <a:gd name="connsiteX13" fmla="*/ 2419642 w 3664634"/>
                  <a:gd name="connsiteY13" fmla="*/ 1795479 h 1936156"/>
                  <a:gd name="connsiteX14" fmla="*/ 2708031 w 3664634"/>
                  <a:gd name="connsiteY14" fmla="*/ 1210338 h 1936156"/>
                  <a:gd name="connsiteX15" fmla="*/ 2834639 w 3664634"/>
                  <a:gd name="connsiteY15" fmla="*/ 923281 h 1936156"/>
                  <a:gd name="connsiteX16" fmla="*/ 2940148 w 3664634"/>
                  <a:gd name="connsiteY16" fmla="*/ 577292 h 1936156"/>
                  <a:gd name="connsiteX17" fmla="*/ 3073791 w 3664634"/>
                  <a:gd name="connsiteY17" fmla="*/ 204498 h 1936156"/>
                  <a:gd name="connsiteX18" fmla="*/ 3213442 w 3664634"/>
                  <a:gd name="connsiteY18" fmla="*/ 91959 h 1936156"/>
                  <a:gd name="connsiteX19" fmla="*/ 3664634 w 3664634"/>
                  <a:gd name="connsiteY19" fmla="*/ 107355 h 1936156"/>
                  <a:gd name="connsiteX0" fmla="*/ 0 w 3213442"/>
                  <a:gd name="connsiteY0" fmla="*/ 1936156 h 1936156"/>
                  <a:gd name="connsiteX1" fmla="*/ 189914 w 3213442"/>
                  <a:gd name="connsiteY1" fmla="*/ 1400252 h 1936156"/>
                  <a:gd name="connsiteX2" fmla="*/ 309490 w 3213442"/>
                  <a:gd name="connsiteY2" fmla="*/ 1041526 h 1936156"/>
                  <a:gd name="connsiteX3" fmla="*/ 422031 w 3213442"/>
                  <a:gd name="connsiteY3" fmla="*/ 753138 h 1936156"/>
                  <a:gd name="connsiteX4" fmla="*/ 583809 w 3213442"/>
                  <a:gd name="connsiteY4" fmla="*/ 353540 h 1936156"/>
                  <a:gd name="connsiteX5" fmla="*/ 851095 w 3213442"/>
                  <a:gd name="connsiteY5" fmla="*/ 58118 h 1936156"/>
                  <a:gd name="connsiteX6" fmla="*/ 1062110 w 3213442"/>
                  <a:gd name="connsiteY6" fmla="*/ 1848 h 1936156"/>
                  <a:gd name="connsiteX7" fmla="*/ 1266093 w 3213442"/>
                  <a:gd name="connsiteY7" fmla="*/ 28652 h 1936156"/>
                  <a:gd name="connsiteX8" fmla="*/ 1463039 w 3213442"/>
                  <a:gd name="connsiteY8" fmla="*/ 191763 h 1936156"/>
                  <a:gd name="connsiteX9" fmla="*/ 1610751 w 3213442"/>
                  <a:gd name="connsiteY9" fmla="*/ 577292 h 1936156"/>
                  <a:gd name="connsiteX10" fmla="*/ 1835833 w 3213442"/>
                  <a:gd name="connsiteY10" fmla="*/ 1429718 h 1936156"/>
                  <a:gd name="connsiteX11" fmla="*/ 1990578 w 3213442"/>
                  <a:gd name="connsiteY11" fmla="*/ 1774377 h 1936156"/>
                  <a:gd name="connsiteX12" fmla="*/ 2159390 w 3213442"/>
                  <a:gd name="connsiteY12" fmla="*/ 1908020 h 1936156"/>
                  <a:gd name="connsiteX13" fmla="*/ 2419642 w 3213442"/>
                  <a:gd name="connsiteY13" fmla="*/ 1795479 h 1936156"/>
                  <a:gd name="connsiteX14" fmla="*/ 2708031 w 3213442"/>
                  <a:gd name="connsiteY14" fmla="*/ 1210338 h 1936156"/>
                  <a:gd name="connsiteX15" fmla="*/ 2834639 w 3213442"/>
                  <a:gd name="connsiteY15" fmla="*/ 923281 h 1936156"/>
                  <a:gd name="connsiteX16" fmla="*/ 2940148 w 3213442"/>
                  <a:gd name="connsiteY16" fmla="*/ 577292 h 1936156"/>
                  <a:gd name="connsiteX17" fmla="*/ 3073791 w 3213442"/>
                  <a:gd name="connsiteY17" fmla="*/ 204498 h 1936156"/>
                  <a:gd name="connsiteX18" fmla="*/ 3213442 w 3213442"/>
                  <a:gd name="connsiteY18" fmla="*/ 91959 h 1936156"/>
                  <a:gd name="connsiteX0" fmla="*/ 0 w 3073791"/>
                  <a:gd name="connsiteY0" fmla="*/ 1936156 h 1936156"/>
                  <a:gd name="connsiteX1" fmla="*/ 189914 w 3073791"/>
                  <a:gd name="connsiteY1" fmla="*/ 1400252 h 1936156"/>
                  <a:gd name="connsiteX2" fmla="*/ 309490 w 3073791"/>
                  <a:gd name="connsiteY2" fmla="*/ 1041526 h 1936156"/>
                  <a:gd name="connsiteX3" fmla="*/ 422031 w 3073791"/>
                  <a:gd name="connsiteY3" fmla="*/ 753138 h 1936156"/>
                  <a:gd name="connsiteX4" fmla="*/ 583809 w 3073791"/>
                  <a:gd name="connsiteY4" fmla="*/ 353540 h 1936156"/>
                  <a:gd name="connsiteX5" fmla="*/ 851095 w 3073791"/>
                  <a:gd name="connsiteY5" fmla="*/ 58118 h 1936156"/>
                  <a:gd name="connsiteX6" fmla="*/ 1062110 w 3073791"/>
                  <a:gd name="connsiteY6" fmla="*/ 1848 h 1936156"/>
                  <a:gd name="connsiteX7" fmla="*/ 1266093 w 3073791"/>
                  <a:gd name="connsiteY7" fmla="*/ 28652 h 1936156"/>
                  <a:gd name="connsiteX8" fmla="*/ 1463039 w 3073791"/>
                  <a:gd name="connsiteY8" fmla="*/ 191763 h 1936156"/>
                  <a:gd name="connsiteX9" fmla="*/ 1610751 w 3073791"/>
                  <a:gd name="connsiteY9" fmla="*/ 577292 h 1936156"/>
                  <a:gd name="connsiteX10" fmla="*/ 1835833 w 3073791"/>
                  <a:gd name="connsiteY10" fmla="*/ 1429718 h 1936156"/>
                  <a:gd name="connsiteX11" fmla="*/ 1990578 w 3073791"/>
                  <a:gd name="connsiteY11" fmla="*/ 1774377 h 1936156"/>
                  <a:gd name="connsiteX12" fmla="*/ 2159390 w 3073791"/>
                  <a:gd name="connsiteY12" fmla="*/ 1908020 h 1936156"/>
                  <a:gd name="connsiteX13" fmla="*/ 2419642 w 3073791"/>
                  <a:gd name="connsiteY13" fmla="*/ 1795479 h 1936156"/>
                  <a:gd name="connsiteX14" fmla="*/ 2708031 w 3073791"/>
                  <a:gd name="connsiteY14" fmla="*/ 1210338 h 1936156"/>
                  <a:gd name="connsiteX15" fmla="*/ 2834639 w 3073791"/>
                  <a:gd name="connsiteY15" fmla="*/ 923281 h 1936156"/>
                  <a:gd name="connsiteX16" fmla="*/ 2940148 w 3073791"/>
                  <a:gd name="connsiteY16" fmla="*/ 577292 h 1936156"/>
                  <a:gd name="connsiteX17" fmla="*/ 3073791 w 3073791"/>
                  <a:gd name="connsiteY17" fmla="*/ 204498 h 1936156"/>
                  <a:gd name="connsiteX0" fmla="*/ 0 w 3073791"/>
                  <a:gd name="connsiteY0" fmla="*/ 1936156 h 1936156"/>
                  <a:gd name="connsiteX1" fmla="*/ 189914 w 3073791"/>
                  <a:gd name="connsiteY1" fmla="*/ 1400252 h 1936156"/>
                  <a:gd name="connsiteX2" fmla="*/ 309490 w 3073791"/>
                  <a:gd name="connsiteY2" fmla="*/ 1041526 h 1936156"/>
                  <a:gd name="connsiteX3" fmla="*/ 422031 w 3073791"/>
                  <a:gd name="connsiteY3" fmla="*/ 753138 h 1936156"/>
                  <a:gd name="connsiteX4" fmla="*/ 583809 w 3073791"/>
                  <a:gd name="connsiteY4" fmla="*/ 353540 h 1936156"/>
                  <a:gd name="connsiteX5" fmla="*/ 851095 w 3073791"/>
                  <a:gd name="connsiteY5" fmla="*/ 58118 h 1936156"/>
                  <a:gd name="connsiteX6" fmla="*/ 1062110 w 3073791"/>
                  <a:gd name="connsiteY6" fmla="*/ 1848 h 1936156"/>
                  <a:gd name="connsiteX7" fmla="*/ 1266093 w 3073791"/>
                  <a:gd name="connsiteY7" fmla="*/ 28652 h 1936156"/>
                  <a:gd name="connsiteX8" fmla="*/ 1463039 w 3073791"/>
                  <a:gd name="connsiteY8" fmla="*/ 191763 h 1936156"/>
                  <a:gd name="connsiteX9" fmla="*/ 1610751 w 3073791"/>
                  <a:gd name="connsiteY9" fmla="*/ 577292 h 1936156"/>
                  <a:gd name="connsiteX10" fmla="*/ 1835833 w 3073791"/>
                  <a:gd name="connsiteY10" fmla="*/ 1429718 h 1936156"/>
                  <a:gd name="connsiteX11" fmla="*/ 1990578 w 3073791"/>
                  <a:gd name="connsiteY11" fmla="*/ 1774377 h 1936156"/>
                  <a:gd name="connsiteX12" fmla="*/ 2159390 w 3073791"/>
                  <a:gd name="connsiteY12" fmla="*/ 1908020 h 1936156"/>
                  <a:gd name="connsiteX13" fmla="*/ 2419642 w 3073791"/>
                  <a:gd name="connsiteY13" fmla="*/ 1795479 h 1936156"/>
                  <a:gd name="connsiteX14" fmla="*/ 2708031 w 3073791"/>
                  <a:gd name="connsiteY14" fmla="*/ 1210338 h 1936156"/>
                  <a:gd name="connsiteX15" fmla="*/ 2834639 w 3073791"/>
                  <a:gd name="connsiteY15" fmla="*/ 923281 h 1936156"/>
                  <a:gd name="connsiteX16" fmla="*/ 2940148 w 3073791"/>
                  <a:gd name="connsiteY16" fmla="*/ 577292 h 1936156"/>
                  <a:gd name="connsiteX17" fmla="*/ 3073791 w 3073791"/>
                  <a:gd name="connsiteY17" fmla="*/ 253735 h 1936156"/>
                  <a:gd name="connsiteX0" fmla="*/ 0 w 2883877"/>
                  <a:gd name="connsiteY0" fmla="*/ 1400252 h 1908998"/>
                  <a:gd name="connsiteX1" fmla="*/ 119576 w 2883877"/>
                  <a:gd name="connsiteY1" fmla="*/ 1041526 h 1908998"/>
                  <a:gd name="connsiteX2" fmla="*/ 232117 w 2883877"/>
                  <a:gd name="connsiteY2" fmla="*/ 753138 h 1908998"/>
                  <a:gd name="connsiteX3" fmla="*/ 393895 w 2883877"/>
                  <a:gd name="connsiteY3" fmla="*/ 353540 h 1908998"/>
                  <a:gd name="connsiteX4" fmla="*/ 661181 w 2883877"/>
                  <a:gd name="connsiteY4" fmla="*/ 58118 h 1908998"/>
                  <a:gd name="connsiteX5" fmla="*/ 872196 w 2883877"/>
                  <a:gd name="connsiteY5" fmla="*/ 1848 h 1908998"/>
                  <a:gd name="connsiteX6" fmla="*/ 1076179 w 2883877"/>
                  <a:gd name="connsiteY6" fmla="*/ 28652 h 1908998"/>
                  <a:gd name="connsiteX7" fmla="*/ 1273125 w 2883877"/>
                  <a:gd name="connsiteY7" fmla="*/ 191763 h 1908998"/>
                  <a:gd name="connsiteX8" fmla="*/ 1420837 w 2883877"/>
                  <a:gd name="connsiteY8" fmla="*/ 577292 h 1908998"/>
                  <a:gd name="connsiteX9" fmla="*/ 1645919 w 2883877"/>
                  <a:gd name="connsiteY9" fmla="*/ 1429718 h 1908998"/>
                  <a:gd name="connsiteX10" fmla="*/ 1800664 w 2883877"/>
                  <a:gd name="connsiteY10" fmla="*/ 1774377 h 1908998"/>
                  <a:gd name="connsiteX11" fmla="*/ 1969476 w 2883877"/>
                  <a:gd name="connsiteY11" fmla="*/ 1908020 h 1908998"/>
                  <a:gd name="connsiteX12" fmla="*/ 2229728 w 2883877"/>
                  <a:gd name="connsiteY12" fmla="*/ 1795479 h 1908998"/>
                  <a:gd name="connsiteX13" fmla="*/ 2518117 w 2883877"/>
                  <a:gd name="connsiteY13" fmla="*/ 1210338 h 1908998"/>
                  <a:gd name="connsiteX14" fmla="*/ 2644725 w 2883877"/>
                  <a:gd name="connsiteY14" fmla="*/ 923281 h 1908998"/>
                  <a:gd name="connsiteX15" fmla="*/ 2750234 w 2883877"/>
                  <a:gd name="connsiteY15" fmla="*/ 577292 h 1908998"/>
                  <a:gd name="connsiteX16" fmla="*/ 2883877 w 2883877"/>
                  <a:gd name="connsiteY16" fmla="*/ 253735 h 1908998"/>
                  <a:gd name="connsiteX0" fmla="*/ 0 w 2764301"/>
                  <a:gd name="connsiteY0" fmla="*/ 1041526 h 1908998"/>
                  <a:gd name="connsiteX1" fmla="*/ 112541 w 2764301"/>
                  <a:gd name="connsiteY1" fmla="*/ 753138 h 1908998"/>
                  <a:gd name="connsiteX2" fmla="*/ 274319 w 2764301"/>
                  <a:gd name="connsiteY2" fmla="*/ 353540 h 1908998"/>
                  <a:gd name="connsiteX3" fmla="*/ 541605 w 2764301"/>
                  <a:gd name="connsiteY3" fmla="*/ 58118 h 1908998"/>
                  <a:gd name="connsiteX4" fmla="*/ 752620 w 2764301"/>
                  <a:gd name="connsiteY4" fmla="*/ 1848 h 1908998"/>
                  <a:gd name="connsiteX5" fmla="*/ 956603 w 2764301"/>
                  <a:gd name="connsiteY5" fmla="*/ 28652 h 1908998"/>
                  <a:gd name="connsiteX6" fmla="*/ 1153549 w 2764301"/>
                  <a:gd name="connsiteY6" fmla="*/ 191763 h 1908998"/>
                  <a:gd name="connsiteX7" fmla="*/ 1301261 w 2764301"/>
                  <a:gd name="connsiteY7" fmla="*/ 577292 h 1908998"/>
                  <a:gd name="connsiteX8" fmla="*/ 1526343 w 2764301"/>
                  <a:gd name="connsiteY8" fmla="*/ 1429718 h 1908998"/>
                  <a:gd name="connsiteX9" fmla="*/ 1681088 w 2764301"/>
                  <a:gd name="connsiteY9" fmla="*/ 1774377 h 1908998"/>
                  <a:gd name="connsiteX10" fmla="*/ 1849900 w 2764301"/>
                  <a:gd name="connsiteY10" fmla="*/ 1908020 h 1908998"/>
                  <a:gd name="connsiteX11" fmla="*/ 2110152 w 2764301"/>
                  <a:gd name="connsiteY11" fmla="*/ 1795479 h 1908998"/>
                  <a:gd name="connsiteX12" fmla="*/ 2398541 w 2764301"/>
                  <a:gd name="connsiteY12" fmla="*/ 1210338 h 1908998"/>
                  <a:gd name="connsiteX13" fmla="*/ 2525149 w 2764301"/>
                  <a:gd name="connsiteY13" fmla="*/ 923281 h 1908998"/>
                  <a:gd name="connsiteX14" fmla="*/ 2630658 w 2764301"/>
                  <a:gd name="connsiteY14" fmla="*/ 577292 h 1908998"/>
                  <a:gd name="connsiteX15" fmla="*/ 2764301 w 2764301"/>
                  <a:gd name="connsiteY15" fmla="*/ 253735 h 1908998"/>
                  <a:gd name="connsiteX0" fmla="*/ 0 w 2651760"/>
                  <a:gd name="connsiteY0" fmla="*/ 753138 h 1908998"/>
                  <a:gd name="connsiteX1" fmla="*/ 161778 w 2651760"/>
                  <a:gd name="connsiteY1" fmla="*/ 353540 h 1908998"/>
                  <a:gd name="connsiteX2" fmla="*/ 429064 w 2651760"/>
                  <a:gd name="connsiteY2" fmla="*/ 58118 h 1908998"/>
                  <a:gd name="connsiteX3" fmla="*/ 640079 w 2651760"/>
                  <a:gd name="connsiteY3" fmla="*/ 1848 h 1908998"/>
                  <a:gd name="connsiteX4" fmla="*/ 844062 w 2651760"/>
                  <a:gd name="connsiteY4" fmla="*/ 28652 h 1908998"/>
                  <a:gd name="connsiteX5" fmla="*/ 1041008 w 2651760"/>
                  <a:gd name="connsiteY5" fmla="*/ 191763 h 1908998"/>
                  <a:gd name="connsiteX6" fmla="*/ 1188720 w 2651760"/>
                  <a:gd name="connsiteY6" fmla="*/ 577292 h 1908998"/>
                  <a:gd name="connsiteX7" fmla="*/ 1413802 w 2651760"/>
                  <a:gd name="connsiteY7" fmla="*/ 1429718 h 1908998"/>
                  <a:gd name="connsiteX8" fmla="*/ 1568547 w 2651760"/>
                  <a:gd name="connsiteY8" fmla="*/ 1774377 h 1908998"/>
                  <a:gd name="connsiteX9" fmla="*/ 1737359 w 2651760"/>
                  <a:gd name="connsiteY9" fmla="*/ 1908020 h 1908998"/>
                  <a:gd name="connsiteX10" fmla="*/ 1997611 w 2651760"/>
                  <a:gd name="connsiteY10" fmla="*/ 1795479 h 1908998"/>
                  <a:gd name="connsiteX11" fmla="*/ 2286000 w 2651760"/>
                  <a:gd name="connsiteY11" fmla="*/ 1210338 h 1908998"/>
                  <a:gd name="connsiteX12" fmla="*/ 2412608 w 2651760"/>
                  <a:gd name="connsiteY12" fmla="*/ 923281 h 1908998"/>
                  <a:gd name="connsiteX13" fmla="*/ 2518117 w 2651760"/>
                  <a:gd name="connsiteY13" fmla="*/ 577292 h 1908998"/>
                  <a:gd name="connsiteX14" fmla="*/ 2651760 w 2651760"/>
                  <a:gd name="connsiteY14" fmla="*/ 253735 h 1908998"/>
                  <a:gd name="connsiteX0" fmla="*/ 0 w 2489982"/>
                  <a:gd name="connsiteY0" fmla="*/ 353540 h 1908998"/>
                  <a:gd name="connsiteX1" fmla="*/ 267286 w 2489982"/>
                  <a:gd name="connsiteY1" fmla="*/ 58118 h 1908998"/>
                  <a:gd name="connsiteX2" fmla="*/ 478301 w 2489982"/>
                  <a:gd name="connsiteY2" fmla="*/ 1848 h 1908998"/>
                  <a:gd name="connsiteX3" fmla="*/ 682284 w 2489982"/>
                  <a:gd name="connsiteY3" fmla="*/ 28652 h 1908998"/>
                  <a:gd name="connsiteX4" fmla="*/ 879230 w 2489982"/>
                  <a:gd name="connsiteY4" fmla="*/ 191763 h 1908998"/>
                  <a:gd name="connsiteX5" fmla="*/ 1026942 w 2489982"/>
                  <a:gd name="connsiteY5" fmla="*/ 577292 h 1908998"/>
                  <a:gd name="connsiteX6" fmla="*/ 1252024 w 2489982"/>
                  <a:gd name="connsiteY6" fmla="*/ 1429718 h 1908998"/>
                  <a:gd name="connsiteX7" fmla="*/ 1406769 w 2489982"/>
                  <a:gd name="connsiteY7" fmla="*/ 1774377 h 1908998"/>
                  <a:gd name="connsiteX8" fmla="*/ 1575581 w 2489982"/>
                  <a:gd name="connsiteY8" fmla="*/ 1908020 h 1908998"/>
                  <a:gd name="connsiteX9" fmla="*/ 1835833 w 2489982"/>
                  <a:gd name="connsiteY9" fmla="*/ 1795479 h 1908998"/>
                  <a:gd name="connsiteX10" fmla="*/ 2124222 w 2489982"/>
                  <a:gd name="connsiteY10" fmla="*/ 1210338 h 1908998"/>
                  <a:gd name="connsiteX11" fmla="*/ 2250830 w 2489982"/>
                  <a:gd name="connsiteY11" fmla="*/ 923281 h 1908998"/>
                  <a:gd name="connsiteX12" fmla="*/ 2356339 w 2489982"/>
                  <a:gd name="connsiteY12" fmla="*/ 577292 h 1908998"/>
                  <a:gd name="connsiteX13" fmla="*/ 2489982 w 2489982"/>
                  <a:gd name="connsiteY13" fmla="*/ 253735 h 1908998"/>
                  <a:gd name="connsiteX0" fmla="*/ 0 w 2356339"/>
                  <a:gd name="connsiteY0" fmla="*/ 353540 h 1908998"/>
                  <a:gd name="connsiteX1" fmla="*/ 267286 w 2356339"/>
                  <a:gd name="connsiteY1" fmla="*/ 58118 h 1908998"/>
                  <a:gd name="connsiteX2" fmla="*/ 478301 w 2356339"/>
                  <a:gd name="connsiteY2" fmla="*/ 1848 h 1908998"/>
                  <a:gd name="connsiteX3" fmla="*/ 682284 w 2356339"/>
                  <a:gd name="connsiteY3" fmla="*/ 28652 h 1908998"/>
                  <a:gd name="connsiteX4" fmla="*/ 879230 w 2356339"/>
                  <a:gd name="connsiteY4" fmla="*/ 191763 h 1908998"/>
                  <a:gd name="connsiteX5" fmla="*/ 1026942 w 2356339"/>
                  <a:gd name="connsiteY5" fmla="*/ 577292 h 1908998"/>
                  <a:gd name="connsiteX6" fmla="*/ 1252024 w 2356339"/>
                  <a:gd name="connsiteY6" fmla="*/ 1429718 h 1908998"/>
                  <a:gd name="connsiteX7" fmla="*/ 1406769 w 2356339"/>
                  <a:gd name="connsiteY7" fmla="*/ 1774377 h 1908998"/>
                  <a:gd name="connsiteX8" fmla="*/ 1575581 w 2356339"/>
                  <a:gd name="connsiteY8" fmla="*/ 1908020 h 1908998"/>
                  <a:gd name="connsiteX9" fmla="*/ 1835833 w 2356339"/>
                  <a:gd name="connsiteY9" fmla="*/ 1795479 h 1908998"/>
                  <a:gd name="connsiteX10" fmla="*/ 2124222 w 2356339"/>
                  <a:gd name="connsiteY10" fmla="*/ 1210338 h 1908998"/>
                  <a:gd name="connsiteX11" fmla="*/ 2250830 w 2356339"/>
                  <a:gd name="connsiteY11" fmla="*/ 923281 h 1908998"/>
                  <a:gd name="connsiteX12" fmla="*/ 2356339 w 2356339"/>
                  <a:gd name="connsiteY12" fmla="*/ 577292 h 1908998"/>
                  <a:gd name="connsiteX0" fmla="*/ 0 w 2250830"/>
                  <a:gd name="connsiteY0" fmla="*/ 353540 h 1908998"/>
                  <a:gd name="connsiteX1" fmla="*/ 267286 w 2250830"/>
                  <a:gd name="connsiteY1" fmla="*/ 58118 h 1908998"/>
                  <a:gd name="connsiteX2" fmla="*/ 478301 w 2250830"/>
                  <a:gd name="connsiteY2" fmla="*/ 1848 h 1908998"/>
                  <a:gd name="connsiteX3" fmla="*/ 682284 w 2250830"/>
                  <a:gd name="connsiteY3" fmla="*/ 28652 h 1908998"/>
                  <a:gd name="connsiteX4" fmla="*/ 879230 w 2250830"/>
                  <a:gd name="connsiteY4" fmla="*/ 191763 h 1908998"/>
                  <a:gd name="connsiteX5" fmla="*/ 1026942 w 2250830"/>
                  <a:gd name="connsiteY5" fmla="*/ 577292 h 1908998"/>
                  <a:gd name="connsiteX6" fmla="*/ 1252024 w 2250830"/>
                  <a:gd name="connsiteY6" fmla="*/ 1429718 h 1908998"/>
                  <a:gd name="connsiteX7" fmla="*/ 1406769 w 2250830"/>
                  <a:gd name="connsiteY7" fmla="*/ 1774377 h 1908998"/>
                  <a:gd name="connsiteX8" fmla="*/ 1575581 w 2250830"/>
                  <a:gd name="connsiteY8" fmla="*/ 1908020 h 1908998"/>
                  <a:gd name="connsiteX9" fmla="*/ 1835833 w 2250830"/>
                  <a:gd name="connsiteY9" fmla="*/ 1795479 h 1908998"/>
                  <a:gd name="connsiteX10" fmla="*/ 2124222 w 2250830"/>
                  <a:gd name="connsiteY10" fmla="*/ 1210338 h 1908998"/>
                  <a:gd name="connsiteX11" fmla="*/ 2250830 w 2250830"/>
                  <a:gd name="connsiteY11" fmla="*/ 923281 h 1908998"/>
                  <a:gd name="connsiteX0" fmla="*/ 0 w 2124222"/>
                  <a:gd name="connsiteY0" fmla="*/ 353540 h 1908998"/>
                  <a:gd name="connsiteX1" fmla="*/ 267286 w 2124222"/>
                  <a:gd name="connsiteY1" fmla="*/ 58118 h 1908998"/>
                  <a:gd name="connsiteX2" fmla="*/ 478301 w 2124222"/>
                  <a:gd name="connsiteY2" fmla="*/ 1848 h 1908998"/>
                  <a:gd name="connsiteX3" fmla="*/ 682284 w 2124222"/>
                  <a:gd name="connsiteY3" fmla="*/ 28652 h 1908998"/>
                  <a:gd name="connsiteX4" fmla="*/ 879230 w 2124222"/>
                  <a:gd name="connsiteY4" fmla="*/ 191763 h 1908998"/>
                  <a:gd name="connsiteX5" fmla="*/ 1026942 w 2124222"/>
                  <a:gd name="connsiteY5" fmla="*/ 577292 h 1908998"/>
                  <a:gd name="connsiteX6" fmla="*/ 1252024 w 2124222"/>
                  <a:gd name="connsiteY6" fmla="*/ 1429718 h 1908998"/>
                  <a:gd name="connsiteX7" fmla="*/ 1406769 w 2124222"/>
                  <a:gd name="connsiteY7" fmla="*/ 1774377 h 1908998"/>
                  <a:gd name="connsiteX8" fmla="*/ 1575581 w 2124222"/>
                  <a:gd name="connsiteY8" fmla="*/ 1908020 h 1908998"/>
                  <a:gd name="connsiteX9" fmla="*/ 1835833 w 2124222"/>
                  <a:gd name="connsiteY9" fmla="*/ 1795479 h 1908998"/>
                  <a:gd name="connsiteX10" fmla="*/ 2124222 w 2124222"/>
                  <a:gd name="connsiteY10" fmla="*/ 1210338 h 1908998"/>
                  <a:gd name="connsiteX0" fmla="*/ 0 w 1835833"/>
                  <a:gd name="connsiteY0" fmla="*/ 353540 h 1908998"/>
                  <a:gd name="connsiteX1" fmla="*/ 267286 w 1835833"/>
                  <a:gd name="connsiteY1" fmla="*/ 58118 h 1908998"/>
                  <a:gd name="connsiteX2" fmla="*/ 478301 w 1835833"/>
                  <a:gd name="connsiteY2" fmla="*/ 1848 h 1908998"/>
                  <a:gd name="connsiteX3" fmla="*/ 682284 w 1835833"/>
                  <a:gd name="connsiteY3" fmla="*/ 28652 h 1908998"/>
                  <a:gd name="connsiteX4" fmla="*/ 879230 w 1835833"/>
                  <a:gd name="connsiteY4" fmla="*/ 191763 h 1908998"/>
                  <a:gd name="connsiteX5" fmla="*/ 1026942 w 1835833"/>
                  <a:gd name="connsiteY5" fmla="*/ 577292 h 1908998"/>
                  <a:gd name="connsiteX6" fmla="*/ 1252024 w 1835833"/>
                  <a:gd name="connsiteY6" fmla="*/ 1429718 h 1908998"/>
                  <a:gd name="connsiteX7" fmla="*/ 1406769 w 1835833"/>
                  <a:gd name="connsiteY7" fmla="*/ 1774377 h 1908998"/>
                  <a:gd name="connsiteX8" fmla="*/ 1575581 w 1835833"/>
                  <a:gd name="connsiteY8" fmla="*/ 1908020 h 1908998"/>
                  <a:gd name="connsiteX9" fmla="*/ 1835833 w 1835833"/>
                  <a:gd name="connsiteY9" fmla="*/ 1795479 h 1908998"/>
                  <a:gd name="connsiteX0" fmla="*/ 0 w 1575581"/>
                  <a:gd name="connsiteY0" fmla="*/ 353540 h 1908020"/>
                  <a:gd name="connsiteX1" fmla="*/ 267286 w 1575581"/>
                  <a:gd name="connsiteY1" fmla="*/ 58118 h 1908020"/>
                  <a:gd name="connsiteX2" fmla="*/ 478301 w 1575581"/>
                  <a:gd name="connsiteY2" fmla="*/ 1848 h 1908020"/>
                  <a:gd name="connsiteX3" fmla="*/ 682284 w 1575581"/>
                  <a:gd name="connsiteY3" fmla="*/ 28652 h 1908020"/>
                  <a:gd name="connsiteX4" fmla="*/ 879230 w 1575581"/>
                  <a:gd name="connsiteY4" fmla="*/ 191763 h 1908020"/>
                  <a:gd name="connsiteX5" fmla="*/ 1026942 w 1575581"/>
                  <a:gd name="connsiteY5" fmla="*/ 577292 h 1908020"/>
                  <a:gd name="connsiteX6" fmla="*/ 1252024 w 1575581"/>
                  <a:gd name="connsiteY6" fmla="*/ 1429718 h 1908020"/>
                  <a:gd name="connsiteX7" fmla="*/ 1406769 w 1575581"/>
                  <a:gd name="connsiteY7" fmla="*/ 1774377 h 1908020"/>
                  <a:gd name="connsiteX8" fmla="*/ 1575581 w 1575581"/>
                  <a:gd name="connsiteY8" fmla="*/ 1908020 h 1908020"/>
                  <a:gd name="connsiteX0" fmla="*/ 0 w 1568547"/>
                  <a:gd name="connsiteY0" fmla="*/ 360574 h 1908020"/>
                  <a:gd name="connsiteX1" fmla="*/ 260252 w 1568547"/>
                  <a:gd name="connsiteY1" fmla="*/ 58118 h 1908020"/>
                  <a:gd name="connsiteX2" fmla="*/ 471267 w 1568547"/>
                  <a:gd name="connsiteY2" fmla="*/ 1848 h 1908020"/>
                  <a:gd name="connsiteX3" fmla="*/ 675250 w 1568547"/>
                  <a:gd name="connsiteY3" fmla="*/ 28652 h 1908020"/>
                  <a:gd name="connsiteX4" fmla="*/ 872196 w 1568547"/>
                  <a:gd name="connsiteY4" fmla="*/ 191763 h 1908020"/>
                  <a:gd name="connsiteX5" fmla="*/ 1019908 w 1568547"/>
                  <a:gd name="connsiteY5" fmla="*/ 577292 h 1908020"/>
                  <a:gd name="connsiteX6" fmla="*/ 1244990 w 1568547"/>
                  <a:gd name="connsiteY6" fmla="*/ 1429718 h 1908020"/>
                  <a:gd name="connsiteX7" fmla="*/ 1399735 w 1568547"/>
                  <a:gd name="connsiteY7" fmla="*/ 1774377 h 1908020"/>
                  <a:gd name="connsiteX8" fmla="*/ 1568547 w 1568547"/>
                  <a:gd name="connsiteY8" fmla="*/ 1908020 h 1908020"/>
                  <a:gd name="connsiteX0" fmla="*/ 0 w 1568547"/>
                  <a:gd name="connsiteY0" fmla="*/ 360574 h 1908020"/>
                  <a:gd name="connsiteX1" fmla="*/ 124558 w 1568547"/>
                  <a:gd name="connsiteY1" fmla="*/ 189454 h 1908020"/>
                  <a:gd name="connsiteX2" fmla="*/ 260252 w 1568547"/>
                  <a:gd name="connsiteY2" fmla="*/ 58118 h 1908020"/>
                  <a:gd name="connsiteX3" fmla="*/ 471267 w 1568547"/>
                  <a:gd name="connsiteY3" fmla="*/ 1848 h 1908020"/>
                  <a:gd name="connsiteX4" fmla="*/ 675250 w 1568547"/>
                  <a:gd name="connsiteY4" fmla="*/ 28652 h 1908020"/>
                  <a:gd name="connsiteX5" fmla="*/ 872196 w 1568547"/>
                  <a:gd name="connsiteY5" fmla="*/ 191763 h 1908020"/>
                  <a:gd name="connsiteX6" fmla="*/ 1019908 w 1568547"/>
                  <a:gd name="connsiteY6" fmla="*/ 577292 h 1908020"/>
                  <a:gd name="connsiteX7" fmla="*/ 1244990 w 1568547"/>
                  <a:gd name="connsiteY7" fmla="*/ 1429718 h 1908020"/>
                  <a:gd name="connsiteX8" fmla="*/ 1399735 w 1568547"/>
                  <a:gd name="connsiteY8" fmla="*/ 1774377 h 1908020"/>
                  <a:gd name="connsiteX9" fmla="*/ 1568547 w 1568547"/>
                  <a:gd name="connsiteY9" fmla="*/ 1908020 h 190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68547" h="1908020">
                    <a:moveTo>
                      <a:pt x="0" y="360574"/>
                    </a:moveTo>
                    <a:cubicBezTo>
                      <a:pt x="20760" y="332054"/>
                      <a:pt x="81183" y="239863"/>
                      <a:pt x="124558" y="189454"/>
                    </a:cubicBezTo>
                    <a:cubicBezTo>
                      <a:pt x="167933" y="139045"/>
                      <a:pt x="202467" y="89386"/>
                      <a:pt x="260252" y="58118"/>
                    </a:cubicBezTo>
                    <a:cubicBezTo>
                      <a:pt x="318037" y="26850"/>
                      <a:pt x="402101" y="6759"/>
                      <a:pt x="471267" y="1848"/>
                    </a:cubicBezTo>
                    <a:cubicBezTo>
                      <a:pt x="540433" y="-3063"/>
                      <a:pt x="607256" y="516"/>
                      <a:pt x="675250" y="28652"/>
                    </a:cubicBezTo>
                    <a:cubicBezTo>
                      <a:pt x="743244" y="56788"/>
                      <a:pt x="814753" y="100323"/>
                      <a:pt x="872196" y="191763"/>
                    </a:cubicBezTo>
                    <a:cubicBezTo>
                      <a:pt x="929639" y="283203"/>
                      <a:pt x="956603" y="372138"/>
                      <a:pt x="1019908" y="577292"/>
                    </a:cubicBezTo>
                    <a:cubicBezTo>
                      <a:pt x="1083213" y="782446"/>
                      <a:pt x="1181686" y="1230204"/>
                      <a:pt x="1244990" y="1429718"/>
                    </a:cubicBezTo>
                    <a:cubicBezTo>
                      <a:pt x="1308294" y="1629232"/>
                      <a:pt x="1345809" y="1694660"/>
                      <a:pt x="1399735" y="1774377"/>
                    </a:cubicBezTo>
                    <a:cubicBezTo>
                      <a:pt x="1453661" y="1854094"/>
                      <a:pt x="1497036" y="1904503"/>
                      <a:pt x="1568547" y="1908020"/>
                    </a:cubicBezTo>
                  </a:path>
                </a:pathLst>
              </a:custGeom>
              <a:noFill/>
              <a:ln w="31750" cap="rnd" cmpd="sng" algn="ctr">
                <a:solidFill>
                  <a:srgbClr val="FF000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cxnSp>
            <p:nvCxnSpPr>
              <p:cNvPr id="70" name="Straight Connector 69">
                <a:extLst>
                  <a:ext uri="{FF2B5EF4-FFF2-40B4-BE49-F238E27FC236}">
                    <a16:creationId xmlns:a16="http://schemas.microsoft.com/office/drawing/2014/main" id="{901AB8E1-C623-57AD-24AC-846C15928623}"/>
                  </a:ext>
                </a:extLst>
              </p:cNvPr>
              <p:cNvCxnSpPr/>
              <p:nvPr/>
            </p:nvCxnSpPr>
            <p:spPr>
              <a:xfrm flipV="1">
                <a:off x="2117797" y="4412840"/>
                <a:ext cx="1584000" cy="0"/>
              </a:xfrm>
              <a:prstGeom prst="line">
                <a:avLst/>
              </a:prstGeom>
              <a:noFill/>
              <a:ln w="31750" cap="flat" cmpd="sng" algn="ctr">
                <a:solidFill>
                  <a:sysClr val="windowText" lastClr="000000"/>
                </a:solidFill>
                <a:prstDash val="solid"/>
                <a:headEnd type="none"/>
                <a:tailEnd type="triangle" w="med" len="med"/>
              </a:ln>
              <a:effectLst/>
            </p:spPr>
          </p:cxnSp>
          <p:cxnSp>
            <p:nvCxnSpPr>
              <p:cNvPr id="71" name="Straight Connector 70">
                <a:extLst>
                  <a:ext uri="{FF2B5EF4-FFF2-40B4-BE49-F238E27FC236}">
                    <a16:creationId xmlns:a16="http://schemas.microsoft.com/office/drawing/2014/main" id="{6630718B-FF74-94B4-F2AE-16FFA4CCBB5D}"/>
                  </a:ext>
                </a:extLst>
              </p:cNvPr>
              <p:cNvCxnSpPr/>
              <p:nvPr/>
            </p:nvCxnSpPr>
            <p:spPr>
              <a:xfrm flipH="1" flipV="1">
                <a:off x="2125171" y="3473817"/>
                <a:ext cx="0" cy="954166"/>
              </a:xfrm>
              <a:prstGeom prst="line">
                <a:avLst/>
              </a:prstGeom>
              <a:noFill/>
              <a:ln w="31750" cap="flat" cmpd="sng" algn="ctr">
                <a:solidFill>
                  <a:sysClr val="windowText" lastClr="000000"/>
                </a:solidFill>
                <a:prstDash val="solid"/>
                <a:headEnd type="none"/>
                <a:tailEnd type="triangle" w="med" len="med"/>
              </a:ln>
              <a:effectLst/>
            </p:spPr>
          </p:cxnSp>
          <p:cxnSp>
            <p:nvCxnSpPr>
              <p:cNvPr id="72" name="Straight Connector 71">
                <a:extLst>
                  <a:ext uri="{FF2B5EF4-FFF2-40B4-BE49-F238E27FC236}">
                    <a16:creationId xmlns:a16="http://schemas.microsoft.com/office/drawing/2014/main" id="{AA12F53D-B2FF-C0AB-2B12-6C5BC6F1C935}"/>
                  </a:ext>
                </a:extLst>
              </p:cNvPr>
              <p:cNvCxnSpPr/>
              <p:nvPr/>
            </p:nvCxnSpPr>
            <p:spPr>
              <a:xfrm flipV="1">
                <a:off x="4616779" y="3685850"/>
                <a:ext cx="1404000" cy="0"/>
              </a:xfrm>
              <a:prstGeom prst="line">
                <a:avLst/>
              </a:prstGeom>
              <a:noFill/>
              <a:ln w="31750" cap="flat" cmpd="sng" algn="ctr">
                <a:solidFill>
                  <a:sysClr val="windowText" lastClr="000000"/>
                </a:solidFill>
                <a:prstDash val="solid"/>
                <a:headEnd type="none"/>
                <a:tailEnd type="triangle" w="med" len="med"/>
              </a:ln>
              <a:effectLst/>
            </p:spPr>
          </p:cxnSp>
          <p:cxnSp>
            <p:nvCxnSpPr>
              <p:cNvPr id="73" name="Straight Connector 72">
                <a:extLst>
                  <a:ext uri="{FF2B5EF4-FFF2-40B4-BE49-F238E27FC236}">
                    <a16:creationId xmlns:a16="http://schemas.microsoft.com/office/drawing/2014/main" id="{7C4A77A0-6E47-A4D0-B845-C165FB10990B}"/>
                  </a:ext>
                </a:extLst>
              </p:cNvPr>
              <p:cNvCxnSpPr/>
              <p:nvPr/>
            </p:nvCxnSpPr>
            <p:spPr>
              <a:xfrm flipH="1" flipV="1">
                <a:off x="4625266" y="2895195"/>
                <a:ext cx="0" cy="806940"/>
              </a:xfrm>
              <a:prstGeom prst="line">
                <a:avLst/>
              </a:prstGeom>
              <a:noFill/>
              <a:ln w="31750" cap="flat" cmpd="sng" algn="ctr">
                <a:solidFill>
                  <a:sysClr val="windowText" lastClr="000000"/>
                </a:solidFill>
                <a:prstDash val="solid"/>
                <a:headEnd type="none"/>
                <a:tailEnd type="triangle" w="med" len="med"/>
              </a:ln>
              <a:effectLst/>
            </p:spPr>
          </p:cxnSp>
          <p:sp>
            <p:nvSpPr>
              <p:cNvPr id="74" name="TextBox 73">
                <a:extLst>
                  <a:ext uri="{FF2B5EF4-FFF2-40B4-BE49-F238E27FC236}">
                    <a16:creationId xmlns:a16="http://schemas.microsoft.com/office/drawing/2014/main" id="{69CD9345-D752-1DBD-C8EA-334C9D72E0DE}"/>
                  </a:ext>
                </a:extLst>
              </p:cNvPr>
              <p:cNvSpPr txBox="1"/>
              <p:nvPr/>
            </p:nvSpPr>
            <p:spPr>
              <a:xfrm rot="16200000">
                <a:off x="1595314" y="2388589"/>
                <a:ext cx="905229"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Voltage (V)</a:t>
                </a:r>
                <a:endPar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endParaRPr>
              </a:p>
            </p:txBody>
          </p:sp>
          <p:sp>
            <p:nvSpPr>
              <p:cNvPr id="75" name="TextBox 74">
                <a:extLst>
                  <a:ext uri="{FF2B5EF4-FFF2-40B4-BE49-F238E27FC236}">
                    <a16:creationId xmlns:a16="http://schemas.microsoft.com/office/drawing/2014/main" id="{F768A4F3-0A49-8DD1-E519-97BB1326A701}"/>
                  </a:ext>
                </a:extLst>
              </p:cNvPr>
              <p:cNvSpPr txBox="1"/>
              <p:nvPr/>
            </p:nvSpPr>
            <p:spPr>
              <a:xfrm>
                <a:off x="2990621" y="4406506"/>
                <a:ext cx="858028"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TIME (</a:t>
                </a:r>
                <a:r>
                  <a:rPr kumimoji="0" lang="en-US" sz="1200" b="1" i="1" u="none" strike="noStrike" kern="0" cap="none" spc="0" normalizeH="0" baseline="0" noProof="0" err="1">
                    <a:ln>
                      <a:noFill/>
                    </a:ln>
                    <a:solidFill>
                      <a:prstClr val="black"/>
                    </a:solidFill>
                    <a:effectLst/>
                    <a:uLnTx/>
                    <a:uFillTx/>
                    <a:latin typeface="Calibri"/>
                    <a:cs typeface="Times New Roman" panose="02020603050405020304" pitchFamily="18" charset="0"/>
                  </a:rPr>
                  <a:t>pS</a:t>
                </a: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a:t>
                </a:r>
                <a:endPar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endParaRPr>
              </a:p>
            </p:txBody>
          </p:sp>
          <p:sp>
            <p:nvSpPr>
              <p:cNvPr id="76" name="TextBox 75">
                <a:extLst>
                  <a:ext uri="{FF2B5EF4-FFF2-40B4-BE49-F238E27FC236}">
                    <a16:creationId xmlns:a16="http://schemas.microsoft.com/office/drawing/2014/main" id="{FDFEE354-10FE-E3E6-5D6C-8BBCB4FCE04D}"/>
                  </a:ext>
                </a:extLst>
              </p:cNvPr>
              <p:cNvSpPr txBox="1"/>
              <p:nvPr/>
            </p:nvSpPr>
            <p:spPr>
              <a:xfrm rot="16200000">
                <a:off x="1555273" y="3787805"/>
                <a:ext cx="905229"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Voltage (V)</a:t>
                </a:r>
                <a:endPar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endParaRPr>
              </a:p>
            </p:txBody>
          </p:sp>
          <p:sp>
            <p:nvSpPr>
              <p:cNvPr id="77" name="TextBox 76">
                <a:extLst>
                  <a:ext uri="{FF2B5EF4-FFF2-40B4-BE49-F238E27FC236}">
                    <a16:creationId xmlns:a16="http://schemas.microsoft.com/office/drawing/2014/main" id="{E3C4E601-D035-186D-BE05-C66B256F32E0}"/>
                  </a:ext>
                </a:extLst>
              </p:cNvPr>
              <p:cNvSpPr txBox="1"/>
              <p:nvPr/>
            </p:nvSpPr>
            <p:spPr>
              <a:xfrm rot="16200000">
                <a:off x="4057866" y="3130022"/>
                <a:ext cx="905229"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Voltage (V)</a:t>
                </a:r>
                <a:endPar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endParaRPr>
              </a:p>
            </p:txBody>
          </p:sp>
          <p:sp>
            <p:nvSpPr>
              <p:cNvPr id="78" name="TextBox 77">
                <a:extLst>
                  <a:ext uri="{FF2B5EF4-FFF2-40B4-BE49-F238E27FC236}">
                    <a16:creationId xmlns:a16="http://schemas.microsoft.com/office/drawing/2014/main" id="{10C3BB9F-A0D7-7373-A280-1B9D8048EF80}"/>
                  </a:ext>
                </a:extLst>
              </p:cNvPr>
              <p:cNvSpPr txBox="1"/>
              <p:nvPr/>
            </p:nvSpPr>
            <p:spPr>
              <a:xfrm>
                <a:off x="5304158" y="3661078"/>
                <a:ext cx="858028"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TIME (</a:t>
                </a:r>
                <a:r>
                  <a:rPr kumimoji="0" lang="en-US" sz="1200" b="1" i="1" u="none" strike="noStrike" kern="0" cap="none" spc="0" normalizeH="0" baseline="0" noProof="0" err="1">
                    <a:ln>
                      <a:noFill/>
                    </a:ln>
                    <a:solidFill>
                      <a:prstClr val="black"/>
                    </a:solidFill>
                    <a:effectLst/>
                    <a:uLnTx/>
                    <a:uFillTx/>
                    <a:latin typeface="Calibri"/>
                    <a:cs typeface="Times New Roman" panose="02020603050405020304" pitchFamily="18" charset="0"/>
                  </a:rPr>
                  <a:t>pS</a:t>
                </a: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a:t>
                </a:r>
                <a:endPar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endParaRPr>
              </a:p>
            </p:txBody>
          </p:sp>
          <p:sp>
            <p:nvSpPr>
              <p:cNvPr id="79" name="Rectangle 78">
                <a:extLst>
                  <a:ext uri="{FF2B5EF4-FFF2-40B4-BE49-F238E27FC236}">
                    <a16:creationId xmlns:a16="http://schemas.microsoft.com/office/drawing/2014/main" id="{D4379E58-A787-C08D-1195-56D505D9A054}"/>
                  </a:ext>
                </a:extLst>
              </p:cNvPr>
              <p:cNvSpPr/>
              <p:nvPr/>
            </p:nvSpPr>
            <p:spPr>
              <a:xfrm>
                <a:off x="2226409" y="2438333"/>
                <a:ext cx="181312" cy="1904640"/>
              </a:xfrm>
              <a:prstGeom prst="rect">
                <a:avLst/>
              </a:prstGeom>
              <a:solidFill>
                <a:sysClr val="window" lastClr="FFFFFF"/>
              </a:solidFill>
              <a:ln w="19050" cap="flat" cmpd="sng" algn="ctr">
                <a:solidFill>
                  <a:srgbClr val="002060"/>
                </a:solidFill>
                <a:prstDash val="sysDot"/>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ndParaRPr>
              </a:p>
            </p:txBody>
          </p:sp>
          <p:sp>
            <p:nvSpPr>
              <p:cNvPr id="80" name="Rectangle 79">
                <a:extLst>
                  <a:ext uri="{FF2B5EF4-FFF2-40B4-BE49-F238E27FC236}">
                    <a16:creationId xmlns:a16="http://schemas.microsoft.com/office/drawing/2014/main" id="{2B96BB56-B74B-1898-AD1F-2937105FC106}"/>
                  </a:ext>
                </a:extLst>
              </p:cNvPr>
              <p:cNvSpPr/>
              <p:nvPr/>
            </p:nvSpPr>
            <p:spPr>
              <a:xfrm>
                <a:off x="2809948" y="2413834"/>
                <a:ext cx="233077" cy="1904640"/>
              </a:xfrm>
              <a:prstGeom prst="rect">
                <a:avLst/>
              </a:prstGeom>
              <a:solidFill>
                <a:sysClr val="window" lastClr="FFFFFF"/>
              </a:solidFill>
              <a:ln w="19050" cap="flat" cmpd="sng" algn="ctr">
                <a:solidFill>
                  <a:srgbClr val="00B050"/>
                </a:solidFill>
                <a:prstDash val="sysDot"/>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ndParaRPr>
              </a:p>
            </p:txBody>
          </p:sp>
          <p:sp>
            <p:nvSpPr>
              <p:cNvPr id="81" name="Rectangle 80">
                <a:extLst>
                  <a:ext uri="{FF2B5EF4-FFF2-40B4-BE49-F238E27FC236}">
                    <a16:creationId xmlns:a16="http://schemas.microsoft.com/office/drawing/2014/main" id="{B38219AB-C630-2DA2-545F-D60B69F18FD1}"/>
                  </a:ext>
                </a:extLst>
              </p:cNvPr>
              <p:cNvSpPr/>
              <p:nvPr/>
            </p:nvSpPr>
            <p:spPr>
              <a:xfrm>
                <a:off x="3221321" y="2402646"/>
                <a:ext cx="97491" cy="1904640"/>
              </a:xfrm>
              <a:prstGeom prst="rect">
                <a:avLst/>
              </a:prstGeom>
              <a:solidFill>
                <a:sysClr val="window" lastClr="FFFFFF"/>
              </a:solidFill>
              <a:ln w="19050" cap="flat" cmpd="sng" algn="ctr">
                <a:solidFill>
                  <a:srgbClr val="FFC000"/>
                </a:solidFill>
                <a:prstDash val="sysDot"/>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ndParaRPr>
              </a:p>
            </p:txBody>
          </p:sp>
          <p:sp>
            <p:nvSpPr>
              <p:cNvPr id="82" name="Freeform 155">
                <a:extLst>
                  <a:ext uri="{FF2B5EF4-FFF2-40B4-BE49-F238E27FC236}">
                    <a16:creationId xmlns:a16="http://schemas.microsoft.com/office/drawing/2014/main" id="{99049450-9AA8-E074-D581-0D266FFE2849}"/>
                  </a:ext>
                </a:extLst>
              </p:cNvPr>
              <p:cNvSpPr/>
              <p:nvPr/>
            </p:nvSpPr>
            <p:spPr>
              <a:xfrm>
                <a:off x="2219855" y="3733758"/>
                <a:ext cx="1254102" cy="611430"/>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 name="connsiteX0" fmla="*/ 0 w 3579540"/>
                  <a:gd name="connsiteY0" fmla="*/ 2125156 h 2125156"/>
                  <a:gd name="connsiteX1" fmla="*/ 653460 w 3579540"/>
                  <a:gd name="connsiteY1" fmla="*/ 1400251 h 2125156"/>
                  <a:gd name="connsiteX2" fmla="*/ 773036 w 3579540"/>
                  <a:gd name="connsiteY2" fmla="*/ 1041525 h 2125156"/>
                  <a:gd name="connsiteX3" fmla="*/ 885577 w 3579540"/>
                  <a:gd name="connsiteY3" fmla="*/ 753137 h 2125156"/>
                  <a:gd name="connsiteX4" fmla="*/ 1047355 w 3579540"/>
                  <a:gd name="connsiteY4" fmla="*/ 353539 h 2125156"/>
                  <a:gd name="connsiteX5" fmla="*/ 1314641 w 3579540"/>
                  <a:gd name="connsiteY5" fmla="*/ 58117 h 2125156"/>
                  <a:gd name="connsiteX6" fmla="*/ 1525656 w 3579540"/>
                  <a:gd name="connsiteY6" fmla="*/ 1847 h 2125156"/>
                  <a:gd name="connsiteX7" fmla="*/ 1729639 w 3579540"/>
                  <a:gd name="connsiteY7" fmla="*/ 28651 h 2125156"/>
                  <a:gd name="connsiteX8" fmla="*/ 1926585 w 3579540"/>
                  <a:gd name="connsiteY8" fmla="*/ 191762 h 2125156"/>
                  <a:gd name="connsiteX9" fmla="*/ 2074297 w 3579540"/>
                  <a:gd name="connsiteY9" fmla="*/ 577291 h 2125156"/>
                  <a:gd name="connsiteX10" fmla="*/ 2299379 w 3579540"/>
                  <a:gd name="connsiteY10" fmla="*/ 1429717 h 2125156"/>
                  <a:gd name="connsiteX11" fmla="*/ 2454124 w 3579540"/>
                  <a:gd name="connsiteY11" fmla="*/ 1774376 h 2125156"/>
                  <a:gd name="connsiteX12" fmla="*/ 2622936 w 3579540"/>
                  <a:gd name="connsiteY12" fmla="*/ 1908019 h 2125156"/>
                  <a:gd name="connsiteX13" fmla="*/ 2883188 w 3579540"/>
                  <a:gd name="connsiteY13" fmla="*/ 1795478 h 2125156"/>
                  <a:gd name="connsiteX14" fmla="*/ 3171577 w 3579540"/>
                  <a:gd name="connsiteY14" fmla="*/ 1210337 h 2125156"/>
                  <a:gd name="connsiteX15" fmla="*/ 3298185 w 3579540"/>
                  <a:gd name="connsiteY15" fmla="*/ 923280 h 2125156"/>
                  <a:gd name="connsiteX16" fmla="*/ 3403694 w 3579540"/>
                  <a:gd name="connsiteY16" fmla="*/ 577291 h 2125156"/>
                  <a:gd name="connsiteX17" fmla="*/ 3537337 w 3579540"/>
                  <a:gd name="connsiteY17" fmla="*/ 204497 h 2125156"/>
                  <a:gd name="connsiteX18" fmla="*/ 3579540 w 3579540"/>
                  <a:gd name="connsiteY18" fmla="*/ 51084 h 2125156"/>
                  <a:gd name="connsiteX0" fmla="*/ 0 w 3579540"/>
                  <a:gd name="connsiteY0" fmla="*/ 2125156 h 2125156"/>
                  <a:gd name="connsiteX1" fmla="*/ 324950 w 3579540"/>
                  <a:gd name="connsiteY1" fmla="*/ 1689693 h 2125156"/>
                  <a:gd name="connsiteX2" fmla="*/ 653460 w 3579540"/>
                  <a:gd name="connsiteY2" fmla="*/ 1400251 h 2125156"/>
                  <a:gd name="connsiteX3" fmla="*/ 773036 w 3579540"/>
                  <a:gd name="connsiteY3" fmla="*/ 1041525 h 2125156"/>
                  <a:gd name="connsiteX4" fmla="*/ 885577 w 3579540"/>
                  <a:gd name="connsiteY4" fmla="*/ 753137 h 2125156"/>
                  <a:gd name="connsiteX5" fmla="*/ 1047355 w 3579540"/>
                  <a:gd name="connsiteY5" fmla="*/ 353539 h 2125156"/>
                  <a:gd name="connsiteX6" fmla="*/ 1314641 w 3579540"/>
                  <a:gd name="connsiteY6" fmla="*/ 58117 h 2125156"/>
                  <a:gd name="connsiteX7" fmla="*/ 1525656 w 3579540"/>
                  <a:gd name="connsiteY7" fmla="*/ 1847 h 2125156"/>
                  <a:gd name="connsiteX8" fmla="*/ 1729639 w 3579540"/>
                  <a:gd name="connsiteY8" fmla="*/ 28651 h 2125156"/>
                  <a:gd name="connsiteX9" fmla="*/ 1926585 w 3579540"/>
                  <a:gd name="connsiteY9" fmla="*/ 191762 h 2125156"/>
                  <a:gd name="connsiteX10" fmla="*/ 2074297 w 3579540"/>
                  <a:gd name="connsiteY10" fmla="*/ 577291 h 2125156"/>
                  <a:gd name="connsiteX11" fmla="*/ 2299379 w 3579540"/>
                  <a:gd name="connsiteY11" fmla="*/ 1429717 h 2125156"/>
                  <a:gd name="connsiteX12" fmla="*/ 2454124 w 3579540"/>
                  <a:gd name="connsiteY12" fmla="*/ 1774376 h 2125156"/>
                  <a:gd name="connsiteX13" fmla="*/ 2622936 w 3579540"/>
                  <a:gd name="connsiteY13" fmla="*/ 1908019 h 2125156"/>
                  <a:gd name="connsiteX14" fmla="*/ 2883188 w 3579540"/>
                  <a:gd name="connsiteY14" fmla="*/ 1795478 h 2125156"/>
                  <a:gd name="connsiteX15" fmla="*/ 3171577 w 3579540"/>
                  <a:gd name="connsiteY15" fmla="*/ 1210337 h 2125156"/>
                  <a:gd name="connsiteX16" fmla="*/ 3298185 w 3579540"/>
                  <a:gd name="connsiteY16" fmla="*/ 923280 h 2125156"/>
                  <a:gd name="connsiteX17" fmla="*/ 3403694 w 3579540"/>
                  <a:gd name="connsiteY17" fmla="*/ 577291 h 2125156"/>
                  <a:gd name="connsiteX18" fmla="*/ 3537337 w 3579540"/>
                  <a:gd name="connsiteY18" fmla="*/ 204497 h 2125156"/>
                  <a:gd name="connsiteX19" fmla="*/ 3579540 w 3579540"/>
                  <a:gd name="connsiteY19" fmla="*/ 51084 h 2125156"/>
                  <a:gd name="connsiteX0" fmla="*/ 0 w 3579540"/>
                  <a:gd name="connsiteY0" fmla="*/ 2125156 h 2125156"/>
                  <a:gd name="connsiteX1" fmla="*/ 459528 w 3579540"/>
                  <a:gd name="connsiteY1" fmla="*/ 1895874 h 2125156"/>
                  <a:gd name="connsiteX2" fmla="*/ 653460 w 3579540"/>
                  <a:gd name="connsiteY2" fmla="*/ 1400251 h 2125156"/>
                  <a:gd name="connsiteX3" fmla="*/ 773036 w 3579540"/>
                  <a:gd name="connsiteY3" fmla="*/ 1041525 h 2125156"/>
                  <a:gd name="connsiteX4" fmla="*/ 885577 w 3579540"/>
                  <a:gd name="connsiteY4" fmla="*/ 753137 h 2125156"/>
                  <a:gd name="connsiteX5" fmla="*/ 1047355 w 3579540"/>
                  <a:gd name="connsiteY5" fmla="*/ 353539 h 2125156"/>
                  <a:gd name="connsiteX6" fmla="*/ 1314641 w 3579540"/>
                  <a:gd name="connsiteY6" fmla="*/ 58117 h 2125156"/>
                  <a:gd name="connsiteX7" fmla="*/ 1525656 w 3579540"/>
                  <a:gd name="connsiteY7" fmla="*/ 1847 h 2125156"/>
                  <a:gd name="connsiteX8" fmla="*/ 1729639 w 3579540"/>
                  <a:gd name="connsiteY8" fmla="*/ 28651 h 2125156"/>
                  <a:gd name="connsiteX9" fmla="*/ 1926585 w 3579540"/>
                  <a:gd name="connsiteY9" fmla="*/ 191762 h 2125156"/>
                  <a:gd name="connsiteX10" fmla="*/ 2074297 w 3579540"/>
                  <a:gd name="connsiteY10" fmla="*/ 577291 h 2125156"/>
                  <a:gd name="connsiteX11" fmla="*/ 2299379 w 3579540"/>
                  <a:gd name="connsiteY11" fmla="*/ 1429717 h 2125156"/>
                  <a:gd name="connsiteX12" fmla="*/ 2454124 w 3579540"/>
                  <a:gd name="connsiteY12" fmla="*/ 1774376 h 2125156"/>
                  <a:gd name="connsiteX13" fmla="*/ 2622936 w 3579540"/>
                  <a:gd name="connsiteY13" fmla="*/ 1908019 h 2125156"/>
                  <a:gd name="connsiteX14" fmla="*/ 2883188 w 3579540"/>
                  <a:gd name="connsiteY14" fmla="*/ 1795478 h 2125156"/>
                  <a:gd name="connsiteX15" fmla="*/ 3171577 w 3579540"/>
                  <a:gd name="connsiteY15" fmla="*/ 1210337 h 2125156"/>
                  <a:gd name="connsiteX16" fmla="*/ 3298185 w 3579540"/>
                  <a:gd name="connsiteY16" fmla="*/ 923280 h 2125156"/>
                  <a:gd name="connsiteX17" fmla="*/ 3403694 w 3579540"/>
                  <a:gd name="connsiteY17" fmla="*/ 577291 h 2125156"/>
                  <a:gd name="connsiteX18" fmla="*/ 3537337 w 3579540"/>
                  <a:gd name="connsiteY18" fmla="*/ 204497 h 2125156"/>
                  <a:gd name="connsiteX19" fmla="*/ 3579540 w 3579540"/>
                  <a:gd name="connsiteY19" fmla="*/ 51084 h 2125156"/>
                  <a:gd name="connsiteX0" fmla="*/ 0 w 3609446"/>
                  <a:gd name="connsiteY0" fmla="*/ 2022064 h 2022064"/>
                  <a:gd name="connsiteX1" fmla="*/ 489434 w 3609446"/>
                  <a:gd name="connsiteY1" fmla="*/ 1895874 h 2022064"/>
                  <a:gd name="connsiteX2" fmla="*/ 683366 w 3609446"/>
                  <a:gd name="connsiteY2" fmla="*/ 1400251 h 2022064"/>
                  <a:gd name="connsiteX3" fmla="*/ 802942 w 3609446"/>
                  <a:gd name="connsiteY3" fmla="*/ 1041525 h 2022064"/>
                  <a:gd name="connsiteX4" fmla="*/ 915483 w 3609446"/>
                  <a:gd name="connsiteY4" fmla="*/ 753137 h 2022064"/>
                  <a:gd name="connsiteX5" fmla="*/ 1077261 w 3609446"/>
                  <a:gd name="connsiteY5" fmla="*/ 353539 h 2022064"/>
                  <a:gd name="connsiteX6" fmla="*/ 1344547 w 3609446"/>
                  <a:gd name="connsiteY6" fmla="*/ 58117 h 2022064"/>
                  <a:gd name="connsiteX7" fmla="*/ 1555562 w 3609446"/>
                  <a:gd name="connsiteY7" fmla="*/ 1847 h 2022064"/>
                  <a:gd name="connsiteX8" fmla="*/ 1759545 w 3609446"/>
                  <a:gd name="connsiteY8" fmla="*/ 28651 h 2022064"/>
                  <a:gd name="connsiteX9" fmla="*/ 1956491 w 3609446"/>
                  <a:gd name="connsiteY9" fmla="*/ 191762 h 2022064"/>
                  <a:gd name="connsiteX10" fmla="*/ 2104203 w 3609446"/>
                  <a:gd name="connsiteY10" fmla="*/ 577291 h 2022064"/>
                  <a:gd name="connsiteX11" fmla="*/ 2329285 w 3609446"/>
                  <a:gd name="connsiteY11" fmla="*/ 1429717 h 2022064"/>
                  <a:gd name="connsiteX12" fmla="*/ 2484030 w 3609446"/>
                  <a:gd name="connsiteY12" fmla="*/ 1774376 h 2022064"/>
                  <a:gd name="connsiteX13" fmla="*/ 2652842 w 3609446"/>
                  <a:gd name="connsiteY13" fmla="*/ 1908019 h 2022064"/>
                  <a:gd name="connsiteX14" fmla="*/ 2913094 w 3609446"/>
                  <a:gd name="connsiteY14" fmla="*/ 1795478 h 2022064"/>
                  <a:gd name="connsiteX15" fmla="*/ 3201483 w 3609446"/>
                  <a:gd name="connsiteY15" fmla="*/ 1210337 h 2022064"/>
                  <a:gd name="connsiteX16" fmla="*/ 3328091 w 3609446"/>
                  <a:gd name="connsiteY16" fmla="*/ 923280 h 2022064"/>
                  <a:gd name="connsiteX17" fmla="*/ 3433600 w 3609446"/>
                  <a:gd name="connsiteY17" fmla="*/ 577291 h 2022064"/>
                  <a:gd name="connsiteX18" fmla="*/ 3567243 w 3609446"/>
                  <a:gd name="connsiteY18" fmla="*/ 204497 h 2022064"/>
                  <a:gd name="connsiteX19" fmla="*/ 3609446 w 3609446"/>
                  <a:gd name="connsiteY19" fmla="*/ 51084 h 2022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09446" h="2022064">
                    <a:moveTo>
                      <a:pt x="0" y="2022064"/>
                    </a:moveTo>
                    <a:cubicBezTo>
                      <a:pt x="54158" y="1949487"/>
                      <a:pt x="380524" y="2016691"/>
                      <a:pt x="489434" y="1895874"/>
                    </a:cubicBezTo>
                    <a:cubicBezTo>
                      <a:pt x="598344" y="1775057"/>
                      <a:pt x="631115" y="1542642"/>
                      <a:pt x="683366" y="1400251"/>
                    </a:cubicBezTo>
                    <a:cubicBezTo>
                      <a:pt x="735617" y="1257860"/>
                      <a:pt x="764256" y="1149377"/>
                      <a:pt x="802942" y="1041525"/>
                    </a:cubicBezTo>
                    <a:cubicBezTo>
                      <a:pt x="841628" y="933673"/>
                      <a:pt x="869763" y="867801"/>
                      <a:pt x="915483" y="753137"/>
                    </a:cubicBezTo>
                    <a:cubicBezTo>
                      <a:pt x="961203" y="638473"/>
                      <a:pt x="1005750" y="469376"/>
                      <a:pt x="1077261" y="353539"/>
                    </a:cubicBezTo>
                    <a:cubicBezTo>
                      <a:pt x="1148772" y="237702"/>
                      <a:pt x="1264830" y="116732"/>
                      <a:pt x="1344547" y="58117"/>
                    </a:cubicBezTo>
                    <a:cubicBezTo>
                      <a:pt x="1424264" y="-498"/>
                      <a:pt x="1486396" y="6758"/>
                      <a:pt x="1555562" y="1847"/>
                    </a:cubicBezTo>
                    <a:cubicBezTo>
                      <a:pt x="1624728" y="-3064"/>
                      <a:pt x="1691551" y="515"/>
                      <a:pt x="1759545" y="28651"/>
                    </a:cubicBezTo>
                    <a:cubicBezTo>
                      <a:pt x="1827539" y="56787"/>
                      <a:pt x="1899048" y="100322"/>
                      <a:pt x="1956491" y="191762"/>
                    </a:cubicBezTo>
                    <a:cubicBezTo>
                      <a:pt x="2013934" y="283202"/>
                      <a:pt x="2040898" y="372137"/>
                      <a:pt x="2104203" y="577291"/>
                    </a:cubicBezTo>
                    <a:cubicBezTo>
                      <a:pt x="2167508" y="782445"/>
                      <a:pt x="2265981" y="1230203"/>
                      <a:pt x="2329285" y="1429717"/>
                    </a:cubicBezTo>
                    <a:cubicBezTo>
                      <a:pt x="2392589" y="1629231"/>
                      <a:pt x="2430104" y="1694659"/>
                      <a:pt x="2484030" y="1774376"/>
                    </a:cubicBezTo>
                    <a:cubicBezTo>
                      <a:pt x="2537956" y="1854093"/>
                      <a:pt x="2581331" y="1904502"/>
                      <a:pt x="2652842" y="1908019"/>
                    </a:cubicBezTo>
                    <a:cubicBezTo>
                      <a:pt x="2724353" y="1911536"/>
                      <a:pt x="2821654" y="1911758"/>
                      <a:pt x="2913094" y="1795478"/>
                    </a:cubicBezTo>
                    <a:cubicBezTo>
                      <a:pt x="3004534" y="1679198"/>
                      <a:pt x="3132317" y="1355703"/>
                      <a:pt x="3201483" y="1210337"/>
                    </a:cubicBezTo>
                    <a:lnTo>
                      <a:pt x="3328091" y="923280"/>
                    </a:lnTo>
                    <a:lnTo>
                      <a:pt x="3433600" y="577291"/>
                    </a:lnTo>
                    <a:lnTo>
                      <a:pt x="3567243" y="204497"/>
                    </a:lnTo>
                    <a:lnTo>
                      <a:pt x="3609446" y="51084"/>
                    </a:lnTo>
                  </a:path>
                </a:pathLst>
              </a:custGeom>
              <a:noFill/>
              <a:ln w="38100" cap="rnd" cmpd="sng" algn="ctr">
                <a:solidFill>
                  <a:srgbClr val="00206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3" name="Freeform 150">
                <a:extLst>
                  <a:ext uri="{FF2B5EF4-FFF2-40B4-BE49-F238E27FC236}">
                    <a16:creationId xmlns:a16="http://schemas.microsoft.com/office/drawing/2014/main" id="{DBBD19D2-17AD-C4F7-F7CB-7A8BC0869BC3}"/>
                  </a:ext>
                </a:extLst>
              </p:cNvPr>
              <p:cNvSpPr/>
              <p:nvPr/>
            </p:nvSpPr>
            <p:spPr>
              <a:xfrm>
                <a:off x="2245192" y="2477070"/>
                <a:ext cx="1082652" cy="585453"/>
              </a:xfrm>
              <a:custGeom>
                <a:avLst/>
                <a:gdLst>
                  <a:gd name="connsiteX0" fmla="*/ 0 w 2363372"/>
                  <a:gd name="connsiteY0" fmla="*/ 1179466 h 1962274"/>
                  <a:gd name="connsiteX1" fmla="*/ 288388 w 2363372"/>
                  <a:gd name="connsiteY1" fmla="*/ 405743 h 1962274"/>
                  <a:gd name="connsiteX2" fmla="*/ 555674 w 2363372"/>
                  <a:gd name="connsiteY2" fmla="*/ 110321 h 1962274"/>
                  <a:gd name="connsiteX3" fmla="*/ 808892 w 2363372"/>
                  <a:gd name="connsiteY3" fmla="*/ 39983 h 1962274"/>
                  <a:gd name="connsiteX4" fmla="*/ 1083212 w 2363372"/>
                  <a:gd name="connsiteY4" fmla="*/ 138457 h 1962274"/>
                  <a:gd name="connsiteX5" fmla="*/ 1540412 w 2363372"/>
                  <a:gd name="connsiteY5" fmla="*/ 1481921 h 1962274"/>
                  <a:gd name="connsiteX6" fmla="*/ 1695157 w 2363372"/>
                  <a:gd name="connsiteY6" fmla="*/ 1826580 h 1962274"/>
                  <a:gd name="connsiteX7" fmla="*/ 1863969 w 2363372"/>
                  <a:gd name="connsiteY7" fmla="*/ 1960223 h 1962274"/>
                  <a:gd name="connsiteX8" fmla="*/ 2089052 w 2363372"/>
                  <a:gd name="connsiteY8" fmla="*/ 1882851 h 1962274"/>
                  <a:gd name="connsiteX9" fmla="*/ 2307101 w 2363372"/>
                  <a:gd name="connsiteY9" fmla="*/ 1573361 h 1962274"/>
                  <a:gd name="connsiteX10" fmla="*/ 2363372 w 2363372"/>
                  <a:gd name="connsiteY10" fmla="*/ 1446752 h 1962274"/>
                  <a:gd name="connsiteX0" fmla="*/ 0 w 2517921"/>
                  <a:gd name="connsiteY0" fmla="*/ 1179466 h 1989263"/>
                  <a:gd name="connsiteX1" fmla="*/ 288388 w 2517921"/>
                  <a:gd name="connsiteY1" fmla="*/ 405743 h 1989263"/>
                  <a:gd name="connsiteX2" fmla="*/ 555674 w 2517921"/>
                  <a:gd name="connsiteY2" fmla="*/ 110321 h 1989263"/>
                  <a:gd name="connsiteX3" fmla="*/ 808892 w 2517921"/>
                  <a:gd name="connsiteY3" fmla="*/ 39983 h 1989263"/>
                  <a:gd name="connsiteX4" fmla="*/ 1083212 w 2517921"/>
                  <a:gd name="connsiteY4" fmla="*/ 138457 h 1989263"/>
                  <a:gd name="connsiteX5" fmla="*/ 1540412 w 2517921"/>
                  <a:gd name="connsiteY5" fmla="*/ 1481921 h 1989263"/>
                  <a:gd name="connsiteX6" fmla="*/ 1695157 w 2517921"/>
                  <a:gd name="connsiteY6" fmla="*/ 1826580 h 1989263"/>
                  <a:gd name="connsiteX7" fmla="*/ 1863969 w 2517921"/>
                  <a:gd name="connsiteY7" fmla="*/ 1960223 h 1989263"/>
                  <a:gd name="connsiteX8" fmla="*/ 2089052 w 2517921"/>
                  <a:gd name="connsiteY8" fmla="*/ 1882851 h 1989263"/>
                  <a:gd name="connsiteX9" fmla="*/ 2511083 w 2517921"/>
                  <a:gd name="connsiteY9" fmla="*/ 933281 h 1989263"/>
                  <a:gd name="connsiteX10" fmla="*/ 2363372 w 2517921"/>
                  <a:gd name="connsiteY10" fmla="*/ 1446752 h 1989263"/>
                  <a:gd name="connsiteX0" fmla="*/ 0 w 2708031"/>
                  <a:gd name="connsiteY0" fmla="*/ 1179466 h 1989263"/>
                  <a:gd name="connsiteX1" fmla="*/ 288388 w 2708031"/>
                  <a:gd name="connsiteY1" fmla="*/ 405743 h 1989263"/>
                  <a:gd name="connsiteX2" fmla="*/ 555674 w 2708031"/>
                  <a:gd name="connsiteY2" fmla="*/ 110321 h 1989263"/>
                  <a:gd name="connsiteX3" fmla="*/ 808892 w 2708031"/>
                  <a:gd name="connsiteY3" fmla="*/ 39983 h 1989263"/>
                  <a:gd name="connsiteX4" fmla="*/ 1083212 w 2708031"/>
                  <a:gd name="connsiteY4" fmla="*/ 138457 h 1989263"/>
                  <a:gd name="connsiteX5" fmla="*/ 1540412 w 2708031"/>
                  <a:gd name="connsiteY5" fmla="*/ 1481921 h 1989263"/>
                  <a:gd name="connsiteX6" fmla="*/ 1695157 w 2708031"/>
                  <a:gd name="connsiteY6" fmla="*/ 1826580 h 1989263"/>
                  <a:gd name="connsiteX7" fmla="*/ 1863969 w 2708031"/>
                  <a:gd name="connsiteY7" fmla="*/ 1960223 h 1989263"/>
                  <a:gd name="connsiteX8" fmla="*/ 2089052 w 2708031"/>
                  <a:gd name="connsiteY8" fmla="*/ 1882851 h 1989263"/>
                  <a:gd name="connsiteX9" fmla="*/ 2511083 w 2708031"/>
                  <a:gd name="connsiteY9" fmla="*/ 933281 h 1989263"/>
                  <a:gd name="connsiteX10" fmla="*/ 2708031 w 2708031"/>
                  <a:gd name="connsiteY10" fmla="*/ 145490 h 1989263"/>
                  <a:gd name="connsiteX0" fmla="*/ 0 w 2708031"/>
                  <a:gd name="connsiteY0" fmla="*/ 1179466 h 1986600"/>
                  <a:gd name="connsiteX1" fmla="*/ 288388 w 2708031"/>
                  <a:gd name="connsiteY1" fmla="*/ 405743 h 1986600"/>
                  <a:gd name="connsiteX2" fmla="*/ 555674 w 2708031"/>
                  <a:gd name="connsiteY2" fmla="*/ 110321 h 1986600"/>
                  <a:gd name="connsiteX3" fmla="*/ 808892 w 2708031"/>
                  <a:gd name="connsiteY3" fmla="*/ 39983 h 1986600"/>
                  <a:gd name="connsiteX4" fmla="*/ 1083212 w 2708031"/>
                  <a:gd name="connsiteY4" fmla="*/ 138457 h 1986600"/>
                  <a:gd name="connsiteX5" fmla="*/ 1540412 w 2708031"/>
                  <a:gd name="connsiteY5" fmla="*/ 1481921 h 1986600"/>
                  <a:gd name="connsiteX6" fmla="*/ 1695157 w 2708031"/>
                  <a:gd name="connsiteY6" fmla="*/ 1826580 h 1986600"/>
                  <a:gd name="connsiteX7" fmla="*/ 1863969 w 2708031"/>
                  <a:gd name="connsiteY7" fmla="*/ 1960223 h 1986600"/>
                  <a:gd name="connsiteX8" fmla="*/ 2089052 w 2708031"/>
                  <a:gd name="connsiteY8" fmla="*/ 1882851 h 1986600"/>
                  <a:gd name="connsiteX9" fmla="*/ 2553286 w 2708031"/>
                  <a:gd name="connsiteY9" fmla="*/ 975484 h 1986600"/>
                  <a:gd name="connsiteX10" fmla="*/ 2708031 w 2708031"/>
                  <a:gd name="connsiteY10" fmla="*/ 145490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53286 w 2665828"/>
                  <a:gd name="connsiteY9" fmla="*/ 975484 h 1986600"/>
                  <a:gd name="connsiteX10" fmla="*/ 2665828 w 2665828"/>
                  <a:gd name="connsiteY10" fmla="*/ 103287 h 1986600"/>
                  <a:gd name="connsiteX0" fmla="*/ 0 w 2665828"/>
                  <a:gd name="connsiteY0" fmla="*/ 1179466 h 1986600"/>
                  <a:gd name="connsiteX1" fmla="*/ 288388 w 2665828"/>
                  <a:gd name="connsiteY1" fmla="*/ 405743 h 1986600"/>
                  <a:gd name="connsiteX2" fmla="*/ 555674 w 2665828"/>
                  <a:gd name="connsiteY2" fmla="*/ 110321 h 1986600"/>
                  <a:gd name="connsiteX3" fmla="*/ 808892 w 2665828"/>
                  <a:gd name="connsiteY3" fmla="*/ 39983 h 1986600"/>
                  <a:gd name="connsiteX4" fmla="*/ 1083212 w 2665828"/>
                  <a:gd name="connsiteY4" fmla="*/ 138457 h 1986600"/>
                  <a:gd name="connsiteX5" fmla="*/ 1540412 w 2665828"/>
                  <a:gd name="connsiteY5" fmla="*/ 1481921 h 1986600"/>
                  <a:gd name="connsiteX6" fmla="*/ 1695157 w 2665828"/>
                  <a:gd name="connsiteY6" fmla="*/ 1826580 h 1986600"/>
                  <a:gd name="connsiteX7" fmla="*/ 1863969 w 2665828"/>
                  <a:gd name="connsiteY7" fmla="*/ 1960223 h 1986600"/>
                  <a:gd name="connsiteX8" fmla="*/ 2089052 w 2665828"/>
                  <a:gd name="connsiteY8" fmla="*/ 1882851 h 1986600"/>
                  <a:gd name="connsiteX9" fmla="*/ 2539218 w 2665828"/>
                  <a:gd name="connsiteY9" fmla="*/ 975484 h 1986600"/>
                  <a:gd name="connsiteX10" fmla="*/ 2665828 w 2665828"/>
                  <a:gd name="connsiteY10" fmla="*/ 103287 h 1986600"/>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082018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40314 h 1930292"/>
                  <a:gd name="connsiteX1" fmla="*/ 288388 w 2665828"/>
                  <a:gd name="connsiteY1" fmla="*/ 366591 h 1930292"/>
                  <a:gd name="connsiteX2" fmla="*/ 555674 w 2665828"/>
                  <a:gd name="connsiteY2" fmla="*/ 71169 h 1930292"/>
                  <a:gd name="connsiteX3" fmla="*/ 808892 w 2665828"/>
                  <a:gd name="connsiteY3" fmla="*/ 831 h 1930292"/>
                  <a:gd name="connsiteX4" fmla="*/ 1083212 w 2665828"/>
                  <a:gd name="connsiteY4" fmla="*/ 99305 h 1930292"/>
                  <a:gd name="connsiteX5" fmla="*/ 1540412 w 2665828"/>
                  <a:gd name="connsiteY5" fmla="*/ 1442769 h 1930292"/>
                  <a:gd name="connsiteX6" fmla="*/ 1695157 w 2665828"/>
                  <a:gd name="connsiteY6" fmla="*/ 1787428 h 1930292"/>
                  <a:gd name="connsiteX7" fmla="*/ 1863969 w 2665828"/>
                  <a:gd name="connsiteY7" fmla="*/ 1921071 h 1930292"/>
                  <a:gd name="connsiteX8" fmla="*/ 2124221 w 2665828"/>
                  <a:gd name="connsiteY8" fmla="*/ 1808530 h 1930292"/>
                  <a:gd name="connsiteX9" fmla="*/ 2539218 w 2665828"/>
                  <a:gd name="connsiteY9" fmla="*/ 936332 h 1930292"/>
                  <a:gd name="connsiteX10" fmla="*/ 2665828 w 2665828"/>
                  <a:gd name="connsiteY10" fmla="*/ 64135 h 1930292"/>
                  <a:gd name="connsiteX0" fmla="*/ 0 w 2665828"/>
                  <a:gd name="connsiteY0" fmla="*/ 1179466 h 1969444"/>
                  <a:gd name="connsiteX1" fmla="*/ 288388 w 2665828"/>
                  <a:gd name="connsiteY1" fmla="*/ 405743 h 1969444"/>
                  <a:gd name="connsiteX2" fmla="*/ 555674 w 2665828"/>
                  <a:gd name="connsiteY2" fmla="*/ 110321 h 1969444"/>
                  <a:gd name="connsiteX3" fmla="*/ 808892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79466 h 1969444"/>
                  <a:gd name="connsiteX1" fmla="*/ 288388 w 2665828"/>
                  <a:gd name="connsiteY1" fmla="*/ 405743 h 1969444"/>
                  <a:gd name="connsiteX2" fmla="*/ 555674 w 2665828"/>
                  <a:gd name="connsiteY2" fmla="*/ 110321 h 1969444"/>
                  <a:gd name="connsiteX3" fmla="*/ 759655 w 2665828"/>
                  <a:gd name="connsiteY3" fmla="*/ 39983 h 1969444"/>
                  <a:gd name="connsiteX4" fmla="*/ 1083212 w 2665828"/>
                  <a:gd name="connsiteY4" fmla="*/ 138457 h 1969444"/>
                  <a:gd name="connsiteX5" fmla="*/ 1540412 w 2665828"/>
                  <a:gd name="connsiteY5" fmla="*/ 1481921 h 1969444"/>
                  <a:gd name="connsiteX6" fmla="*/ 1695157 w 2665828"/>
                  <a:gd name="connsiteY6" fmla="*/ 1826580 h 1969444"/>
                  <a:gd name="connsiteX7" fmla="*/ 1863969 w 2665828"/>
                  <a:gd name="connsiteY7" fmla="*/ 1960223 h 1969444"/>
                  <a:gd name="connsiteX8" fmla="*/ 2124221 w 2665828"/>
                  <a:gd name="connsiteY8" fmla="*/ 1847682 h 1969444"/>
                  <a:gd name="connsiteX9" fmla="*/ 2539218 w 2665828"/>
                  <a:gd name="connsiteY9" fmla="*/ 975484 h 1969444"/>
                  <a:gd name="connsiteX10" fmla="*/ 2665828 w 2665828"/>
                  <a:gd name="connsiteY10" fmla="*/ 103287 h 1969444"/>
                  <a:gd name="connsiteX0" fmla="*/ 0 w 2665828"/>
                  <a:gd name="connsiteY0" fmla="*/ 1181862 h 1971840"/>
                  <a:gd name="connsiteX1" fmla="*/ 288388 w 2665828"/>
                  <a:gd name="connsiteY1" fmla="*/ 408139 h 1971840"/>
                  <a:gd name="connsiteX2" fmla="*/ 555674 w 2665828"/>
                  <a:gd name="connsiteY2" fmla="*/ 112717 h 1971840"/>
                  <a:gd name="connsiteX3" fmla="*/ 759655 w 2665828"/>
                  <a:gd name="connsiteY3" fmla="*/ 42379 h 1971840"/>
                  <a:gd name="connsiteX4" fmla="*/ 1083212 w 2665828"/>
                  <a:gd name="connsiteY4" fmla="*/ 140853 h 1971840"/>
                  <a:gd name="connsiteX5" fmla="*/ 1540412 w 2665828"/>
                  <a:gd name="connsiteY5" fmla="*/ 1484317 h 1971840"/>
                  <a:gd name="connsiteX6" fmla="*/ 1695157 w 2665828"/>
                  <a:gd name="connsiteY6" fmla="*/ 1828976 h 1971840"/>
                  <a:gd name="connsiteX7" fmla="*/ 1863969 w 2665828"/>
                  <a:gd name="connsiteY7" fmla="*/ 1962619 h 1971840"/>
                  <a:gd name="connsiteX8" fmla="*/ 2124221 w 2665828"/>
                  <a:gd name="connsiteY8" fmla="*/ 1850078 h 1971840"/>
                  <a:gd name="connsiteX9" fmla="*/ 2539218 w 2665828"/>
                  <a:gd name="connsiteY9" fmla="*/ 977880 h 1971840"/>
                  <a:gd name="connsiteX10" fmla="*/ 2665828 w 2665828"/>
                  <a:gd name="connsiteY10" fmla="*/ 105683 h 1971840"/>
                  <a:gd name="connsiteX0" fmla="*/ 0 w 2665828"/>
                  <a:gd name="connsiteY0" fmla="*/ 1147087 h 1937065"/>
                  <a:gd name="connsiteX1" fmla="*/ 288388 w 2665828"/>
                  <a:gd name="connsiteY1" fmla="*/ 373364 h 1937065"/>
                  <a:gd name="connsiteX2" fmla="*/ 555674 w 2665828"/>
                  <a:gd name="connsiteY2" fmla="*/ 77942 h 1937065"/>
                  <a:gd name="connsiteX3" fmla="*/ 759655 w 2665828"/>
                  <a:gd name="connsiteY3" fmla="*/ 7604 h 1937065"/>
                  <a:gd name="connsiteX4" fmla="*/ 1160584 w 2665828"/>
                  <a:gd name="connsiteY4" fmla="*/ 218620 h 1937065"/>
                  <a:gd name="connsiteX5" fmla="*/ 1540412 w 2665828"/>
                  <a:gd name="connsiteY5" fmla="*/ 1449542 h 1937065"/>
                  <a:gd name="connsiteX6" fmla="*/ 1695157 w 2665828"/>
                  <a:gd name="connsiteY6" fmla="*/ 1794201 h 1937065"/>
                  <a:gd name="connsiteX7" fmla="*/ 1863969 w 2665828"/>
                  <a:gd name="connsiteY7" fmla="*/ 1927844 h 1937065"/>
                  <a:gd name="connsiteX8" fmla="*/ 2124221 w 2665828"/>
                  <a:gd name="connsiteY8" fmla="*/ 1815303 h 1937065"/>
                  <a:gd name="connsiteX9" fmla="*/ 2539218 w 2665828"/>
                  <a:gd name="connsiteY9" fmla="*/ 943105 h 1937065"/>
                  <a:gd name="connsiteX10" fmla="*/ 2665828 w 2665828"/>
                  <a:gd name="connsiteY10" fmla="*/ 70908 h 1937065"/>
                  <a:gd name="connsiteX0" fmla="*/ 0 w 2665828"/>
                  <a:gd name="connsiteY0" fmla="*/ 1139483 h 1929461"/>
                  <a:gd name="connsiteX1" fmla="*/ 288388 w 2665828"/>
                  <a:gd name="connsiteY1" fmla="*/ 365760 h 1929461"/>
                  <a:gd name="connsiteX2" fmla="*/ 555674 w 2665828"/>
                  <a:gd name="connsiteY2" fmla="*/ 70338 h 1929461"/>
                  <a:gd name="connsiteX3" fmla="*/ 759655 w 2665828"/>
                  <a:gd name="connsiteY3" fmla="*/ 0 h 1929461"/>
                  <a:gd name="connsiteX4" fmla="*/ 1160584 w 2665828"/>
                  <a:gd name="connsiteY4" fmla="*/ 211016 h 1929461"/>
                  <a:gd name="connsiteX5" fmla="*/ 1540412 w 2665828"/>
                  <a:gd name="connsiteY5" fmla="*/ 1441938 h 1929461"/>
                  <a:gd name="connsiteX6" fmla="*/ 1695157 w 2665828"/>
                  <a:gd name="connsiteY6" fmla="*/ 1786597 h 1929461"/>
                  <a:gd name="connsiteX7" fmla="*/ 1863969 w 2665828"/>
                  <a:gd name="connsiteY7" fmla="*/ 1920240 h 1929461"/>
                  <a:gd name="connsiteX8" fmla="*/ 2124221 w 2665828"/>
                  <a:gd name="connsiteY8" fmla="*/ 1807699 h 1929461"/>
                  <a:gd name="connsiteX9" fmla="*/ 2539218 w 2665828"/>
                  <a:gd name="connsiteY9" fmla="*/ 935501 h 1929461"/>
                  <a:gd name="connsiteX10" fmla="*/ 2665828 w 2665828"/>
                  <a:gd name="connsiteY10" fmla="*/ 63304 h 1929461"/>
                  <a:gd name="connsiteX0" fmla="*/ 0 w 2736166"/>
                  <a:gd name="connsiteY0" fmla="*/ 1139483 h 1929461"/>
                  <a:gd name="connsiteX1" fmla="*/ 288388 w 2736166"/>
                  <a:gd name="connsiteY1" fmla="*/ 365760 h 1929461"/>
                  <a:gd name="connsiteX2" fmla="*/ 555674 w 2736166"/>
                  <a:gd name="connsiteY2" fmla="*/ 70338 h 1929461"/>
                  <a:gd name="connsiteX3" fmla="*/ 759655 w 2736166"/>
                  <a:gd name="connsiteY3" fmla="*/ 0 h 1929461"/>
                  <a:gd name="connsiteX4" fmla="*/ 1160584 w 2736166"/>
                  <a:gd name="connsiteY4" fmla="*/ 211016 h 1929461"/>
                  <a:gd name="connsiteX5" fmla="*/ 1540412 w 2736166"/>
                  <a:gd name="connsiteY5" fmla="*/ 1441938 h 1929461"/>
                  <a:gd name="connsiteX6" fmla="*/ 1695157 w 2736166"/>
                  <a:gd name="connsiteY6" fmla="*/ 1786597 h 1929461"/>
                  <a:gd name="connsiteX7" fmla="*/ 1863969 w 2736166"/>
                  <a:gd name="connsiteY7" fmla="*/ 1920240 h 1929461"/>
                  <a:gd name="connsiteX8" fmla="*/ 2124221 w 2736166"/>
                  <a:gd name="connsiteY8" fmla="*/ 1807699 h 1929461"/>
                  <a:gd name="connsiteX9" fmla="*/ 2539218 w 2736166"/>
                  <a:gd name="connsiteY9" fmla="*/ 935501 h 1929461"/>
                  <a:gd name="connsiteX10" fmla="*/ 2736166 w 2736166"/>
                  <a:gd name="connsiteY10" fmla="*/ 161778 h 1929461"/>
                  <a:gd name="connsiteX0" fmla="*/ 0 w 2834640"/>
                  <a:gd name="connsiteY0" fmla="*/ 1139483 h 1929461"/>
                  <a:gd name="connsiteX1" fmla="*/ 288388 w 2834640"/>
                  <a:gd name="connsiteY1" fmla="*/ 365760 h 1929461"/>
                  <a:gd name="connsiteX2" fmla="*/ 555674 w 2834640"/>
                  <a:gd name="connsiteY2" fmla="*/ 70338 h 1929461"/>
                  <a:gd name="connsiteX3" fmla="*/ 759655 w 2834640"/>
                  <a:gd name="connsiteY3" fmla="*/ 0 h 1929461"/>
                  <a:gd name="connsiteX4" fmla="*/ 1160584 w 2834640"/>
                  <a:gd name="connsiteY4" fmla="*/ 211016 h 1929461"/>
                  <a:gd name="connsiteX5" fmla="*/ 1540412 w 2834640"/>
                  <a:gd name="connsiteY5" fmla="*/ 1441938 h 1929461"/>
                  <a:gd name="connsiteX6" fmla="*/ 1695157 w 2834640"/>
                  <a:gd name="connsiteY6" fmla="*/ 1786597 h 1929461"/>
                  <a:gd name="connsiteX7" fmla="*/ 1863969 w 2834640"/>
                  <a:gd name="connsiteY7" fmla="*/ 1920240 h 1929461"/>
                  <a:gd name="connsiteX8" fmla="*/ 2124221 w 2834640"/>
                  <a:gd name="connsiteY8" fmla="*/ 1807699 h 1929461"/>
                  <a:gd name="connsiteX9" fmla="*/ 2539218 w 2834640"/>
                  <a:gd name="connsiteY9" fmla="*/ 935501 h 1929461"/>
                  <a:gd name="connsiteX10" fmla="*/ 2834640 w 2834640"/>
                  <a:gd name="connsiteY10" fmla="*/ 21101 h 1929461"/>
                  <a:gd name="connsiteX0" fmla="*/ 0 w 3130061"/>
                  <a:gd name="connsiteY0" fmla="*/ 1948376 h 1948376"/>
                  <a:gd name="connsiteX1" fmla="*/ 583809 w 3130061"/>
                  <a:gd name="connsiteY1" fmla="*/ 365760 h 1948376"/>
                  <a:gd name="connsiteX2" fmla="*/ 851095 w 3130061"/>
                  <a:gd name="connsiteY2" fmla="*/ 70338 h 1948376"/>
                  <a:gd name="connsiteX3" fmla="*/ 1055076 w 3130061"/>
                  <a:gd name="connsiteY3" fmla="*/ 0 h 1948376"/>
                  <a:gd name="connsiteX4" fmla="*/ 1456005 w 3130061"/>
                  <a:gd name="connsiteY4" fmla="*/ 211016 h 1948376"/>
                  <a:gd name="connsiteX5" fmla="*/ 1835833 w 3130061"/>
                  <a:gd name="connsiteY5" fmla="*/ 1441938 h 1948376"/>
                  <a:gd name="connsiteX6" fmla="*/ 1990578 w 3130061"/>
                  <a:gd name="connsiteY6" fmla="*/ 1786597 h 1948376"/>
                  <a:gd name="connsiteX7" fmla="*/ 2159390 w 3130061"/>
                  <a:gd name="connsiteY7" fmla="*/ 1920240 h 1948376"/>
                  <a:gd name="connsiteX8" fmla="*/ 2419642 w 3130061"/>
                  <a:gd name="connsiteY8" fmla="*/ 1807699 h 1948376"/>
                  <a:gd name="connsiteX9" fmla="*/ 2834639 w 3130061"/>
                  <a:gd name="connsiteY9" fmla="*/ 935501 h 1948376"/>
                  <a:gd name="connsiteX10" fmla="*/ 3130061 w 3130061"/>
                  <a:gd name="connsiteY10"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835833 w 3130061"/>
                  <a:gd name="connsiteY6" fmla="*/ 1441938 h 1948376"/>
                  <a:gd name="connsiteX7" fmla="*/ 1990578 w 3130061"/>
                  <a:gd name="connsiteY7" fmla="*/ 1786597 h 1948376"/>
                  <a:gd name="connsiteX8" fmla="*/ 2159390 w 3130061"/>
                  <a:gd name="connsiteY8" fmla="*/ 1920240 h 1948376"/>
                  <a:gd name="connsiteX9" fmla="*/ 2419642 w 3130061"/>
                  <a:gd name="connsiteY9" fmla="*/ 1807699 h 1948376"/>
                  <a:gd name="connsiteX10" fmla="*/ 2834639 w 3130061"/>
                  <a:gd name="connsiteY10" fmla="*/ 935501 h 1948376"/>
                  <a:gd name="connsiteX11" fmla="*/ 3130061 w 3130061"/>
                  <a:gd name="connsiteY11"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56005 w 3130061"/>
                  <a:gd name="connsiteY5" fmla="*/ 211016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52735 h 1952735"/>
                  <a:gd name="connsiteX1" fmla="*/ 309490 w 3130061"/>
                  <a:gd name="connsiteY1" fmla="*/ 1058105 h 1952735"/>
                  <a:gd name="connsiteX2" fmla="*/ 583809 w 3130061"/>
                  <a:gd name="connsiteY2" fmla="*/ 370119 h 1952735"/>
                  <a:gd name="connsiteX3" fmla="*/ 851095 w 3130061"/>
                  <a:gd name="connsiteY3" fmla="*/ 74697 h 1952735"/>
                  <a:gd name="connsiteX4" fmla="*/ 1055076 w 3130061"/>
                  <a:gd name="connsiteY4" fmla="*/ 4359 h 1952735"/>
                  <a:gd name="connsiteX5" fmla="*/ 1463039 w 3130061"/>
                  <a:gd name="connsiteY5" fmla="*/ 208342 h 1952735"/>
                  <a:gd name="connsiteX6" fmla="*/ 1610751 w 3130061"/>
                  <a:gd name="connsiteY6" fmla="*/ 593871 h 1952735"/>
                  <a:gd name="connsiteX7" fmla="*/ 1835833 w 3130061"/>
                  <a:gd name="connsiteY7" fmla="*/ 1446297 h 1952735"/>
                  <a:gd name="connsiteX8" fmla="*/ 1990578 w 3130061"/>
                  <a:gd name="connsiteY8" fmla="*/ 1790956 h 1952735"/>
                  <a:gd name="connsiteX9" fmla="*/ 2159390 w 3130061"/>
                  <a:gd name="connsiteY9" fmla="*/ 1924599 h 1952735"/>
                  <a:gd name="connsiteX10" fmla="*/ 2419642 w 3130061"/>
                  <a:gd name="connsiteY10" fmla="*/ 1812058 h 1952735"/>
                  <a:gd name="connsiteX11" fmla="*/ 2834639 w 3130061"/>
                  <a:gd name="connsiteY11" fmla="*/ 939860 h 1952735"/>
                  <a:gd name="connsiteX12" fmla="*/ 3130061 w 3130061"/>
                  <a:gd name="connsiteY12" fmla="*/ 25460 h 1952735"/>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48376 h 1948376"/>
                  <a:gd name="connsiteX1" fmla="*/ 309490 w 3130061"/>
                  <a:gd name="connsiteY1" fmla="*/ 1053746 h 1948376"/>
                  <a:gd name="connsiteX2" fmla="*/ 583809 w 3130061"/>
                  <a:gd name="connsiteY2" fmla="*/ 365760 h 1948376"/>
                  <a:gd name="connsiteX3" fmla="*/ 851095 w 3130061"/>
                  <a:gd name="connsiteY3" fmla="*/ 70338 h 1948376"/>
                  <a:gd name="connsiteX4" fmla="*/ 1055076 w 3130061"/>
                  <a:gd name="connsiteY4" fmla="*/ 0 h 1948376"/>
                  <a:gd name="connsiteX5" fmla="*/ 1463039 w 3130061"/>
                  <a:gd name="connsiteY5" fmla="*/ 203983 h 1948376"/>
                  <a:gd name="connsiteX6" fmla="*/ 1610751 w 3130061"/>
                  <a:gd name="connsiteY6" fmla="*/ 589512 h 1948376"/>
                  <a:gd name="connsiteX7" fmla="*/ 1835833 w 3130061"/>
                  <a:gd name="connsiteY7" fmla="*/ 1441938 h 1948376"/>
                  <a:gd name="connsiteX8" fmla="*/ 1990578 w 3130061"/>
                  <a:gd name="connsiteY8" fmla="*/ 1786597 h 1948376"/>
                  <a:gd name="connsiteX9" fmla="*/ 2159390 w 3130061"/>
                  <a:gd name="connsiteY9" fmla="*/ 1920240 h 1948376"/>
                  <a:gd name="connsiteX10" fmla="*/ 2419642 w 3130061"/>
                  <a:gd name="connsiteY10" fmla="*/ 1807699 h 1948376"/>
                  <a:gd name="connsiteX11" fmla="*/ 2834639 w 3130061"/>
                  <a:gd name="connsiteY11" fmla="*/ 935501 h 1948376"/>
                  <a:gd name="connsiteX12" fmla="*/ 3130061 w 3130061"/>
                  <a:gd name="connsiteY12" fmla="*/ 21101 h 1948376"/>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463039 w 3130061"/>
                  <a:gd name="connsiteY5" fmla="*/ 182882 h 1927275"/>
                  <a:gd name="connsiteX6" fmla="*/ 1610751 w 3130061"/>
                  <a:gd name="connsiteY6" fmla="*/ 568411 h 1927275"/>
                  <a:gd name="connsiteX7" fmla="*/ 1835833 w 3130061"/>
                  <a:gd name="connsiteY7" fmla="*/ 1420837 h 1927275"/>
                  <a:gd name="connsiteX8" fmla="*/ 1990578 w 3130061"/>
                  <a:gd name="connsiteY8" fmla="*/ 1765496 h 1927275"/>
                  <a:gd name="connsiteX9" fmla="*/ 2159390 w 3130061"/>
                  <a:gd name="connsiteY9" fmla="*/ 1899139 h 1927275"/>
                  <a:gd name="connsiteX10" fmla="*/ 2419642 w 3130061"/>
                  <a:gd name="connsiteY10" fmla="*/ 1786598 h 1927275"/>
                  <a:gd name="connsiteX11" fmla="*/ 2834639 w 3130061"/>
                  <a:gd name="connsiteY11" fmla="*/ 914400 h 1927275"/>
                  <a:gd name="connsiteX12" fmla="*/ 3130061 w 3130061"/>
                  <a:gd name="connsiteY12"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44991 w 3130061"/>
                  <a:gd name="connsiteY5" fmla="*/ 6900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27275 h 1927275"/>
                  <a:gd name="connsiteX1" fmla="*/ 309490 w 3130061"/>
                  <a:gd name="connsiteY1" fmla="*/ 1032645 h 1927275"/>
                  <a:gd name="connsiteX2" fmla="*/ 583809 w 3130061"/>
                  <a:gd name="connsiteY2" fmla="*/ 344659 h 1927275"/>
                  <a:gd name="connsiteX3" fmla="*/ 851095 w 3130061"/>
                  <a:gd name="connsiteY3" fmla="*/ 49237 h 1927275"/>
                  <a:gd name="connsiteX4" fmla="*/ 1055076 w 3130061"/>
                  <a:gd name="connsiteY4" fmla="*/ 14068 h 1927275"/>
                  <a:gd name="connsiteX5" fmla="*/ 1266093 w 3130061"/>
                  <a:gd name="connsiteY5" fmla="*/ 33838 h 1927275"/>
                  <a:gd name="connsiteX6" fmla="*/ 1463039 w 3130061"/>
                  <a:gd name="connsiteY6" fmla="*/ 182882 h 1927275"/>
                  <a:gd name="connsiteX7" fmla="*/ 1610751 w 3130061"/>
                  <a:gd name="connsiteY7" fmla="*/ 568411 h 1927275"/>
                  <a:gd name="connsiteX8" fmla="*/ 1835833 w 3130061"/>
                  <a:gd name="connsiteY8" fmla="*/ 1420837 h 1927275"/>
                  <a:gd name="connsiteX9" fmla="*/ 1990578 w 3130061"/>
                  <a:gd name="connsiteY9" fmla="*/ 1765496 h 1927275"/>
                  <a:gd name="connsiteX10" fmla="*/ 2159390 w 3130061"/>
                  <a:gd name="connsiteY10" fmla="*/ 1899139 h 1927275"/>
                  <a:gd name="connsiteX11" fmla="*/ 2419642 w 3130061"/>
                  <a:gd name="connsiteY11" fmla="*/ 1786598 h 1927275"/>
                  <a:gd name="connsiteX12" fmla="*/ 2834639 w 3130061"/>
                  <a:gd name="connsiteY12" fmla="*/ 914400 h 1927275"/>
                  <a:gd name="connsiteX13" fmla="*/ 3130061 w 3130061"/>
                  <a:gd name="connsiteY13" fmla="*/ 0 h 1927275"/>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834639 w 3130061"/>
                  <a:gd name="connsiteY12" fmla="*/ 921711 h 1934586"/>
                  <a:gd name="connsiteX13" fmla="*/ 3130061 w 3130061"/>
                  <a:gd name="connsiteY13"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3130061 w 3130061"/>
                  <a:gd name="connsiteY14"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130061 w 3130061"/>
                  <a:gd name="connsiteY15" fmla="*/ 7311 h 1934586"/>
                  <a:gd name="connsiteX0" fmla="*/ 0 w 3130061"/>
                  <a:gd name="connsiteY0" fmla="*/ 1934586 h 1934586"/>
                  <a:gd name="connsiteX1" fmla="*/ 309490 w 3130061"/>
                  <a:gd name="connsiteY1" fmla="*/ 1039956 h 1934586"/>
                  <a:gd name="connsiteX2" fmla="*/ 583809 w 3130061"/>
                  <a:gd name="connsiteY2" fmla="*/ 351970 h 1934586"/>
                  <a:gd name="connsiteX3" fmla="*/ 851095 w 3130061"/>
                  <a:gd name="connsiteY3" fmla="*/ 56548 h 1934586"/>
                  <a:gd name="connsiteX4" fmla="*/ 1062110 w 3130061"/>
                  <a:gd name="connsiteY4" fmla="*/ 278 h 1934586"/>
                  <a:gd name="connsiteX5" fmla="*/ 1266093 w 3130061"/>
                  <a:gd name="connsiteY5" fmla="*/ 41149 h 1934586"/>
                  <a:gd name="connsiteX6" fmla="*/ 1463039 w 3130061"/>
                  <a:gd name="connsiteY6" fmla="*/ 190193 h 1934586"/>
                  <a:gd name="connsiteX7" fmla="*/ 1610751 w 3130061"/>
                  <a:gd name="connsiteY7" fmla="*/ 575722 h 1934586"/>
                  <a:gd name="connsiteX8" fmla="*/ 1835833 w 3130061"/>
                  <a:gd name="connsiteY8" fmla="*/ 1428148 h 1934586"/>
                  <a:gd name="connsiteX9" fmla="*/ 1990578 w 3130061"/>
                  <a:gd name="connsiteY9" fmla="*/ 1772807 h 1934586"/>
                  <a:gd name="connsiteX10" fmla="*/ 2159390 w 3130061"/>
                  <a:gd name="connsiteY10" fmla="*/ 1906450 h 1934586"/>
                  <a:gd name="connsiteX11" fmla="*/ 2419642 w 3130061"/>
                  <a:gd name="connsiteY11" fmla="*/ 1793909 h 1934586"/>
                  <a:gd name="connsiteX12" fmla="*/ 2708031 w 3130061"/>
                  <a:gd name="connsiteY12" fmla="*/ 1208768 h 1934586"/>
                  <a:gd name="connsiteX13" fmla="*/ 2834639 w 3130061"/>
                  <a:gd name="connsiteY13" fmla="*/ 921711 h 1934586"/>
                  <a:gd name="connsiteX14" fmla="*/ 2940148 w 3130061"/>
                  <a:gd name="connsiteY14" fmla="*/ 575722 h 1934586"/>
                  <a:gd name="connsiteX15" fmla="*/ 3073791 w 3130061"/>
                  <a:gd name="connsiteY15" fmla="*/ 202928 h 1934586"/>
                  <a:gd name="connsiteX16" fmla="*/ 3130061 w 3130061"/>
                  <a:gd name="connsiteY16" fmla="*/ 7311 h 1934586"/>
                  <a:gd name="connsiteX0" fmla="*/ 0 w 3151163"/>
                  <a:gd name="connsiteY0" fmla="*/ 1934586 h 1934586"/>
                  <a:gd name="connsiteX1" fmla="*/ 309490 w 3151163"/>
                  <a:gd name="connsiteY1" fmla="*/ 1039956 h 1934586"/>
                  <a:gd name="connsiteX2" fmla="*/ 583809 w 3151163"/>
                  <a:gd name="connsiteY2" fmla="*/ 351970 h 1934586"/>
                  <a:gd name="connsiteX3" fmla="*/ 851095 w 3151163"/>
                  <a:gd name="connsiteY3" fmla="*/ 56548 h 1934586"/>
                  <a:gd name="connsiteX4" fmla="*/ 1062110 w 3151163"/>
                  <a:gd name="connsiteY4" fmla="*/ 278 h 1934586"/>
                  <a:gd name="connsiteX5" fmla="*/ 1266093 w 3151163"/>
                  <a:gd name="connsiteY5" fmla="*/ 41149 h 1934586"/>
                  <a:gd name="connsiteX6" fmla="*/ 1463039 w 3151163"/>
                  <a:gd name="connsiteY6" fmla="*/ 190193 h 1934586"/>
                  <a:gd name="connsiteX7" fmla="*/ 1610751 w 3151163"/>
                  <a:gd name="connsiteY7" fmla="*/ 575722 h 1934586"/>
                  <a:gd name="connsiteX8" fmla="*/ 1835833 w 3151163"/>
                  <a:gd name="connsiteY8" fmla="*/ 1428148 h 1934586"/>
                  <a:gd name="connsiteX9" fmla="*/ 1990578 w 3151163"/>
                  <a:gd name="connsiteY9" fmla="*/ 1772807 h 1934586"/>
                  <a:gd name="connsiteX10" fmla="*/ 2159390 w 3151163"/>
                  <a:gd name="connsiteY10" fmla="*/ 1906450 h 1934586"/>
                  <a:gd name="connsiteX11" fmla="*/ 2419642 w 3151163"/>
                  <a:gd name="connsiteY11" fmla="*/ 1793909 h 1934586"/>
                  <a:gd name="connsiteX12" fmla="*/ 2708031 w 3151163"/>
                  <a:gd name="connsiteY12" fmla="*/ 1208768 h 1934586"/>
                  <a:gd name="connsiteX13" fmla="*/ 2834639 w 3151163"/>
                  <a:gd name="connsiteY13" fmla="*/ 921711 h 1934586"/>
                  <a:gd name="connsiteX14" fmla="*/ 2940148 w 3151163"/>
                  <a:gd name="connsiteY14" fmla="*/ 575722 h 1934586"/>
                  <a:gd name="connsiteX15" fmla="*/ 3073791 w 3151163"/>
                  <a:gd name="connsiteY15" fmla="*/ 202928 h 1934586"/>
                  <a:gd name="connsiteX16" fmla="*/ 3151163 w 3151163"/>
                  <a:gd name="connsiteY16" fmla="*/ 28413 h 1934586"/>
                  <a:gd name="connsiteX0" fmla="*/ 0 w 3115994"/>
                  <a:gd name="connsiteY0" fmla="*/ 1934586 h 1934586"/>
                  <a:gd name="connsiteX1" fmla="*/ 309490 w 3115994"/>
                  <a:gd name="connsiteY1" fmla="*/ 1039956 h 1934586"/>
                  <a:gd name="connsiteX2" fmla="*/ 583809 w 3115994"/>
                  <a:gd name="connsiteY2" fmla="*/ 351970 h 1934586"/>
                  <a:gd name="connsiteX3" fmla="*/ 851095 w 3115994"/>
                  <a:gd name="connsiteY3" fmla="*/ 56548 h 1934586"/>
                  <a:gd name="connsiteX4" fmla="*/ 1062110 w 3115994"/>
                  <a:gd name="connsiteY4" fmla="*/ 278 h 1934586"/>
                  <a:gd name="connsiteX5" fmla="*/ 1266093 w 3115994"/>
                  <a:gd name="connsiteY5" fmla="*/ 41149 h 1934586"/>
                  <a:gd name="connsiteX6" fmla="*/ 1463039 w 3115994"/>
                  <a:gd name="connsiteY6" fmla="*/ 190193 h 1934586"/>
                  <a:gd name="connsiteX7" fmla="*/ 1610751 w 3115994"/>
                  <a:gd name="connsiteY7" fmla="*/ 575722 h 1934586"/>
                  <a:gd name="connsiteX8" fmla="*/ 1835833 w 3115994"/>
                  <a:gd name="connsiteY8" fmla="*/ 1428148 h 1934586"/>
                  <a:gd name="connsiteX9" fmla="*/ 1990578 w 3115994"/>
                  <a:gd name="connsiteY9" fmla="*/ 1772807 h 1934586"/>
                  <a:gd name="connsiteX10" fmla="*/ 2159390 w 3115994"/>
                  <a:gd name="connsiteY10" fmla="*/ 1906450 h 1934586"/>
                  <a:gd name="connsiteX11" fmla="*/ 2419642 w 3115994"/>
                  <a:gd name="connsiteY11" fmla="*/ 1793909 h 1934586"/>
                  <a:gd name="connsiteX12" fmla="*/ 2708031 w 3115994"/>
                  <a:gd name="connsiteY12" fmla="*/ 1208768 h 1934586"/>
                  <a:gd name="connsiteX13" fmla="*/ 2834639 w 3115994"/>
                  <a:gd name="connsiteY13" fmla="*/ 921711 h 1934586"/>
                  <a:gd name="connsiteX14" fmla="*/ 2940148 w 3115994"/>
                  <a:gd name="connsiteY14" fmla="*/ 575722 h 1934586"/>
                  <a:gd name="connsiteX15" fmla="*/ 3073791 w 3115994"/>
                  <a:gd name="connsiteY15" fmla="*/ 202928 h 1934586"/>
                  <a:gd name="connsiteX16" fmla="*/ 3115994 w 3115994"/>
                  <a:gd name="connsiteY16"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583809 w 3115994"/>
                  <a:gd name="connsiteY3" fmla="*/ 351970 h 1934586"/>
                  <a:gd name="connsiteX4" fmla="*/ 851095 w 3115994"/>
                  <a:gd name="connsiteY4" fmla="*/ 56548 h 1934586"/>
                  <a:gd name="connsiteX5" fmla="*/ 1062110 w 3115994"/>
                  <a:gd name="connsiteY5" fmla="*/ 278 h 1934586"/>
                  <a:gd name="connsiteX6" fmla="*/ 1266093 w 3115994"/>
                  <a:gd name="connsiteY6" fmla="*/ 41149 h 1934586"/>
                  <a:gd name="connsiteX7" fmla="*/ 1463039 w 3115994"/>
                  <a:gd name="connsiteY7" fmla="*/ 190193 h 1934586"/>
                  <a:gd name="connsiteX8" fmla="*/ 1610751 w 3115994"/>
                  <a:gd name="connsiteY8" fmla="*/ 575722 h 1934586"/>
                  <a:gd name="connsiteX9" fmla="*/ 1835833 w 3115994"/>
                  <a:gd name="connsiteY9" fmla="*/ 1428148 h 1934586"/>
                  <a:gd name="connsiteX10" fmla="*/ 1990578 w 3115994"/>
                  <a:gd name="connsiteY10" fmla="*/ 1772807 h 1934586"/>
                  <a:gd name="connsiteX11" fmla="*/ 2159390 w 3115994"/>
                  <a:gd name="connsiteY11" fmla="*/ 1906450 h 1934586"/>
                  <a:gd name="connsiteX12" fmla="*/ 2419642 w 3115994"/>
                  <a:gd name="connsiteY12" fmla="*/ 1793909 h 1934586"/>
                  <a:gd name="connsiteX13" fmla="*/ 2708031 w 3115994"/>
                  <a:gd name="connsiteY13" fmla="*/ 1208768 h 1934586"/>
                  <a:gd name="connsiteX14" fmla="*/ 2834639 w 3115994"/>
                  <a:gd name="connsiteY14" fmla="*/ 921711 h 1934586"/>
                  <a:gd name="connsiteX15" fmla="*/ 2940148 w 3115994"/>
                  <a:gd name="connsiteY15" fmla="*/ 575722 h 1934586"/>
                  <a:gd name="connsiteX16" fmla="*/ 3073791 w 3115994"/>
                  <a:gd name="connsiteY16" fmla="*/ 202928 h 1934586"/>
                  <a:gd name="connsiteX17" fmla="*/ 3115994 w 3115994"/>
                  <a:gd name="connsiteY17"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4586 h 1934586"/>
                  <a:gd name="connsiteX1" fmla="*/ 189914 w 3115994"/>
                  <a:gd name="connsiteY1" fmla="*/ 1398682 h 1934586"/>
                  <a:gd name="connsiteX2" fmla="*/ 309490 w 3115994"/>
                  <a:gd name="connsiteY2" fmla="*/ 1039956 h 1934586"/>
                  <a:gd name="connsiteX3" fmla="*/ 422031 w 3115994"/>
                  <a:gd name="connsiteY3" fmla="*/ 751568 h 1934586"/>
                  <a:gd name="connsiteX4" fmla="*/ 583809 w 3115994"/>
                  <a:gd name="connsiteY4" fmla="*/ 351970 h 1934586"/>
                  <a:gd name="connsiteX5" fmla="*/ 851095 w 3115994"/>
                  <a:gd name="connsiteY5" fmla="*/ 56548 h 1934586"/>
                  <a:gd name="connsiteX6" fmla="*/ 1062110 w 3115994"/>
                  <a:gd name="connsiteY6" fmla="*/ 278 h 1934586"/>
                  <a:gd name="connsiteX7" fmla="*/ 1266093 w 3115994"/>
                  <a:gd name="connsiteY7" fmla="*/ 41149 h 1934586"/>
                  <a:gd name="connsiteX8" fmla="*/ 1463039 w 3115994"/>
                  <a:gd name="connsiteY8" fmla="*/ 190193 h 1934586"/>
                  <a:gd name="connsiteX9" fmla="*/ 1610751 w 3115994"/>
                  <a:gd name="connsiteY9" fmla="*/ 575722 h 1934586"/>
                  <a:gd name="connsiteX10" fmla="*/ 1835833 w 3115994"/>
                  <a:gd name="connsiteY10" fmla="*/ 1428148 h 1934586"/>
                  <a:gd name="connsiteX11" fmla="*/ 1990578 w 3115994"/>
                  <a:gd name="connsiteY11" fmla="*/ 1772807 h 1934586"/>
                  <a:gd name="connsiteX12" fmla="*/ 2159390 w 3115994"/>
                  <a:gd name="connsiteY12" fmla="*/ 1906450 h 1934586"/>
                  <a:gd name="connsiteX13" fmla="*/ 2419642 w 3115994"/>
                  <a:gd name="connsiteY13" fmla="*/ 1793909 h 1934586"/>
                  <a:gd name="connsiteX14" fmla="*/ 2708031 w 3115994"/>
                  <a:gd name="connsiteY14" fmla="*/ 1208768 h 1934586"/>
                  <a:gd name="connsiteX15" fmla="*/ 2834639 w 3115994"/>
                  <a:gd name="connsiteY15" fmla="*/ 921711 h 1934586"/>
                  <a:gd name="connsiteX16" fmla="*/ 2940148 w 3115994"/>
                  <a:gd name="connsiteY16" fmla="*/ 575722 h 1934586"/>
                  <a:gd name="connsiteX17" fmla="*/ 3073791 w 3115994"/>
                  <a:gd name="connsiteY17" fmla="*/ 202928 h 1934586"/>
                  <a:gd name="connsiteX18" fmla="*/ 3115994 w 3115994"/>
                  <a:gd name="connsiteY18" fmla="*/ 49515 h 1934586"/>
                  <a:gd name="connsiteX0" fmla="*/ 0 w 3115994"/>
                  <a:gd name="connsiteY0" fmla="*/ 1936155 h 1936155"/>
                  <a:gd name="connsiteX1" fmla="*/ 189914 w 3115994"/>
                  <a:gd name="connsiteY1" fmla="*/ 1400251 h 1936155"/>
                  <a:gd name="connsiteX2" fmla="*/ 309490 w 3115994"/>
                  <a:gd name="connsiteY2" fmla="*/ 1041525 h 1936155"/>
                  <a:gd name="connsiteX3" fmla="*/ 422031 w 3115994"/>
                  <a:gd name="connsiteY3" fmla="*/ 753137 h 1936155"/>
                  <a:gd name="connsiteX4" fmla="*/ 583809 w 3115994"/>
                  <a:gd name="connsiteY4" fmla="*/ 353539 h 1936155"/>
                  <a:gd name="connsiteX5" fmla="*/ 851095 w 3115994"/>
                  <a:gd name="connsiteY5" fmla="*/ 58117 h 1936155"/>
                  <a:gd name="connsiteX6" fmla="*/ 1062110 w 3115994"/>
                  <a:gd name="connsiteY6" fmla="*/ 1847 h 1936155"/>
                  <a:gd name="connsiteX7" fmla="*/ 1266093 w 3115994"/>
                  <a:gd name="connsiteY7" fmla="*/ 28651 h 1936155"/>
                  <a:gd name="connsiteX8" fmla="*/ 1463039 w 3115994"/>
                  <a:gd name="connsiteY8" fmla="*/ 191762 h 1936155"/>
                  <a:gd name="connsiteX9" fmla="*/ 1610751 w 3115994"/>
                  <a:gd name="connsiteY9" fmla="*/ 577291 h 1936155"/>
                  <a:gd name="connsiteX10" fmla="*/ 1835833 w 3115994"/>
                  <a:gd name="connsiteY10" fmla="*/ 1429717 h 1936155"/>
                  <a:gd name="connsiteX11" fmla="*/ 1990578 w 3115994"/>
                  <a:gd name="connsiteY11" fmla="*/ 1774376 h 1936155"/>
                  <a:gd name="connsiteX12" fmla="*/ 2159390 w 3115994"/>
                  <a:gd name="connsiteY12" fmla="*/ 1908019 h 1936155"/>
                  <a:gd name="connsiteX13" fmla="*/ 2419642 w 3115994"/>
                  <a:gd name="connsiteY13" fmla="*/ 1795478 h 1936155"/>
                  <a:gd name="connsiteX14" fmla="*/ 2708031 w 3115994"/>
                  <a:gd name="connsiteY14" fmla="*/ 1210337 h 1936155"/>
                  <a:gd name="connsiteX15" fmla="*/ 2834639 w 3115994"/>
                  <a:gd name="connsiteY15" fmla="*/ 923280 h 1936155"/>
                  <a:gd name="connsiteX16" fmla="*/ 2940148 w 3115994"/>
                  <a:gd name="connsiteY16" fmla="*/ 577291 h 1936155"/>
                  <a:gd name="connsiteX17" fmla="*/ 3073791 w 3115994"/>
                  <a:gd name="connsiteY17" fmla="*/ 204497 h 1936155"/>
                  <a:gd name="connsiteX18" fmla="*/ 3115994 w 3115994"/>
                  <a:gd name="connsiteY18" fmla="*/ 51084 h 1936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15994" h="1936155">
                    <a:moveTo>
                      <a:pt x="0" y="1936155"/>
                    </a:moveTo>
                    <a:cubicBezTo>
                      <a:pt x="31652" y="1846838"/>
                      <a:pt x="138332" y="1549356"/>
                      <a:pt x="189914" y="1400251"/>
                    </a:cubicBezTo>
                    <a:cubicBezTo>
                      <a:pt x="241496" y="1251146"/>
                      <a:pt x="270804" y="1149377"/>
                      <a:pt x="309490" y="1041525"/>
                    </a:cubicBezTo>
                    <a:cubicBezTo>
                      <a:pt x="348176" y="933673"/>
                      <a:pt x="376311" y="867801"/>
                      <a:pt x="422031" y="753137"/>
                    </a:cubicBezTo>
                    <a:cubicBezTo>
                      <a:pt x="467751" y="638473"/>
                      <a:pt x="512298" y="469376"/>
                      <a:pt x="583809" y="353539"/>
                    </a:cubicBezTo>
                    <a:cubicBezTo>
                      <a:pt x="655320" y="237702"/>
                      <a:pt x="771378" y="116732"/>
                      <a:pt x="851095" y="58117"/>
                    </a:cubicBezTo>
                    <a:cubicBezTo>
                      <a:pt x="930812" y="-498"/>
                      <a:pt x="992944" y="6758"/>
                      <a:pt x="1062110" y="1847"/>
                    </a:cubicBezTo>
                    <a:cubicBezTo>
                      <a:pt x="1131276" y="-3064"/>
                      <a:pt x="1198099" y="515"/>
                      <a:pt x="1266093" y="28651"/>
                    </a:cubicBezTo>
                    <a:cubicBezTo>
                      <a:pt x="1334087" y="56787"/>
                      <a:pt x="1405596" y="100322"/>
                      <a:pt x="1463039" y="191762"/>
                    </a:cubicBezTo>
                    <a:cubicBezTo>
                      <a:pt x="1520482" y="283202"/>
                      <a:pt x="1547446" y="372137"/>
                      <a:pt x="1610751" y="577291"/>
                    </a:cubicBezTo>
                    <a:cubicBezTo>
                      <a:pt x="1674056" y="782445"/>
                      <a:pt x="1772529" y="1230203"/>
                      <a:pt x="1835833" y="1429717"/>
                    </a:cubicBezTo>
                    <a:cubicBezTo>
                      <a:pt x="1899137" y="1629231"/>
                      <a:pt x="1936652" y="1694659"/>
                      <a:pt x="1990578" y="1774376"/>
                    </a:cubicBezTo>
                    <a:cubicBezTo>
                      <a:pt x="2044504" y="1854093"/>
                      <a:pt x="2087879" y="1904502"/>
                      <a:pt x="2159390" y="1908019"/>
                    </a:cubicBezTo>
                    <a:cubicBezTo>
                      <a:pt x="2230901" y="1911536"/>
                      <a:pt x="2328202" y="1911758"/>
                      <a:pt x="2419642" y="1795478"/>
                    </a:cubicBezTo>
                    <a:cubicBezTo>
                      <a:pt x="2511082" y="1679198"/>
                      <a:pt x="2638865" y="1355703"/>
                      <a:pt x="2708031" y="1210337"/>
                    </a:cubicBezTo>
                    <a:lnTo>
                      <a:pt x="2834639" y="923280"/>
                    </a:lnTo>
                    <a:lnTo>
                      <a:pt x="2940148" y="577291"/>
                    </a:lnTo>
                    <a:lnTo>
                      <a:pt x="3073791" y="204497"/>
                    </a:lnTo>
                    <a:lnTo>
                      <a:pt x="3115994" y="51084"/>
                    </a:lnTo>
                  </a:path>
                </a:pathLst>
              </a:custGeom>
              <a:noFill/>
              <a:ln w="38100" cap="rnd" cmpd="sng" algn="ctr">
                <a:solidFill>
                  <a:srgbClr val="002060"/>
                </a:solid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4" name="Oval 83">
                <a:extLst>
                  <a:ext uri="{FF2B5EF4-FFF2-40B4-BE49-F238E27FC236}">
                    <a16:creationId xmlns:a16="http://schemas.microsoft.com/office/drawing/2014/main" id="{93A2B393-E05D-87E6-4850-21A2E566E8F0}"/>
                  </a:ext>
                </a:extLst>
              </p:cNvPr>
              <p:cNvSpPr/>
              <p:nvPr/>
            </p:nvSpPr>
            <p:spPr bwMode="auto">
              <a:xfrm>
                <a:off x="4719368" y="4400937"/>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5" name="Oval 84">
                <a:extLst>
                  <a:ext uri="{FF2B5EF4-FFF2-40B4-BE49-F238E27FC236}">
                    <a16:creationId xmlns:a16="http://schemas.microsoft.com/office/drawing/2014/main" id="{6F8557F6-CF0D-CB67-81B5-D179015383EF}"/>
                  </a:ext>
                </a:extLst>
              </p:cNvPr>
              <p:cNvSpPr/>
              <p:nvPr/>
            </p:nvSpPr>
            <p:spPr bwMode="auto">
              <a:xfrm>
                <a:off x="2364318" y="2643950"/>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6" name="Oval 85">
                <a:extLst>
                  <a:ext uri="{FF2B5EF4-FFF2-40B4-BE49-F238E27FC236}">
                    <a16:creationId xmlns:a16="http://schemas.microsoft.com/office/drawing/2014/main" id="{AE9DF127-EFFF-364A-B6AF-50E8CA6DB1FE}"/>
                  </a:ext>
                </a:extLst>
              </p:cNvPr>
              <p:cNvSpPr/>
              <p:nvPr/>
            </p:nvSpPr>
            <p:spPr bwMode="auto">
              <a:xfrm>
                <a:off x="2373129" y="4230104"/>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7" name="Oval 86">
                <a:extLst>
                  <a:ext uri="{FF2B5EF4-FFF2-40B4-BE49-F238E27FC236}">
                    <a16:creationId xmlns:a16="http://schemas.microsoft.com/office/drawing/2014/main" id="{13D2779E-C931-FA16-728D-17D059AC651E}"/>
                  </a:ext>
                </a:extLst>
              </p:cNvPr>
              <p:cNvSpPr/>
              <p:nvPr/>
            </p:nvSpPr>
            <p:spPr bwMode="auto">
              <a:xfrm>
                <a:off x="2777628" y="3709996"/>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8" name="Oval 87">
                <a:extLst>
                  <a:ext uri="{FF2B5EF4-FFF2-40B4-BE49-F238E27FC236}">
                    <a16:creationId xmlns:a16="http://schemas.microsoft.com/office/drawing/2014/main" id="{5949E513-BBD7-2559-E441-97B1F37F0841}"/>
                  </a:ext>
                </a:extLst>
              </p:cNvPr>
              <p:cNvSpPr/>
              <p:nvPr/>
            </p:nvSpPr>
            <p:spPr bwMode="auto">
              <a:xfrm>
                <a:off x="2766939" y="2598436"/>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89" name="Oval 88">
                <a:extLst>
                  <a:ext uri="{FF2B5EF4-FFF2-40B4-BE49-F238E27FC236}">
                    <a16:creationId xmlns:a16="http://schemas.microsoft.com/office/drawing/2014/main" id="{75C38FA0-4705-3A0B-73CE-EAAD5FD758BC}"/>
                  </a:ext>
                </a:extLst>
              </p:cNvPr>
              <p:cNvSpPr/>
              <p:nvPr/>
            </p:nvSpPr>
            <p:spPr bwMode="auto">
              <a:xfrm>
                <a:off x="3004959" y="3003606"/>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cxnSp>
            <p:nvCxnSpPr>
              <p:cNvPr id="90" name="Straight Connector 89">
                <a:extLst>
                  <a:ext uri="{FF2B5EF4-FFF2-40B4-BE49-F238E27FC236}">
                    <a16:creationId xmlns:a16="http://schemas.microsoft.com/office/drawing/2014/main" id="{52F329E3-CF60-2474-C42C-E42650CAB1F4}"/>
                  </a:ext>
                </a:extLst>
              </p:cNvPr>
              <p:cNvCxnSpPr/>
              <p:nvPr/>
            </p:nvCxnSpPr>
            <p:spPr>
              <a:xfrm flipV="1">
                <a:off x="2168956" y="3097235"/>
                <a:ext cx="1434728" cy="0"/>
              </a:xfrm>
              <a:prstGeom prst="line">
                <a:avLst/>
              </a:prstGeom>
              <a:noFill/>
              <a:ln w="31750" cap="flat" cmpd="sng" algn="ctr">
                <a:solidFill>
                  <a:sysClr val="windowText" lastClr="000000"/>
                </a:solidFill>
                <a:prstDash val="solid"/>
                <a:headEnd type="none"/>
                <a:tailEnd type="triangle" w="med" len="med"/>
              </a:ln>
              <a:effectLst/>
            </p:spPr>
          </p:cxnSp>
          <p:cxnSp>
            <p:nvCxnSpPr>
              <p:cNvPr id="91" name="Straight Connector 90">
                <a:extLst>
                  <a:ext uri="{FF2B5EF4-FFF2-40B4-BE49-F238E27FC236}">
                    <a16:creationId xmlns:a16="http://schemas.microsoft.com/office/drawing/2014/main" id="{8338EB9A-95BD-E127-F4DE-DC7AA5CE7374}"/>
                  </a:ext>
                </a:extLst>
              </p:cNvPr>
              <p:cNvCxnSpPr/>
              <p:nvPr/>
            </p:nvCxnSpPr>
            <p:spPr>
              <a:xfrm flipH="1" flipV="1">
                <a:off x="2176124" y="2157535"/>
                <a:ext cx="0" cy="950198"/>
              </a:xfrm>
              <a:prstGeom prst="line">
                <a:avLst/>
              </a:prstGeom>
              <a:noFill/>
              <a:ln w="31750" cap="flat" cmpd="sng" algn="ctr">
                <a:solidFill>
                  <a:sysClr val="windowText" lastClr="000000"/>
                </a:solidFill>
                <a:prstDash val="solid"/>
                <a:headEnd type="none"/>
                <a:tailEnd type="triangle" w="med" len="med"/>
              </a:ln>
              <a:effectLst/>
            </p:spPr>
          </p:cxnSp>
          <p:sp>
            <p:nvSpPr>
              <p:cNvPr id="92" name="Oval 91">
                <a:extLst>
                  <a:ext uri="{FF2B5EF4-FFF2-40B4-BE49-F238E27FC236}">
                    <a16:creationId xmlns:a16="http://schemas.microsoft.com/office/drawing/2014/main" id="{CB5D4C17-8390-D7DC-5EF3-9262131FE955}"/>
                  </a:ext>
                </a:extLst>
              </p:cNvPr>
              <p:cNvSpPr/>
              <p:nvPr/>
            </p:nvSpPr>
            <p:spPr bwMode="auto">
              <a:xfrm>
                <a:off x="3193298" y="2699389"/>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93" name="Oval 92">
                <a:extLst>
                  <a:ext uri="{FF2B5EF4-FFF2-40B4-BE49-F238E27FC236}">
                    <a16:creationId xmlns:a16="http://schemas.microsoft.com/office/drawing/2014/main" id="{364B9026-D1AB-A489-7885-1F9853AAF709}"/>
                  </a:ext>
                </a:extLst>
              </p:cNvPr>
              <p:cNvSpPr/>
              <p:nvPr/>
            </p:nvSpPr>
            <p:spPr bwMode="auto">
              <a:xfrm>
                <a:off x="3189097" y="4246844"/>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sp>
            <p:nvSpPr>
              <p:cNvPr id="94" name="Oval 93">
                <a:extLst>
                  <a:ext uri="{FF2B5EF4-FFF2-40B4-BE49-F238E27FC236}">
                    <a16:creationId xmlns:a16="http://schemas.microsoft.com/office/drawing/2014/main" id="{EE30A216-5DC2-9E8A-0FF3-4A526E4A073B}"/>
                  </a:ext>
                </a:extLst>
              </p:cNvPr>
              <p:cNvSpPr/>
              <p:nvPr/>
            </p:nvSpPr>
            <p:spPr bwMode="auto">
              <a:xfrm>
                <a:off x="3277597" y="4137815"/>
                <a:ext cx="68395" cy="68395"/>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Calibri"/>
                </a:endParaRPr>
              </a:p>
            </p:txBody>
          </p: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71E25BD7-9322-9903-1B7D-AD2B30536DB3}"/>
                      </a:ext>
                    </a:extLst>
                  </p:cNvPr>
                  <p:cNvSpPr txBox="1"/>
                  <p:nvPr/>
                </p:nvSpPr>
                <p:spPr>
                  <a:xfrm>
                    <a:off x="2814048" y="2237276"/>
                    <a:ext cx="826893" cy="246221"/>
                  </a:xfrm>
                  <a:prstGeom prst="rect">
                    <a:avLst/>
                  </a:prstGeom>
                  <a:solidFill>
                    <a:srgbClr val="FFFFFF"/>
                  </a:solid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14:m>
                      <m:oMath xmlns:m="http://schemas.openxmlformats.org/officeDocument/2006/math">
                        <m:r>
                          <a:rPr kumimoji="0" lang="en-US" sz="1000" b="1" i="1" u="none" strike="noStrike" kern="0" cap="none" spc="0" normalizeH="0" baseline="0" noProof="0" smtClean="0">
                            <a:ln>
                              <a:noFill/>
                            </a:ln>
                            <a:solidFill>
                              <a:prstClr val="black"/>
                            </a:solidFill>
                            <a:effectLst/>
                            <a:uLnTx/>
                            <a:uFillTx/>
                            <a:latin typeface="Cambria Math" panose="02040503050406030204" pitchFamily="18" charset="0"/>
                          </a:rPr>
                          <m:t>𝑽</m:t>
                        </m:r>
                        <m:r>
                          <a:rPr kumimoji="0" lang="en-US" sz="1000" b="1" i="1" u="none" strike="noStrike" kern="0" cap="none" spc="0" normalizeH="0" baseline="-25000" noProof="0" smtClean="0">
                            <a:ln>
                              <a:noFill/>
                            </a:ln>
                            <a:solidFill>
                              <a:prstClr val="black"/>
                            </a:solidFill>
                            <a:effectLst/>
                            <a:uLnTx/>
                            <a:uFillTx/>
                            <a:latin typeface="Cambria Math" panose="02040503050406030204" pitchFamily="18" charset="0"/>
                          </a:rPr>
                          <m:t>𝑫𝑫</m:t>
                        </m:r>
                      </m:oMath>
                    </a14:m>
                    <a:r>
                      <a:rPr kumimoji="0" lang="en-US" sz="1000" b="1" i="0" u="none" strike="noStrike" kern="0" cap="none" spc="0" normalizeH="0" baseline="-25000" noProof="0" dirty="0">
                        <a:ln>
                          <a:noFill/>
                        </a:ln>
                        <a:solidFill>
                          <a:prstClr val="black"/>
                        </a:solidFill>
                        <a:effectLst/>
                        <a:uLnTx/>
                        <a:uFillTx/>
                        <a:latin typeface="Calibri" pitchFamily="34" charset="0"/>
                        <a:cs typeface="Calibri" panose="020F0502020204030204" pitchFamily="34" charset="0"/>
                      </a:rPr>
                      <a:t> </a:t>
                    </a:r>
                    <a:r>
                      <a:rPr kumimoji="0" lang="en-US" sz="1000" b="1" i="0" u="none" strike="noStrike" kern="0" cap="none" spc="0" normalizeH="0" baseline="0" noProof="0" dirty="0">
                        <a:ln>
                          <a:noFill/>
                        </a:ln>
                        <a:solidFill>
                          <a:prstClr val="black"/>
                        </a:solidFill>
                        <a:effectLst/>
                        <a:uLnTx/>
                        <a:uFillTx/>
                        <a:latin typeface="Calibri" pitchFamily="34" charset="0"/>
                        <a:cs typeface="Calibri" panose="020F0502020204030204" pitchFamily="34" charset="0"/>
                      </a:rPr>
                      <a:t>- </a:t>
                    </a:r>
                    <a14:m>
                      <m:oMath xmlns:m="http://schemas.openxmlformats.org/officeDocument/2006/math">
                        <m:d>
                          <m:dPr>
                            <m:begChr m:val="|"/>
                            <m:endChr m:val="|"/>
                            <m:ctrlPr>
                              <a:rPr kumimoji="0" lang="en-US" sz="1000" b="1" i="1" u="none" strike="noStrike" kern="0" cap="none" spc="0" normalizeH="0" baseline="0" noProof="0" smtClean="0">
                                <a:ln>
                                  <a:noFill/>
                                </a:ln>
                                <a:solidFill>
                                  <a:prstClr val="black"/>
                                </a:solidFill>
                                <a:effectLst/>
                                <a:uLnTx/>
                                <a:uFillTx/>
                                <a:latin typeface="Cambria Math" panose="02040503050406030204" pitchFamily="18" charset="0"/>
                              </a:rPr>
                            </m:ctrlPr>
                          </m:dPr>
                          <m:e>
                            <m:r>
                              <a:rPr kumimoji="0" lang="en-US" sz="1000" b="1" i="1" u="none" strike="noStrike" kern="0" cap="none" spc="0" normalizeH="0" baseline="0" noProof="0" smtClean="0">
                                <a:ln>
                                  <a:noFill/>
                                </a:ln>
                                <a:solidFill>
                                  <a:prstClr val="black"/>
                                </a:solidFill>
                                <a:effectLst/>
                                <a:uLnTx/>
                                <a:uFillTx/>
                                <a:latin typeface="Cambria Math" panose="02040503050406030204" pitchFamily="18" charset="0"/>
                              </a:rPr>
                              <m:t>𝑽</m:t>
                            </m:r>
                            <m:r>
                              <a:rPr kumimoji="0" lang="en-US" sz="1000" b="1" i="1" u="none" strike="noStrike" kern="0" cap="none" spc="0" normalizeH="0" baseline="-25000" noProof="0" smtClean="0">
                                <a:ln>
                                  <a:noFill/>
                                </a:ln>
                                <a:solidFill>
                                  <a:prstClr val="black"/>
                                </a:solidFill>
                                <a:effectLst/>
                                <a:uLnTx/>
                                <a:uFillTx/>
                                <a:latin typeface="Cambria Math" panose="02040503050406030204" pitchFamily="18" charset="0"/>
                              </a:rPr>
                              <m:t>𝑻𝑯𝑷</m:t>
                            </m:r>
                          </m:e>
                        </m:d>
                      </m:oMath>
                    </a14:m>
                    <a:endParaRPr kumimoji="0" lang="en-US" sz="1000" b="1" i="1" u="none" strike="noStrike" kern="0" cap="none" spc="0" normalizeH="0" baseline="0" noProof="0" dirty="0">
                      <a:ln>
                        <a:noFill/>
                      </a:ln>
                      <a:solidFill>
                        <a:prstClr val="black"/>
                      </a:solidFill>
                      <a:effectLst/>
                      <a:uLnTx/>
                      <a:uFillTx/>
                      <a:latin typeface="Calibri" pitchFamily="34" charset="0"/>
                      <a:cs typeface="Calibri" panose="020F0502020204030204" pitchFamily="34" charset="0"/>
                    </a:endParaRPr>
                  </a:p>
                </p:txBody>
              </p:sp>
            </mc:Choice>
            <mc:Fallback xmlns="">
              <p:sp>
                <p:nvSpPr>
                  <p:cNvPr id="195" name="TextBox 194">
                    <a:extLst>
                      <a:ext uri="{FF2B5EF4-FFF2-40B4-BE49-F238E27FC236}">
                        <a16:creationId xmlns:a16="http://schemas.microsoft.com/office/drawing/2014/main" id="{71E25BD7-9322-9903-1B7D-AD2B30536DB3}"/>
                      </a:ext>
                    </a:extLst>
                  </p:cNvPr>
                  <p:cNvSpPr txBox="1">
                    <a:spLocks noRot="1" noChangeAspect="1" noMove="1" noResize="1" noEditPoints="1" noAdjustHandles="1" noChangeArrowheads="1" noChangeShapeType="1" noTextEdit="1"/>
                  </p:cNvSpPr>
                  <p:nvPr/>
                </p:nvSpPr>
                <p:spPr>
                  <a:xfrm>
                    <a:off x="2814048" y="2237276"/>
                    <a:ext cx="826893" cy="246221"/>
                  </a:xfrm>
                  <a:prstGeom prst="rect">
                    <a:avLst/>
                  </a:prstGeom>
                  <a:blipFill>
                    <a:blip r:embed="rId2"/>
                    <a:stretch>
                      <a:fillRect b="-15000"/>
                    </a:stretch>
                  </a:blipFill>
                </p:spPr>
                <p:txBody>
                  <a:bodyPr/>
                  <a:lstStyle/>
                  <a:p>
                    <a:r>
                      <a:rPr lang="en-IN">
                        <a:noFill/>
                      </a:rPr>
                      <a:t> </a:t>
                    </a:r>
                  </a:p>
                </p:txBody>
              </p:sp>
            </mc:Fallback>
          </mc:AlternateContent>
          <p:sp>
            <p:nvSpPr>
              <p:cNvPr id="96" name="TextBox 95">
                <a:extLst>
                  <a:ext uri="{FF2B5EF4-FFF2-40B4-BE49-F238E27FC236}">
                    <a16:creationId xmlns:a16="http://schemas.microsoft.com/office/drawing/2014/main" id="{7CE6209C-A539-6D70-E2A4-7D56AE86C48A}"/>
                  </a:ext>
                </a:extLst>
              </p:cNvPr>
              <p:cNvSpPr txBox="1"/>
              <p:nvPr/>
            </p:nvSpPr>
            <p:spPr>
              <a:xfrm>
                <a:off x="2151470" y="3298665"/>
                <a:ext cx="308931" cy="276999"/>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rPr>
                  <a:t>T</a:t>
                </a:r>
                <a:r>
                  <a:rPr kumimoji="0" lang="en-US" sz="1200" b="1" i="1" u="none" strike="noStrike" kern="0" cap="none" spc="0" normalizeH="0" baseline="-25000" noProof="0">
                    <a:ln>
                      <a:noFill/>
                    </a:ln>
                    <a:solidFill>
                      <a:prstClr val="black"/>
                    </a:solidFill>
                    <a:effectLst/>
                    <a:uLnTx/>
                    <a:uFillTx/>
                    <a:latin typeface="Calibri"/>
                  </a:rPr>
                  <a:t>S</a:t>
                </a:r>
                <a:endParaRPr kumimoji="0" lang="en-IN" sz="1200" b="1" i="1" u="none" strike="noStrike" kern="0" cap="none" spc="0" normalizeH="0" baseline="0" noProof="0">
                  <a:ln>
                    <a:noFill/>
                  </a:ln>
                  <a:solidFill>
                    <a:prstClr val="black"/>
                  </a:solidFill>
                  <a:effectLst/>
                  <a:uLnTx/>
                  <a:uFillTx/>
                  <a:latin typeface="Calibri"/>
                </a:endParaRPr>
              </a:p>
            </p:txBody>
          </p:sp>
          <p:sp>
            <p:nvSpPr>
              <p:cNvPr id="97" name="TextBox 96">
                <a:extLst>
                  <a:ext uri="{FF2B5EF4-FFF2-40B4-BE49-F238E27FC236}">
                    <a16:creationId xmlns:a16="http://schemas.microsoft.com/office/drawing/2014/main" id="{E6EA15C1-A982-F681-5B94-ABE0201C4F1B}"/>
                  </a:ext>
                </a:extLst>
              </p:cNvPr>
              <p:cNvSpPr txBox="1"/>
              <p:nvPr/>
            </p:nvSpPr>
            <p:spPr>
              <a:xfrm rot="16200000">
                <a:off x="3043688" y="3312624"/>
                <a:ext cx="455574" cy="276999"/>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rPr>
                  <a:t>HRR</a:t>
                </a:r>
                <a:endParaRPr kumimoji="0" lang="en-IN" sz="1200" b="1" i="1" u="none" strike="noStrike" kern="0" cap="none" spc="0" normalizeH="0" baseline="0" noProof="0">
                  <a:ln>
                    <a:noFill/>
                  </a:ln>
                  <a:solidFill>
                    <a:prstClr val="black"/>
                  </a:solidFill>
                  <a:effectLst/>
                  <a:uLnTx/>
                  <a:uFillTx/>
                  <a:latin typeface="Calibri"/>
                </a:endParaRPr>
              </a:p>
            </p:txBody>
          </p:sp>
          <p:sp>
            <p:nvSpPr>
              <p:cNvPr id="98" name="TextBox 97">
                <a:extLst>
                  <a:ext uri="{FF2B5EF4-FFF2-40B4-BE49-F238E27FC236}">
                    <a16:creationId xmlns:a16="http://schemas.microsoft.com/office/drawing/2014/main" id="{31EB4D15-B728-69C5-348A-089AD1F83BCB}"/>
                  </a:ext>
                </a:extLst>
              </p:cNvPr>
              <p:cNvSpPr txBox="1"/>
              <p:nvPr/>
            </p:nvSpPr>
            <p:spPr>
              <a:xfrm rot="16200000">
                <a:off x="2714200" y="3250917"/>
                <a:ext cx="423514" cy="276999"/>
              </a:xfrm>
              <a:prstGeom prst="rect">
                <a:avLst/>
              </a:prstGeom>
              <a:noFill/>
            </p:spPr>
            <p:txBody>
              <a:bodyPr wrap="non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rPr>
                  <a:t>LRR</a:t>
                </a:r>
                <a:endParaRPr kumimoji="0" lang="en-IN" sz="1200" b="1" i="1" u="none" strike="noStrike" kern="0" cap="none" spc="0" normalizeH="0" baseline="0" noProof="0">
                  <a:ln>
                    <a:noFill/>
                  </a:ln>
                  <a:solidFill>
                    <a:prstClr val="black"/>
                  </a:solidFill>
                  <a:effectLst/>
                  <a:uLnTx/>
                  <a:uFillTx/>
                  <a:latin typeface="Calibri"/>
                </a:endParaRPr>
              </a:p>
            </p:txBody>
          </p:sp>
          <p:sp>
            <p:nvSpPr>
              <p:cNvPr id="99" name="TextBox 98">
                <a:extLst>
                  <a:ext uri="{FF2B5EF4-FFF2-40B4-BE49-F238E27FC236}">
                    <a16:creationId xmlns:a16="http://schemas.microsoft.com/office/drawing/2014/main" id="{9A6B5232-850B-E13B-B446-68CE47F1BF10}"/>
                  </a:ext>
                </a:extLst>
              </p:cNvPr>
              <p:cNvSpPr txBox="1"/>
              <p:nvPr/>
            </p:nvSpPr>
            <p:spPr>
              <a:xfrm>
                <a:off x="2981290" y="3049743"/>
                <a:ext cx="858028" cy="276999"/>
              </a:xfrm>
              <a:prstGeom prst="rect">
                <a:avLst/>
              </a:prstGeom>
              <a:no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TIME (</a:t>
                </a:r>
                <a:r>
                  <a:rPr kumimoji="0" lang="en-US" sz="1200" b="1" i="1" u="none" strike="noStrike" kern="0" cap="none" spc="0" normalizeH="0" baseline="0" noProof="0" err="1">
                    <a:ln>
                      <a:noFill/>
                    </a:ln>
                    <a:solidFill>
                      <a:prstClr val="black"/>
                    </a:solidFill>
                    <a:effectLst/>
                    <a:uLnTx/>
                    <a:uFillTx/>
                    <a:latin typeface="Calibri"/>
                    <a:cs typeface="Times New Roman" panose="02020603050405020304" pitchFamily="18" charset="0"/>
                  </a:rPr>
                  <a:t>pS</a:t>
                </a:r>
                <a:r>
                  <a:rPr kumimoji="0" lang="en-US" sz="1200" b="1" i="1" u="none" strike="noStrike" kern="0" cap="none" spc="0" normalizeH="0" baseline="0" noProof="0">
                    <a:ln>
                      <a:noFill/>
                    </a:ln>
                    <a:solidFill>
                      <a:prstClr val="black"/>
                    </a:solidFill>
                    <a:effectLst/>
                    <a:uLnTx/>
                    <a:uFillTx/>
                    <a:latin typeface="Calibri"/>
                    <a:cs typeface="Times New Roman" panose="02020603050405020304" pitchFamily="18" charset="0"/>
                  </a:rPr>
                  <a:t>)</a:t>
                </a:r>
                <a:endParaRPr kumimoji="0" lang="en-US" sz="1200" b="1" i="1" u="none" strike="noStrike" kern="0" cap="none" spc="0" normalizeH="0" baseline="-25000" noProof="0">
                  <a:ln>
                    <a:noFill/>
                  </a:ln>
                  <a:solidFill>
                    <a:prstClr val="black"/>
                  </a:solidFill>
                  <a:effectLst/>
                  <a:uLnTx/>
                  <a:uFillTx/>
                  <a:latin typeface="Calibri"/>
                  <a:cs typeface="Times New Roman" panose="02020603050405020304" pitchFamily="18" charset="0"/>
                </a:endParaRPr>
              </a:p>
            </p:txBody>
          </p:sp>
        </p:grpSp>
        <p:cxnSp>
          <p:nvCxnSpPr>
            <p:cNvPr id="12" name="Straight Arrow Connector 11">
              <a:extLst>
                <a:ext uri="{FF2B5EF4-FFF2-40B4-BE49-F238E27FC236}">
                  <a16:creationId xmlns:a16="http://schemas.microsoft.com/office/drawing/2014/main" id="{AD904BEB-87C0-4F73-E287-91E08CE28D4B}"/>
                </a:ext>
              </a:extLst>
            </p:cNvPr>
            <p:cNvCxnSpPr/>
            <p:nvPr/>
          </p:nvCxnSpPr>
          <p:spPr bwMode="auto">
            <a:xfrm flipV="1">
              <a:off x="4120170" y="3395769"/>
              <a:ext cx="321024" cy="1363"/>
            </a:xfrm>
            <a:prstGeom prst="straightConnector1">
              <a:avLst/>
            </a:prstGeom>
            <a:noFill/>
            <a:ln w="25400" cap="rnd" cmpd="sng" algn="ctr">
              <a:solidFill>
                <a:sysClr val="windowText" lastClr="000000"/>
              </a:solidFill>
              <a:prstDash val="solid"/>
              <a:headEnd type="none"/>
              <a:tailEnd type="none"/>
            </a:ln>
            <a:effectLst/>
          </p:spPr>
        </p:cxnSp>
        <p:sp>
          <p:nvSpPr>
            <p:cNvPr id="13" name="Oval 12">
              <a:extLst>
                <a:ext uri="{FF2B5EF4-FFF2-40B4-BE49-F238E27FC236}">
                  <a16:creationId xmlns:a16="http://schemas.microsoft.com/office/drawing/2014/main" id="{2B217D70-62CE-43F4-D01D-3227996699B8}"/>
                </a:ext>
              </a:extLst>
            </p:cNvPr>
            <p:cNvSpPr/>
            <p:nvPr/>
          </p:nvSpPr>
          <p:spPr bwMode="auto">
            <a:xfrm>
              <a:off x="4072954" y="3366077"/>
              <a:ext cx="84138" cy="77787"/>
            </a:xfrm>
            <a:prstGeom prst="ellipse">
              <a:avLst/>
            </a:prstGeom>
            <a:solidFill>
              <a:srgbClr val="FF0000"/>
            </a:solidFill>
            <a:ln w="25400" cap="flat" cmpd="sng" algn="ctr">
              <a:solidFill>
                <a:srgbClr val="FF0000"/>
              </a:solid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ndParaRPr>
            </a:p>
          </p:txBody>
        </p:sp>
      </p:grpSp>
      <p:cxnSp>
        <p:nvCxnSpPr>
          <p:cNvPr id="100" name="Straight Connector 99">
            <a:extLst>
              <a:ext uri="{FF2B5EF4-FFF2-40B4-BE49-F238E27FC236}">
                <a16:creationId xmlns:a16="http://schemas.microsoft.com/office/drawing/2014/main" id="{CCB12DC9-6249-B067-C6E3-77249C07FC02}"/>
              </a:ext>
            </a:extLst>
          </p:cNvPr>
          <p:cNvCxnSpPr>
            <a:cxnSpLocks/>
            <a:endCxn id="66" idx="1"/>
          </p:cNvCxnSpPr>
          <p:nvPr/>
        </p:nvCxnSpPr>
        <p:spPr>
          <a:xfrm>
            <a:off x="1322453" y="1637883"/>
            <a:ext cx="846201" cy="0"/>
          </a:xfrm>
          <a:prstGeom prst="line">
            <a:avLst/>
          </a:prstGeom>
          <a:noFill/>
          <a:ln w="22225" cap="flat" cmpd="sng" algn="ctr">
            <a:solidFill>
              <a:sysClr val="windowText" lastClr="000000"/>
            </a:solidFill>
            <a:prstDash val="sysDot"/>
          </a:ln>
          <a:effectLst/>
        </p:spPr>
      </p:cxnSp>
      <p:cxnSp>
        <p:nvCxnSpPr>
          <p:cNvPr id="101" name="Straight Connector 100">
            <a:extLst>
              <a:ext uri="{FF2B5EF4-FFF2-40B4-BE49-F238E27FC236}">
                <a16:creationId xmlns:a16="http://schemas.microsoft.com/office/drawing/2014/main" id="{6B71DE27-4DC5-ED4D-C50C-909202DDF20E}"/>
              </a:ext>
            </a:extLst>
          </p:cNvPr>
          <p:cNvCxnSpPr/>
          <p:nvPr/>
        </p:nvCxnSpPr>
        <p:spPr>
          <a:xfrm>
            <a:off x="1045776" y="3185433"/>
            <a:ext cx="1255124" cy="0"/>
          </a:xfrm>
          <a:prstGeom prst="line">
            <a:avLst/>
          </a:prstGeom>
          <a:noFill/>
          <a:ln w="25400" cap="flat" cmpd="sng" algn="ctr">
            <a:solidFill>
              <a:sysClr val="windowText" lastClr="000000"/>
            </a:solidFill>
            <a:prstDash val="sysDot"/>
          </a:ln>
          <a:effectLst/>
        </p:spPr>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DD5AFCE-9212-0C64-AEE0-89FB560A2699}"/>
                  </a:ext>
                </a:extLst>
              </p:cNvPr>
              <p:cNvSpPr txBox="1"/>
              <p:nvPr/>
            </p:nvSpPr>
            <p:spPr>
              <a:xfrm>
                <a:off x="2099365" y="3150367"/>
                <a:ext cx="482824" cy="246221"/>
              </a:xfrm>
              <a:prstGeom prst="rect">
                <a:avLst/>
              </a:prstGeom>
              <a:noFill/>
            </p:spPr>
            <p:txBody>
              <a:bodyPr wrap="non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US" sz="1000" b="1" i="1" smtClean="0">
                          <a:solidFill>
                            <a:prstClr val="black"/>
                          </a:solidFill>
                          <a:latin typeface="Cambria Math" panose="02040503050406030204" pitchFamily="18" charset="0"/>
                        </a:rPr>
                        <m:t>𝑽</m:t>
                      </m:r>
                      <m:r>
                        <a:rPr lang="en-US" sz="1000" b="1" i="1" baseline="-25000">
                          <a:solidFill>
                            <a:prstClr val="black"/>
                          </a:solidFill>
                          <a:latin typeface="Cambria Math" panose="02040503050406030204" pitchFamily="18" charset="0"/>
                        </a:rPr>
                        <m:t>𝑻𝑯</m:t>
                      </m:r>
                      <m:r>
                        <a:rPr lang="en-US" sz="1000" b="1" i="1" baseline="-25000" smtClean="0">
                          <a:solidFill>
                            <a:prstClr val="black"/>
                          </a:solidFill>
                          <a:latin typeface="Cambria Math" panose="02040503050406030204" pitchFamily="18" charset="0"/>
                        </a:rPr>
                        <m:t>𝑵</m:t>
                      </m:r>
                    </m:oMath>
                  </m:oMathPara>
                </a14:m>
                <a:endParaRPr lang="en-US" sz="1000" b="1" i="1" dirty="0">
                  <a:solidFill>
                    <a:prstClr val="black"/>
                  </a:solidFill>
                  <a:latin typeface="Calibri" pitchFamily="34" charset="0"/>
                  <a:cs typeface="Calibri" panose="020F0502020204030204" pitchFamily="34" charset="0"/>
                </a:endParaRPr>
              </a:p>
            </p:txBody>
          </p:sp>
        </mc:Choice>
        <mc:Fallback xmlns="">
          <p:sp>
            <p:nvSpPr>
              <p:cNvPr id="102" name="TextBox 101">
                <a:extLst>
                  <a:ext uri="{FF2B5EF4-FFF2-40B4-BE49-F238E27FC236}">
                    <a16:creationId xmlns:a16="http://schemas.microsoft.com/office/drawing/2014/main" id="{CDD5AFCE-9212-0C64-AEE0-89FB560A2699}"/>
                  </a:ext>
                </a:extLst>
              </p:cNvPr>
              <p:cNvSpPr txBox="1">
                <a:spLocks noRot="1" noChangeAspect="1" noMove="1" noResize="1" noEditPoints="1" noAdjustHandles="1" noChangeArrowheads="1" noChangeShapeType="1" noTextEdit="1"/>
              </p:cNvSpPr>
              <p:nvPr/>
            </p:nvSpPr>
            <p:spPr>
              <a:xfrm>
                <a:off x="2099365" y="3150367"/>
                <a:ext cx="482824" cy="246221"/>
              </a:xfrm>
              <a:prstGeom prst="rect">
                <a:avLst/>
              </a:prstGeom>
              <a:blipFill>
                <a:blip r:embed="rId3"/>
                <a:stretch>
                  <a:fillRect/>
                </a:stretch>
              </a:blipFill>
            </p:spPr>
            <p:txBody>
              <a:bodyPr/>
              <a:lstStyle/>
              <a:p>
                <a:r>
                  <a:rPr lang="en-US">
                    <a:noFill/>
                  </a:rPr>
                  <a:t> </a:t>
                </a:r>
              </a:p>
            </p:txBody>
          </p:sp>
        </mc:Fallback>
      </mc:AlternateContent>
      <p:sp>
        <p:nvSpPr>
          <p:cNvPr id="103" name="Oval 102">
            <a:extLst>
              <a:ext uri="{FF2B5EF4-FFF2-40B4-BE49-F238E27FC236}">
                <a16:creationId xmlns:a16="http://schemas.microsoft.com/office/drawing/2014/main" id="{AAE5C278-C802-97B4-3886-D3745D588A71}"/>
              </a:ext>
            </a:extLst>
          </p:cNvPr>
          <p:cNvSpPr/>
          <p:nvPr/>
        </p:nvSpPr>
        <p:spPr bwMode="auto">
          <a:xfrm>
            <a:off x="1828503" y="3140790"/>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104" name="Oval 103">
            <a:extLst>
              <a:ext uri="{FF2B5EF4-FFF2-40B4-BE49-F238E27FC236}">
                <a16:creationId xmlns:a16="http://schemas.microsoft.com/office/drawing/2014/main" id="{7F830228-9EF3-0F37-2A93-1DADE9A2229F}"/>
              </a:ext>
            </a:extLst>
          </p:cNvPr>
          <p:cNvSpPr/>
          <p:nvPr/>
        </p:nvSpPr>
        <p:spPr bwMode="auto">
          <a:xfrm>
            <a:off x="1846685" y="1596878"/>
            <a:ext cx="68395" cy="68395"/>
          </a:xfrm>
          <a:prstGeom prst="ellipse">
            <a:avLst/>
          </a:prstGeom>
          <a:solidFill>
            <a:srgbClr val="FF0000"/>
          </a:solidFill>
          <a:ln w="25400" cap="flat" cmpd="sng" algn="ctr">
            <a:solidFill>
              <a:srgbClr val="FF0000"/>
            </a:solidFill>
            <a:prstDash val="solid"/>
          </a:ln>
          <a:effectLst/>
        </p:spPr>
        <p:txBody>
          <a:bodyPr anchor="ctr"/>
          <a:lstStyle/>
          <a:p>
            <a:pPr algn="ctr" eaLnBrk="0" fontAlgn="base" hangingPunct="0">
              <a:spcBef>
                <a:spcPct val="0"/>
              </a:spcBef>
              <a:spcAft>
                <a:spcPct val="0"/>
              </a:spcAft>
              <a:defRPr/>
            </a:pPr>
            <a:endParaRPr lang="en-US" kern="0">
              <a:solidFill>
                <a:prstClr val="white"/>
              </a:solidFill>
              <a:latin typeface="Calibri"/>
            </a:endParaRPr>
          </a:p>
        </p:txBody>
      </p:sp>
      <p:sp>
        <p:nvSpPr>
          <p:cNvPr id="105" name="Rectangle 104">
            <a:extLst>
              <a:ext uri="{FF2B5EF4-FFF2-40B4-BE49-F238E27FC236}">
                <a16:creationId xmlns:a16="http://schemas.microsoft.com/office/drawing/2014/main" id="{F2C15092-4669-497D-BBFA-7C990E6FA4B6}"/>
              </a:ext>
            </a:extLst>
          </p:cNvPr>
          <p:cNvSpPr/>
          <p:nvPr/>
        </p:nvSpPr>
        <p:spPr>
          <a:xfrm>
            <a:off x="59283" y="3900856"/>
            <a:ext cx="5889597" cy="338554"/>
          </a:xfrm>
          <a:prstGeom prst="rect">
            <a:avLst/>
          </a:prstGeom>
        </p:spPr>
        <p:txBody>
          <a:bodyPr wrap="square">
            <a:spAutoFit/>
          </a:bodyPr>
          <a:lstStyle/>
          <a:p>
            <a:pPr eaLnBrk="0" fontAlgn="base" hangingPunct="0">
              <a:spcBef>
                <a:spcPct val="0"/>
              </a:spcBef>
              <a:spcAft>
                <a:spcPct val="0"/>
              </a:spcAft>
            </a:pPr>
            <a:r>
              <a:rPr lang="en-US" sz="1600" u="sng">
                <a:solidFill>
                  <a:srgbClr val="002060"/>
                </a:solidFill>
                <a:ea typeface="Calibri" panose="020F0502020204030204" pitchFamily="34" charset="0"/>
                <a:cs typeface="Calibri" panose="020F0502020204030204" pitchFamily="34" charset="0"/>
              </a:rPr>
              <a:t>The negative-skew offset single delay cell of 5 stages MSSROs</a:t>
            </a:r>
            <a:endParaRPr lang="en-IN" sz="1600" u="sng">
              <a:solidFill>
                <a:srgbClr val="002060"/>
              </a:solidFill>
              <a:cs typeface="Calibri" panose="020F0502020204030204" pitchFamily="34" charset="0"/>
            </a:endParaRPr>
          </a:p>
        </p:txBody>
      </p:sp>
      <p:sp>
        <p:nvSpPr>
          <p:cNvPr id="106" name="Rectangle 105">
            <a:extLst>
              <a:ext uri="{FF2B5EF4-FFF2-40B4-BE49-F238E27FC236}">
                <a16:creationId xmlns:a16="http://schemas.microsoft.com/office/drawing/2014/main" id="{05F231A8-61B7-1B99-FE5F-509782C46845}"/>
              </a:ext>
            </a:extLst>
          </p:cNvPr>
          <p:cNvSpPr/>
          <p:nvPr/>
        </p:nvSpPr>
        <p:spPr>
          <a:xfrm>
            <a:off x="6650116" y="877883"/>
            <a:ext cx="5112796" cy="3416320"/>
          </a:xfrm>
          <a:prstGeom prst="rect">
            <a:avLst/>
          </a:prstGeom>
        </p:spPr>
        <p:txBody>
          <a:bodyPr wrap="square">
            <a:spAutoFit/>
          </a:bodyPr>
          <a:lstStyle/>
          <a:p>
            <a:pPr marL="285750" indent="-285750" algn="just" eaLnBrk="0" fontAlgn="base" hangingPunct="0">
              <a:spcBef>
                <a:spcPct val="0"/>
              </a:spcBef>
              <a:spcAft>
                <a:spcPct val="0"/>
              </a:spcAft>
              <a:buFont typeface="Arial" panose="020B0604020202020204" pitchFamily="34" charset="0"/>
              <a:buChar char="•"/>
            </a:pPr>
            <a:r>
              <a:rPr lang="en-US" dirty="0">
                <a:solidFill>
                  <a:srgbClr val="00B050"/>
                </a:solidFill>
                <a:cs typeface="Times New Roman" panose="02020603050405020304" pitchFamily="18" charset="0"/>
              </a:rPr>
              <a:t>It was found that skew offset is always responsible for the optimization of the output transition during the analysis of separately driven delay cells/Ring Oscillators. </a:t>
            </a:r>
          </a:p>
          <a:p>
            <a:pPr marL="285750" indent="-285750" algn="just" eaLnBrk="0" fontAlgn="base" hangingPunct="0">
              <a:spcBef>
                <a:spcPct val="0"/>
              </a:spcBef>
              <a:spcAft>
                <a:spcPct val="0"/>
              </a:spcAft>
              <a:buFont typeface="Arial" panose="020B0604020202020204" pitchFamily="34" charset="0"/>
              <a:buChar char="•"/>
            </a:pPr>
            <a:endParaRPr lang="en-US" dirty="0">
              <a:solidFill>
                <a:srgbClr val="002060"/>
              </a:solidFill>
              <a:cs typeface="Times New Roman" panose="02020603050405020304" pitchFamily="18" charset="0"/>
            </a:endParaRPr>
          </a:p>
          <a:p>
            <a:pPr marL="285750" indent="-285750" algn="just" eaLnBrk="0" fontAlgn="base" hangingPunct="0">
              <a:spcBef>
                <a:spcPct val="0"/>
              </a:spcBef>
              <a:spcAft>
                <a:spcPct val="0"/>
              </a:spcAft>
              <a:buFont typeface="Arial" panose="020B0604020202020204" pitchFamily="34" charset="0"/>
              <a:buChar char="•"/>
            </a:pPr>
            <a:r>
              <a:rPr lang="en-US" dirty="0">
                <a:solidFill>
                  <a:srgbClr val="002060"/>
                </a:solidFill>
                <a:cs typeface="Times New Roman" panose="02020603050405020304" pitchFamily="18" charset="0"/>
              </a:rPr>
              <a:t>The output falling transition is </a:t>
            </a:r>
            <a:r>
              <a:rPr lang="en-US" dirty="0" err="1">
                <a:solidFill>
                  <a:srgbClr val="002060"/>
                </a:solidFill>
                <a:cs typeface="Times New Roman" panose="02020603050405020304" pitchFamily="18" charset="0"/>
              </a:rPr>
              <a:t>favoured</a:t>
            </a:r>
            <a:r>
              <a:rPr lang="en-US" dirty="0">
                <a:solidFill>
                  <a:srgbClr val="002060"/>
                </a:solidFill>
                <a:cs typeface="Times New Roman" panose="02020603050405020304" pitchFamily="18" charset="0"/>
              </a:rPr>
              <a:t> by the input rising transition with a negative skew offset case (3N-1). </a:t>
            </a:r>
          </a:p>
          <a:p>
            <a:pPr marL="285750" indent="-285750" algn="just" eaLnBrk="0" fontAlgn="base" hangingPunct="0">
              <a:spcBef>
                <a:spcPct val="0"/>
              </a:spcBef>
              <a:spcAft>
                <a:spcPct val="0"/>
              </a:spcAft>
              <a:buFont typeface="Arial" panose="020B0604020202020204" pitchFamily="34" charset="0"/>
              <a:buChar char="•"/>
            </a:pPr>
            <a:endParaRPr lang="en-US" dirty="0">
              <a:solidFill>
                <a:srgbClr val="002060"/>
              </a:solidFill>
              <a:cs typeface="Times New Roman" panose="02020603050405020304" pitchFamily="18" charset="0"/>
            </a:endParaRPr>
          </a:p>
          <a:p>
            <a:pPr marL="285750" indent="-285750" algn="just" eaLnBrk="0" fontAlgn="base" hangingPunct="0">
              <a:spcBef>
                <a:spcPct val="0"/>
              </a:spcBef>
              <a:spcAft>
                <a:spcPct val="0"/>
              </a:spcAft>
              <a:buFont typeface="Arial" panose="020B0604020202020204" pitchFamily="34" charset="0"/>
              <a:buChar char="•"/>
            </a:pPr>
            <a:r>
              <a:rPr lang="en-US" dirty="0">
                <a:solidFill>
                  <a:srgbClr val="002060"/>
                </a:solidFill>
                <a:cs typeface="Times New Roman" panose="02020603050405020304" pitchFamily="18" charset="0"/>
              </a:rPr>
              <a:t>This is due to the NMOS/PMOS device being in the ON/active state, and NMOS is responsible for discharging the (</a:t>
            </a:r>
            <a:r>
              <a:rPr lang="en-US" i="1" dirty="0">
                <a:solidFill>
                  <a:srgbClr val="002060"/>
                </a:solidFill>
                <a:cs typeface="Times New Roman" panose="02020603050405020304" pitchFamily="18" charset="0"/>
              </a:rPr>
              <a:t>C</a:t>
            </a:r>
            <a:r>
              <a:rPr lang="en-US" i="1" baseline="-25000" dirty="0">
                <a:solidFill>
                  <a:srgbClr val="002060"/>
                </a:solidFill>
                <a:cs typeface="Times New Roman" panose="02020603050405020304" pitchFamily="18" charset="0"/>
              </a:rPr>
              <a:t>L</a:t>
            </a:r>
            <a:r>
              <a:rPr lang="en-US" i="1" dirty="0">
                <a:solidFill>
                  <a:srgbClr val="002060"/>
                </a:solidFill>
                <a:cs typeface="Times New Roman" panose="02020603050405020304" pitchFamily="18" charset="0"/>
              </a:rPr>
              <a:t>+C</a:t>
            </a:r>
            <a:r>
              <a:rPr lang="en-US" i="1" baseline="-25000" dirty="0">
                <a:solidFill>
                  <a:srgbClr val="002060"/>
                </a:solidFill>
                <a:cs typeface="Times New Roman" panose="02020603050405020304" pitchFamily="18" charset="0"/>
              </a:rPr>
              <a:t>P</a:t>
            </a:r>
            <a:r>
              <a:rPr lang="en-US" dirty="0">
                <a:solidFill>
                  <a:srgbClr val="002060"/>
                </a:solidFill>
                <a:cs typeface="Times New Roman" panose="02020603050405020304" pitchFamily="18" charset="0"/>
              </a:rPr>
              <a:t>).</a:t>
            </a:r>
            <a:endParaRPr lang="en-IN" sz="1200" dirty="0">
              <a:solidFill>
                <a:srgbClr val="002060"/>
              </a:solidFill>
              <a:cs typeface="Times New Roman" panose="02020603050405020304" pitchFamily="18" charset="0"/>
            </a:endParaRPr>
          </a:p>
        </p:txBody>
      </p:sp>
      <p:sp>
        <p:nvSpPr>
          <p:cNvPr id="107" name="Rectangle 106">
            <a:extLst>
              <a:ext uri="{FF2B5EF4-FFF2-40B4-BE49-F238E27FC236}">
                <a16:creationId xmlns:a16="http://schemas.microsoft.com/office/drawing/2014/main" id="{2B2E447B-0F06-EBCB-588D-6F62C9A3C19C}"/>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08" name="TextBox 107">
            <a:extLst>
              <a:ext uri="{FF2B5EF4-FFF2-40B4-BE49-F238E27FC236}">
                <a16:creationId xmlns:a16="http://schemas.microsoft.com/office/drawing/2014/main" id="{3E57EC1A-03E9-5B43-EBD3-BAAF15241868}"/>
              </a:ext>
            </a:extLst>
          </p:cNvPr>
          <p:cNvSpPr txBox="1"/>
          <p:nvPr/>
        </p:nvSpPr>
        <p:spPr>
          <a:xfrm>
            <a:off x="0" y="76679"/>
            <a:ext cx="9818703" cy="584775"/>
          </a:xfrm>
          <a:prstGeom prst="rect">
            <a:avLst/>
          </a:prstGeom>
          <a:noFill/>
        </p:spPr>
        <p:txBody>
          <a:bodyPr wrap="square">
            <a:spAutoFit/>
          </a:bodyPr>
          <a:lstStyle/>
          <a:p>
            <a:pPr algn="ctr" defTabSz="1219170"/>
            <a:r>
              <a:rPr lang="en-GB" sz="3200" b="1">
                <a:solidFill>
                  <a:srgbClr val="FFFFFF"/>
                </a:solidFill>
                <a:ea typeface="+mn-lt"/>
                <a:cs typeface="Arial" panose="020B0604020202020204" pitchFamily="34" charset="0"/>
                <a:sym typeface="Lato Black"/>
              </a:rPr>
              <a:t>Negative  Skew-Offset Delay Cell with Loading</a:t>
            </a:r>
          </a:p>
        </p:txBody>
      </p:sp>
      <p:cxnSp>
        <p:nvCxnSpPr>
          <p:cNvPr id="109" name="Straight Connector 108">
            <a:extLst>
              <a:ext uri="{FF2B5EF4-FFF2-40B4-BE49-F238E27FC236}">
                <a16:creationId xmlns:a16="http://schemas.microsoft.com/office/drawing/2014/main" id="{0FAEDCD1-051C-7340-84A5-FA99A23D91F7}"/>
              </a:ext>
            </a:extLst>
          </p:cNvPr>
          <p:cNvCxnSpPr/>
          <p:nvPr/>
        </p:nvCxnSpPr>
        <p:spPr>
          <a:xfrm flipV="1">
            <a:off x="0" y="639298"/>
            <a:ext cx="12192000" cy="0"/>
          </a:xfrm>
          <a:prstGeom prst="line">
            <a:avLst/>
          </a:prstGeom>
          <a:noFill/>
          <a:ln w="63500" cap="flat" cmpd="sng" algn="ctr">
            <a:solidFill>
              <a:srgbClr val="002060"/>
            </a:solidFill>
            <a:prstDash val="solid"/>
          </a:ln>
          <a:effectLst/>
        </p:spPr>
      </p:cxnSp>
      <p:cxnSp>
        <p:nvCxnSpPr>
          <p:cNvPr id="110" name="Straight Connector 109">
            <a:extLst>
              <a:ext uri="{FF2B5EF4-FFF2-40B4-BE49-F238E27FC236}">
                <a16:creationId xmlns:a16="http://schemas.microsoft.com/office/drawing/2014/main" id="{11C19D6F-2D9D-A837-5134-769B3B012021}"/>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111" name="Straight Connector 110">
            <a:extLst>
              <a:ext uri="{FF2B5EF4-FFF2-40B4-BE49-F238E27FC236}">
                <a16:creationId xmlns:a16="http://schemas.microsoft.com/office/drawing/2014/main" id="{31961592-51DA-547F-3A0C-C2E15111B977}"/>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112" name="Straight Connector 111">
            <a:extLst>
              <a:ext uri="{FF2B5EF4-FFF2-40B4-BE49-F238E27FC236}">
                <a16:creationId xmlns:a16="http://schemas.microsoft.com/office/drawing/2014/main" id="{C79996CA-4A9F-ADB4-E0A4-5657CAAC9744}"/>
              </a:ext>
            </a:extLst>
          </p:cNvPr>
          <p:cNvCxnSpPr/>
          <p:nvPr/>
        </p:nvCxnSpPr>
        <p:spPr>
          <a:xfrm flipV="1">
            <a:off x="0" y="30424"/>
            <a:ext cx="12192000" cy="0"/>
          </a:xfrm>
          <a:prstGeom prst="line">
            <a:avLst/>
          </a:prstGeom>
          <a:noFill/>
          <a:ln w="63500" cap="flat" cmpd="sng" algn="ctr">
            <a:solidFill>
              <a:srgbClr val="002060"/>
            </a:solidFill>
            <a:prstDash val="solid"/>
          </a:ln>
          <a:effectLst/>
        </p:spPr>
      </p:cxnSp>
      <p:cxnSp>
        <p:nvCxnSpPr>
          <p:cNvPr id="113" name="Straight Connector 112">
            <a:extLst>
              <a:ext uri="{FF2B5EF4-FFF2-40B4-BE49-F238E27FC236}">
                <a16:creationId xmlns:a16="http://schemas.microsoft.com/office/drawing/2014/main" id="{D85496CC-F9F2-B644-C3C1-04904465C432}"/>
              </a:ext>
            </a:extLst>
          </p:cNvPr>
          <p:cNvCxnSpPr>
            <a:cxnSpLocks/>
          </p:cNvCxnSpPr>
          <p:nvPr/>
        </p:nvCxnSpPr>
        <p:spPr>
          <a:xfrm flipV="1">
            <a:off x="6245987" y="639298"/>
            <a:ext cx="0" cy="5747257"/>
          </a:xfrm>
          <a:prstGeom prst="line">
            <a:avLst/>
          </a:prstGeom>
          <a:noFill/>
          <a:ln w="63500" cap="flat" cmpd="sng" algn="ctr">
            <a:solidFill>
              <a:srgbClr val="002060"/>
            </a:solidFill>
            <a:prstDash val="solid"/>
          </a:ln>
          <a:effectLst/>
        </p:spPr>
      </p:cxnSp>
      <p:sp>
        <p:nvSpPr>
          <p:cNvPr id="114" name="Rectangle 113">
            <a:extLst>
              <a:ext uri="{FF2B5EF4-FFF2-40B4-BE49-F238E27FC236}">
                <a16:creationId xmlns:a16="http://schemas.microsoft.com/office/drawing/2014/main" id="{A291CD41-AB71-A765-86B2-68CD9C704092}"/>
              </a:ext>
            </a:extLst>
          </p:cNvPr>
          <p:cNvSpPr/>
          <p:nvPr/>
        </p:nvSpPr>
        <p:spPr>
          <a:xfrm>
            <a:off x="206403" y="5084719"/>
            <a:ext cx="11556509" cy="923330"/>
          </a:xfrm>
          <a:prstGeom prst="rect">
            <a:avLst/>
          </a:prstGeom>
          <a:solidFill>
            <a:srgbClr val="FFFFFF"/>
          </a:solidFill>
        </p:spPr>
        <p:txBody>
          <a:bodyPr wrap="square">
            <a:spAutoFit/>
          </a:bodyPr>
          <a:lstStyle/>
          <a:p>
            <a:pPr marL="285750" marR="0" lvl="0" indent="-285750" algn="just" defTabSz="91440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800" b="0" i="0" u="none" strike="noStrike" kern="0" cap="none" spc="0" normalizeH="0" baseline="0" noProof="0" dirty="0" smtClean="0">
                <a:ln>
                  <a:noFill/>
                </a:ln>
                <a:solidFill>
                  <a:srgbClr val="002060"/>
                </a:solidFill>
                <a:effectLst/>
                <a:uLnTx/>
                <a:uFillTx/>
                <a:ea typeface="Calibri" panose="020F0502020204030204" pitchFamily="34" charset="0"/>
              </a:rPr>
              <a:t>When the input falling transition with NSO appears at the gate of PMOS and NMOS, both devices are switched on due to skew offset between them during transition compared to conventional three-stage conventional ROs (CROs). </a:t>
            </a:r>
            <a:endParaRPr kumimoji="0" lang="en-IN" sz="1800" b="0" i="0" u="none" strike="noStrike" kern="0" cap="none" spc="0" normalizeH="0" baseline="0" noProof="0" dirty="0" smtClean="0">
              <a:ln>
                <a:noFill/>
              </a:ln>
              <a:solidFill>
                <a:srgbClr val="002060"/>
              </a:solidFill>
              <a:effectLst/>
              <a:uLnTx/>
              <a:uFillTx/>
            </a:endParaRPr>
          </a:p>
        </p:txBody>
      </p:sp>
      <mc:AlternateContent xmlns:mc="http://schemas.openxmlformats.org/markup-compatibility/2006" xmlns:a14="http://schemas.microsoft.com/office/drawing/2010/main">
        <mc:Choice Requires="a14">
          <p:sp>
            <p:nvSpPr>
              <p:cNvPr id="115" name="Rectangle 114">
                <a:extLst>
                  <a:ext uri="{FF2B5EF4-FFF2-40B4-BE49-F238E27FC236}">
                    <a16:creationId xmlns:a16="http://schemas.microsoft.com/office/drawing/2014/main" id="{51B2358B-C1C4-9743-5A32-90EB372FB69D}"/>
                  </a:ext>
                </a:extLst>
              </p:cNvPr>
              <p:cNvSpPr/>
              <p:nvPr/>
            </p:nvSpPr>
            <p:spPr>
              <a:xfrm>
                <a:off x="1322453" y="4280208"/>
                <a:ext cx="3685753" cy="738792"/>
              </a:xfrm>
              <a:prstGeom prst="rect">
                <a:avLst/>
              </a:prstGeom>
              <a:noFill/>
              <a:ln>
                <a:solidFill>
                  <a:srgbClr val="00407A"/>
                </a:solidFill>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𝐹</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𝑂𝑆𝐶</m:t>
                          </m:r>
                        </m:sub>
                      </m:sSub>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d>
                        <m:d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dPr>
                        <m:e>
                          <m:f>
                            <m:f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fPr>
                            <m:num>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1</m:t>
                              </m:r>
                            </m:num>
                            <m:den>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3×</m:t>
                              </m:r>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m:t>
                                  </m:r>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𝑛𝑙h</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𝑝</m:t>
                                  </m:r>
                                </m:sup>
                              </m:sSub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sSubSup>
                                <m:sSubSup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Sup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𝑡</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𝑛h𝑙</m:t>
                                  </m:r>
                                </m:sub>
                                <m:sup>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𝑛</m:t>
                                  </m:r>
                                </m:sup>
                              </m:sSubSup>
                              <m:r>
                                <a:rPr kumimoji="0" lang="en-IN" sz="1800" b="0" i="0" u="none" strike="noStrike" kern="0" cap="none" spc="0" normalizeH="0" baseline="0" noProof="0" smtClean="0">
                                  <a:ln>
                                    <a:noFill/>
                                  </a:ln>
                                  <a:solidFill>
                                    <a:srgbClr val="00407A"/>
                                  </a:solidFill>
                                  <a:effectLst/>
                                  <a:uLnTx/>
                                  <a:uFillTx/>
                                  <a:latin typeface="Cambria Math" panose="02040503050406030204" pitchFamily="18" charset="0"/>
                                </a:rPr>
                                <m:t>)−</m:t>
                              </m:r>
                              <m:sSub>
                                <m:sSubPr>
                                  <m:ctrlP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ctrlPr>
                                </m:sSubPr>
                                <m:e>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𝑇</m:t>
                                  </m:r>
                                </m:e>
                                <m:sub>
                                  <m:r>
                                    <a:rPr kumimoji="0" lang="en-IN" sz="1800" b="0" i="1" u="none" strike="noStrike" kern="0" cap="none" spc="0" normalizeH="0" baseline="0" noProof="0" smtClean="0">
                                      <a:ln>
                                        <a:noFill/>
                                      </a:ln>
                                      <a:solidFill>
                                        <a:srgbClr val="00407A"/>
                                      </a:solidFill>
                                      <a:effectLst/>
                                      <a:uLnTx/>
                                      <a:uFillTx/>
                                      <a:latin typeface="Cambria Math" panose="02040503050406030204" pitchFamily="18" charset="0"/>
                                    </a:rPr>
                                    <m:t>𝑆𝐾𝐸𝑊</m:t>
                                  </m:r>
                                </m:sub>
                              </m:sSub>
                            </m:den>
                          </m:f>
                        </m:e>
                      </m:d>
                    </m:oMath>
                  </m:oMathPara>
                </a14:m>
                <a:endParaRPr kumimoji="0" lang="en-IN" sz="1800" b="0" i="0" u="none" strike="noStrike" kern="0" cap="none" spc="0" normalizeH="0" baseline="0" noProof="0" dirty="0" smtClean="0">
                  <a:ln>
                    <a:noFill/>
                  </a:ln>
                  <a:solidFill>
                    <a:srgbClr val="00407A"/>
                  </a:solidFill>
                  <a:effectLst/>
                  <a:uLnTx/>
                  <a:uFillTx/>
                </a:endParaRPr>
              </a:p>
            </p:txBody>
          </p:sp>
        </mc:Choice>
        <mc:Fallback xmlns="">
          <p:sp>
            <p:nvSpPr>
              <p:cNvPr id="115" name="Rectangle 114">
                <a:extLst>
                  <a:ext uri="{FF2B5EF4-FFF2-40B4-BE49-F238E27FC236}">
                    <a16:creationId xmlns:a16="http://schemas.microsoft.com/office/drawing/2014/main" id="{51B2358B-C1C4-9743-5A32-90EB372FB69D}"/>
                  </a:ext>
                </a:extLst>
              </p:cNvPr>
              <p:cNvSpPr>
                <a:spLocks noRot="1" noChangeAspect="1" noMove="1" noResize="1" noEditPoints="1" noAdjustHandles="1" noChangeArrowheads="1" noChangeShapeType="1" noTextEdit="1"/>
              </p:cNvSpPr>
              <p:nvPr/>
            </p:nvSpPr>
            <p:spPr>
              <a:xfrm>
                <a:off x="1322453" y="4280208"/>
                <a:ext cx="3685753" cy="738792"/>
              </a:xfrm>
              <a:prstGeom prst="rect">
                <a:avLst/>
              </a:prstGeom>
              <a:blipFill>
                <a:blip r:embed="rId4"/>
                <a:stretch>
                  <a:fillRect b="-2439"/>
                </a:stretch>
              </a:blipFill>
              <a:ln>
                <a:solidFill>
                  <a:srgbClr val="00407A"/>
                </a:solidFill>
              </a:ln>
            </p:spPr>
            <p:txBody>
              <a:bodyPr/>
              <a:lstStyle/>
              <a:p>
                <a:r>
                  <a:rPr lang="en-US">
                    <a:noFill/>
                  </a:rPr>
                  <a:t> </a:t>
                </a:r>
              </a:p>
            </p:txBody>
          </p:sp>
        </mc:Fallback>
      </mc:AlternateContent>
      <p:pic>
        <p:nvPicPr>
          <p:cNvPr id="116" name="Picture 115" descr="Icon&#10;&#10;Description automatically generated">
            <a:extLst>
              <a:ext uri="{FF2B5EF4-FFF2-40B4-BE49-F238E27FC236}">
                <a16:creationId xmlns:a16="http://schemas.microsoft.com/office/drawing/2014/main" id="{3FCAB4B8-CED3-19FC-17DB-969B1A53683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49242" y="1227316"/>
            <a:ext cx="548247" cy="548247"/>
          </a:xfrm>
          <a:prstGeom prst="rect">
            <a:avLst/>
          </a:prstGeom>
        </p:spPr>
      </p:pic>
    </p:spTree>
    <p:extLst>
      <p:ext uri="{BB962C8B-B14F-4D97-AF65-F5344CB8AC3E}">
        <p14:creationId xmlns:p14="http://schemas.microsoft.com/office/powerpoint/2010/main" val="183450081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6EBE39-8E31-4EB1-BB1F-AF0CC29D6396}"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53</a:t>
            </a:fld>
            <a:endParaRPr lang="en-BE"/>
          </a:p>
        </p:txBody>
      </p:sp>
      <p:pic>
        <p:nvPicPr>
          <p:cNvPr id="5" name="Picture 4">
            <a:extLst>
              <a:ext uri="{FF2B5EF4-FFF2-40B4-BE49-F238E27FC236}">
                <a16:creationId xmlns:a16="http://schemas.microsoft.com/office/drawing/2014/main" id="{25726114-1074-58CA-06A6-368B65C7B2B3}"/>
              </a:ext>
            </a:extLst>
          </p:cNvPr>
          <p:cNvPicPr>
            <a:picLocks noChangeAspect="1"/>
          </p:cNvPicPr>
          <p:nvPr/>
        </p:nvPicPr>
        <p:blipFill>
          <a:blip r:embed="rId2"/>
          <a:stretch>
            <a:fillRect/>
          </a:stretch>
        </p:blipFill>
        <p:spPr>
          <a:xfrm>
            <a:off x="7734406" y="700488"/>
            <a:ext cx="3758551" cy="2566872"/>
          </a:xfrm>
          <a:prstGeom prst="rect">
            <a:avLst/>
          </a:prstGeom>
          <a:ln>
            <a:solidFill>
              <a:srgbClr val="C00000"/>
            </a:solidFill>
          </a:ln>
        </p:spPr>
      </p:pic>
      <p:pic>
        <p:nvPicPr>
          <p:cNvPr id="6" name="Picture 5">
            <a:extLst>
              <a:ext uri="{FF2B5EF4-FFF2-40B4-BE49-F238E27FC236}">
                <a16:creationId xmlns:a16="http://schemas.microsoft.com/office/drawing/2014/main" id="{DBBD7905-A6A8-455E-83DF-E37EEECBA314}"/>
              </a:ext>
            </a:extLst>
          </p:cNvPr>
          <p:cNvPicPr>
            <a:picLocks noChangeAspect="1"/>
          </p:cNvPicPr>
          <p:nvPr/>
        </p:nvPicPr>
        <p:blipFill>
          <a:blip r:embed="rId2"/>
          <a:stretch>
            <a:fillRect/>
          </a:stretch>
        </p:blipFill>
        <p:spPr>
          <a:xfrm>
            <a:off x="624800" y="732655"/>
            <a:ext cx="3602869" cy="2566872"/>
          </a:xfrm>
          <a:prstGeom prst="rect">
            <a:avLst/>
          </a:prstGeom>
          <a:ln>
            <a:solidFill>
              <a:srgbClr val="C00000"/>
            </a:solidFill>
          </a:ln>
        </p:spPr>
      </p:pic>
      <p:sp>
        <p:nvSpPr>
          <p:cNvPr id="7" name="Rectangle 6">
            <a:extLst>
              <a:ext uri="{FF2B5EF4-FFF2-40B4-BE49-F238E27FC236}">
                <a16:creationId xmlns:a16="http://schemas.microsoft.com/office/drawing/2014/main" id="{12E869B6-8937-8910-D282-3AFE47787A14}"/>
              </a:ext>
            </a:extLst>
          </p:cNvPr>
          <p:cNvSpPr/>
          <p:nvPr/>
        </p:nvSpPr>
        <p:spPr>
          <a:xfrm>
            <a:off x="329825" y="5465322"/>
            <a:ext cx="11247192" cy="567234"/>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smtClean="0">
                <a:ln>
                  <a:noFill/>
                </a:ln>
                <a:solidFill>
                  <a:srgbClr val="FFFFFF"/>
                </a:solidFill>
                <a:effectLst/>
                <a:uLnTx/>
                <a:uFillTx/>
                <a:latin typeface="Arial"/>
                <a:ea typeface="+mn-ea"/>
                <a:cs typeface="+mn-cs"/>
              </a:rPr>
              <a:t>cv</a:t>
            </a:r>
          </a:p>
        </p:txBody>
      </p:sp>
      <p:sp>
        <p:nvSpPr>
          <p:cNvPr id="8" name="Rectangle 7">
            <a:extLst>
              <a:ext uri="{FF2B5EF4-FFF2-40B4-BE49-F238E27FC236}">
                <a16:creationId xmlns:a16="http://schemas.microsoft.com/office/drawing/2014/main" id="{043F74C9-5D0D-77D3-5F28-EB0D7CBB3025}"/>
              </a:ext>
            </a:extLst>
          </p:cNvPr>
          <p:cNvSpPr/>
          <p:nvPr/>
        </p:nvSpPr>
        <p:spPr>
          <a:xfrm>
            <a:off x="329825" y="4846665"/>
            <a:ext cx="11247192" cy="567234"/>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smtClean="0">
                <a:ln>
                  <a:noFill/>
                </a:ln>
                <a:solidFill>
                  <a:srgbClr val="FFFFFF"/>
                </a:solidFill>
                <a:effectLst/>
                <a:uLnTx/>
                <a:uFillTx/>
                <a:latin typeface="Arial"/>
                <a:ea typeface="+mn-ea"/>
                <a:cs typeface="+mn-cs"/>
              </a:rPr>
              <a:t>cv</a:t>
            </a:r>
          </a:p>
        </p:txBody>
      </p:sp>
      <p:sp>
        <p:nvSpPr>
          <p:cNvPr id="9" name="Rectangle 8">
            <a:extLst>
              <a:ext uri="{FF2B5EF4-FFF2-40B4-BE49-F238E27FC236}">
                <a16:creationId xmlns:a16="http://schemas.microsoft.com/office/drawing/2014/main" id="{DD907AD4-B52A-001C-4D4A-FD18ACF44FEF}"/>
              </a:ext>
            </a:extLst>
          </p:cNvPr>
          <p:cNvSpPr/>
          <p:nvPr/>
        </p:nvSpPr>
        <p:spPr>
          <a:xfrm>
            <a:off x="350202" y="4198194"/>
            <a:ext cx="11247192" cy="567234"/>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smtClean="0">
                <a:ln>
                  <a:noFill/>
                </a:ln>
                <a:solidFill>
                  <a:srgbClr val="FFFFFF"/>
                </a:solidFill>
                <a:effectLst/>
                <a:uLnTx/>
                <a:uFillTx/>
                <a:latin typeface="Arial"/>
                <a:ea typeface="+mn-ea"/>
                <a:cs typeface="+mn-cs"/>
              </a:rPr>
              <a:t>cv</a:t>
            </a:r>
          </a:p>
        </p:txBody>
      </p:sp>
      <p:cxnSp>
        <p:nvCxnSpPr>
          <p:cNvPr id="10" name="Straight Connector 9">
            <a:extLst>
              <a:ext uri="{FF2B5EF4-FFF2-40B4-BE49-F238E27FC236}">
                <a16:creationId xmlns:a16="http://schemas.microsoft.com/office/drawing/2014/main" id="{22ED9279-80E3-6357-A353-1C8496AD7417}"/>
              </a:ext>
            </a:extLst>
          </p:cNvPr>
          <p:cNvCxnSpPr>
            <a:cxnSpLocks/>
          </p:cNvCxnSpPr>
          <p:nvPr/>
        </p:nvCxnSpPr>
        <p:spPr>
          <a:xfrm flipV="1">
            <a:off x="6096000" y="604727"/>
            <a:ext cx="0" cy="3420063"/>
          </a:xfrm>
          <a:prstGeom prst="line">
            <a:avLst/>
          </a:prstGeom>
          <a:noFill/>
          <a:ln w="63500" cap="flat" cmpd="sng" algn="ctr">
            <a:solidFill>
              <a:srgbClr val="002060"/>
            </a:solidFill>
            <a:prstDash val="solid"/>
          </a:ln>
          <a:effectLst/>
        </p:spPr>
      </p:cxnSp>
      <p:sp>
        <p:nvSpPr>
          <p:cNvPr id="11" name="Rectangle 10">
            <a:extLst>
              <a:ext uri="{FF2B5EF4-FFF2-40B4-BE49-F238E27FC236}">
                <a16:creationId xmlns:a16="http://schemas.microsoft.com/office/drawing/2014/main" id="{408BF509-FE2F-7580-973F-471B6FDA0022}"/>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2" name="Straight Connector 11">
            <a:extLst>
              <a:ext uri="{FF2B5EF4-FFF2-40B4-BE49-F238E27FC236}">
                <a16:creationId xmlns:a16="http://schemas.microsoft.com/office/drawing/2014/main" id="{CFAAD02E-595B-ADB0-AAEC-9F8C3CB8E99F}"/>
              </a:ext>
            </a:extLst>
          </p:cNvPr>
          <p:cNvCxnSpPr/>
          <p:nvPr/>
        </p:nvCxnSpPr>
        <p:spPr>
          <a:xfrm flipV="1">
            <a:off x="0" y="639298"/>
            <a:ext cx="12192000" cy="0"/>
          </a:xfrm>
          <a:prstGeom prst="line">
            <a:avLst/>
          </a:prstGeom>
          <a:noFill/>
          <a:ln w="63500" cap="flat" cmpd="sng" algn="ctr">
            <a:solidFill>
              <a:srgbClr val="002060"/>
            </a:solidFill>
            <a:prstDash val="solid"/>
          </a:ln>
          <a:effectLst/>
        </p:spPr>
      </p:cxnSp>
      <p:sp>
        <p:nvSpPr>
          <p:cNvPr id="13" name="TextBox 12">
            <a:extLst>
              <a:ext uri="{FF2B5EF4-FFF2-40B4-BE49-F238E27FC236}">
                <a16:creationId xmlns:a16="http://schemas.microsoft.com/office/drawing/2014/main" id="{2645D8EF-5A17-08E0-001F-2FB872CABFCC}"/>
              </a:ext>
            </a:extLst>
          </p:cNvPr>
          <p:cNvSpPr txBox="1"/>
          <p:nvPr/>
        </p:nvSpPr>
        <p:spPr>
          <a:xfrm>
            <a:off x="97827" y="53545"/>
            <a:ext cx="8208612" cy="584775"/>
          </a:xfrm>
          <a:prstGeom prst="rect">
            <a:avLst/>
          </a:prstGeom>
          <a:noFill/>
        </p:spPr>
        <p:txBody>
          <a:bodyPr wrap="square" rtlCol="0">
            <a:spAutoFit/>
          </a:bodyPr>
          <a:lstStyle/>
          <a:p>
            <a:r>
              <a:rPr lang="en-GB" sz="3200" b="1">
                <a:solidFill>
                  <a:srgbClr val="FFFFFF"/>
                </a:solidFill>
                <a:cs typeface="Arial" panose="020B0604020202020204" pitchFamily="34" charset="0"/>
              </a:rPr>
              <a:t>The impact of sizing variation in MSSROs </a:t>
            </a:r>
            <a:endParaRPr lang="en-US" sz="3200" b="1">
              <a:solidFill>
                <a:srgbClr val="FFFFFF"/>
              </a:solidFill>
              <a:cs typeface="Arial" panose="020B0604020202020204" pitchFamily="34" charset="0"/>
            </a:endParaRPr>
          </a:p>
        </p:txBody>
      </p:sp>
      <p:pic>
        <p:nvPicPr>
          <p:cNvPr id="14" name="Picture 13">
            <a:extLst>
              <a:ext uri="{FF2B5EF4-FFF2-40B4-BE49-F238E27FC236}">
                <a16:creationId xmlns:a16="http://schemas.microsoft.com/office/drawing/2014/main" id="{8083DEF1-AB35-F566-264B-A7D06C06E17F}"/>
              </a:ext>
            </a:extLst>
          </p:cNvPr>
          <p:cNvPicPr>
            <a:picLocks noChangeAspect="1"/>
          </p:cNvPicPr>
          <p:nvPr/>
        </p:nvPicPr>
        <p:blipFill rotWithShape="1">
          <a:blip r:embed="rId3">
            <a:extLst>
              <a:ext uri="{28A0092B-C50C-407E-A947-70E740481C1C}">
                <a14:useLocalDpi xmlns:a14="http://schemas.microsoft.com/office/drawing/2010/main" val="0"/>
              </a:ext>
            </a:extLst>
          </a:blip>
          <a:srcRect r="4033"/>
          <a:stretch/>
        </p:blipFill>
        <p:spPr>
          <a:xfrm>
            <a:off x="7541024" y="836263"/>
            <a:ext cx="3933293" cy="2475359"/>
          </a:xfrm>
          <a:prstGeom prst="rect">
            <a:avLst/>
          </a:prstGeom>
        </p:spPr>
      </p:pic>
      <p:pic>
        <p:nvPicPr>
          <p:cNvPr id="15" name="Picture 14">
            <a:extLst>
              <a:ext uri="{FF2B5EF4-FFF2-40B4-BE49-F238E27FC236}">
                <a16:creationId xmlns:a16="http://schemas.microsoft.com/office/drawing/2014/main" id="{3752C58C-CE37-2C2C-4F18-F36B40A9148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5884"/>
          <a:stretch/>
        </p:blipFill>
        <p:spPr>
          <a:xfrm>
            <a:off x="586194" y="878532"/>
            <a:ext cx="3602873" cy="2440895"/>
          </a:xfrm>
          <a:prstGeom prst="rect">
            <a:avLst/>
          </a:prstGeom>
        </p:spPr>
      </p:pic>
      <p:sp>
        <p:nvSpPr>
          <p:cNvPr id="16" name="Rectangle 15">
            <a:extLst>
              <a:ext uri="{FF2B5EF4-FFF2-40B4-BE49-F238E27FC236}">
                <a16:creationId xmlns:a16="http://schemas.microsoft.com/office/drawing/2014/main" id="{88BFFA1E-5927-21CD-A3CD-AEADB8B632CB}"/>
              </a:ext>
            </a:extLst>
          </p:cNvPr>
          <p:cNvSpPr/>
          <p:nvPr/>
        </p:nvSpPr>
        <p:spPr>
          <a:xfrm>
            <a:off x="787828" y="3472930"/>
            <a:ext cx="10888082" cy="338554"/>
          </a:xfrm>
          <a:prstGeom prst="rect">
            <a:avLst/>
          </a:prstGeom>
          <a:solidFill>
            <a:srgbClr val="FFFFFF"/>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sng" strike="noStrike" kern="0" cap="none" spc="0" normalizeH="0" baseline="0" noProof="0" dirty="0" smtClean="0">
                <a:ln>
                  <a:noFill/>
                </a:ln>
                <a:solidFill>
                  <a:srgbClr val="002060"/>
                </a:solidFill>
                <a:effectLst/>
                <a:uLnTx/>
                <a:uFillTx/>
              </a:rPr>
              <a:t>The impact of variation of NMOS sizing (width W) and PMOS size fixed at W = 10 µm (180nm) for (a) NSO (b) PSO.</a:t>
            </a:r>
          </a:p>
        </p:txBody>
      </p:sp>
      <p:sp>
        <p:nvSpPr>
          <p:cNvPr id="17" name="Rectangle 16">
            <a:extLst>
              <a:ext uri="{FF2B5EF4-FFF2-40B4-BE49-F238E27FC236}">
                <a16:creationId xmlns:a16="http://schemas.microsoft.com/office/drawing/2014/main" id="{4A4FBC9A-5B7F-3535-3153-66FAC0F228C4}"/>
              </a:ext>
            </a:extLst>
          </p:cNvPr>
          <p:cNvSpPr/>
          <p:nvPr/>
        </p:nvSpPr>
        <p:spPr>
          <a:xfrm>
            <a:off x="2275647" y="3218080"/>
            <a:ext cx="495649"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2060"/>
                </a:solidFill>
                <a:effectLst/>
                <a:uLnTx/>
                <a:uFillTx/>
              </a:rPr>
              <a:t>(a) </a:t>
            </a:r>
          </a:p>
        </p:txBody>
      </p:sp>
      <p:sp>
        <p:nvSpPr>
          <p:cNvPr id="18" name="Rectangle 17">
            <a:extLst>
              <a:ext uri="{FF2B5EF4-FFF2-40B4-BE49-F238E27FC236}">
                <a16:creationId xmlns:a16="http://schemas.microsoft.com/office/drawing/2014/main" id="{442D512D-AC9D-61ED-7779-F927A9D30878}"/>
              </a:ext>
            </a:extLst>
          </p:cNvPr>
          <p:cNvSpPr/>
          <p:nvPr/>
        </p:nvSpPr>
        <p:spPr>
          <a:xfrm>
            <a:off x="9480757" y="3211212"/>
            <a:ext cx="500458"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2060"/>
                </a:solidFill>
                <a:effectLst/>
                <a:uLnTx/>
                <a:uFillTx/>
              </a:rPr>
              <a:t>(b) </a:t>
            </a:r>
          </a:p>
        </p:txBody>
      </p:sp>
      <p:grpSp>
        <p:nvGrpSpPr>
          <p:cNvPr id="19" name="Group 18">
            <a:extLst>
              <a:ext uri="{FF2B5EF4-FFF2-40B4-BE49-F238E27FC236}">
                <a16:creationId xmlns:a16="http://schemas.microsoft.com/office/drawing/2014/main" id="{419C5616-7875-0B78-EFDE-A9343C8F7594}"/>
              </a:ext>
            </a:extLst>
          </p:cNvPr>
          <p:cNvGrpSpPr/>
          <p:nvPr/>
        </p:nvGrpSpPr>
        <p:grpSpPr>
          <a:xfrm>
            <a:off x="907136" y="4186099"/>
            <a:ext cx="445350" cy="637809"/>
            <a:chOff x="1776139" y="3289314"/>
            <a:chExt cx="472338" cy="660239"/>
          </a:xfrm>
        </p:grpSpPr>
        <p:sp>
          <p:nvSpPr>
            <p:cNvPr id="20" name="Oval 19">
              <a:extLst>
                <a:ext uri="{FF2B5EF4-FFF2-40B4-BE49-F238E27FC236}">
                  <a16:creationId xmlns:a16="http://schemas.microsoft.com/office/drawing/2014/main" id="{82306E10-B817-4867-6BF2-CE65770B9D3E}"/>
                </a:ext>
              </a:extLst>
            </p:cNvPr>
            <p:cNvSpPr/>
            <p:nvPr/>
          </p:nvSpPr>
          <p:spPr>
            <a:xfrm>
              <a:off x="1776139" y="3289314"/>
              <a:ext cx="432000" cy="409653"/>
            </a:xfrm>
            <a:prstGeom prst="ellipse">
              <a:avLst/>
            </a:prstGeom>
            <a:solidFill>
              <a:srgbClr val="FFFFFF"/>
            </a:solidFill>
            <a:ln w="444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C41FC31A-9EDD-9A9D-4F76-F9290D3666F0}"/>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2" name="Oval 21">
              <a:extLst>
                <a:ext uri="{FF2B5EF4-FFF2-40B4-BE49-F238E27FC236}">
                  <a16:creationId xmlns:a16="http://schemas.microsoft.com/office/drawing/2014/main" id="{84B1690C-9415-B0E4-0C0B-366DB2664466}"/>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3" name="Arc 22">
              <a:extLst>
                <a:ext uri="{FF2B5EF4-FFF2-40B4-BE49-F238E27FC236}">
                  <a16:creationId xmlns:a16="http://schemas.microsoft.com/office/drawing/2014/main" id="{9D421F8D-E52D-E79F-AF07-7D9171C1F802}"/>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sp>
        <p:nvSpPr>
          <p:cNvPr id="24" name="TextBox 23">
            <a:extLst>
              <a:ext uri="{FF2B5EF4-FFF2-40B4-BE49-F238E27FC236}">
                <a16:creationId xmlns:a16="http://schemas.microsoft.com/office/drawing/2014/main" id="{5C473A90-277F-C9DB-FD8D-8076DC5D5F23}"/>
              </a:ext>
            </a:extLst>
          </p:cNvPr>
          <p:cNvSpPr txBox="1"/>
          <p:nvPr/>
        </p:nvSpPr>
        <p:spPr>
          <a:xfrm>
            <a:off x="1351812" y="4178294"/>
            <a:ext cx="10208224" cy="646331"/>
          </a:xfrm>
          <a:prstGeom prst="rect">
            <a:avLst/>
          </a:prstGeom>
          <a:noFill/>
          <a:ln>
            <a:noFill/>
          </a:ln>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2060"/>
                </a:solidFill>
                <a:effectLst/>
                <a:uLnTx/>
                <a:uFillTx/>
              </a:rPr>
              <a:t>As we vary the device sizes ratio of NMOS/PMOS while keeping other devices’ sizes constant, there is no improvement in the skew-offset/propagation delay of the MSSRO</a:t>
            </a:r>
            <a:r>
              <a:rPr kumimoji="0" lang="en-US" sz="1800" b="1" i="0" u="none" strike="noStrike" kern="0" cap="none" spc="0" normalizeH="0" baseline="0" noProof="0" dirty="0" smtClean="0">
                <a:ln>
                  <a:noFill/>
                </a:ln>
                <a:solidFill>
                  <a:srgbClr val="002060"/>
                </a:solidFill>
                <a:effectLst/>
                <a:uLnTx/>
                <a:uFillTx/>
              </a:rPr>
              <a:t>.</a:t>
            </a:r>
          </a:p>
        </p:txBody>
      </p:sp>
      <p:sp>
        <p:nvSpPr>
          <p:cNvPr id="25" name="TextBox 24">
            <a:extLst>
              <a:ext uri="{FF2B5EF4-FFF2-40B4-BE49-F238E27FC236}">
                <a16:creationId xmlns:a16="http://schemas.microsoft.com/office/drawing/2014/main" id="{1E497B18-F3C0-C4A6-483A-BBFD56925BF0}"/>
              </a:ext>
            </a:extLst>
          </p:cNvPr>
          <p:cNvSpPr txBox="1"/>
          <p:nvPr/>
        </p:nvSpPr>
        <p:spPr>
          <a:xfrm>
            <a:off x="1467931" y="4953036"/>
            <a:ext cx="9715901" cy="369332"/>
          </a:xfrm>
          <a:prstGeom prst="rect">
            <a:avLst/>
          </a:prstGeom>
          <a:noFill/>
          <a:ln>
            <a:noFill/>
          </a:ln>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2060"/>
                </a:solidFill>
                <a:effectLst/>
                <a:uLnTx/>
                <a:uFillTx/>
              </a:rPr>
              <a:t>So, changing the device size will not efficiently increase the oscillation frequency</a:t>
            </a:r>
          </a:p>
        </p:txBody>
      </p:sp>
      <p:grpSp>
        <p:nvGrpSpPr>
          <p:cNvPr id="26" name="Group 25">
            <a:extLst>
              <a:ext uri="{FF2B5EF4-FFF2-40B4-BE49-F238E27FC236}">
                <a16:creationId xmlns:a16="http://schemas.microsoft.com/office/drawing/2014/main" id="{B2B41885-7423-DEAA-6378-E16B1704548C}"/>
              </a:ext>
            </a:extLst>
          </p:cNvPr>
          <p:cNvGrpSpPr/>
          <p:nvPr/>
        </p:nvGrpSpPr>
        <p:grpSpPr>
          <a:xfrm>
            <a:off x="927454" y="4883810"/>
            <a:ext cx="445350" cy="637809"/>
            <a:chOff x="1776139" y="3289314"/>
            <a:chExt cx="472338" cy="660239"/>
          </a:xfrm>
        </p:grpSpPr>
        <p:sp>
          <p:nvSpPr>
            <p:cNvPr id="27" name="Oval 26">
              <a:extLst>
                <a:ext uri="{FF2B5EF4-FFF2-40B4-BE49-F238E27FC236}">
                  <a16:creationId xmlns:a16="http://schemas.microsoft.com/office/drawing/2014/main" id="{D5707F81-5590-3D5F-CF4C-2BF077755601}"/>
                </a:ext>
              </a:extLst>
            </p:cNvPr>
            <p:cNvSpPr/>
            <p:nvPr/>
          </p:nvSpPr>
          <p:spPr>
            <a:xfrm>
              <a:off x="1776139" y="3289314"/>
              <a:ext cx="432000" cy="409653"/>
            </a:xfrm>
            <a:prstGeom prst="ellipse">
              <a:avLst/>
            </a:prstGeom>
            <a:solidFill>
              <a:srgbClr val="FFFFFF"/>
            </a:solidFill>
            <a:ln w="444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8" name="Oval 27">
              <a:extLst>
                <a:ext uri="{FF2B5EF4-FFF2-40B4-BE49-F238E27FC236}">
                  <a16:creationId xmlns:a16="http://schemas.microsoft.com/office/drawing/2014/main" id="{E08405D0-3C26-4DF2-92EA-B78969389708}"/>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9" name="Oval 28">
              <a:extLst>
                <a:ext uri="{FF2B5EF4-FFF2-40B4-BE49-F238E27FC236}">
                  <a16:creationId xmlns:a16="http://schemas.microsoft.com/office/drawing/2014/main" id="{1CE6D4AF-1464-DE4E-E5FD-05550B7F92B6}"/>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0" name="Arc 29">
              <a:extLst>
                <a:ext uri="{FF2B5EF4-FFF2-40B4-BE49-F238E27FC236}">
                  <a16:creationId xmlns:a16="http://schemas.microsoft.com/office/drawing/2014/main" id="{EB4A414E-882A-08DD-0FB7-D4BE55799875}"/>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sp>
        <p:nvSpPr>
          <p:cNvPr id="31" name="TextBox 30">
            <a:extLst>
              <a:ext uri="{FF2B5EF4-FFF2-40B4-BE49-F238E27FC236}">
                <a16:creationId xmlns:a16="http://schemas.microsoft.com/office/drawing/2014/main" id="{55B9EB46-9014-BB8F-A97D-7AFC1372B442}"/>
              </a:ext>
            </a:extLst>
          </p:cNvPr>
          <p:cNvSpPr txBox="1"/>
          <p:nvPr/>
        </p:nvSpPr>
        <p:spPr>
          <a:xfrm>
            <a:off x="1417902" y="5528195"/>
            <a:ext cx="9572557" cy="369332"/>
          </a:xfrm>
          <a:prstGeom prst="rect">
            <a:avLst/>
          </a:prstGeom>
          <a:noFill/>
          <a:ln>
            <a:noFill/>
          </a:ln>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B050"/>
                </a:solidFill>
                <a:effectLst/>
                <a:uLnTx/>
                <a:uFillTx/>
              </a:rPr>
              <a:t>Thus, there is a need for some mechanism for modulation of delay at the stage level.</a:t>
            </a:r>
          </a:p>
        </p:txBody>
      </p:sp>
      <p:cxnSp>
        <p:nvCxnSpPr>
          <p:cNvPr id="32" name="Straight Connector 31">
            <a:extLst>
              <a:ext uri="{FF2B5EF4-FFF2-40B4-BE49-F238E27FC236}">
                <a16:creationId xmlns:a16="http://schemas.microsoft.com/office/drawing/2014/main" id="{8BDF98BA-659C-4FD6-E0B8-3F5A27B62091}"/>
              </a:ext>
            </a:extLst>
          </p:cNvPr>
          <p:cNvCxnSpPr/>
          <p:nvPr/>
        </p:nvCxnSpPr>
        <p:spPr>
          <a:xfrm flipV="1">
            <a:off x="0" y="4024790"/>
            <a:ext cx="12192000" cy="0"/>
          </a:xfrm>
          <a:prstGeom prst="line">
            <a:avLst/>
          </a:prstGeom>
          <a:noFill/>
          <a:ln w="63500" cap="flat" cmpd="sng" algn="ctr">
            <a:solidFill>
              <a:srgbClr val="002060"/>
            </a:solidFill>
            <a:prstDash val="solid"/>
          </a:ln>
          <a:effectLst/>
        </p:spPr>
      </p:cxnSp>
      <p:cxnSp>
        <p:nvCxnSpPr>
          <p:cNvPr id="33" name="Straight Connector 32">
            <a:extLst>
              <a:ext uri="{FF2B5EF4-FFF2-40B4-BE49-F238E27FC236}">
                <a16:creationId xmlns:a16="http://schemas.microsoft.com/office/drawing/2014/main" id="{4B536884-FB92-DB19-E995-7CEB51F2BDD7}"/>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34" name="Straight Connector 33">
            <a:extLst>
              <a:ext uri="{FF2B5EF4-FFF2-40B4-BE49-F238E27FC236}">
                <a16:creationId xmlns:a16="http://schemas.microsoft.com/office/drawing/2014/main" id="{D822C589-FA7E-26C0-1E4C-4275F654C29D}"/>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35" name="Straight Connector 34">
            <a:extLst>
              <a:ext uri="{FF2B5EF4-FFF2-40B4-BE49-F238E27FC236}">
                <a16:creationId xmlns:a16="http://schemas.microsoft.com/office/drawing/2014/main" id="{EF33AF99-7C2B-F58D-3EBC-E289E690C270}"/>
              </a:ext>
            </a:extLst>
          </p:cNvPr>
          <p:cNvCxnSpPr/>
          <p:nvPr/>
        </p:nvCxnSpPr>
        <p:spPr>
          <a:xfrm flipV="1">
            <a:off x="0" y="30424"/>
            <a:ext cx="12192000" cy="0"/>
          </a:xfrm>
          <a:prstGeom prst="line">
            <a:avLst/>
          </a:prstGeom>
          <a:noFill/>
          <a:ln w="63500" cap="flat" cmpd="sng" algn="ctr">
            <a:solidFill>
              <a:srgbClr val="002060"/>
            </a:solidFill>
            <a:prstDash val="solid"/>
          </a:ln>
          <a:effectLst/>
        </p:spPr>
      </p:cxnSp>
      <p:sp>
        <p:nvSpPr>
          <p:cNvPr id="36" name="TextBox 35">
            <a:extLst>
              <a:ext uri="{FF2B5EF4-FFF2-40B4-BE49-F238E27FC236}">
                <a16:creationId xmlns:a16="http://schemas.microsoft.com/office/drawing/2014/main" id="{5ED5C44B-9866-AAA1-30DE-C502CBB8CB27}"/>
              </a:ext>
            </a:extLst>
          </p:cNvPr>
          <p:cNvSpPr txBox="1"/>
          <p:nvPr/>
        </p:nvSpPr>
        <p:spPr>
          <a:xfrm>
            <a:off x="8349709" y="149957"/>
            <a:ext cx="3813865" cy="369332"/>
          </a:xfrm>
          <a:prstGeom prst="rect">
            <a:avLst/>
          </a:prstGeom>
          <a:noFill/>
          <a:ln>
            <a:solidFill>
              <a:srgbClr val="00B050"/>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smtClean="0">
                <a:ln>
                  <a:noFill/>
                </a:ln>
                <a:solidFill>
                  <a:srgbClr val="FFFFFF"/>
                </a:solidFill>
                <a:effectLst/>
                <a:uLnTx/>
                <a:uFillTx/>
              </a:rPr>
              <a:t>N Mishra </a:t>
            </a:r>
            <a:r>
              <a:rPr kumimoji="0" lang="en-GB" sz="1800" b="1" i="1" u="none" strike="noStrike" kern="0" cap="none" spc="0" normalizeH="0" baseline="0" noProof="0" dirty="0" smtClean="0">
                <a:ln>
                  <a:noFill/>
                </a:ln>
                <a:solidFill>
                  <a:srgbClr val="FFFFFF"/>
                </a:solidFill>
                <a:effectLst/>
                <a:uLnTx/>
                <a:uFillTx/>
              </a:rPr>
              <a:t>et al.</a:t>
            </a:r>
            <a:r>
              <a:rPr kumimoji="0" lang="en-GB" sz="1800" b="1" i="0" u="none" strike="noStrike" kern="0" cap="none" spc="0" normalizeH="0" baseline="0" noProof="0" dirty="0" smtClean="0">
                <a:ln>
                  <a:noFill/>
                </a:ln>
                <a:solidFill>
                  <a:srgbClr val="FFFFFF"/>
                </a:solidFill>
                <a:effectLst/>
                <a:uLnTx/>
                <a:uFillTx/>
              </a:rPr>
              <a:t> IEEE TCAS-II 2022</a:t>
            </a:r>
            <a:endParaRPr kumimoji="0" lang="en-IN" sz="1800" b="1" i="0" u="none" strike="noStrike" kern="0" cap="none" spc="0" normalizeH="0" baseline="0" noProof="0" dirty="0" smtClean="0">
              <a:ln>
                <a:noFill/>
              </a:ln>
              <a:solidFill>
                <a:srgbClr val="FFFFFF"/>
              </a:solidFill>
              <a:effectLst/>
              <a:uLnTx/>
              <a:uFillTx/>
            </a:endParaRPr>
          </a:p>
        </p:txBody>
      </p:sp>
      <p:pic>
        <p:nvPicPr>
          <p:cNvPr id="37" name="Picture 36" descr="Icon&#10;&#10;Description automatically generated">
            <a:extLst>
              <a:ext uri="{FF2B5EF4-FFF2-40B4-BE49-F238E27FC236}">
                <a16:creationId xmlns:a16="http://schemas.microsoft.com/office/drawing/2014/main" id="{66F83CF4-8A6D-8AAF-D51E-69F17F8CCE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0500" y="5466534"/>
            <a:ext cx="548247" cy="548247"/>
          </a:xfrm>
          <a:prstGeom prst="rect">
            <a:avLst/>
          </a:prstGeom>
        </p:spPr>
      </p:pic>
      <p:pic>
        <p:nvPicPr>
          <p:cNvPr id="38" name="Picture 37">
            <a:extLst>
              <a:ext uri="{FF2B5EF4-FFF2-40B4-BE49-F238E27FC236}">
                <a16:creationId xmlns:a16="http://schemas.microsoft.com/office/drawing/2014/main" id="{A3259814-2063-BC99-7D8A-C98557ED7599}"/>
              </a:ext>
            </a:extLst>
          </p:cNvPr>
          <p:cNvPicPr>
            <a:picLocks noChangeAspect="1"/>
          </p:cNvPicPr>
          <p:nvPr/>
        </p:nvPicPr>
        <p:blipFill>
          <a:blip r:embed="rId6"/>
          <a:stretch>
            <a:fillRect/>
          </a:stretch>
        </p:blipFill>
        <p:spPr>
          <a:xfrm>
            <a:off x="5425382" y="3258297"/>
            <a:ext cx="1341236" cy="341406"/>
          </a:xfrm>
          <a:prstGeom prst="rect">
            <a:avLst/>
          </a:prstGeom>
        </p:spPr>
      </p:pic>
    </p:spTree>
    <p:extLst>
      <p:ext uri="{BB962C8B-B14F-4D97-AF65-F5344CB8AC3E}">
        <p14:creationId xmlns:p14="http://schemas.microsoft.com/office/powerpoint/2010/main" val="17250031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3C485F-D907-4B53-B1E3-83647696931F}"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54</a:t>
            </a:fld>
            <a:endParaRPr lang="en-BE"/>
          </a:p>
        </p:txBody>
      </p:sp>
      <p:sp>
        <p:nvSpPr>
          <p:cNvPr id="5" name="Rectangle 4">
            <a:extLst>
              <a:ext uri="{FF2B5EF4-FFF2-40B4-BE49-F238E27FC236}">
                <a16:creationId xmlns:a16="http://schemas.microsoft.com/office/drawing/2014/main" id="{26D3F21F-7FEC-D3E4-B14B-ADEFD0BEC41F}"/>
              </a:ext>
            </a:extLst>
          </p:cNvPr>
          <p:cNvSpPr/>
          <p:nvPr/>
        </p:nvSpPr>
        <p:spPr>
          <a:xfrm>
            <a:off x="373052" y="5365339"/>
            <a:ext cx="11449151" cy="597162"/>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01ECB836-13F9-95B1-B27E-77BB3B0332AC}"/>
              </a:ext>
            </a:extLst>
          </p:cNvPr>
          <p:cNvSpPr/>
          <p:nvPr/>
        </p:nvSpPr>
        <p:spPr>
          <a:xfrm>
            <a:off x="320475" y="4424890"/>
            <a:ext cx="11449151" cy="816653"/>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21458A5C-37D4-B991-2DAB-FB380BFB84AB}"/>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8" name="Group 7">
            <a:extLst>
              <a:ext uri="{FF2B5EF4-FFF2-40B4-BE49-F238E27FC236}">
                <a16:creationId xmlns:a16="http://schemas.microsoft.com/office/drawing/2014/main" id="{B62D7358-7286-C17E-825E-11F4F5EA268B}"/>
              </a:ext>
            </a:extLst>
          </p:cNvPr>
          <p:cNvGrpSpPr/>
          <p:nvPr/>
        </p:nvGrpSpPr>
        <p:grpSpPr>
          <a:xfrm>
            <a:off x="124576" y="738267"/>
            <a:ext cx="3637073" cy="2828486"/>
            <a:chOff x="918681" y="4430523"/>
            <a:chExt cx="3637073" cy="2828486"/>
          </a:xfrm>
        </p:grpSpPr>
        <p:sp>
          <p:nvSpPr>
            <p:cNvPr id="9" name="Rounded Rectangle 9">
              <a:extLst>
                <a:ext uri="{FF2B5EF4-FFF2-40B4-BE49-F238E27FC236}">
                  <a16:creationId xmlns:a16="http://schemas.microsoft.com/office/drawing/2014/main" id="{1BAD7CE3-5669-633C-2E64-8F27A3D9FA68}"/>
                </a:ext>
              </a:extLst>
            </p:cNvPr>
            <p:cNvSpPr/>
            <p:nvPr/>
          </p:nvSpPr>
          <p:spPr>
            <a:xfrm>
              <a:off x="960057" y="4436441"/>
              <a:ext cx="3360910" cy="2710765"/>
            </a:xfrm>
            <a:prstGeom prst="roundRect">
              <a:avLst/>
            </a:prstGeom>
            <a:solidFill>
              <a:srgbClr val="FBE5D6"/>
            </a:solidFill>
            <a:ln w="3175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CC6D90E8-C596-BE25-FD84-D4C6AA17BB06}"/>
                </a:ext>
              </a:extLst>
            </p:cNvPr>
            <p:cNvGrpSpPr/>
            <p:nvPr/>
          </p:nvGrpSpPr>
          <p:grpSpPr>
            <a:xfrm>
              <a:off x="960057" y="4430523"/>
              <a:ext cx="3440714" cy="2679383"/>
              <a:chOff x="924579" y="1313774"/>
              <a:chExt cx="3440714" cy="2679383"/>
            </a:xfrm>
          </p:grpSpPr>
          <p:sp>
            <p:nvSpPr>
              <p:cNvPr id="62" name="TextBox 61">
                <a:extLst>
                  <a:ext uri="{FF2B5EF4-FFF2-40B4-BE49-F238E27FC236}">
                    <a16:creationId xmlns:a16="http://schemas.microsoft.com/office/drawing/2014/main" id="{923D0860-B23E-E689-0658-81BE635BD58B}"/>
                  </a:ext>
                </a:extLst>
              </p:cNvPr>
              <p:cNvSpPr txBox="1"/>
              <p:nvPr/>
            </p:nvSpPr>
            <p:spPr>
              <a:xfrm rot="5400000">
                <a:off x="3370636" y="2730712"/>
                <a:ext cx="566995" cy="41711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sz="1000" b="1" i="0" u="none" strike="noStrike" kern="0" cap="none" spc="0" normalizeH="0" baseline="-25000" noProof="0" smtClean="0">
                    <a:ln>
                      <a:noFill/>
                    </a:ln>
                    <a:solidFill>
                      <a:srgbClr val="FF0000"/>
                    </a:solidFill>
                    <a:effectLst/>
                    <a:uLnTx/>
                    <a:uFillTx/>
                    <a:latin typeface="Times New Roman" panose="02020603050405020304" pitchFamily="18" charset="0"/>
                    <a:cs typeface="Times New Roman" panose="02020603050405020304" pitchFamily="18" charset="0"/>
                  </a:rPr>
                  <a:t>DIS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498E150E-CF13-B764-0519-326977BBA2D6}"/>
                  </a:ext>
                </a:extLst>
              </p:cNvPr>
              <p:cNvSpPr txBox="1"/>
              <p:nvPr/>
            </p:nvSpPr>
            <p:spPr>
              <a:xfrm rot="5400000">
                <a:off x="3657364" y="2624386"/>
                <a:ext cx="666260" cy="43911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Output</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64" name="Rounded Rectangle 64">
                <a:extLst>
                  <a:ext uri="{FF2B5EF4-FFF2-40B4-BE49-F238E27FC236}">
                    <a16:creationId xmlns:a16="http://schemas.microsoft.com/office/drawing/2014/main" id="{9662626A-DFC1-4E69-06FE-2AA54512AB6C}"/>
                  </a:ext>
                </a:extLst>
              </p:cNvPr>
              <p:cNvSpPr/>
              <p:nvPr/>
            </p:nvSpPr>
            <p:spPr>
              <a:xfrm>
                <a:off x="924579" y="1352265"/>
                <a:ext cx="2138397" cy="2612426"/>
              </a:xfrm>
              <a:prstGeom prst="roundRect">
                <a:avLst/>
              </a:prstGeom>
              <a:solidFill>
                <a:srgbClr val="FFFFFF"/>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5" name="TextBox 64">
                <a:extLst>
                  <a:ext uri="{FF2B5EF4-FFF2-40B4-BE49-F238E27FC236}">
                    <a16:creationId xmlns:a16="http://schemas.microsoft.com/office/drawing/2014/main" id="{A6E5DA61-A68F-9C81-64CA-954D019582DB}"/>
                  </a:ext>
                </a:extLst>
              </p:cNvPr>
              <p:cNvSpPr txBox="1"/>
              <p:nvPr/>
            </p:nvSpPr>
            <p:spPr>
              <a:xfrm rot="5400000">
                <a:off x="3670710" y="3082419"/>
                <a:ext cx="66626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err="1" smtClean="0">
                    <a:ln>
                      <a:noFill/>
                    </a:ln>
                    <a:solidFill>
                      <a:srgbClr val="00407A"/>
                    </a:solidFill>
                    <a:effectLst/>
                    <a:uLnTx/>
                    <a:uFillTx/>
                    <a:latin typeface="Times New Roman" panose="02020603050405020304" pitchFamily="18" charset="0"/>
                    <a:cs typeface="Times New Roman" panose="02020603050405020304" pitchFamily="18" charset="0"/>
                  </a:rPr>
                  <a:t>C</a:t>
                </a:r>
                <a:r>
                  <a:rPr kumimoji="0" lang="en-US" sz="1000" b="1" i="0" u="none" strike="noStrike" kern="0" cap="none" spc="0" normalizeH="0" baseline="-25000" noProof="0" err="1" smtClean="0">
                    <a:ln>
                      <a:noFill/>
                    </a:ln>
                    <a:solidFill>
                      <a:srgbClr val="00407A"/>
                    </a:solidFill>
                    <a:effectLst/>
                    <a:uLnTx/>
                    <a:uFillTx/>
                    <a:latin typeface="Times New Roman" panose="02020603050405020304" pitchFamily="18" charset="0"/>
                    <a:cs typeface="Times New Roman" panose="02020603050405020304" pitchFamily="18" charset="0"/>
                  </a:rPr>
                  <a:t>L</a:t>
                </a:r>
                <a:r>
                  <a:rPr kumimoji="0" lang="en-US" sz="1000" b="1" i="0" u="none" strike="noStrike" kern="0" cap="none" spc="0" normalizeH="0" baseline="0" noProof="0" err="1" smtClean="0">
                    <a:ln>
                      <a:noFill/>
                    </a:ln>
                    <a:solidFill>
                      <a:srgbClr val="00407A"/>
                    </a:solidFill>
                    <a:effectLst/>
                    <a:uLnTx/>
                    <a:uFillTx/>
                    <a:latin typeface="Times New Roman" panose="02020603050405020304" pitchFamily="18" charset="0"/>
                    <a:cs typeface="Times New Roman" panose="02020603050405020304" pitchFamily="18" charset="0"/>
                  </a:rPr>
                  <a:t>+C</a:t>
                </a:r>
                <a:r>
                  <a:rPr kumimoji="0" lang="en-US" sz="1000" b="1" i="0" u="none" strike="noStrike" kern="0" cap="none" spc="0" normalizeH="0" baseline="-25000" noProof="0" err="1" smtClean="0">
                    <a:ln>
                      <a:noFill/>
                    </a:ln>
                    <a:solidFill>
                      <a:srgbClr val="00407A"/>
                    </a:solidFill>
                    <a:effectLst/>
                    <a:uLnTx/>
                    <a:uFillTx/>
                    <a:latin typeface="Times New Roman" panose="02020603050405020304" pitchFamily="18" charset="0"/>
                    <a:cs typeface="Times New Roman" panose="02020603050405020304" pitchFamily="18" charset="0"/>
                  </a:rPr>
                  <a:t>Par</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66" name="TextBox 65">
                <a:extLst>
                  <a:ext uri="{FF2B5EF4-FFF2-40B4-BE49-F238E27FC236}">
                    <a16:creationId xmlns:a16="http://schemas.microsoft.com/office/drawing/2014/main" id="{B1733925-20F1-5454-B585-2E69A26C169B}"/>
                  </a:ext>
                </a:extLst>
              </p:cNvPr>
              <p:cNvSpPr txBox="1"/>
              <p:nvPr/>
            </p:nvSpPr>
            <p:spPr>
              <a:xfrm>
                <a:off x="1458769" y="3568350"/>
                <a:ext cx="345399" cy="41711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4</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527DD52E-A6AD-F747-BF77-D820BFA119C1}"/>
                  </a:ext>
                </a:extLst>
              </p:cNvPr>
              <p:cNvSpPr txBox="1"/>
              <p:nvPr/>
            </p:nvSpPr>
            <p:spPr>
              <a:xfrm>
                <a:off x="2223532" y="1602905"/>
                <a:ext cx="513870" cy="41711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NSO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68" name="TextBox 67">
                <a:extLst>
                  <a:ext uri="{FF2B5EF4-FFF2-40B4-BE49-F238E27FC236}">
                    <a16:creationId xmlns:a16="http://schemas.microsoft.com/office/drawing/2014/main" id="{2A304594-5456-C0B9-6122-51015C721216}"/>
                  </a:ext>
                </a:extLst>
              </p:cNvPr>
              <p:cNvSpPr txBox="1"/>
              <p:nvPr/>
            </p:nvSpPr>
            <p:spPr>
              <a:xfrm rot="17113475">
                <a:off x="1782419" y="1444198"/>
                <a:ext cx="488128" cy="43911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NSO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nvGrpSpPr>
              <p:cNvPr id="69" name="Group 68">
                <a:extLst>
                  <a:ext uri="{FF2B5EF4-FFF2-40B4-BE49-F238E27FC236}">
                    <a16:creationId xmlns:a16="http://schemas.microsoft.com/office/drawing/2014/main" id="{46E2A82F-0383-3D57-FC58-48F45E218B21}"/>
                  </a:ext>
                </a:extLst>
              </p:cNvPr>
              <p:cNvGrpSpPr/>
              <p:nvPr/>
            </p:nvGrpSpPr>
            <p:grpSpPr>
              <a:xfrm>
                <a:off x="3104455" y="3137919"/>
                <a:ext cx="932282" cy="437304"/>
                <a:chOff x="3521482" y="1945149"/>
                <a:chExt cx="614966" cy="336216"/>
              </a:xfrm>
            </p:grpSpPr>
            <p:cxnSp>
              <p:nvCxnSpPr>
                <p:cNvPr id="154" name="Straight Arrow Connector 153">
                  <a:extLst>
                    <a:ext uri="{FF2B5EF4-FFF2-40B4-BE49-F238E27FC236}">
                      <a16:creationId xmlns:a16="http://schemas.microsoft.com/office/drawing/2014/main" id="{5532E0AE-9511-022E-21EF-482362963F46}"/>
                    </a:ext>
                  </a:extLst>
                </p:cNvPr>
                <p:cNvCxnSpPr/>
                <p:nvPr/>
              </p:nvCxnSpPr>
              <p:spPr>
                <a:xfrm>
                  <a:off x="3646244" y="1993179"/>
                  <a:ext cx="151780" cy="0"/>
                </a:xfrm>
                <a:prstGeom prst="straightConnector1">
                  <a:avLst/>
                </a:prstGeom>
                <a:noFill/>
                <a:ln w="25400" cap="rnd" cmpd="sng" algn="ctr">
                  <a:solidFill>
                    <a:srgbClr val="FFFFFF">
                      <a:lumMod val="50000"/>
                    </a:srgbClr>
                  </a:solidFill>
                  <a:prstDash val="solid"/>
                </a:ln>
                <a:effectLst/>
              </p:spPr>
            </p:cxnSp>
            <p:cxnSp>
              <p:nvCxnSpPr>
                <p:cNvPr id="155" name="Straight Connector 154">
                  <a:extLst>
                    <a:ext uri="{FF2B5EF4-FFF2-40B4-BE49-F238E27FC236}">
                      <a16:creationId xmlns:a16="http://schemas.microsoft.com/office/drawing/2014/main" id="{DF434627-8934-92C5-DC4A-3FED4D3228CB}"/>
                    </a:ext>
                  </a:extLst>
                </p:cNvPr>
                <p:cNvCxnSpPr/>
                <p:nvPr/>
              </p:nvCxnSpPr>
              <p:spPr>
                <a:xfrm flipV="1">
                  <a:off x="3646244" y="1945149"/>
                  <a:ext cx="0" cy="336216"/>
                </a:xfrm>
                <a:prstGeom prst="line">
                  <a:avLst/>
                </a:prstGeom>
                <a:noFill/>
                <a:ln w="25400" cap="rnd" cmpd="sng" algn="ctr">
                  <a:solidFill>
                    <a:srgbClr val="FFFFFF">
                      <a:lumMod val="50000"/>
                    </a:srgbClr>
                  </a:solidFill>
                  <a:prstDash val="solid"/>
                </a:ln>
                <a:effectLst/>
              </p:spPr>
            </p:cxnSp>
            <p:cxnSp>
              <p:nvCxnSpPr>
                <p:cNvPr id="156" name="Straight Arrow Connector 155">
                  <a:extLst>
                    <a:ext uri="{FF2B5EF4-FFF2-40B4-BE49-F238E27FC236}">
                      <a16:creationId xmlns:a16="http://schemas.microsoft.com/office/drawing/2014/main" id="{4BAC3CC9-277E-A4FB-0958-04716856186B}"/>
                    </a:ext>
                  </a:extLst>
                </p:cNvPr>
                <p:cNvCxnSpPr/>
                <p:nvPr/>
              </p:nvCxnSpPr>
              <p:spPr>
                <a:xfrm>
                  <a:off x="3646244" y="2233333"/>
                  <a:ext cx="189334" cy="0"/>
                </a:xfrm>
                <a:prstGeom prst="straightConnector1">
                  <a:avLst/>
                </a:prstGeom>
                <a:noFill/>
                <a:ln w="25400" cap="rnd" cmpd="sng" algn="ctr">
                  <a:solidFill>
                    <a:srgbClr val="FFFFFF">
                      <a:lumMod val="50000"/>
                    </a:srgbClr>
                  </a:solidFill>
                  <a:prstDash val="solid"/>
                  <a:tailEnd type="triangle"/>
                </a:ln>
                <a:effectLst/>
              </p:spPr>
            </p:cxnSp>
            <p:cxnSp>
              <p:nvCxnSpPr>
                <p:cNvPr id="157" name="Straight Connector 156">
                  <a:extLst>
                    <a:ext uri="{FF2B5EF4-FFF2-40B4-BE49-F238E27FC236}">
                      <a16:creationId xmlns:a16="http://schemas.microsoft.com/office/drawing/2014/main" id="{236E9A53-FE1A-6D1B-E58C-3A4A0244D5DD}"/>
                    </a:ext>
                  </a:extLst>
                </p:cNvPr>
                <p:cNvCxnSpPr/>
                <p:nvPr/>
              </p:nvCxnSpPr>
              <p:spPr>
                <a:xfrm flipV="1">
                  <a:off x="3592888" y="1993180"/>
                  <a:ext cx="0" cy="240154"/>
                </a:xfrm>
                <a:prstGeom prst="line">
                  <a:avLst/>
                </a:prstGeom>
                <a:noFill/>
                <a:ln w="25400" cap="rnd" cmpd="sng" algn="ctr">
                  <a:solidFill>
                    <a:srgbClr val="FFFFFF">
                      <a:lumMod val="50000"/>
                    </a:srgbClr>
                  </a:solidFill>
                  <a:prstDash val="solid"/>
                </a:ln>
                <a:effectLst/>
              </p:spPr>
            </p:cxnSp>
            <p:cxnSp>
              <p:nvCxnSpPr>
                <p:cNvPr id="158" name="Straight Arrow Connector 157">
                  <a:extLst>
                    <a:ext uri="{FF2B5EF4-FFF2-40B4-BE49-F238E27FC236}">
                      <a16:creationId xmlns:a16="http://schemas.microsoft.com/office/drawing/2014/main" id="{C77A617F-ED7A-3D42-9B06-231B38E51814}"/>
                    </a:ext>
                  </a:extLst>
                </p:cNvPr>
                <p:cNvCxnSpPr/>
                <p:nvPr/>
              </p:nvCxnSpPr>
              <p:spPr>
                <a:xfrm flipV="1">
                  <a:off x="3521482" y="2104328"/>
                  <a:ext cx="66197" cy="0"/>
                </a:xfrm>
                <a:prstGeom prst="straightConnector1">
                  <a:avLst/>
                </a:prstGeom>
                <a:noFill/>
                <a:ln w="25400" cap="rnd" cmpd="sng" algn="ctr">
                  <a:solidFill>
                    <a:srgbClr val="FFFFFF">
                      <a:lumMod val="50000"/>
                    </a:srgbClr>
                  </a:solidFill>
                  <a:prstDash val="solid"/>
                  <a:headEnd type="none"/>
                  <a:tailEnd type="none"/>
                </a:ln>
                <a:effectLst/>
              </p:spPr>
            </p:cxnSp>
            <p:sp>
              <p:nvSpPr>
                <p:cNvPr id="159" name="Rectangle 272">
                  <a:extLst>
                    <a:ext uri="{FF2B5EF4-FFF2-40B4-BE49-F238E27FC236}">
                      <a16:creationId xmlns:a16="http://schemas.microsoft.com/office/drawing/2014/main" id="{C19A333A-ED7D-3795-C240-624FF18D4756}"/>
                    </a:ext>
                  </a:extLst>
                </p:cNvPr>
                <p:cNvSpPr>
                  <a:spLocks noChangeArrowheads="1"/>
                </p:cNvSpPr>
                <p:nvPr/>
              </p:nvSpPr>
              <p:spPr bwMode="auto">
                <a:xfrm>
                  <a:off x="3601108" y="1953709"/>
                  <a:ext cx="5353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PD</a:t>
                  </a:r>
                </a:p>
              </p:txBody>
            </p:sp>
          </p:grpSp>
          <p:grpSp>
            <p:nvGrpSpPr>
              <p:cNvPr id="70" name="Group 69">
                <a:extLst>
                  <a:ext uri="{FF2B5EF4-FFF2-40B4-BE49-F238E27FC236}">
                    <a16:creationId xmlns:a16="http://schemas.microsoft.com/office/drawing/2014/main" id="{B6FC970D-1CB1-DBC7-F431-F2E197CA9DB6}"/>
                  </a:ext>
                </a:extLst>
              </p:cNvPr>
              <p:cNvGrpSpPr/>
              <p:nvPr/>
            </p:nvGrpSpPr>
            <p:grpSpPr>
              <a:xfrm>
                <a:off x="1868336" y="1519495"/>
                <a:ext cx="1094650" cy="2317585"/>
                <a:chOff x="2562165" y="639174"/>
                <a:chExt cx="752654" cy="1532504"/>
              </a:xfrm>
            </p:grpSpPr>
            <p:cxnSp>
              <p:nvCxnSpPr>
                <p:cNvPr id="135" name="Straight Arrow Connector 134">
                  <a:extLst>
                    <a:ext uri="{FF2B5EF4-FFF2-40B4-BE49-F238E27FC236}">
                      <a16:creationId xmlns:a16="http://schemas.microsoft.com/office/drawing/2014/main" id="{11909F36-41C9-7009-BCE9-9C156BFBAF25}"/>
                    </a:ext>
                  </a:extLst>
                </p:cNvPr>
                <p:cNvCxnSpPr/>
                <p:nvPr/>
              </p:nvCxnSpPr>
              <p:spPr>
                <a:xfrm>
                  <a:off x="3068794" y="839407"/>
                  <a:ext cx="158209" cy="0"/>
                </a:xfrm>
                <a:prstGeom prst="straightConnector1">
                  <a:avLst/>
                </a:prstGeom>
                <a:noFill/>
                <a:ln w="25400" cap="rnd" cmpd="sng" algn="ctr">
                  <a:solidFill>
                    <a:srgbClr val="00407A"/>
                  </a:solidFill>
                  <a:prstDash val="solid"/>
                  <a:headEnd type="triangle" w="med" len="med"/>
                </a:ln>
                <a:effectLst/>
              </p:spPr>
            </p:cxnSp>
            <p:cxnSp>
              <p:nvCxnSpPr>
                <p:cNvPr id="136" name="Straight Connector 135">
                  <a:extLst>
                    <a:ext uri="{FF2B5EF4-FFF2-40B4-BE49-F238E27FC236}">
                      <a16:creationId xmlns:a16="http://schemas.microsoft.com/office/drawing/2014/main" id="{D24B712B-BC33-0E88-5B8F-1E087AF2A7FD}"/>
                    </a:ext>
                  </a:extLst>
                </p:cNvPr>
                <p:cNvCxnSpPr/>
                <p:nvPr/>
              </p:nvCxnSpPr>
              <p:spPr>
                <a:xfrm flipV="1">
                  <a:off x="3068794" y="798097"/>
                  <a:ext cx="0" cy="289169"/>
                </a:xfrm>
                <a:prstGeom prst="line">
                  <a:avLst/>
                </a:prstGeom>
                <a:noFill/>
                <a:ln w="25400" cap="rnd" cmpd="sng" algn="ctr">
                  <a:solidFill>
                    <a:srgbClr val="00407A"/>
                  </a:solidFill>
                  <a:prstDash val="solid"/>
                </a:ln>
                <a:effectLst/>
              </p:spPr>
            </p:cxnSp>
            <p:cxnSp>
              <p:nvCxnSpPr>
                <p:cNvPr id="137" name="Straight Arrow Connector 136">
                  <a:extLst>
                    <a:ext uri="{FF2B5EF4-FFF2-40B4-BE49-F238E27FC236}">
                      <a16:creationId xmlns:a16="http://schemas.microsoft.com/office/drawing/2014/main" id="{96C5B7BA-42CD-071E-B0E9-AF97155C776B}"/>
                    </a:ext>
                  </a:extLst>
                </p:cNvPr>
                <p:cNvCxnSpPr/>
                <p:nvPr/>
              </p:nvCxnSpPr>
              <p:spPr>
                <a:xfrm>
                  <a:off x="3068794" y="1045956"/>
                  <a:ext cx="158209" cy="0"/>
                </a:xfrm>
                <a:prstGeom prst="straightConnector1">
                  <a:avLst/>
                </a:prstGeom>
                <a:noFill/>
                <a:ln w="25400" cap="rnd" cmpd="sng" algn="ctr">
                  <a:solidFill>
                    <a:srgbClr val="00407A"/>
                  </a:solidFill>
                  <a:prstDash val="solid"/>
                  <a:headEnd type="none"/>
                  <a:tailEnd type="none"/>
                </a:ln>
                <a:effectLst/>
              </p:spPr>
            </p:cxnSp>
            <p:cxnSp>
              <p:nvCxnSpPr>
                <p:cNvPr id="138" name="Straight Connector 137">
                  <a:extLst>
                    <a:ext uri="{FF2B5EF4-FFF2-40B4-BE49-F238E27FC236}">
                      <a16:creationId xmlns:a16="http://schemas.microsoft.com/office/drawing/2014/main" id="{BB4122C6-6496-4641-1B96-6F1F75B88430}"/>
                    </a:ext>
                  </a:extLst>
                </p:cNvPr>
                <p:cNvCxnSpPr/>
                <p:nvPr/>
              </p:nvCxnSpPr>
              <p:spPr>
                <a:xfrm flipV="1">
                  <a:off x="3029242" y="839407"/>
                  <a:ext cx="0" cy="206549"/>
                </a:xfrm>
                <a:prstGeom prst="line">
                  <a:avLst/>
                </a:prstGeom>
                <a:noFill/>
                <a:ln w="25400" cap="rnd" cmpd="sng" algn="ctr">
                  <a:solidFill>
                    <a:srgbClr val="00407A"/>
                  </a:solidFill>
                  <a:prstDash val="solid"/>
                </a:ln>
                <a:effectLst/>
              </p:spPr>
            </p:cxnSp>
            <p:cxnSp>
              <p:nvCxnSpPr>
                <p:cNvPr id="139" name="Straight Arrow Connector 138">
                  <a:extLst>
                    <a:ext uri="{FF2B5EF4-FFF2-40B4-BE49-F238E27FC236}">
                      <a16:creationId xmlns:a16="http://schemas.microsoft.com/office/drawing/2014/main" id="{EADC5592-C002-B556-0B5E-ACE88A397A95}"/>
                    </a:ext>
                  </a:extLst>
                </p:cNvPr>
                <p:cNvCxnSpPr/>
                <p:nvPr/>
              </p:nvCxnSpPr>
              <p:spPr>
                <a:xfrm>
                  <a:off x="3068794" y="1750674"/>
                  <a:ext cx="158209" cy="0"/>
                </a:xfrm>
                <a:prstGeom prst="straightConnector1">
                  <a:avLst/>
                </a:prstGeom>
                <a:noFill/>
                <a:ln w="25400" cap="rnd" cmpd="sng" algn="ctr">
                  <a:solidFill>
                    <a:srgbClr val="00407A"/>
                  </a:solidFill>
                  <a:prstDash val="solid"/>
                </a:ln>
                <a:effectLst/>
              </p:spPr>
            </p:cxnSp>
            <p:cxnSp>
              <p:nvCxnSpPr>
                <p:cNvPr id="140" name="Straight Connector 139">
                  <a:extLst>
                    <a:ext uri="{FF2B5EF4-FFF2-40B4-BE49-F238E27FC236}">
                      <a16:creationId xmlns:a16="http://schemas.microsoft.com/office/drawing/2014/main" id="{DD55B9ED-DFD9-AC2C-78A0-14B2948C2A9B}"/>
                    </a:ext>
                  </a:extLst>
                </p:cNvPr>
                <p:cNvCxnSpPr/>
                <p:nvPr/>
              </p:nvCxnSpPr>
              <p:spPr>
                <a:xfrm flipV="1">
                  <a:off x="3068794" y="1709365"/>
                  <a:ext cx="0" cy="289169"/>
                </a:xfrm>
                <a:prstGeom prst="line">
                  <a:avLst/>
                </a:prstGeom>
                <a:noFill/>
                <a:ln w="25400" cap="rnd" cmpd="sng" algn="ctr">
                  <a:solidFill>
                    <a:srgbClr val="00407A"/>
                  </a:solidFill>
                  <a:prstDash val="solid"/>
                </a:ln>
                <a:effectLst/>
              </p:spPr>
            </p:cxnSp>
            <p:cxnSp>
              <p:nvCxnSpPr>
                <p:cNvPr id="141" name="Straight Arrow Connector 140">
                  <a:extLst>
                    <a:ext uri="{FF2B5EF4-FFF2-40B4-BE49-F238E27FC236}">
                      <a16:creationId xmlns:a16="http://schemas.microsoft.com/office/drawing/2014/main" id="{262000A3-9852-D9AB-A6E7-20230C69AC74}"/>
                    </a:ext>
                  </a:extLst>
                </p:cNvPr>
                <p:cNvCxnSpPr/>
                <p:nvPr/>
              </p:nvCxnSpPr>
              <p:spPr>
                <a:xfrm>
                  <a:off x="3068794" y="1957224"/>
                  <a:ext cx="158209" cy="0"/>
                </a:xfrm>
                <a:prstGeom prst="straightConnector1">
                  <a:avLst/>
                </a:prstGeom>
                <a:noFill/>
                <a:ln w="25400" cap="rnd" cmpd="sng" algn="ctr">
                  <a:solidFill>
                    <a:srgbClr val="00407A"/>
                  </a:solidFill>
                  <a:prstDash val="solid"/>
                  <a:tailEnd type="triangle"/>
                </a:ln>
                <a:effectLst/>
              </p:spPr>
            </p:cxnSp>
            <p:cxnSp>
              <p:nvCxnSpPr>
                <p:cNvPr id="142" name="Straight Connector 141">
                  <a:extLst>
                    <a:ext uri="{FF2B5EF4-FFF2-40B4-BE49-F238E27FC236}">
                      <a16:creationId xmlns:a16="http://schemas.microsoft.com/office/drawing/2014/main" id="{F894B1F1-8860-88BF-947A-C0D9F2C3C52C}"/>
                    </a:ext>
                  </a:extLst>
                </p:cNvPr>
                <p:cNvCxnSpPr/>
                <p:nvPr/>
              </p:nvCxnSpPr>
              <p:spPr>
                <a:xfrm flipV="1">
                  <a:off x="3029242" y="1750674"/>
                  <a:ext cx="0" cy="206549"/>
                </a:xfrm>
                <a:prstGeom prst="line">
                  <a:avLst/>
                </a:prstGeom>
                <a:noFill/>
                <a:ln w="25400" cap="rnd" cmpd="sng" algn="ctr">
                  <a:solidFill>
                    <a:srgbClr val="00407A"/>
                  </a:solidFill>
                  <a:prstDash val="solid"/>
                </a:ln>
                <a:effectLst/>
              </p:spPr>
            </p:cxnSp>
            <p:cxnSp>
              <p:nvCxnSpPr>
                <p:cNvPr id="143" name="Straight Connector 142">
                  <a:extLst>
                    <a:ext uri="{FF2B5EF4-FFF2-40B4-BE49-F238E27FC236}">
                      <a16:creationId xmlns:a16="http://schemas.microsoft.com/office/drawing/2014/main" id="{8AD71EF7-816D-7BBF-DEA6-85545208AD7C}"/>
                    </a:ext>
                  </a:extLst>
                </p:cNvPr>
                <p:cNvCxnSpPr/>
                <p:nvPr/>
              </p:nvCxnSpPr>
              <p:spPr>
                <a:xfrm flipH="1">
                  <a:off x="3230684" y="1045956"/>
                  <a:ext cx="2995" cy="698380"/>
                </a:xfrm>
                <a:prstGeom prst="line">
                  <a:avLst/>
                </a:prstGeom>
                <a:noFill/>
                <a:ln w="25400" cap="rnd" cmpd="sng" algn="ctr">
                  <a:solidFill>
                    <a:srgbClr val="00407A"/>
                  </a:solidFill>
                  <a:prstDash val="solid"/>
                </a:ln>
                <a:effectLst/>
              </p:spPr>
            </p:cxnSp>
            <p:cxnSp>
              <p:nvCxnSpPr>
                <p:cNvPr id="144" name="Straight Connector 143">
                  <a:extLst>
                    <a:ext uri="{FF2B5EF4-FFF2-40B4-BE49-F238E27FC236}">
                      <a16:creationId xmlns:a16="http://schemas.microsoft.com/office/drawing/2014/main" id="{0BF3B010-EBD6-502A-79EB-DF18015315D1}"/>
                    </a:ext>
                  </a:extLst>
                </p:cNvPr>
                <p:cNvCxnSpPr/>
                <p:nvPr/>
              </p:nvCxnSpPr>
              <p:spPr>
                <a:xfrm>
                  <a:off x="3227003" y="639175"/>
                  <a:ext cx="2439" cy="200621"/>
                </a:xfrm>
                <a:prstGeom prst="line">
                  <a:avLst/>
                </a:prstGeom>
                <a:noFill/>
                <a:ln w="25400" cap="rnd" cmpd="sng" algn="ctr">
                  <a:solidFill>
                    <a:srgbClr val="00407A"/>
                  </a:solidFill>
                  <a:prstDash val="solid"/>
                  <a:round/>
                </a:ln>
                <a:effectLst/>
              </p:spPr>
            </p:cxnSp>
            <p:cxnSp>
              <p:nvCxnSpPr>
                <p:cNvPr id="145" name="Straight Connector 144">
                  <a:extLst>
                    <a:ext uri="{FF2B5EF4-FFF2-40B4-BE49-F238E27FC236}">
                      <a16:creationId xmlns:a16="http://schemas.microsoft.com/office/drawing/2014/main" id="{25F0B7F6-61BE-CC2D-667D-091C9CF32AC2}"/>
                    </a:ext>
                  </a:extLst>
                </p:cNvPr>
                <p:cNvCxnSpPr/>
                <p:nvPr/>
              </p:nvCxnSpPr>
              <p:spPr>
                <a:xfrm flipV="1">
                  <a:off x="3217950" y="1962799"/>
                  <a:ext cx="0" cy="176498"/>
                </a:xfrm>
                <a:prstGeom prst="line">
                  <a:avLst/>
                </a:prstGeom>
                <a:noFill/>
                <a:ln w="25400" cap="rnd" cmpd="sng" algn="ctr">
                  <a:solidFill>
                    <a:srgbClr val="00407A"/>
                  </a:solidFill>
                  <a:prstDash val="solid"/>
                </a:ln>
                <a:effectLst/>
              </p:spPr>
            </p:cxnSp>
            <p:cxnSp>
              <p:nvCxnSpPr>
                <p:cNvPr id="146" name="Straight Arrow Connector 145">
                  <a:extLst>
                    <a:ext uri="{FF2B5EF4-FFF2-40B4-BE49-F238E27FC236}">
                      <a16:creationId xmlns:a16="http://schemas.microsoft.com/office/drawing/2014/main" id="{F2B463EE-33CC-A968-2196-B8B96F65A90B}"/>
                    </a:ext>
                  </a:extLst>
                </p:cNvPr>
                <p:cNvCxnSpPr/>
                <p:nvPr/>
              </p:nvCxnSpPr>
              <p:spPr>
                <a:xfrm>
                  <a:off x="2800862" y="1851362"/>
                  <a:ext cx="213864" cy="1060"/>
                </a:xfrm>
                <a:prstGeom prst="straightConnector1">
                  <a:avLst/>
                </a:prstGeom>
                <a:noFill/>
                <a:ln w="25400" cap="rnd" cmpd="sng" algn="ctr">
                  <a:solidFill>
                    <a:srgbClr val="00407A"/>
                  </a:solidFill>
                  <a:prstDash val="solid"/>
                  <a:headEnd type="none"/>
                  <a:tailEnd type="none"/>
                </a:ln>
                <a:effectLst/>
              </p:spPr>
            </p:cxnSp>
            <p:cxnSp>
              <p:nvCxnSpPr>
                <p:cNvPr id="147" name="Straight Connector 146">
                  <a:extLst>
                    <a:ext uri="{FF2B5EF4-FFF2-40B4-BE49-F238E27FC236}">
                      <a16:creationId xmlns:a16="http://schemas.microsoft.com/office/drawing/2014/main" id="{49B8C90A-2D5D-58BC-8D15-440B24BD96DE}"/>
                    </a:ext>
                  </a:extLst>
                </p:cNvPr>
                <p:cNvCxnSpPr/>
                <p:nvPr/>
              </p:nvCxnSpPr>
              <p:spPr bwMode="auto">
                <a:xfrm flipH="1" flipV="1">
                  <a:off x="2673692" y="930306"/>
                  <a:ext cx="353625" cy="1423"/>
                </a:xfrm>
                <a:prstGeom prst="line">
                  <a:avLst/>
                </a:prstGeom>
                <a:noFill/>
                <a:ln w="25400" cap="rnd" cmpd="sng" algn="ctr">
                  <a:solidFill>
                    <a:srgbClr val="00407A"/>
                  </a:solidFill>
                  <a:prstDash val="solid"/>
                  <a:round/>
                </a:ln>
                <a:effectLst/>
              </p:spPr>
            </p:cxnSp>
            <p:cxnSp>
              <p:nvCxnSpPr>
                <p:cNvPr id="148" name="Straight Arrow Connector 147">
                  <a:extLst>
                    <a:ext uri="{FF2B5EF4-FFF2-40B4-BE49-F238E27FC236}">
                      <a16:creationId xmlns:a16="http://schemas.microsoft.com/office/drawing/2014/main" id="{211894BE-1498-2CD7-B0D3-748DEF4022F1}"/>
                    </a:ext>
                  </a:extLst>
                </p:cNvPr>
                <p:cNvCxnSpPr/>
                <p:nvPr/>
              </p:nvCxnSpPr>
              <p:spPr>
                <a:xfrm>
                  <a:off x="3125894" y="639174"/>
                  <a:ext cx="188925" cy="0"/>
                </a:xfrm>
                <a:prstGeom prst="straightConnector1">
                  <a:avLst/>
                </a:prstGeom>
                <a:noFill/>
                <a:ln w="25400" cap="rnd" cmpd="sng" algn="ctr">
                  <a:solidFill>
                    <a:srgbClr val="00407A"/>
                  </a:solidFill>
                  <a:prstDash val="solid"/>
                  <a:round/>
                </a:ln>
                <a:effectLst/>
              </p:spPr>
            </p:cxnSp>
            <p:cxnSp>
              <p:nvCxnSpPr>
                <p:cNvPr id="149" name="Straight Connector 148">
                  <a:extLst>
                    <a:ext uri="{FF2B5EF4-FFF2-40B4-BE49-F238E27FC236}">
                      <a16:creationId xmlns:a16="http://schemas.microsoft.com/office/drawing/2014/main" id="{49F70AF5-3A8C-FC8E-C129-BC6AA8E670B4}"/>
                    </a:ext>
                  </a:extLst>
                </p:cNvPr>
                <p:cNvCxnSpPr/>
                <p:nvPr/>
              </p:nvCxnSpPr>
              <p:spPr>
                <a:xfrm>
                  <a:off x="3126198" y="2142092"/>
                  <a:ext cx="188616" cy="0"/>
                </a:xfrm>
                <a:prstGeom prst="line">
                  <a:avLst/>
                </a:prstGeom>
                <a:noFill/>
                <a:ln w="25400" cap="rnd" cmpd="sng" algn="ctr">
                  <a:solidFill>
                    <a:srgbClr val="00407A"/>
                  </a:solidFill>
                  <a:prstDash val="solid"/>
                  <a:round/>
                </a:ln>
                <a:effectLst/>
              </p:spPr>
            </p:cxnSp>
            <p:cxnSp>
              <p:nvCxnSpPr>
                <p:cNvPr id="150" name="Straight Connector 149">
                  <a:extLst>
                    <a:ext uri="{FF2B5EF4-FFF2-40B4-BE49-F238E27FC236}">
                      <a16:creationId xmlns:a16="http://schemas.microsoft.com/office/drawing/2014/main" id="{31FF01E5-2BB4-B96E-2FB5-5F3AA4783E8E}"/>
                    </a:ext>
                  </a:extLst>
                </p:cNvPr>
                <p:cNvCxnSpPr/>
                <p:nvPr/>
              </p:nvCxnSpPr>
              <p:spPr>
                <a:xfrm>
                  <a:off x="3158266" y="2171678"/>
                  <a:ext cx="125744" cy="0"/>
                </a:xfrm>
                <a:prstGeom prst="line">
                  <a:avLst/>
                </a:prstGeom>
                <a:noFill/>
                <a:ln w="25400" cap="rnd" cmpd="sng" algn="ctr">
                  <a:solidFill>
                    <a:srgbClr val="00407A"/>
                  </a:solidFill>
                  <a:prstDash val="solid"/>
                  <a:round/>
                </a:ln>
                <a:effectLst/>
              </p:spPr>
            </p:cxnSp>
            <p:grpSp>
              <p:nvGrpSpPr>
                <p:cNvPr id="151" name="Group 150">
                  <a:extLst>
                    <a:ext uri="{FF2B5EF4-FFF2-40B4-BE49-F238E27FC236}">
                      <a16:creationId xmlns:a16="http://schemas.microsoft.com/office/drawing/2014/main" id="{6030AD48-3B42-6981-9E00-F387BE567E11}"/>
                    </a:ext>
                  </a:extLst>
                </p:cNvPr>
                <p:cNvGrpSpPr/>
                <p:nvPr/>
              </p:nvGrpSpPr>
              <p:grpSpPr>
                <a:xfrm>
                  <a:off x="2562165" y="812077"/>
                  <a:ext cx="476565" cy="154305"/>
                  <a:chOff x="4177793" y="1307942"/>
                  <a:chExt cx="492947" cy="128600"/>
                </a:xfrm>
              </p:grpSpPr>
              <p:sp>
                <p:nvSpPr>
                  <p:cNvPr id="152" name="Rectangle 151">
                    <a:extLst>
                      <a:ext uri="{FF2B5EF4-FFF2-40B4-BE49-F238E27FC236}">
                        <a16:creationId xmlns:a16="http://schemas.microsoft.com/office/drawing/2014/main" id="{7037F064-0660-A4AD-EDE0-57272AB33E8B}"/>
                      </a:ext>
                    </a:extLst>
                  </p:cNvPr>
                  <p:cNvSpPr/>
                  <p:nvPr/>
                </p:nvSpPr>
                <p:spPr>
                  <a:xfrm>
                    <a:off x="4319820" y="1351513"/>
                    <a:ext cx="216897" cy="78652"/>
                  </a:xfrm>
                  <a:prstGeom prst="rect">
                    <a:avLst/>
                  </a:prstGeom>
                  <a:solidFill>
                    <a:srgbClr val="FFFFFF"/>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smtClean="0">
                      <a:ln>
                        <a:noFill/>
                      </a:ln>
                      <a:solidFill>
                        <a:srgbClr val="00407A"/>
                      </a:solidFill>
                      <a:effectLst/>
                      <a:uLnTx/>
                      <a:uFillTx/>
                      <a:latin typeface="Times New Roman" panose="02020603050405020304" pitchFamily="18" charset="0"/>
                      <a:ea typeface="+mn-ea"/>
                      <a:cs typeface="Times New Roman" panose="02020603050405020304" pitchFamily="18" charset="0"/>
                    </a:endParaRPr>
                  </a:p>
                </p:txBody>
              </p:sp>
              <p:sp>
                <p:nvSpPr>
                  <p:cNvPr id="153" name="TextBox 152">
                    <a:extLst>
                      <a:ext uri="{FF2B5EF4-FFF2-40B4-BE49-F238E27FC236}">
                        <a16:creationId xmlns:a16="http://schemas.microsoft.com/office/drawing/2014/main" id="{CB326D27-BC16-3B4B-1FC9-AF70B8F6F3EC}"/>
                      </a:ext>
                    </a:extLst>
                  </p:cNvPr>
                  <p:cNvSpPr txBox="1"/>
                  <p:nvPr/>
                </p:nvSpPr>
                <p:spPr>
                  <a:xfrm>
                    <a:off x="4177793" y="1307942"/>
                    <a:ext cx="492947" cy="128600"/>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err="1"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1" u="none" strike="noStrike" kern="0" cap="none" spc="0" normalizeH="0" baseline="-25000" noProof="0" err="1" smtClean="0">
                        <a:ln>
                          <a:noFill/>
                        </a:ln>
                        <a:solidFill>
                          <a:srgbClr val="00407A"/>
                        </a:solidFill>
                        <a:effectLst/>
                        <a:uLnTx/>
                        <a:uFillTx/>
                        <a:latin typeface="Times New Roman" panose="02020603050405020304" pitchFamily="18" charset="0"/>
                        <a:cs typeface="Times New Roman" panose="02020603050405020304" pitchFamily="18" charset="0"/>
                      </a:rPr>
                      <a:t>skew</a:t>
                    </a:r>
                    <a:endParaRPr kumimoji="0" lang="en-US" sz="1000" b="1" i="1"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grpSp>
          <p:grpSp>
            <p:nvGrpSpPr>
              <p:cNvPr id="71" name="Group 70">
                <a:extLst>
                  <a:ext uri="{FF2B5EF4-FFF2-40B4-BE49-F238E27FC236}">
                    <a16:creationId xmlns:a16="http://schemas.microsoft.com/office/drawing/2014/main" id="{52771F8A-B941-6A5F-74E3-C8009B813BC3}"/>
                  </a:ext>
                </a:extLst>
              </p:cNvPr>
              <p:cNvGrpSpPr/>
              <p:nvPr/>
            </p:nvGrpSpPr>
            <p:grpSpPr>
              <a:xfrm>
                <a:off x="2562696" y="1804233"/>
                <a:ext cx="866866" cy="2088837"/>
                <a:chOff x="1718775" y="933355"/>
                <a:chExt cx="571815" cy="1605978"/>
              </a:xfrm>
            </p:grpSpPr>
            <p:sp>
              <p:nvSpPr>
                <p:cNvPr id="132" name="Rectangle 272">
                  <a:extLst>
                    <a:ext uri="{FF2B5EF4-FFF2-40B4-BE49-F238E27FC236}">
                      <a16:creationId xmlns:a16="http://schemas.microsoft.com/office/drawing/2014/main" id="{7E2D93B9-9C6C-D38B-39F6-7C31A5FD2BEE}"/>
                    </a:ext>
                  </a:extLst>
                </p:cNvPr>
                <p:cNvSpPr>
                  <a:spLocks noChangeArrowheads="1"/>
                </p:cNvSpPr>
                <p:nvPr/>
              </p:nvSpPr>
              <p:spPr bwMode="auto">
                <a:xfrm>
                  <a:off x="1718775" y="933355"/>
                  <a:ext cx="571815" cy="24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a:t>
                  </a:r>
                </a:p>
              </p:txBody>
            </p:sp>
            <p:sp>
              <p:nvSpPr>
                <p:cNvPr id="133" name="Rectangle 272">
                  <a:extLst>
                    <a:ext uri="{FF2B5EF4-FFF2-40B4-BE49-F238E27FC236}">
                      <a16:creationId xmlns:a16="http://schemas.microsoft.com/office/drawing/2014/main" id="{DF9E91FF-2B8F-AA2B-0ECF-4680CE0E1C09}"/>
                    </a:ext>
                  </a:extLst>
                </p:cNvPr>
                <p:cNvSpPr>
                  <a:spLocks noChangeArrowheads="1"/>
                </p:cNvSpPr>
                <p:nvPr/>
              </p:nvSpPr>
              <p:spPr bwMode="auto">
                <a:xfrm>
                  <a:off x="1730930" y="2000748"/>
                  <a:ext cx="330511" cy="246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N</a:t>
                  </a:r>
                </a:p>
              </p:txBody>
            </p:sp>
            <p:cxnSp>
              <p:nvCxnSpPr>
                <p:cNvPr id="134" name="Straight Connector 133">
                  <a:extLst>
                    <a:ext uri="{FF2B5EF4-FFF2-40B4-BE49-F238E27FC236}">
                      <a16:creationId xmlns:a16="http://schemas.microsoft.com/office/drawing/2014/main" id="{4C734F3B-C0C0-8C3F-7CF5-C18B79507032}"/>
                    </a:ext>
                  </a:extLst>
                </p:cNvPr>
                <p:cNvCxnSpPr/>
                <p:nvPr/>
              </p:nvCxnSpPr>
              <p:spPr>
                <a:xfrm>
                  <a:off x="1860934" y="2539333"/>
                  <a:ext cx="60317" cy="0"/>
                </a:xfrm>
                <a:prstGeom prst="line">
                  <a:avLst/>
                </a:prstGeom>
                <a:noFill/>
                <a:ln w="25400" cap="rnd" cmpd="sng" algn="ctr">
                  <a:solidFill>
                    <a:srgbClr val="00407A"/>
                  </a:solidFill>
                  <a:prstDash val="solid"/>
                  <a:round/>
                </a:ln>
                <a:effectLst/>
              </p:spPr>
            </p:cxnSp>
          </p:grpSp>
          <p:cxnSp>
            <p:nvCxnSpPr>
              <p:cNvPr id="72" name="Straight Connector 71">
                <a:extLst>
                  <a:ext uri="{FF2B5EF4-FFF2-40B4-BE49-F238E27FC236}">
                    <a16:creationId xmlns:a16="http://schemas.microsoft.com/office/drawing/2014/main" id="{00E7C75A-2E49-341C-7507-8BAA42F08BB7}"/>
                  </a:ext>
                </a:extLst>
              </p:cNvPr>
              <p:cNvCxnSpPr/>
              <p:nvPr/>
            </p:nvCxnSpPr>
            <p:spPr>
              <a:xfrm>
                <a:off x="3104156" y="2779345"/>
                <a:ext cx="0" cy="559898"/>
              </a:xfrm>
              <a:prstGeom prst="line">
                <a:avLst/>
              </a:prstGeom>
              <a:noFill/>
              <a:ln w="25400" cap="rnd" cmpd="sng" algn="ctr">
                <a:solidFill>
                  <a:srgbClr val="FFFFFF">
                    <a:lumMod val="50000"/>
                  </a:srgbClr>
                </a:solidFill>
                <a:prstDash val="solid"/>
              </a:ln>
              <a:effectLst/>
            </p:spPr>
          </p:cxnSp>
          <p:cxnSp>
            <p:nvCxnSpPr>
              <p:cNvPr id="73" name="Straight Arrow Connector 72">
                <a:extLst>
                  <a:ext uri="{FF2B5EF4-FFF2-40B4-BE49-F238E27FC236}">
                    <a16:creationId xmlns:a16="http://schemas.microsoft.com/office/drawing/2014/main" id="{E3F76929-0B50-2A36-73BB-371C1AFF45E8}"/>
                  </a:ext>
                </a:extLst>
              </p:cNvPr>
              <p:cNvCxnSpPr/>
              <p:nvPr/>
            </p:nvCxnSpPr>
            <p:spPr>
              <a:xfrm flipV="1">
                <a:off x="2458393" y="2774531"/>
                <a:ext cx="640080" cy="731"/>
              </a:xfrm>
              <a:prstGeom prst="straightConnector1">
                <a:avLst/>
              </a:prstGeom>
              <a:noFill/>
              <a:ln w="25400" cap="rnd" cmpd="sng" algn="ctr">
                <a:solidFill>
                  <a:srgbClr val="FFFFFF">
                    <a:lumMod val="50000"/>
                  </a:srgbClr>
                </a:solidFill>
                <a:prstDash val="solid"/>
                <a:headEnd type="none"/>
                <a:tailEnd type="none"/>
              </a:ln>
              <a:effectLst/>
            </p:spPr>
          </p:cxnSp>
          <p:cxnSp>
            <p:nvCxnSpPr>
              <p:cNvPr id="74" name="Straight Connector 73">
                <a:extLst>
                  <a:ext uri="{FF2B5EF4-FFF2-40B4-BE49-F238E27FC236}">
                    <a16:creationId xmlns:a16="http://schemas.microsoft.com/office/drawing/2014/main" id="{4CC60A94-1732-19E4-91D8-607F42347D38}"/>
                  </a:ext>
                </a:extLst>
              </p:cNvPr>
              <p:cNvCxnSpPr/>
              <p:nvPr/>
            </p:nvCxnSpPr>
            <p:spPr>
              <a:xfrm>
                <a:off x="2452168" y="1961992"/>
                <a:ext cx="0" cy="804510"/>
              </a:xfrm>
              <a:prstGeom prst="line">
                <a:avLst/>
              </a:prstGeom>
              <a:noFill/>
              <a:ln w="25400" cap="rnd" cmpd="sng" algn="ctr">
                <a:solidFill>
                  <a:srgbClr val="FFFFFF">
                    <a:lumMod val="50000"/>
                  </a:srgbClr>
                </a:solidFill>
                <a:prstDash val="solid"/>
              </a:ln>
              <a:effectLst/>
            </p:spPr>
          </p:cxnSp>
          <p:cxnSp>
            <p:nvCxnSpPr>
              <p:cNvPr id="75" name="Straight Arrow Connector 74">
                <a:extLst>
                  <a:ext uri="{FF2B5EF4-FFF2-40B4-BE49-F238E27FC236}">
                    <a16:creationId xmlns:a16="http://schemas.microsoft.com/office/drawing/2014/main" id="{75390965-2971-1E9C-518E-850806A721A6}"/>
                  </a:ext>
                </a:extLst>
              </p:cNvPr>
              <p:cNvCxnSpPr/>
              <p:nvPr/>
            </p:nvCxnSpPr>
            <p:spPr>
              <a:xfrm>
                <a:off x="2852594" y="2708237"/>
                <a:ext cx="1005840" cy="0"/>
              </a:xfrm>
              <a:prstGeom prst="straightConnector1">
                <a:avLst/>
              </a:prstGeom>
              <a:noFill/>
              <a:ln w="25400" cap="rnd" cmpd="sng" algn="ctr">
                <a:solidFill>
                  <a:srgbClr val="00407A"/>
                </a:solidFill>
                <a:prstDash val="solid"/>
                <a:headEnd type="none"/>
                <a:tailEnd type="none"/>
              </a:ln>
              <a:effectLst/>
            </p:spPr>
          </p:cxnSp>
          <p:cxnSp>
            <p:nvCxnSpPr>
              <p:cNvPr id="76" name="Straight Connector 75">
                <a:extLst>
                  <a:ext uri="{FF2B5EF4-FFF2-40B4-BE49-F238E27FC236}">
                    <a16:creationId xmlns:a16="http://schemas.microsoft.com/office/drawing/2014/main" id="{8603E6EC-72B8-5B71-FACE-ED71004D1F7A}"/>
                  </a:ext>
                </a:extLst>
              </p:cNvPr>
              <p:cNvCxnSpPr>
                <a:endCxn id="126" idx="0"/>
              </p:cNvCxnSpPr>
              <p:nvPr/>
            </p:nvCxnSpPr>
            <p:spPr>
              <a:xfrm flipV="1">
                <a:off x="3524678" y="2680279"/>
                <a:ext cx="0" cy="514453"/>
              </a:xfrm>
              <a:prstGeom prst="line">
                <a:avLst/>
              </a:prstGeom>
              <a:noFill/>
              <a:ln w="25400" cap="rnd" cmpd="sng" algn="ctr">
                <a:solidFill>
                  <a:srgbClr val="FFFFFF">
                    <a:lumMod val="50000"/>
                  </a:srgbClr>
                </a:solidFill>
                <a:prstDash val="solid"/>
              </a:ln>
              <a:effectLst/>
            </p:spPr>
          </p:cxnSp>
          <p:cxnSp>
            <p:nvCxnSpPr>
              <p:cNvPr id="77" name="Straight Connector 76">
                <a:extLst>
                  <a:ext uri="{FF2B5EF4-FFF2-40B4-BE49-F238E27FC236}">
                    <a16:creationId xmlns:a16="http://schemas.microsoft.com/office/drawing/2014/main" id="{8E8BD992-17BB-DF32-9663-D67C8EF1EE97}"/>
                  </a:ext>
                </a:extLst>
              </p:cNvPr>
              <p:cNvCxnSpPr/>
              <p:nvPr/>
            </p:nvCxnSpPr>
            <p:spPr>
              <a:xfrm flipV="1">
                <a:off x="3574838" y="3522596"/>
                <a:ext cx="0" cy="114392"/>
              </a:xfrm>
              <a:prstGeom prst="line">
                <a:avLst/>
              </a:prstGeom>
              <a:noFill/>
              <a:ln w="25400" cap="rnd" cmpd="sng" algn="ctr">
                <a:solidFill>
                  <a:srgbClr val="FFFFFF">
                    <a:lumMod val="50000"/>
                  </a:srgbClr>
                </a:solidFill>
                <a:prstDash val="solid"/>
              </a:ln>
              <a:effectLst/>
            </p:spPr>
          </p:cxnSp>
          <p:cxnSp>
            <p:nvCxnSpPr>
              <p:cNvPr id="78" name="Straight Arrow Connector 77">
                <a:extLst>
                  <a:ext uri="{FF2B5EF4-FFF2-40B4-BE49-F238E27FC236}">
                    <a16:creationId xmlns:a16="http://schemas.microsoft.com/office/drawing/2014/main" id="{D516D7DE-77CC-99C9-8163-7060E048F8C9}"/>
                  </a:ext>
                </a:extLst>
              </p:cNvPr>
              <p:cNvCxnSpPr/>
              <p:nvPr/>
            </p:nvCxnSpPr>
            <p:spPr>
              <a:xfrm flipV="1">
                <a:off x="2832558" y="3638135"/>
                <a:ext cx="731520" cy="0"/>
              </a:xfrm>
              <a:prstGeom prst="straightConnector1">
                <a:avLst/>
              </a:prstGeom>
              <a:noFill/>
              <a:ln w="25400" cap="rnd" cmpd="sng" algn="ctr">
                <a:solidFill>
                  <a:srgbClr val="FFFFFF">
                    <a:lumMod val="50000"/>
                  </a:srgbClr>
                </a:solidFill>
                <a:prstDash val="solid"/>
                <a:headEnd type="none"/>
                <a:tailEnd type="none"/>
              </a:ln>
              <a:effectLst/>
            </p:spPr>
          </p:cxnSp>
          <p:cxnSp>
            <p:nvCxnSpPr>
              <p:cNvPr id="79" name="Straight Connector 78">
                <a:extLst>
                  <a:ext uri="{FF2B5EF4-FFF2-40B4-BE49-F238E27FC236}">
                    <a16:creationId xmlns:a16="http://schemas.microsoft.com/office/drawing/2014/main" id="{A1214782-1260-C3A0-A4FE-18F60B4DEB70}"/>
                  </a:ext>
                </a:extLst>
              </p:cNvPr>
              <p:cNvCxnSpPr/>
              <p:nvPr/>
            </p:nvCxnSpPr>
            <p:spPr>
              <a:xfrm flipH="1">
                <a:off x="1194370" y="2092271"/>
                <a:ext cx="748" cy="1523623"/>
              </a:xfrm>
              <a:prstGeom prst="line">
                <a:avLst/>
              </a:prstGeom>
              <a:noFill/>
              <a:ln w="12700" cap="rnd" cmpd="sng" algn="ctr">
                <a:solidFill>
                  <a:srgbClr val="00407A"/>
                </a:solidFill>
                <a:prstDash val="sysDash"/>
                <a:round/>
              </a:ln>
              <a:effectLst/>
            </p:spPr>
          </p:cxnSp>
          <p:cxnSp>
            <p:nvCxnSpPr>
              <p:cNvPr id="80" name="Straight Connector 79">
                <a:extLst>
                  <a:ext uri="{FF2B5EF4-FFF2-40B4-BE49-F238E27FC236}">
                    <a16:creationId xmlns:a16="http://schemas.microsoft.com/office/drawing/2014/main" id="{7EFA79B8-4E97-011D-12D2-DD81D1692F3A}"/>
                  </a:ext>
                </a:extLst>
              </p:cNvPr>
              <p:cNvCxnSpPr/>
              <p:nvPr/>
            </p:nvCxnSpPr>
            <p:spPr>
              <a:xfrm>
                <a:off x="1359627" y="1691049"/>
                <a:ext cx="0" cy="1906537"/>
              </a:xfrm>
              <a:prstGeom prst="line">
                <a:avLst/>
              </a:prstGeom>
              <a:noFill/>
              <a:ln w="12700" cap="rnd" cmpd="sng" algn="ctr">
                <a:solidFill>
                  <a:srgbClr val="00407A"/>
                </a:solidFill>
                <a:prstDash val="sysDash"/>
                <a:round/>
              </a:ln>
              <a:effectLst/>
            </p:spPr>
          </p:cxnSp>
          <p:sp>
            <p:nvSpPr>
              <p:cNvPr id="81" name="Freeform 81">
                <a:extLst>
                  <a:ext uri="{FF2B5EF4-FFF2-40B4-BE49-F238E27FC236}">
                    <a16:creationId xmlns:a16="http://schemas.microsoft.com/office/drawing/2014/main" id="{605581B1-9FCE-DFCE-BCD2-4FD4FE426A7F}"/>
                  </a:ext>
                </a:extLst>
              </p:cNvPr>
              <p:cNvSpPr/>
              <p:nvPr/>
            </p:nvSpPr>
            <p:spPr>
              <a:xfrm rot="10800000">
                <a:off x="3288995" y="2024399"/>
                <a:ext cx="686094" cy="481833"/>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114499"/>
                  <a:gd name="connsiteX1" fmla="*/ 144493 w 1047232"/>
                  <a:gd name="connsiteY1" fmla="*/ 417980 h 1114499"/>
                  <a:gd name="connsiteX2" fmla="*/ 247569 w 1047232"/>
                  <a:gd name="connsiteY2" fmla="*/ 84154 h 1114499"/>
                  <a:gd name="connsiteX3" fmla="*/ 347582 w 1047232"/>
                  <a:gd name="connsiteY3" fmla="*/ 10109 h 1114499"/>
                  <a:gd name="connsiteX4" fmla="*/ 434202 w 1047232"/>
                  <a:gd name="connsiteY4" fmla="*/ 33864 h 1114499"/>
                  <a:gd name="connsiteX5" fmla="*/ 480890 w 1047232"/>
                  <a:gd name="connsiteY5" fmla="*/ 119472 h 1114499"/>
                  <a:gd name="connsiteX6" fmla="*/ 531737 w 1047232"/>
                  <a:gd name="connsiteY6" fmla="*/ 291184 h 1114499"/>
                  <a:gd name="connsiteX7" fmla="*/ 706863 w 1047232"/>
                  <a:gd name="connsiteY7" fmla="*/ 914662 h 1114499"/>
                  <a:gd name="connsiteX8" fmla="*/ 790090 w 1047232"/>
                  <a:gd name="connsiteY8" fmla="*/ 1057723 h 1114499"/>
                  <a:gd name="connsiteX9" fmla="*/ 1047232 w 1047232"/>
                  <a:gd name="connsiteY9" fmla="*/ 0 h 1114499"/>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1047232 w 1047232"/>
                  <a:gd name="connsiteY8" fmla="*/ 0 h 1078033"/>
                  <a:gd name="connsiteX0" fmla="*/ 0 w 706863"/>
                  <a:gd name="connsiteY0" fmla="*/ 1070423 h 1070423"/>
                  <a:gd name="connsiteX1" fmla="*/ 144493 w 706863"/>
                  <a:gd name="connsiteY1" fmla="*/ 410370 h 1070423"/>
                  <a:gd name="connsiteX2" fmla="*/ 247569 w 706863"/>
                  <a:gd name="connsiteY2" fmla="*/ 76544 h 1070423"/>
                  <a:gd name="connsiteX3" fmla="*/ 347582 w 706863"/>
                  <a:gd name="connsiteY3" fmla="*/ 2499 h 1070423"/>
                  <a:gd name="connsiteX4" fmla="*/ 434202 w 706863"/>
                  <a:gd name="connsiteY4" fmla="*/ 26254 h 1070423"/>
                  <a:gd name="connsiteX5" fmla="*/ 480890 w 706863"/>
                  <a:gd name="connsiteY5" fmla="*/ 111862 h 1070423"/>
                  <a:gd name="connsiteX6" fmla="*/ 531737 w 706863"/>
                  <a:gd name="connsiteY6" fmla="*/ 283574 h 1070423"/>
                  <a:gd name="connsiteX7" fmla="*/ 706863 w 706863"/>
                  <a:gd name="connsiteY7" fmla="*/ 907052 h 1070423"/>
                  <a:gd name="connsiteX0" fmla="*/ 0 w 531737"/>
                  <a:gd name="connsiteY0" fmla="*/ 1070423 h 1070423"/>
                  <a:gd name="connsiteX1" fmla="*/ 144493 w 531737"/>
                  <a:gd name="connsiteY1" fmla="*/ 410370 h 1070423"/>
                  <a:gd name="connsiteX2" fmla="*/ 247569 w 531737"/>
                  <a:gd name="connsiteY2" fmla="*/ 76544 h 1070423"/>
                  <a:gd name="connsiteX3" fmla="*/ 347582 w 531737"/>
                  <a:gd name="connsiteY3" fmla="*/ 2499 h 1070423"/>
                  <a:gd name="connsiteX4" fmla="*/ 434202 w 531737"/>
                  <a:gd name="connsiteY4" fmla="*/ 26254 h 1070423"/>
                  <a:gd name="connsiteX5" fmla="*/ 480890 w 531737"/>
                  <a:gd name="connsiteY5" fmla="*/ 111862 h 1070423"/>
                  <a:gd name="connsiteX6" fmla="*/ 531737 w 531737"/>
                  <a:gd name="connsiteY6" fmla="*/ 283574 h 1070423"/>
                  <a:gd name="connsiteX0" fmla="*/ 0 w 731399"/>
                  <a:gd name="connsiteY0" fmla="*/ 1070423 h 1070423"/>
                  <a:gd name="connsiteX1" fmla="*/ 144493 w 731399"/>
                  <a:gd name="connsiteY1" fmla="*/ 410370 h 1070423"/>
                  <a:gd name="connsiteX2" fmla="*/ 247569 w 731399"/>
                  <a:gd name="connsiteY2" fmla="*/ 76544 h 1070423"/>
                  <a:gd name="connsiteX3" fmla="*/ 347582 w 731399"/>
                  <a:gd name="connsiteY3" fmla="*/ 2499 h 1070423"/>
                  <a:gd name="connsiteX4" fmla="*/ 434202 w 731399"/>
                  <a:gd name="connsiteY4" fmla="*/ 26254 h 1070423"/>
                  <a:gd name="connsiteX5" fmla="*/ 480890 w 731399"/>
                  <a:gd name="connsiteY5" fmla="*/ 111862 h 1070423"/>
                  <a:gd name="connsiteX6" fmla="*/ 731399 w 731399"/>
                  <a:gd name="connsiteY6" fmla="*/ 1042421 h 1070423"/>
                  <a:gd name="connsiteX0" fmla="*/ 0 w 731399"/>
                  <a:gd name="connsiteY0" fmla="*/ 1076717 h 1076717"/>
                  <a:gd name="connsiteX1" fmla="*/ 144493 w 731399"/>
                  <a:gd name="connsiteY1" fmla="*/ 416664 h 1076717"/>
                  <a:gd name="connsiteX2" fmla="*/ 247569 w 731399"/>
                  <a:gd name="connsiteY2" fmla="*/ 82838 h 1076717"/>
                  <a:gd name="connsiteX3" fmla="*/ 347582 w 731399"/>
                  <a:gd name="connsiteY3" fmla="*/ 8793 h 1076717"/>
                  <a:gd name="connsiteX4" fmla="*/ 429440 w 731399"/>
                  <a:gd name="connsiteY4" fmla="*/ 13585 h 1076717"/>
                  <a:gd name="connsiteX5" fmla="*/ 480890 w 731399"/>
                  <a:gd name="connsiteY5" fmla="*/ 118156 h 1076717"/>
                  <a:gd name="connsiteX6" fmla="*/ 731399 w 731399"/>
                  <a:gd name="connsiteY6" fmla="*/ 1048715 h 1076717"/>
                  <a:gd name="connsiteX0" fmla="*/ 0 w 731399"/>
                  <a:gd name="connsiteY0" fmla="*/ 1092986 h 1092986"/>
                  <a:gd name="connsiteX1" fmla="*/ 144493 w 731399"/>
                  <a:gd name="connsiteY1" fmla="*/ 432933 h 1092986"/>
                  <a:gd name="connsiteX2" fmla="*/ 247569 w 731399"/>
                  <a:gd name="connsiteY2" fmla="*/ 99107 h 1092986"/>
                  <a:gd name="connsiteX3" fmla="*/ 347582 w 731399"/>
                  <a:gd name="connsiteY3" fmla="*/ 25062 h 1092986"/>
                  <a:gd name="connsiteX4" fmla="*/ 419915 w 731399"/>
                  <a:gd name="connsiteY4" fmla="*/ 7098 h 1092986"/>
                  <a:gd name="connsiteX5" fmla="*/ 480890 w 731399"/>
                  <a:gd name="connsiteY5" fmla="*/ 134425 h 1092986"/>
                  <a:gd name="connsiteX6" fmla="*/ 731399 w 731399"/>
                  <a:gd name="connsiteY6" fmla="*/ 1064984 h 1092986"/>
                  <a:gd name="connsiteX0" fmla="*/ 0 w 731399"/>
                  <a:gd name="connsiteY0" fmla="*/ 1098329 h 1098329"/>
                  <a:gd name="connsiteX1" fmla="*/ 144493 w 731399"/>
                  <a:gd name="connsiteY1" fmla="*/ 438276 h 1098329"/>
                  <a:gd name="connsiteX2" fmla="*/ 247569 w 731399"/>
                  <a:gd name="connsiteY2" fmla="*/ 104450 h 1098329"/>
                  <a:gd name="connsiteX3" fmla="*/ 330913 w 731399"/>
                  <a:gd name="connsiteY3" fmla="*/ 15235 h 1098329"/>
                  <a:gd name="connsiteX4" fmla="*/ 419915 w 731399"/>
                  <a:gd name="connsiteY4" fmla="*/ 12441 h 1098329"/>
                  <a:gd name="connsiteX5" fmla="*/ 480890 w 731399"/>
                  <a:gd name="connsiteY5" fmla="*/ 139768 h 1098329"/>
                  <a:gd name="connsiteX6" fmla="*/ 731399 w 731399"/>
                  <a:gd name="connsiteY6" fmla="*/ 1070327 h 1098329"/>
                  <a:gd name="connsiteX0" fmla="*/ 0 w 731399"/>
                  <a:gd name="connsiteY0" fmla="*/ 1109709 h 1109709"/>
                  <a:gd name="connsiteX1" fmla="*/ 144493 w 731399"/>
                  <a:gd name="connsiteY1" fmla="*/ 449656 h 1109709"/>
                  <a:gd name="connsiteX2" fmla="*/ 247569 w 731399"/>
                  <a:gd name="connsiteY2" fmla="*/ 115830 h 1109709"/>
                  <a:gd name="connsiteX3" fmla="*/ 330913 w 731399"/>
                  <a:gd name="connsiteY3" fmla="*/ 26615 h 1109709"/>
                  <a:gd name="connsiteX4" fmla="*/ 422296 w 731399"/>
                  <a:gd name="connsiteY4" fmla="*/ 8650 h 1109709"/>
                  <a:gd name="connsiteX5" fmla="*/ 480890 w 731399"/>
                  <a:gd name="connsiteY5" fmla="*/ 151148 h 1109709"/>
                  <a:gd name="connsiteX6" fmla="*/ 731399 w 731399"/>
                  <a:gd name="connsiteY6" fmla="*/ 1081707 h 1109709"/>
                  <a:gd name="connsiteX0" fmla="*/ 0 w 731399"/>
                  <a:gd name="connsiteY0" fmla="*/ 1116100 h 1116100"/>
                  <a:gd name="connsiteX1" fmla="*/ 144493 w 731399"/>
                  <a:gd name="connsiteY1" fmla="*/ 456047 h 1116100"/>
                  <a:gd name="connsiteX2" fmla="*/ 247569 w 731399"/>
                  <a:gd name="connsiteY2" fmla="*/ 122221 h 1116100"/>
                  <a:gd name="connsiteX3" fmla="*/ 330913 w 731399"/>
                  <a:gd name="connsiteY3" fmla="*/ 33006 h 1116100"/>
                  <a:gd name="connsiteX4" fmla="*/ 417534 w 731399"/>
                  <a:gd name="connsiteY4" fmla="*/ 7455 h 1116100"/>
                  <a:gd name="connsiteX5" fmla="*/ 480890 w 731399"/>
                  <a:gd name="connsiteY5" fmla="*/ 157539 h 1116100"/>
                  <a:gd name="connsiteX6" fmla="*/ 731399 w 731399"/>
                  <a:gd name="connsiteY6" fmla="*/ 1088098 h 1116100"/>
                  <a:gd name="connsiteX0" fmla="*/ 0 w 731399"/>
                  <a:gd name="connsiteY0" fmla="*/ 1111537 h 1111537"/>
                  <a:gd name="connsiteX1" fmla="*/ 144493 w 731399"/>
                  <a:gd name="connsiteY1" fmla="*/ 451484 h 1111537"/>
                  <a:gd name="connsiteX2" fmla="*/ 247569 w 731399"/>
                  <a:gd name="connsiteY2" fmla="*/ 117658 h 1111537"/>
                  <a:gd name="connsiteX3" fmla="*/ 333295 w 731399"/>
                  <a:gd name="connsiteY3" fmla="*/ 58784 h 1111537"/>
                  <a:gd name="connsiteX4" fmla="*/ 417534 w 731399"/>
                  <a:gd name="connsiteY4" fmla="*/ 2892 h 1111537"/>
                  <a:gd name="connsiteX5" fmla="*/ 480890 w 731399"/>
                  <a:gd name="connsiteY5" fmla="*/ 152976 h 1111537"/>
                  <a:gd name="connsiteX6" fmla="*/ 731399 w 731399"/>
                  <a:gd name="connsiteY6" fmla="*/ 1083535 h 1111537"/>
                  <a:gd name="connsiteX0" fmla="*/ 0 w 731399"/>
                  <a:gd name="connsiteY0" fmla="*/ 1115114 h 1115114"/>
                  <a:gd name="connsiteX1" fmla="*/ 144493 w 731399"/>
                  <a:gd name="connsiteY1" fmla="*/ 455061 h 1115114"/>
                  <a:gd name="connsiteX2" fmla="*/ 247569 w 731399"/>
                  <a:gd name="connsiteY2" fmla="*/ 121235 h 1115114"/>
                  <a:gd name="connsiteX3" fmla="*/ 333295 w 731399"/>
                  <a:gd name="connsiteY3" fmla="*/ 62361 h 1115114"/>
                  <a:gd name="connsiteX4" fmla="*/ 417534 w 731399"/>
                  <a:gd name="connsiteY4" fmla="*/ 6469 h 1115114"/>
                  <a:gd name="connsiteX5" fmla="*/ 480890 w 731399"/>
                  <a:gd name="connsiteY5" fmla="*/ 156553 h 1115114"/>
                  <a:gd name="connsiteX6" fmla="*/ 731399 w 731399"/>
                  <a:gd name="connsiteY6" fmla="*/ 1087112 h 1115114"/>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679012"/>
                  <a:gd name="connsiteY0" fmla="*/ 1120056 h 1120056"/>
                  <a:gd name="connsiteX1" fmla="*/ 130206 w 679012"/>
                  <a:gd name="connsiteY1" fmla="*/ 520683 h 1120056"/>
                  <a:gd name="connsiteX2" fmla="*/ 204707 w 679012"/>
                  <a:gd name="connsiteY2" fmla="*/ 220990 h 1120056"/>
                  <a:gd name="connsiteX3" fmla="*/ 280908 w 679012"/>
                  <a:gd name="connsiteY3" fmla="*/ 59717 h 1120056"/>
                  <a:gd name="connsiteX4" fmla="*/ 365147 w 679012"/>
                  <a:gd name="connsiteY4" fmla="*/ 3825 h 1120056"/>
                  <a:gd name="connsiteX5" fmla="*/ 428503 w 679012"/>
                  <a:gd name="connsiteY5" fmla="*/ 153909 h 1120056"/>
                  <a:gd name="connsiteX6" fmla="*/ 679012 w 679012"/>
                  <a:gd name="connsiteY6" fmla="*/ 1084468 h 1120056"/>
                  <a:gd name="connsiteX0" fmla="*/ 0 w 679012"/>
                  <a:gd name="connsiteY0" fmla="*/ 1113012 h 1113012"/>
                  <a:gd name="connsiteX1" fmla="*/ 130206 w 679012"/>
                  <a:gd name="connsiteY1" fmla="*/ 513639 h 1113012"/>
                  <a:gd name="connsiteX2" fmla="*/ 204707 w 679012"/>
                  <a:gd name="connsiteY2" fmla="*/ 213946 h 1113012"/>
                  <a:gd name="connsiteX3" fmla="*/ 280908 w 679012"/>
                  <a:gd name="connsiteY3" fmla="*/ 52673 h 1113012"/>
                  <a:gd name="connsiteX4" fmla="*/ 355622 w 679012"/>
                  <a:gd name="connsiteY4" fmla="*/ 4367 h 1113012"/>
                  <a:gd name="connsiteX5" fmla="*/ 428503 w 679012"/>
                  <a:gd name="connsiteY5" fmla="*/ 146865 h 1113012"/>
                  <a:gd name="connsiteX6" fmla="*/ 679012 w 679012"/>
                  <a:gd name="connsiteY6" fmla="*/ 1077424 h 1113012"/>
                  <a:gd name="connsiteX0" fmla="*/ 0 w 679012"/>
                  <a:gd name="connsiteY0" fmla="*/ 1111450 h 1111450"/>
                  <a:gd name="connsiteX1" fmla="*/ 130206 w 679012"/>
                  <a:gd name="connsiteY1" fmla="*/ 512077 h 1111450"/>
                  <a:gd name="connsiteX2" fmla="*/ 204707 w 679012"/>
                  <a:gd name="connsiteY2" fmla="*/ 212384 h 1111450"/>
                  <a:gd name="connsiteX3" fmla="*/ 280908 w 679012"/>
                  <a:gd name="connsiteY3" fmla="*/ 51111 h 1111450"/>
                  <a:gd name="connsiteX4" fmla="*/ 355622 w 679012"/>
                  <a:gd name="connsiteY4" fmla="*/ 2805 h 1111450"/>
                  <a:gd name="connsiteX5" fmla="*/ 428503 w 679012"/>
                  <a:gd name="connsiteY5" fmla="*/ 145303 h 1111450"/>
                  <a:gd name="connsiteX6" fmla="*/ 679012 w 679012"/>
                  <a:gd name="connsiteY6" fmla="*/ 1075862 h 1111450"/>
                  <a:gd name="connsiteX0" fmla="*/ 0 w 679012"/>
                  <a:gd name="connsiteY0" fmla="*/ 1124626 h 1124626"/>
                  <a:gd name="connsiteX1" fmla="*/ 130206 w 679012"/>
                  <a:gd name="connsiteY1" fmla="*/ 525253 h 1124626"/>
                  <a:gd name="connsiteX2" fmla="*/ 204707 w 679012"/>
                  <a:gd name="connsiteY2" fmla="*/ 225560 h 1124626"/>
                  <a:gd name="connsiteX3" fmla="*/ 280908 w 679012"/>
                  <a:gd name="connsiteY3" fmla="*/ 64287 h 1124626"/>
                  <a:gd name="connsiteX4" fmla="*/ 355622 w 679012"/>
                  <a:gd name="connsiteY4" fmla="*/ 811 h 1124626"/>
                  <a:gd name="connsiteX5" fmla="*/ 428503 w 679012"/>
                  <a:gd name="connsiteY5" fmla="*/ 158479 h 1124626"/>
                  <a:gd name="connsiteX6" fmla="*/ 679012 w 679012"/>
                  <a:gd name="connsiteY6" fmla="*/ 1089038 h 1124626"/>
                  <a:gd name="connsiteX0" fmla="*/ 0 w 679012"/>
                  <a:gd name="connsiteY0" fmla="*/ 1126118 h 1126118"/>
                  <a:gd name="connsiteX1" fmla="*/ 130206 w 679012"/>
                  <a:gd name="connsiteY1" fmla="*/ 526745 h 1126118"/>
                  <a:gd name="connsiteX2" fmla="*/ 204707 w 679012"/>
                  <a:gd name="connsiteY2" fmla="*/ 227052 h 1126118"/>
                  <a:gd name="connsiteX3" fmla="*/ 280908 w 679012"/>
                  <a:gd name="connsiteY3" fmla="*/ 77156 h 1126118"/>
                  <a:gd name="connsiteX4" fmla="*/ 355622 w 679012"/>
                  <a:gd name="connsiteY4" fmla="*/ 2303 h 1126118"/>
                  <a:gd name="connsiteX5" fmla="*/ 428503 w 679012"/>
                  <a:gd name="connsiteY5" fmla="*/ 159971 h 1126118"/>
                  <a:gd name="connsiteX6" fmla="*/ 679012 w 679012"/>
                  <a:gd name="connsiteY6" fmla="*/ 1090530 h 1126118"/>
                  <a:gd name="connsiteX0" fmla="*/ 0 w 679012"/>
                  <a:gd name="connsiteY0" fmla="*/ 1126583 h 1126583"/>
                  <a:gd name="connsiteX1" fmla="*/ 130206 w 679012"/>
                  <a:gd name="connsiteY1" fmla="*/ 527210 h 1126583"/>
                  <a:gd name="connsiteX2" fmla="*/ 204707 w 679012"/>
                  <a:gd name="connsiteY2" fmla="*/ 227517 h 1126583"/>
                  <a:gd name="connsiteX3" fmla="*/ 280908 w 679012"/>
                  <a:gd name="connsiteY3" fmla="*/ 77621 h 1126583"/>
                  <a:gd name="connsiteX4" fmla="*/ 355622 w 679012"/>
                  <a:gd name="connsiteY4" fmla="*/ 2768 h 1126583"/>
                  <a:gd name="connsiteX5" fmla="*/ 428503 w 679012"/>
                  <a:gd name="connsiteY5" fmla="*/ 160436 h 1126583"/>
                  <a:gd name="connsiteX6" fmla="*/ 679012 w 679012"/>
                  <a:gd name="connsiteY6" fmla="*/ 1090995 h 1126583"/>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42112 w 679012"/>
                  <a:gd name="connsiteY1" fmla="*/ 534397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7322 h 1127322"/>
                  <a:gd name="connsiteX1" fmla="*/ 142112 w 679012"/>
                  <a:gd name="connsiteY1" fmla="*/ 535533 h 1127322"/>
                  <a:gd name="connsiteX2" fmla="*/ 211851 w 679012"/>
                  <a:gd name="connsiteY2" fmla="*/ 239633 h 1127322"/>
                  <a:gd name="connsiteX3" fmla="*/ 273764 w 679012"/>
                  <a:gd name="connsiteY3" fmla="*/ 66982 h 1127322"/>
                  <a:gd name="connsiteX4" fmla="*/ 355622 w 679012"/>
                  <a:gd name="connsiteY4" fmla="*/ 3507 h 1127322"/>
                  <a:gd name="connsiteX5" fmla="*/ 428503 w 679012"/>
                  <a:gd name="connsiteY5" fmla="*/ 161175 h 1127322"/>
                  <a:gd name="connsiteX6" fmla="*/ 679012 w 679012"/>
                  <a:gd name="connsiteY6" fmla="*/ 1091734 h 1127322"/>
                  <a:gd name="connsiteX0" fmla="*/ 0 w 679012"/>
                  <a:gd name="connsiteY0" fmla="*/ 1127797 h 1127797"/>
                  <a:gd name="connsiteX1" fmla="*/ 142112 w 679012"/>
                  <a:gd name="connsiteY1" fmla="*/ 536008 h 1127797"/>
                  <a:gd name="connsiteX2" fmla="*/ 211851 w 679012"/>
                  <a:gd name="connsiteY2" fmla="*/ 240108 h 1127797"/>
                  <a:gd name="connsiteX3" fmla="*/ 266621 w 679012"/>
                  <a:gd name="connsiteY3" fmla="*/ 63664 h 1127797"/>
                  <a:gd name="connsiteX4" fmla="*/ 355622 w 679012"/>
                  <a:gd name="connsiteY4" fmla="*/ 3982 h 1127797"/>
                  <a:gd name="connsiteX5" fmla="*/ 428503 w 679012"/>
                  <a:gd name="connsiteY5" fmla="*/ 161650 h 1127797"/>
                  <a:gd name="connsiteX6" fmla="*/ 679012 w 679012"/>
                  <a:gd name="connsiteY6" fmla="*/ 1092209 h 1127797"/>
                  <a:gd name="connsiteX0" fmla="*/ 0 w 679012"/>
                  <a:gd name="connsiteY0" fmla="*/ 1113860 h 1113860"/>
                  <a:gd name="connsiteX1" fmla="*/ 142112 w 679012"/>
                  <a:gd name="connsiteY1" fmla="*/ 522071 h 1113860"/>
                  <a:gd name="connsiteX2" fmla="*/ 211851 w 679012"/>
                  <a:gd name="connsiteY2" fmla="*/ 226171 h 1113860"/>
                  <a:gd name="connsiteX3" fmla="*/ 266621 w 679012"/>
                  <a:gd name="connsiteY3" fmla="*/ 49727 h 1113860"/>
                  <a:gd name="connsiteX4" fmla="*/ 350860 w 679012"/>
                  <a:gd name="connsiteY4" fmla="*/ 5215 h 1113860"/>
                  <a:gd name="connsiteX5" fmla="*/ 428503 w 679012"/>
                  <a:gd name="connsiteY5" fmla="*/ 147713 h 1113860"/>
                  <a:gd name="connsiteX6" fmla="*/ 679012 w 679012"/>
                  <a:gd name="connsiteY6" fmla="*/ 1078272 h 1113860"/>
                  <a:gd name="connsiteX0" fmla="*/ 0 w 679012"/>
                  <a:gd name="connsiteY0" fmla="*/ 1123414 h 1123414"/>
                  <a:gd name="connsiteX1" fmla="*/ 142112 w 679012"/>
                  <a:gd name="connsiteY1" fmla="*/ 531625 h 1123414"/>
                  <a:gd name="connsiteX2" fmla="*/ 211851 w 679012"/>
                  <a:gd name="connsiteY2" fmla="*/ 235725 h 1123414"/>
                  <a:gd name="connsiteX3" fmla="*/ 266621 w 679012"/>
                  <a:gd name="connsiteY3" fmla="*/ 59281 h 1123414"/>
                  <a:gd name="connsiteX4" fmla="*/ 350860 w 679012"/>
                  <a:gd name="connsiteY4" fmla="*/ 14769 h 1123414"/>
                  <a:gd name="connsiteX5" fmla="*/ 428503 w 679012"/>
                  <a:gd name="connsiteY5" fmla="*/ 157267 h 1123414"/>
                  <a:gd name="connsiteX6" fmla="*/ 679012 w 679012"/>
                  <a:gd name="connsiteY6" fmla="*/ 1087826 h 1123414"/>
                  <a:gd name="connsiteX0" fmla="*/ 0 w 679012"/>
                  <a:gd name="connsiteY0" fmla="*/ 1129936 h 1129936"/>
                  <a:gd name="connsiteX1" fmla="*/ 142112 w 679012"/>
                  <a:gd name="connsiteY1" fmla="*/ 538147 h 1129936"/>
                  <a:gd name="connsiteX2" fmla="*/ 211851 w 679012"/>
                  <a:gd name="connsiteY2" fmla="*/ 242247 h 1129936"/>
                  <a:gd name="connsiteX3" fmla="*/ 266621 w 679012"/>
                  <a:gd name="connsiteY3" fmla="*/ 65803 h 1129936"/>
                  <a:gd name="connsiteX4" fmla="*/ 353241 w 679012"/>
                  <a:gd name="connsiteY4" fmla="*/ 13707 h 1129936"/>
                  <a:gd name="connsiteX5" fmla="*/ 428503 w 679012"/>
                  <a:gd name="connsiteY5" fmla="*/ 163789 h 1129936"/>
                  <a:gd name="connsiteX6" fmla="*/ 679012 w 679012"/>
                  <a:gd name="connsiteY6" fmla="*/ 1094348 h 1129936"/>
                  <a:gd name="connsiteX0" fmla="*/ 0 w 679012"/>
                  <a:gd name="connsiteY0" fmla="*/ 1139968 h 1139968"/>
                  <a:gd name="connsiteX1" fmla="*/ 142112 w 679012"/>
                  <a:gd name="connsiteY1" fmla="*/ 548179 h 1139968"/>
                  <a:gd name="connsiteX2" fmla="*/ 211851 w 679012"/>
                  <a:gd name="connsiteY2" fmla="*/ 252279 h 1139968"/>
                  <a:gd name="connsiteX3" fmla="*/ 266621 w 679012"/>
                  <a:gd name="connsiteY3" fmla="*/ 75835 h 1139968"/>
                  <a:gd name="connsiteX4" fmla="*/ 358003 w 679012"/>
                  <a:gd name="connsiteY4" fmla="*/ 12360 h 1139968"/>
                  <a:gd name="connsiteX5" fmla="*/ 428503 w 679012"/>
                  <a:gd name="connsiteY5" fmla="*/ 173821 h 1139968"/>
                  <a:gd name="connsiteX6" fmla="*/ 679012 w 679012"/>
                  <a:gd name="connsiteY6" fmla="*/ 1104380 h 1139968"/>
                  <a:gd name="connsiteX0" fmla="*/ 0 w 679012"/>
                  <a:gd name="connsiteY0" fmla="*/ 1150231 h 1150231"/>
                  <a:gd name="connsiteX1" fmla="*/ 142112 w 679012"/>
                  <a:gd name="connsiteY1" fmla="*/ 558442 h 1150231"/>
                  <a:gd name="connsiteX2" fmla="*/ 211851 w 679012"/>
                  <a:gd name="connsiteY2" fmla="*/ 262542 h 1150231"/>
                  <a:gd name="connsiteX3" fmla="*/ 266621 w 679012"/>
                  <a:gd name="connsiteY3" fmla="*/ 86098 h 1150231"/>
                  <a:gd name="connsiteX4" fmla="*/ 355622 w 679012"/>
                  <a:gd name="connsiteY4" fmla="*/ 11246 h 1150231"/>
                  <a:gd name="connsiteX5" fmla="*/ 428503 w 679012"/>
                  <a:gd name="connsiteY5" fmla="*/ 184084 h 1150231"/>
                  <a:gd name="connsiteX6" fmla="*/ 679012 w 679012"/>
                  <a:gd name="connsiteY6" fmla="*/ 1114643 h 1150231"/>
                  <a:gd name="connsiteX0" fmla="*/ 0 w 679012"/>
                  <a:gd name="connsiteY0" fmla="*/ 1141215 h 1141215"/>
                  <a:gd name="connsiteX1" fmla="*/ 142112 w 679012"/>
                  <a:gd name="connsiteY1" fmla="*/ 549426 h 1141215"/>
                  <a:gd name="connsiteX2" fmla="*/ 211851 w 679012"/>
                  <a:gd name="connsiteY2" fmla="*/ 253526 h 1141215"/>
                  <a:gd name="connsiteX3" fmla="*/ 269002 w 679012"/>
                  <a:gd name="connsiteY3" fmla="*/ 88460 h 1141215"/>
                  <a:gd name="connsiteX4" fmla="*/ 355622 w 679012"/>
                  <a:gd name="connsiteY4" fmla="*/ 2230 h 1141215"/>
                  <a:gd name="connsiteX5" fmla="*/ 428503 w 679012"/>
                  <a:gd name="connsiteY5" fmla="*/ 175068 h 1141215"/>
                  <a:gd name="connsiteX6" fmla="*/ 679012 w 679012"/>
                  <a:gd name="connsiteY6" fmla="*/ 1105627 h 1141215"/>
                  <a:gd name="connsiteX0" fmla="*/ 0 w 679012"/>
                  <a:gd name="connsiteY0" fmla="*/ 1141463 h 1141463"/>
                  <a:gd name="connsiteX1" fmla="*/ 142112 w 679012"/>
                  <a:gd name="connsiteY1" fmla="*/ 549674 h 1141463"/>
                  <a:gd name="connsiteX2" fmla="*/ 211851 w 679012"/>
                  <a:gd name="connsiteY2" fmla="*/ 253774 h 1141463"/>
                  <a:gd name="connsiteX3" fmla="*/ 269002 w 679012"/>
                  <a:gd name="connsiteY3" fmla="*/ 88708 h 1141463"/>
                  <a:gd name="connsiteX4" fmla="*/ 355622 w 679012"/>
                  <a:gd name="connsiteY4" fmla="*/ 2478 h 1141463"/>
                  <a:gd name="connsiteX5" fmla="*/ 428503 w 679012"/>
                  <a:gd name="connsiteY5" fmla="*/ 175316 h 1141463"/>
                  <a:gd name="connsiteX6" fmla="*/ 679012 w 679012"/>
                  <a:gd name="connsiteY6" fmla="*/ 1105875 h 114146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52819"/>
                  <a:gd name="connsiteY0" fmla="*/ 1145065 h 1145065"/>
                  <a:gd name="connsiteX1" fmla="*/ 132588 w 652819"/>
                  <a:gd name="connsiteY1" fmla="*/ 557070 h 1145065"/>
                  <a:gd name="connsiteX2" fmla="*/ 190421 w 652819"/>
                  <a:gd name="connsiteY2" fmla="*/ 264962 h 1145065"/>
                  <a:gd name="connsiteX3" fmla="*/ 242809 w 652819"/>
                  <a:gd name="connsiteY3" fmla="*/ 88518 h 1145065"/>
                  <a:gd name="connsiteX4" fmla="*/ 329429 w 652819"/>
                  <a:gd name="connsiteY4" fmla="*/ 2288 h 1145065"/>
                  <a:gd name="connsiteX5" fmla="*/ 402310 w 652819"/>
                  <a:gd name="connsiteY5" fmla="*/ 175126 h 1145065"/>
                  <a:gd name="connsiteX6" fmla="*/ 652819 w 652819"/>
                  <a:gd name="connsiteY6" fmla="*/ 1105685 h 1145065"/>
                  <a:gd name="connsiteX0" fmla="*/ 0 w 652819"/>
                  <a:gd name="connsiteY0" fmla="*/ 1130397 h 1130397"/>
                  <a:gd name="connsiteX1" fmla="*/ 132588 w 652819"/>
                  <a:gd name="connsiteY1" fmla="*/ 542402 h 1130397"/>
                  <a:gd name="connsiteX2" fmla="*/ 190421 w 652819"/>
                  <a:gd name="connsiteY2" fmla="*/ 250294 h 1130397"/>
                  <a:gd name="connsiteX3" fmla="*/ 242809 w 652819"/>
                  <a:gd name="connsiteY3" fmla="*/ 73850 h 1130397"/>
                  <a:gd name="connsiteX4" fmla="*/ 312760 w 652819"/>
                  <a:gd name="connsiteY4" fmla="*/ 2791 h 1130397"/>
                  <a:gd name="connsiteX5" fmla="*/ 402310 w 652819"/>
                  <a:gd name="connsiteY5" fmla="*/ 160458 h 1130397"/>
                  <a:gd name="connsiteX6" fmla="*/ 652819 w 652819"/>
                  <a:gd name="connsiteY6" fmla="*/ 1091017 h 1130397"/>
                  <a:gd name="connsiteX0" fmla="*/ 0 w 652819"/>
                  <a:gd name="connsiteY0" fmla="*/ 1130435 h 1130435"/>
                  <a:gd name="connsiteX1" fmla="*/ 132588 w 652819"/>
                  <a:gd name="connsiteY1" fmla="*/ 542440 h 1130435"/>
                  <a:gd name="connsiteX2" fmla="*/ 190421 w 652819"/>
                  <a:gd name="connsiteY2" fmla="*/ 250332 h 1130435"/>
                  <a:gd name="connsiteX3" fmla="*/ 242809 w 652819"/>
                  <a:gd name="connsiteY3" fmla="*/ 73888 h 1130435"/>
                  <a:gd name="connsiteX4" fmla="*/ 312760 w 652819"/>
                  <a:gd name="connsiteY4" fmla="*/ 2829 h 1130435"/>
                  <a:gd name="connsiteX5" fmla="*/ 402310 w 652819"/>
                  <a:gd name="connsiteY5" fmla="*/ 160496 h 1130435"/>
                  <a:gd name="connsiteX6" fmla="*/ 652819 w 652819"/>
                  <a:gd name="connsiteY6" fmla="*/ 1091055 h 1130435"/>
                  <a:gd name="connsiteX0" fmla="*/ 0 w 652819"/>
                  <a:gd name="connsiteY0" fmla="*/ 1129212 h 1129212"/>
                  <a:gd name="connsiteX1" fmla="*/ 132588 w 652819"/>
                  <a:gd name="connsiteY1" fmla="*/ 541217 h 1129212"/>
                  <a:gd name="connsiteX2" fmla="*/ 190421 w 652819"/>
                  <a:gd name="connsiteY2" fmla="*/ 249109 h 1129212"/>
                  <a:gd name="connsiteX3" fmla="*/ 240427 w 652819"/>
                  <a:gd name="connsiteY3" fmla="*/ 87836 h 1129212"/>
                  <a:gd name="connsiteX4" fmla="*/ 312760 w 652819"/>
                  <a:gd name="connsiteY4" fmla="*/ 1606 h 1129212"/>
                  <a:gd name="connsiteX5" fmla="*/ 402310 w 652819"/>
                  <a:gd name="connsiteY5" fmla="*/ 159273 h 1129212"/>
                  <a:gd name="connsiteX6" fmla="*/ 652819 w 652819"/>
                  <a:gd name="connsiteY6" fmla="*/ 1089832 h 1129212"/>
                  <a:gd name="connsiteX0" fmla="*/ 0 w 652819"/>
                  <a:gd name="connsiteY0" fmla="*/ 1129518 h 1129518"/>
                  <a:gd name="connsiteX1" fmla="*/ 132588 w 652819"/>
                  <a:gd name="connsiteY1" fmla="*/ 541523 h 1129518"/>
                  <a:gd name="connsiteX2" fmla="*/ 190421 w 652819"/>
                  <a:gd name="connsiteY2" fmla="*/ 249415 h 1129518"/>
                  <a:gd name="connsiteX3" fmla="*/ 240427 w 652819"/>
                  <a:gd name="connsiteY3" fmla="*/ 88142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518 h 1129518"/>
                  <a:gd name="connsiteX1" fmla="*/ 132588 w 652819"/>
                  <a:gd name="connsiteY1" fmla="*/ 541523 h 1129518"/>
                  <a:gd name="connsiteX2" fmla="*/ 190421 w 652819"/>
                  <a:gd name="connsiteY2" fmla="*/ 249415 h 1129518"/>
                  <a:gd name="connsiteX3" fmla="*/ 230902 w 652819"/>
                  <a:gd name="connsiteY3" fmla="*/ 88141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227 h 1129227"/>
                  <a:gd name="connsiteX1" fmla="*/ 132588 w 652819"/>
                  <a:gd name="connsiteY1" fmla="*/ 541232 h 1129227"/>
                  <a:gd name="connsiteX2" fmla="*/ 180896 w 652819"/>
                  <a:gd name="connsiteY2" fmla="*/ 252916 h 1129227"/>
                  <a:gd name="connsiteX3" fmla="*/ 230902 w 652819"/>
                  <a:gd name="connsiteY3" fmla="*/ 87850 h 1129227"/>
                  <a:gd name="connsiteX4" fmla="*/ 312760 w 652819"/>
                  <a:gd name="connsiteY4" fmla="*/ 1621 h 1129227"/>
                  <a:gd name="connsiteX5" fmla="*/ 402310 w 652819"/>
                  <a:gd name="connsiteY5" fmla="*/ 159288 h 1129227"/>
                  <a:gd name="connsiteX6" fmla="*/ 652819 w 652819"/>
                  <a:gd name="connsiteY6" fmla="*/ 1089847 h 1129227"/>
                  <a:gd name="connsiteX0" fmla="*/ 0 w 652819"/>
                  <a:gd name="connsiteY0" fmla="*/ 1129225 h 1129225"/>
                  <a:gd name="connsiteX1" fmla="*/ 132588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48056"/>
                  <a:gd name="connsiteY0" fmla="*/ 1117847 h 1117847"/>
                  <a:gd name="connsiteX1" fmla="*/ 123063 w 648056"/>
                  <a:gd name="connsiteY1" fmla="*/ 541230 h 1117847"/>
                  <a:gd name="connsiteX2" fmla="*/ 176133 w 648056"/>
                  <a:gd name="connsiteY2" fmla="*/ 252914 h 1117847"/>
                  <a:gd name="connsiteX3" fmla="*/ 226139 w 648056"/>
                  <a:gd name="connsiteY3" fmla="*/ 87848 h 1117847"/>
                  <a:gd name="connsiteX4" fmla="*/ 307997 w 648056"/>
                  <a:gd name="connsiteY4" fmla="*/ 1619 h 1117847"/>
                  <a:gd name="connsiteX5" fmla="*/ 397547 w 648056"/>
                  <a:gd name="connsiteY5" fmla="*/ 159286 h 1117847"/>
                  <a:gd name="connsiteX6" fmla="*/ 648056 w 648056"/>
                  <a:gd name="connsiteY6" fmla="*/ 1089845 h 1117847"/>
                  <a:gd name="connsiteX0" fmla="*/ 0 w 662344"/>
                  <a:gd name="connsiteY0" fmla="*/ 1125431 h 1125431"/>
                  <a:gd name="connsiteX1" fmla="*/ 137351 w 662344"/>
                  <a:gd name="connsiteY1" fmla="*/ 541230 h 1125431"/>
                  <a:gd name="connsiteX2" fmla="*/ 190421 w 662344"/>
                  <a:gd name="connsiteY2" fmla="*/ 252914 h 1125431"/>
                  <a:gd name="connsiteX3" fmla="*/ 240427 w 662344"/>
                  <a:gd name="connsiteY3" fmla="*/ 87848 h 1125431"/>
                  <a:gd name="connsiteX4" fmla="*/ 322285 w 662344"/>
                  <a:gd name="connsiteY4" fmla="*/ 1619 h 1125431"/>
                  <a:gd name="connsiteX5" fmla="*/ 411835 w 662344"/>
                  <a:gd name="connsiteY5" fmla="*/ 159286 h 1125431"/>
                  <a:gd name="connsiteX6" fmla="*/ 662344 w 662344"/>
                  <a:gd name="connsiteY6" fmla="*/ 1089845 h 1125431"/>
                  <a:gd name="connsiteX0" fmla="*/ 0 w 662344"/>
                  <a:gd name="connsiteY0" fmla="*/ 1125431 h 1142731"/>
                  <a:gd name="connsiteX1" fmla="*/ 41476 w 662344"/>
                  <a:gd name="connsiteY1" fmla="*/ 1089647 h 1142731"/>
                  <a:gd name="connsiteX2" fmla="*/ 137351 w 662344"/>
                  <a:gd name="connsiteY2" fmla="*/ 541230 h 1142731"/>
                  <a:gd name="connsiteX3" fmla="*/ 190421 w 662344"/>
                  <a:gd name="connsiteY3" fmla="*/ 252914 h 1142731"/>
                  <a:gd name="connsiteX4" fmla="*/ 240427 w 662344"/>
                  <a:gd name="connsiteY4" fmla="*/ 87848 h 1142731"/>
                  <a:gd name="connsiteX5" fmla="*/ 322285 w 662344"/>
                  <a:gd name="connsiteY5" fmla="*/ 1619 h 1142731"/>
                  <a:gd name="connsiteX6" fmla="*/ 411835 w 662344"/>
                  <a:gd name="connsiteY6" fmla="*/ 159286 h 1142731"/>
                  <a:gd name="connsiteX7" fmla="*/ 662344 w 662344"/>
                  <a:gd name="connsiteY7" fmla="*/ 1089845 h 1142731"/>
                  <a:gd name="connsiteX0" fmla="*/ 0 w 724257"/>
                  <a:gd name="connsiteY0" fmla="*/ 1129225 h 1144257"/>
                  <a:gd name="connsiteX1" fmla="*/ 103389 w 724257"/>
                  <a:gd name="connsiteY1" fmla="*/ 1089647 h 1144257"/>
                  <a:gd name="connsiteX2" fmla="*/ 199264 w 724257"/>
                  <a:gd name="connsiteY2" fmla="*/ 541230 h 1144257"/>
                  <a:gd name="connsiteX3" fmla="*/ 252334 w 724257"/>
                  <a:gd name="connsiteY3" fmla="*/ 252914 h 1144257"/>
                  <a:gd name="connsiteX4" fmla="*/ 302340 w 724257"/>
                  <a:gd name="connsiteY4" fmla="*/ 87848 h 1144257"/>
                  <a:gd name="connsiteX5" fmla="*/ 384198 w 724257"/>
                  <a:gd name="connsiteY5" fmla="*/ 1619 h 1144257"/>
                  <a:gd name="connsiteX6" fmla="*/ 473748 w 724257"/>
                  <a:gd name="connsiteY6" fmla="*/ 159286 h 1144257"/>
                  <a:gd name="connsiteX7" fmla="*/ 724257 w 724257"/>
                  <a:gd name="connsiteY7" fmla="*/ 1089845 h 1144257"/>
                  <a:gd name="connsiteX0" fmla="*/ 0 w 748070"/>
                  <a:gd name="connsiteY0" fmla="*/ 1034412 h 1121346"/>
                  <a:gd name="connsiteX1" fmla="*/ 127202 w 748070"/>
                  <a:gd name="connsiteY1" fmla="*/ 1089647 h 1121346"/>
                  <a:gd name="connsiteX2" fmla="*/ 223077 w 748070"/>
                  <a:gd name="connsiteY2" fmla="*/ 541230 h 1121346"/>
                  <a:gd name="connsiteX3" fmla="*/ 276147 w 748070"/>
                  <a:gd name="connsiteY3" fmla="*/ 252914 h 1121346"/>
                  <a:gd name="connsiteX4" fmla="*/ 326153 w 748070"/>
                  <a:gd name="connsiteY4" fmla="*/ 87848 h 1121346"/>
                  <a:gd name="connsiteX5" fmla="*/ 408011 w 748070"/>
                  <a:gd name="connsiteY5" fmla="*/ 1619 h 1121346"/>
                  <a:gd name="connsiteX6" fmla="*/ 497561 w 748070"/>
                  <a:gd name="connsiteY6" fmla="*/ 159286 h 1121346"/>
                  <a:gd name="connsiteX7" fmla="*/ 748070 w 748070"/>
                  <a:gd name="connsiteY7" fmla="*/ 1089845 h 1121346"/>
                  <a:gd name="connsiteX0" fmla="*/ 0 w 759976"/>
                  <a:gd name="connsiteY0" fmla="*/ 1076130 h 1128543"/>
                  <a:gd name="connsiteX1" fmla="*/ 139108 w 759976"/>
                  <a:gd name="connsiteY1" fmla="*/ 1089647 h 1128543"/>
                  <a:gd name="connsiteX2" fmla="*/ 234983 w 759976"/>
                  <a:gd name="connsiteY2" fmla="*/ 541230 h 1128543"/>
                  <a:gd name="connsiteX3" fmla="*/ 288053 w 759976"/>
                  <a:gd name="connsiteY3" fmla="*/ 252914 h 1128543"/>
                  <a:gd name="connsiteX4" fmla="*/ 338059 w 759976"/>
                  <a:gd name="connsiteY4" fmla="*/ 87848 h 1128543"/>
                  <a:gd name="connsiteX5" fmla="*/ 419917 w 759976"/>
                  <a:gd name="connsiteY5" fmla="*/ 1619 h 1128543"/>
                  <a:gd name="connsiteX6" fmla="*/ 509467 w 759976"/>
                  <a:gd name="connsiteY6" fmla="*/ 159286 h 1128543"/>
                  <a:gd name="connsiteX7" fmla="*/ 759976 w 759976"/>
                  <a:gd name="connsiteY7" fmla="*/ 1089845 h 1128543"/>
                  <a:gd name="connsiteX0" fmla="*/ 0 w 759976"/>
                  <a:gd name="connsiteY0" fmla="*/ 1076130 h 1142262"/>
                  <a:gd name="connsiteX1" fmla="*/ 34334 w 759976"/>
                  <a:gd name="connsiteY1" fmla="*/ 1119987 h 1142262"/>
                  <a:gd name="connsiteX2" fmla="*/ 139108 w 759976"/>
                  <a:gd name="connsiteY2" fmla="*/ 1089647 h 1142262"/>
                  <a:gd name="connsiteX3" fmla="*/ 234983 w 759976"/>
                  <a:gd name="connsiteY3" fmla="*/ 541230 h 1142262"/>
                  <a:gd name="connsiteX4" fmla="*/ 288053 w 759976"/>
                  <a:gd name="connsiteY4" fmla="*/ 252914 h 1142262"/>
                  <a:gd name="connsiteX5" fmla="*/ 338059 w 759976"/>
                  <a:gd name="connsiteY5" fmla="*/ 87848 h 1142262"/>
                  <a:gd name="connsiteX6" fmla="*/ 419917 w 759976"/>
                  <a:gd name="connsiteY6" fmla="*/ 1619 h 1142262"/>
                  <a:gd name="connsiteX7" fmla="*/ 509467 w 759976"/>
                  <a:gd name="connsiteY7" fmla="*/ 159286 h 1142262"/>
                  <a:gd name="connsiteX8" fmla="*/ 759976 w 759976"/>
                  <a:gd name="connsiteY8" fmla="*/ 1089845 h 1142262"/>
                  <a:gd name="connsiteX0" fmla="*/ 0 w 786169"/>
                  <a:gd name="connsiteY0" fmla="*/ 909258 h 1142264"/>
                  <a:gd name="connsiteX1" fmla="*/ 60527 w 786169"/>
                  <a:gd name="connsiteY1" fmla="*/ 1119987 h 1142264"/>
                  <a:gd name="connsiteX2" fmla="*/ 165301 w 786169"/>
                  <a:gd name="connsiteY2" fmla="*/ 1089647 h 1142264"/>
                  <a:gd name="connsiteX3" fmla="*/ 261176 w 786169"/>
                  <a:gd name="connsiteY3" fmla="*/ 541230 h 1142264"/>
                  <a:gd name="connsiteX4" fmla="*/ 314246 w 786169"/>
                  <a:gd name="connsiteY4" fmla="*/ 252914 h 1142264"/>
                  <a:gd name="connsiteX5" fmla="*/ 364252 w 786169"/>
                  <a:gd name="connsiteY5" fmla="*/ 87848 h 1142264"/>
                  <a:gd name="connsiteX6" fmla="*/ 446110 w 786169"/>
                  <a:gd name="connsiteY6" fmla="*/ 1619 h 1142264"/>
                  <a:gd name="connsiteX7" fmla="*/ 535660 w 786169"/>
                  <a:gd name="connsiteY7" fmla="*/ 159286 h 1142264"/>
                  <a:gd name="connsiteX8" fmla="*/ 786169 w 786169"/>
                  <a:gd name="connsiteY8" fmla="*/ 1089845 h 1142264"/>
                  <a:gd name="connsiteX0" fmla="*/ 0 w 990956"/>
                  <a:gd name="connsiteY0" fmla="*/ 55936 h 1142262"/>
                  <a:gd name="connsiteX1" fmla="*/ 265314 w 990956"/>
                  <a:gd name="connsiteY1" fmla="*/ 1119987 h 1142262"/>
                  <a:gd name="connsiteX2" fmla="*/ 370088 w 990956"/>
                  <a:gd name="connsiteY2" fmla="*/ 1089647 h 1142262"/>
                  <a:gd name="connsiteX3" fmla="*/ 465963 w 990956"/>
                  <a:gd name="connsiteY3" fmla="*/ 541230 h 1142262"/>
                  <a:gd name="connsiteX4" fmla="*/ 519033 w 990956"/>
                  <a:gd name="connsiteY4" fmla="*/ 252914 h 1142262"/>
                  <a:gd name="connsiteX5" fmla="*/ 569039 w 990956"/>
                  <a:gd name="connsiteY5" fmla="*/ 87848 h 1142262"/>
                  <a:gd name="connsiteX6" fmla="*/ 650897 w 990956"/>
                  <a:gd name="connsiteY6" fmla="*/ 1619 h 1142262"/>
                  <a:gd name="connsiteX7" fmla="*/ 740447 w 990956"/>
                  <a:gd name="connsiteY7" fmla="*/ 159286 h 1142262"/>
                  <a:gd name="connsiteX8" fmla="*/ 990956 w 990956"/>
                  <a:gd name="connsiteY8" fmla="*/ 1089845 h 1142262"/>
                  <a:gd name="connsiteX0" fmla="*/ 0 w 990956"/>
                  <a:gd name="connsiteY0" fmla="*/ 55936 h 1142264"/>
                  <a:gd name="connsiteX1" fmla="*/ 246264 w 990956"/>
                  <a:gd name="connsiteY1" fmla="*/ 1119987 h 1142264"/>
                  <a:gd name="connsiteX2" fmla="*/ 370088 w 990956"/>
                  <a:gd name="connsiteY2" fmla="*/ 1089647 h 1142264"/>
                  <a:gd name="connsiteX3" fmla="*/ 465963 w 990956"/>
                  <a:gd name="connsiteY3" fmla="*/ 541230 h 1142264"/>
                  <a:gd name="connsiteX4" fmla="*/ 519033 w 990956"/>
                  <a:gd name="connsiteY4" fmla="*/ 252914 h 1142264"/>
                  <a:gd name="connsiteX5" fmla="*/ 569039 w 990956"/>
                  <a:gd name="connsiteY5" fmla="*/ 87848 h 1142264"/>
                  <a:gd name="connsiteX6" fmla="*/ 650897 w 990956"/>
                  <a:gd name="connsiteY6" fmla="*/ 1619 h 1142264"/>
                  <a:gd name="connsiteX7" fmla="*/ 740447 w 990956"/>
                  <a:gd name="connsiteY7" fmla="*/ 159286 h 1142264"/>
                  <a:gd name="connsiteX8" fmla="*/ 990956 w 990956"/>
                  <a:gd name="connsiteY8" fmla="*/ 1089845 h 1142264"/>
                  <a:gd name="connsiteX0" fmla="*/ 0 w 990956"/>
                  <a:gd name="connsiteY0" fmla="*/ 55936 h 1151339"/>
                  <a:gd name="connsiteX1" fmla="*/ 246264 w 990956"/>
                  <a:gd name="connsiteY1" fmla="*/ 1119987 h 1151339"/>
                  <a:gd name="connsiteX2" fmla="*/ 370088 w 990956"/>
                  <a:gd name="connsiteY2" fmla="*/ 1089647 h 1151339"/>
                  <a:gd name="connsiteX3" fmla="*/ 465963 w 990956"/>
                  <a:gd name="connsiteY3" fmla="*/ 541230 h 1151339"/>
                  <a:gd name="connsiteX4" fmla="*/ 519033 w 990956"/>
                  <a:gd name="connsiteY4" fmla="*/ 252914 h 1151339"/>
                  <a:gd name="connsiteX5" fmla="*/ 569039 w 990956"/>
                  <a:gd name="connsiteY5" fmla="*/ 87848 h 1151339"/>
                  <a:gd name="connsiteX6" fmla="*/ 650897 w 990956"/>
                  <a:gd name="connsiteY6" fmla="*/ 1619 h 1151339"/>
                  <a:gd name="connsiteX7" fmla="*/ 740447 w 990956"/>
                  <a:gd name="connsiteY7" fmla="*/ 159286 h 1151339"/>
                  <a:gd name="connsiteX8" fmla="*/ 990956 w 990956"/>
                  <a:gd name="connsiteY8" fmla="*/ 1089845 h 1151339"/>
                  <a:gd name="connsiteX0" fmla="*/ 0 w 990956"/>
                  <a:gd name="connsiteY0" fmla="*/ 55936 h 1153214"/>
                  <a:gd name="connsiteX1" fmla="*/ 234358 w 990956"/>
                  <a:gd name="connsiteY1" fmla="*/ 1123779 h 1153214"/>
                  <a:gd name="connsiteX2" fmla="*/ 370088 w 990956"/>
                  <a:gd name="connsiteY2" fmla="*/ 1089647 h 1153214"/>
                  <a:gd name="connsiteX3" fmla="*/ 465963 w 990956"/>
                  <a:gd name="connsiteY3" fmla="*/ 541230 h 1153214"/>
                  <a:gd name="connsiteX4" fmla="*/ 519033 w 990956"/>
                  <a:gd name="connsiteY4" fmla="*/ 252914 h 1153214"/>
                  <a:gd name="connsiteX5" fmla="*/ 569039 w 990956"/>
                  <a:gd name="connsiteY5" fmla="*/ 87848 h 1153214"/>
                  <a:gd name="connsiteX6" fmla="*/ 650897 w 990956"/>
                  <a:gd name="connsiteY6" fmla="*/ 1619 h 1153214"/>
                  <a:gd name="connsiteX7" fmla="*/ 740447 w 990956"/>
                  <a:gd name="connsiteY7" fmla="*/ 159286 h 1153214"/>
                  <a:gd name="connsiteX8" fmla="*/ 990956 w 990956"/>
                  <a:gd name="connsiteY8" fmla="*/ 1089845 h 1153214"/>
                  <a:gd name="connsiteX0" fmla="*/ 0 w 990956"/>
                  <a:gd name="connsiteY0" fmla="*/ 54816 h 1152094"/>
                  <a:gd name="connsiteX1" fmla="*/ 234358 w 990956"/>
                  <a:gd name="connsiteY1" fmla="*/ 1122659 h 1152094"/>
                  <a:gd name="connsiteX2" fmla="*/ 370088 w 990956"/>
                  <a:gd name="connsiteY2" fmla="*/ 1088527 h 1152094"/>
                  <a:gd name="connsiteX3" fmla="*/ 465963 w 990956"/>
                  <a:gd name="connsiteY3" fmla="*/ 540110 h 1152094"/>
                  <a:gd name="connsiteX4" fmla="*/ 519033 w 990956"/>
                  <a:gd name="connsiteY4" fmla="*/ 251794 h 1152094"/>
                  <a:gd name="connsiteX5" fmla="*/ 576183 w 990956"/>
                  <a:gd name="connsiteY5" fmla="*/ 113277 h 1152094"/>
                  <a:gd name="connsiteX6" fmla="*/ 650897 w 990956"/>
                  <a:gd name="connsiteY6" fmla="*/ 499 h 1152094"/>
                  <a:gd name="connsiteX7" fmla="*/ 740447 w 990956"/>
                  <a:gd name="connsiteY7" fmla="*/ 158166 h 1152094"/>
                  <a:gd name="connsiteX8" fmla="*/ 990956 w 990956"/>
                  <a:gd name="connsiteY8" fmla="*/ 1088725 h 1152094"/>
                  <a:gd name="connsiteX0" fmla="*/ 0 w 990956"/>
                  <a:gd name="connsiteY0" fmla="*/ 55036 h 1152314"/>
                  <a:gd name="connsiteX1" fmla="*/ 234358 w 990956"/>
                  <a:gd name="connsiteY1" fmla="*/ 1122879 h 1152314"/>
                  <a:gd name="connsiteX2" fmla="*/ 370088 w 990956"/>
                  <a:gd name="connsiteY2" fmla="*/ 1088747 h 1152314"/>
                  <a:gd name="connsiteX3" fmla="*/ 465963 w 990956"/>
                  <a:gd name="connsiteY3" fmla="*/ 540330 h 1152314"/>
                  <a:gd name="connsiteX4" fmla="*/ 519033 w 990956"/>
                  <a:gd name="connsiteY4" fmla="*/ 252014 h 1152314"/>
                  <a:gd name="connsiteX5" fmla="*/ 576183 w 990956"/>
                  <a:gd name="connsiteY5" fmla="*/ 113497 h 1152314"/>
                  <a:gd name="connsiteX6" fmla="*/ 650897 w 990956"/>
                  <a:gd name="connsiteY6" fmla="*/ 719 h 1152314"/>
                  <a:gd name="connsiteX7" fmla="*/ 740447 w 990956"/>
                  <a:gd name="connsiteY7" fmla="*/ 158386 h 1152314"/>
                  <a:gd name="connsiteX8" fmla="*/ 990956 w 990956"/>
                  <a:gd name="connsiteY8" fmla="*/ 1088945 h 1152314"/>
                  <a:gd name="connsiteX0" fmla="*/ 0 w 990956"/>
                  <a:gd name="connsiteY0" fmla="*/ 54843 h 1152121"/>
                  <a:gd name="connsiteX1" fmla="*/ 234358 w 990956"/>
                  <a:gd name="connsiteY1" fmla="*/ 1122686 h 1152121"/>
                  <a:gd name="connsiteX2" fmla="*/ 370088 w 990956"/>
                  <a:gd name="connsiteY2" fmla="*/ 1088554 h 1152121"/>
                  <a:gd name="connsiteX3" fmla="*/ 465963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9523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94538 w 990956"/>
                  <a:gd name="connsiteY3" fmla="*/ 543934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40667"/>
                  <a:gd name="connsiteX1" fmla="*/ 241502 w 990956"/>
                  <a:gd name="connsiteY1" fmla="*/ 1096142 h 1140667"/>
                  <a:gd name="connsiteX2" fmla="*/ 370088 w 990956"/>
                  <a:gd name="connsiteY2" fmla="*/ 1088559 h 1140667"/>
                  <a:gd name="connsiteX3" fmla="*/ 494538 w 990956"/>
                  <a:gd name="connsiteY3" fmla="*/ 543934 h 1140667"/>
                  <a:gd name="connsiteX4" fmla="*/ 552371 w 990956"/>
                  <a:gd name="connsiteY4" fmla="*/ 282167 h 1140667"/>
                  <a:gd name="connsiteX5" fmla="*/ 595233 w 990956"/>
                  <a:gd name="connsiteY5" fmla="*/ 113309 h 1140667"/>
                  <a:gd name="connsiteX6" fmla="*/ 650897 w 990956"/>
                  <a:gd name="connsiteY6" fmla="*/ 531 h 1140667"/>
                  <a:gd name="connsiteX7" fmla="*/ 740447 w 990956"/>
                  <a:gd name="connsiteY7" fmla="*/ 158198 h 1140667"/>
                  <a:gd name="connsiteX8" fmla="*/ 990956 w 990956"/>
                  <a:gd name="connsiteY8" fmla="*/ 1088757 h 1140667"/>
                  <a:gd name="connsiteX0" fmla="*/ 0 w 990956"/>
                  <a:gd name="connsiteY0" fmla="*/ 54848 h 1133745"/>
                  <a:gd name="connsiteX1" fmla="*/ 241502 w 990956"/>
                  <a:gd name="connsiteY1" fmla="*/ 1096142 h 1133745"/>
                  <a:gd name="connsiteX2" fmla="*/ 355800 w 990956"/>
                  <a:gd name="connsiteY2" fmla="*/ 1077183 h 1133745"/>
                  <a:gd name="connsiteX3" fmla="*/ 494538 w 990956"/>
                  <a:gd name="connsiteY3" fmla="*/ 543934 h 1133745"/>
                  <a:gd name="connsiteX4" fmla="*/ 552371 w 990956"/>
                  <a:gd name="connsiteY4" fmla="*/ 282167 h 1133745"/>
                  <a:gd name="connsiteX5" fmla="*/ 595233 w 990956"/>
                  <a:gd name="connsiteY5" fmla="*/ 113309 h 1133745"/>
                  <a:gd name="connsiteX6" fmla="*/ 650897 w 990956"/>
                  <a:gd name="connsiteY6" fmla="*/ 531 h 1133745"/>
                  <a:gd name="connsiteX7" fmla="*/ 740447 w 990956"/>
                  <a:gd name="connsiteY7" fmla="*/ 158198 h 1133745"/>
                  <a:gd name="connsiteX8" fmla="*/ 990956 w 990956"/>
                  <a:gd name="connsiteY8" fmla="*/ 1088757 h 1133745"/>
                  <a:gd name="connsiteX0" fmla="*/ 0 w 962381"/>
                  <a:gd name="connsiteY0" fmla="*/ 54848 h 1133747"/>
                  <a:gd name="connsiteX1" fmla="*/ 241502 w 962381"/>
                  <a:gd name="connsiteY1" fmla="*/ 1096142 h 1133747"/>
                  <a:gd name="connsiteX2" fmla="*/ 355800 w 962381"/>
                  <a:gd name="connsiteY2" fmla="*/ 1077183 h 1133747"/>
                  <a:gd name="connsiteX3" fmla="*/ 494538 w 962381"/>
                  <a:gd name="connsiteY3" fmla="*/ 543934 h 1133747"/>
                  <a:gd name="connsiteX4" fmla="*/ 552371 w 962381"/>
                  <a:gd name="connsiteY4" fmla="*/ 282167 h 1133747"/>
                  <a:gd name="connsiteX5" fmla="*/ 595233 w 962381"/>
                  <a:gd name="connsiteY5" fmla="*/ 113309 h 1133747"/>
                  <a:gd name="connsiteX6" fmla="*/ 650897 w 962381"/>
                  <a:gd name="connsiteY6" fmla="*/ 531 h 1133747"/>
                  <a:gd name="connsiteX7" fmla="*/ 740447 w 962381"/>
                  <a:gd name="connsiteY7" fmla="*/ 158198 h 1133747"/>
                  <a:gd name="connsiteX8" fmla="*/ 962381 w 962381"/>
                  <a:gd name="connsiteY8" fmla="*/ 1107721 h 1133747"/>
                  <a:gd name="connsiteX0" fmla="*/ 0 w 952856"/>
                  <a:gd name="connsiteY0" fmla="*/ 54848 h 1133745"/>
                  <a:gd name="connsiteX1" fmla="*/ 241502 w 952856"/>
                  <a:gd name="connsiteY1" fmla="*/ 1096142 h 1133745"/>
                  <a:gd name="connsiteX2" fmla="*/ 355800 w 952856"/>
                  <a:gd name="connsiteY2" fmla="*/ 1077183 h 1133745"/>
                  <a:gd name="connsiteX3" fmla="*/ 494538 w 952856"/>
                  <a:gd name="connsiteY3" fmla="*/ 543934 h 1133745"/>
                  <a:gd name="connsiteX4" fmla="*/ 552371 w 952856"/>
                  <a:gd name="connsiteY4" fmla="*/ 282167 h 1133745"/>
                  <a:gd name="connsiteX5" fmla="*/ 595233 w 952856"/>
                  <a:gd name="connsiteY5" fmla="*/ 113309 h 1133745"/>
                  <a:gd name="connsiteX6" fmla="*/ 650897 w 952856"/>
                  <a:gd name="connsiteY6" fmla="*/ 531 h 1133745"/>
                  <a:gd name="connsiteX7" fmla="*/ 740447 w 952856"/>
                  <a:gd name="connsiteY7" fmla="*/ 158198 h 1133745"/>
                  <a:gd name="connsiteX8" fmla="*/ 952856 w 952856"/>
                  <a:gd name="connsiteY8" fmla="*/ 1084965 h 1133745"/>
                  <a:gd name="connsiteX0" fmla="*/ 0 w 952856"/>
                  <a:gd name="connsiteY0" fmla="*/ 29638 h 1108536"/>
                  <a:gd name="connsiteX1" fmla="*/ 241502 w 952856"/>
                  <a:gd name="connsiteY1" fmla="*/ 1070932 h 1108536"/>
                  <a:gd name="connsiteX2" fmla="*/ 355800 w 952856"/>
                  <a:gd name="connsiteY2" fmla="*/ 1051973 h 1108536"/>
                  <a:gd name="connsiteX3" fmla="*/ 494538 w 952856"/>
                  <a:gd name="connsiteY3" fmla="*/ 518724 h 1108536"/>
                  <a:gd name="connsiteX4" fmla="*/ 552371 w 952856"/>
                  <a:gd name="connsiteY4" fmla="*/ 256957 h 1108536"/>
                  <a:gd name="connsiteX5" fmla="*/ 595233 w 952856"/>
                  <a:gd name="connsiteY5" fmla="*/ 88099 h 1108536"/>
                  <a:gd name="connsiteX6" fmla="*/ 653278 w 952856"/>
                  <a:gd name="connsiteY6" fmla="*/ 1869 h 1108536"/>
                  <a:gd name="connsiteX7" fmla="*/ 740447 w 952856"/>
                  <a:gd name="connsiteY7" fmla="*/ 132988 h 1108536"/>
                  <a:gd name="connsiteX8" fmla="*/ 952856 w 952856"/>
                  <a:gd name="connsiteY8" fmla="*/ 1059755 h 1108536"/>
                  <a:gd name="connsiteX0" fmla="*/ 0 w 952856"/>
                  <a:gd name="connsiteY0" fmla="*/ 29636 h 1108534"/>
                  <a:gd name="connsiteX1" fmla="*/ 231977 w 952856"/>
                  <a:gd name="connsiteY1" fmla="*/ 1070930 h 1108534"/>
                  <a:gd name="connsiteX2" fmla="*/ 355800 w 952856"/>
                  <a:gd name="connsiteY2" fmla="*/ 1051971 h 1108534"/>
                  <a:gd name="connsiteX3" fmla="*/ 494538 w 952856"/>
                  <a:gd name="connsiteY3" fmla="*/ 518722 h 1108534"/>
                  <a:gd name="connsiteX4" fmla="*/ 552371 w 952856"/>
                  <a:gd name="connsiteY4" fmla="*/ 256955 h 1108534"/>
                  <a:gd name="connsiteX5" fmla="*/ 595233 w 952856"/>
                  <a:gd name="connsiteY5" fmla="*/ 88097 h 1108534"/>
                  <a:gd name="connsiteX6" fmla="*/ 653278 w 952856"/>
                  <a:gd name="connsiteY6" fmla="*/ 1867 h 1108534"/>
                  <a:gd name="connsiteX7" fmla="*/ 740447 w 952856"/>
                  <a:gd name="connsiteY7" fmla="*/ 132986 h 1108534"/>
                  <a:gd name="connsiteX8" fmla="*/ 952856 w 952856"/>
                  <a:gd name="connsiteY8" fmla="*/ 1059753 h 1108534"/>
                  <a:gd name="connsiteX0" fmla="*/ 0 w 952856"/>
                  <a:gd name="connsiteY0" fmla="*/ 29636 h 1115535"/>
                  <a:gd name="connsiteX1" fmla="*/ 231977 w 952856"/>
                  <a:gd name="connsiteY1" fmla="*/ 1086100 h 1115535"/>
                  <a:gd name="connsiteX2" fmla="*/ 355800 w 952856"/>
                  <a:gd name="connsiteY2" fmla="*/ 1051971 h 1115535"/>
                  <a:gd name="connsiteX3" fmla="*/ 494538 w 952856"/>
                  <a:gd name="connsiteY3" fmla="*/ 518722 h 1115535"/>
                  <a:gd name="connsiteX4" fmla="*/ 552371 w 952856"/>
                  <a:gd name="connsiteY4" fmla="*/ 256955 h 1115535"/>
                  <a:gd name="connsiteX5" fmla="*/ 595233 w 952856"/>
                  <a:gd name="connsiteY5" fmla="*/ 88097 h 1115535"/>
                  <a:gd name="connsiteX6" fmla="*/ 653278 w 952856"/>
                  <a:gd name="connsiteY6" fmla="*/ 1867 h 1115535"/>
                  <a:gd name="connsiteX7" fmla="*/ 740447 w 952856"/>
                  <a:gd name="connsiteY7" fmla="*/ 132986 h 1115535"/>
                  <a:gd name="connsiteX8" fmla="*/ 952856 w 952856"/>
                  <a:gd name="connsiteY8" fmla="*/ 1059753 h 1115535"/>
                  <a:gd name="connsiteX0" fmla="*/ 0 w 952856"/>
                  <a:gd name="connsiteY0" fmla="*/ 29636 h 1115537"/>
                  <a:gd name="connsiteX1" fmla="*/ 231977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 name="connsiteX0" fmla="*/ 0 w 952856"/>
                  <a:gd name="connsiteY0" fmla="*/ 29636 h 1115537"/>
                  <a:gd name="connsiteX1" fmla="*/ 227215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 name="connsiteX0" fmla="*/ 0 w 888816"/>
                  <a:gd name="connsiteY0" fmla="*/ 30230 h 1116131"/>
                  <a:gd name="connsiteX1" fmla="*/ 227215 w 888816"/>
                  <a:gd name="connsiteY1" fmla="*/ 1086694 h 1116131"/>
                  <a:gd name="connsiteX2" fmla="*/ 362943 w 888816"/>
                  <a:gd name="connsiteY2" fmla="*/ 1052566 h 1116131"/>
                  <a:gd name="connsiteX3" fmla="*/ 494538 w 888816"/>
                  <a:gd name="connsiteY3" fmla="*/ 519316 h 1116131"/>
                  <a:gd name="connsiteX4" fmla="*/ 552371 w 888816"/>
                  <a:gd name="connsiteY4" fmla="*/ 257549 h 1116131"/>
                  <a:gd name="connsiteX5" fmla="*/ 595233 w 888816"/>
                  <a:gd name="connsiteY5" fmla="*/ 88691 h 1116131"/>
                  <a:gd name="connsiteX6" fmla="*/ 653278 w 888816"/>
                  <a:gd name="connsiteY6" fmla="*/ 2461 h 1116131"/>
                  <a:gd name="connsiteX7" fmla="*/ 740447 w 888816"/>
                  <a:gd name="connsiteY7" fmla="*/ 133580 h 1116131"/>
                  <a:gd name="connsiteX8" fmla="*/ 888816 w 888816"/>
                  <a:gd name="connsiteY8" fmla="*/ 1075593 h 1116131"/>
                  <a:gd name="connsiteX0" fmla="*/ 0 w 840786"/>
                  <a:gd name="connsiteY0" fmla="*/ 0 h 1146885"/>
                  <a:gd name="connsiteX1" fmla="*/ 179185 w 840786"/>
                  <a:gd name="connsiteY1" fmla="*/ 1117448 h 1146885"/>
                  <a:gd name="connsiteX2" fmla="*/ 314913 w 840786"/>
                  <a:gd name="connsiteY2" fmla="*/ 1083320 h 1146885"/>
                  <a:gd name="connsiteX3" fmla="*/ 446508 w 840786"/>
                  <a:gd name="connsiteY3" fmla="*/ 550070 h 1146885"/>
                  <a:gd name="connsiteX4" fmla="*/ 504341 w 840786"/>
                  <a:gd name="connsiteY4" fmla="*/ 288303 h 1146885"/>
                  <a:gd name="connsiteX5" fmla="*/ 547203 w 840786"/>
                  <a:gd name="connsiteY5" fmla="*/ 119445 h 1146885"/>
                  <a:gd name="connsiteX6" fmla="*/ 605248 w 840786"/>
                  <a:gd name="connsiteY6" fmla="*/ 33215 h 1146885"/>
                  <a:gd name="connsiteX7" fmla="*/ 692417 w 840786"/>
                  <a:gd name="connsiteY7" fmla="*/ 164334 h 1146885"/>
                  <a:gd name="connsiteX8" fmla="*/ 840786 w 840786"/>
                  <a:gd name="connsiteY8" fmla="*/ 1106347 h 1146885"/>
                  <a:gd name="connsiteX0" fmla="*/ 0 w 880811"/>
                  <a:gd name="connsiteY0" fmla="*/ 14983 h 1116131"/>
                  <a:gd name="connsiteX1" fmla="*/ 219210 w 880811"/>
                  <a:gd name="connsiteY1" fmla="*/ 1086694 h 1116131"/>
                  <a:gd name="connsiteX2" fmla="*/ 354938 w 880811"/>
                  <a:gd name="connsiteY2" fmla="*/ 1052566 h 1116131"/>
                  <a:gd name="connsiteX3" fmla="*/ 486533 w 880811"/>
                  <a:gd name="connsiteY3" fmla="*/ 519316 h 1116131"/>
                  <a:gd name="connsiteX4" fmla="*/ 544366 w 880811"/>
                  <a:gd name="connsiteY4" fmla="*/ 257549 h 1116131"/>
                  <a:gd name="connsiteX5" fmla="*/ 587228 w 880811"/>
                  <a:gd name="connsiteY5" fmla="*/ 88691 h 1116131"/>
                  <a:gd name="connsiteX6" fmla="*/ 645273 w 880811"/>
                  <a:gd name="connsiteY6" fmla="*/ 2461 h 1116131"/>
                  <a:gd name="connsiteX7" fmla="*/ 732442 w 880811"/>
                  <a:gd name="connsiteY7" fmla="*/ 133580 h 1116131"/>
                  <a:gd name="connsiteX8" fmla="*/ 880811 w 880811"/>
                  <a:gd name="connsiteY8" fmla="*/ 1075593 h 1116131"/>
                  <a:gd name="connsiteX0" fmla="*/ 0 w 799981"/>
                  <a:gd name="connsiteY0" fmla="*/ 14983 h 1116131"/>
                  <a:gd name="connsiteX1" fmla="*/ 219210 w 799981"/>
                  <a:gd name="connsiteY1" fmla="*/ 1086694 h 1116131"/>
                  <a:gd name="connsiteX2" fmla="*/ 354938 w 799981"/>
                  <a:gd name="connsiteY2" fmla="*/ 1052566 h 1116131"/>
                  <a:gd name="connsiteX3" fmla="*/ 486533 w 799981"/>
                  <a:gd name="connsiteY3" fmla="*/ 519316 h 1116131"/>
                  <a:gd name="connsiteX4" fmla="*/ 544366 w 799981"/>
                  <a:gd name="connsiteY4" fmla="*/ 257549 h 1116131"/>
                  <a:gd name="connsiteX5" fmla="*/ 587228 w 799981"/>
                  <a:gd name="connsiteY5" fmla="*/ 88691 h 1116131"/>
                  <a:gd name="connsiteX6" fmla="*/ 645273 w 799981"/>
                  <a:gd name="connsiteY6" fmla="*/ 2461 h 1116131"/>
                  <a:gd name="connsiteX7" fmla="*/ 732442 w 799981"/>
                  <a:gd name="connsiteY7" fmla="*/ 133580 h 1116131"/>
                  <a:gd name="connsiteX8" fmla="*/ 799981 w 799981"/>
                  <a:gd name="connsiteY8" fmla="*/ 1075593 h 1116131"/>
                  <a:gd name="connsiteX0" fmla="*/ 0 w 846169"/>
                  <a:gd name="connsiteY0" fmla="*/ 14983 h 1125559"/>
                  <a:gd name="connsiteX1" fmla="*/ 219210 w 846169"/>
                  <a:gd name="connsiteY1" fmla="*/ 1086694 h 1125559"/>
                  <a:gd name="connsiteX2" fmla="*/ 354938 w 846169"/>
                  <a:gd name="connsiteY2" fmla="*/ 1052566 h 1125559"/>
                  <a:gd name="connsiteX3" fmla="*/ 486533 w 846169"/>
                  <a:gd name="connsiteY3" fmla="*/ 519316 h 1125559"/>
                  <a:gd name="connsiteX4" fmla="*/ 544366 w 846169"/>
                  <a:gd name="connsiteY4" fmla="*/ 257549 h 1125559"/>
                  <a:gd name="connsiteX5" fmla="*/ 587228 w 846169"/>
                  <a:gd name="connsiteY5" fmla="*/ 88691 h 1125559"/>
                  <a:gd name="connsiteX6" fmla="*/ 645273 w 846169"/>
                  <a:gd name="connsiteY6" fmla="*/ 2461 h 1125559"/>
                  <a:gd name="connsiteX7" fmla="*/ 732442 w 846169"/>
                  <a:gd name="connsiteY7" fmla="*/ 133580 h 1125559"/>
                  <a:gd name="connsiteX8" fmla="*/ 846169 w 846169"/>
                  <a:gd name="connsiteY8" fmla="*/ 1125559 h 1125559"/>
                  <a:gd name="connsiteX0" fmla="*/ 0 w 805754"/>
                  <a:gd name="connsiteY0" fmla="*/ 14983 h 1125559"/>
                  <a:gd name="connsiteX1" fmla="*/ 178795 w 805754"/>
                  <a:gd name="connsiteY1" fmla="*/ 1086694 h 1125559"/>
                  <a:gd name="connsiteX2" fmla="*/ 314523 w 805754"/>
                  <a:gd name="connsiteY2" fmla="*/ 1052566 h 1125559"/>
                  <a:gd name="connsiteX3" fmla="*/ 446118 w 805754"/>
                  <a:gd name="connsiteY3" fmla="*/ 519316 h 1125559"/>
                  <a:gd name="connsiteX4" fmla="*/ 503951 w 805754"/>
                  <a:gd name="connsiteY4" fmla="*/ 257549 h 1125559"/>
                  <a:gd name="connsiteX5" fmla="*/ 546813 w 805754"/>
                  <a:gd name="connsiteY5" fmla="*/ 88691 h 1125559"/>
                  <a:gd name="connsiteX6" fmla="*/ 604858 w 805754"/>
                  <a:gd name="connsiteY6" fmla="*/ 2461 h 1125559"/>
                  <a:gd name="connsiteX7" fmla="*/ 692027 w 805754"/>
                  <a:gd name="connsiteY7" fmla="*/ 133580 h 1125559"/>
                  <a:gd name="connsiteX8" fmla="*/ 805754 w 805754"/>
                  <a:gd name="connsiteY8" fmla="*/ 1125559 h 1125559"/>
                  <a:gd name="connsiteX0" fmla="*/ 0 w 805754"/>
                  <a:gd name="connsiteY0" fmla="*/ 14983 h 1125559"/>
                  <a:gd name="connsiteX1" fmla="*/ 190342 w 805754"/>
                  <a:gd name="connsiteY1" fmla="*/ 1061709 h 1125559"/>
                  <a:gd name="connsiteX2" fmla="*/ 314523 w 805754"/>
                  <a:gd name="connsiteY2" fmla="*/ 1052566 h 1125559"/>
                  <a:gd name="connsiteX3" fmla="*/ 446118 w 805754"/>
                  <a:gd name="connsiteY3" fmla="*/ 519316 h 1125559"/>
                  <a:gd name="connsiteX4" fmla="*/ 503951 w 805754"/>
                  <a:gd name="connsiteY4" fmla="*/ 257549 h 1125559"/>
                  <a:gd name="connsiteX5" fmla="*/ 546813 w 805754"/>
                  <a:gd name="connsiteY5" fmla="*/ 88691 h 1125559"/>
                  <a:gd name="connsiteX6" fmla="*/ 604858 w 805754"/>
                  <a:gd name="connsiteY6" fmla="*/ 2461 h 1125559"/>
                  <a:gd name="connsiteX7" fmla="*/ 692027 w 805754"/>
                  <a:gd name="connsiteY7" fmla="*/ 133580 h 1125559"/>
                  <a:gd name="connsiteX8" fmla="*/ 805754 w 805754"/>
                  <a:gd name="connsiteY8" fmla="*/ 1125559 h 1125559"/>
                  <a:gd name="connsiteX0" fmla="*/ 0 w 805754"/>
                  <a:gd name="connsiteY0" fmla="*/ 14983 h 1125559"/>
                  <a:gd name="connsiteX1" fmla="*/ 196116 w 805754"/>
                  <a:gd name="connsiteY1" fmla="*/ 1024234 h 1125559"/>
                  <a:gd name="connsiteX2" fmla="*/ 314523 w 805754"/>
                  <a:gd name="connsiteY2" fmla="*/ 1052566 h 1125559"/>
                  <a:gd name="connsiteX3" fmla="*/ 446118 w 805754"/>
                  <a:gd name="connsiteY3" fmla="*/ 519316 h 1125559"/>
                  <a:gd name="connsiteX4" fmla="*/ 503951 w 805754"/>
                  <a:gd name="connsiteY4" fmla="*/ 257549 h 1125559"/>
                  <a:gd name="connsiteX5" fmla="*/ 546813 w 805754"/>
                  <a:gd name="connsiteY5" fmla="*/ 88691 h 1125559"/>
                  <a:gd name="connsiteX6" fmla="*/ 604858 w 805754"/>
                  <a:gd name="connsiteY6" fmla="*/ 2461 h 1125559"/>
                  <a:gd name="connsiteX7" fmla="*/ 692027 w 805754"/>
                  <a:gd name="connsiteY7" fmla="*/ 133580 h 1125559"/>
                  <a:gd name="connsiteX8" fmla="*/ 805754 w 805754"/>
                  <a:gd name="connsiteY8" fmla="*/ 1125559 h 1125559"/>
                  <a:gd name="connsiteX0" fmla="*/ 0 w 788433"/>
                  <a:gd name="connsiteY0" fmla="*/ 0 h 1198020"/>
                  <a:gd name="connsiteX1" fmla="*/ 178795 w 788433"/>
                  <a:gd name="connsiteY1" fmla="*/ 1096695 h 1198020"/>
                  <a:gd name="connsiteX2" fmla="*/ 297202 w 788433"/>
                  <a:gd name="connsiteY2" fmla="*/ 1125027 h 1198020"/>
                  <a:gd name="connsiteX3" fmla="*/ 428797 w 788433"/>
                  <a:gd name="connsiteY3" fmla="*/ 591777 h 1198020"/>
                  <a:gd name="connsiteX4" fmla="*/ 486630 w 788433"/>
                  <a:gd name="connsiteY4" fmla="*/ 330010 h 1198020"/>
                  <a:gd name="connsiteX5" fmla="*/ 529492 w 788433"/>
                  <a:gd name="connsiteY5" fmla="*/ 161152 h 1198020"/>
                  <a:gd name="connsiteX6" fmla="*/ 587537 w 788433"/>
                  <a:gd name="connsiteY6" fmla="*/ 74922 h 1198020"/>
                  <a:gd name="connsiteX7" fmla="*/ 674706 w 788433"/>
                  <a:gd name="connsiteY7" fmla="*/ 206041 h 1198020"/>
                  <a:gd name="connsiteX8" fmla="*/ 788433 w 788433"/>
                  <a:gd name="connsiteY8" fmla="*/ 1198020 h 1198020"/>
                  <a:gd name="connsiteX0" fmla="*/ 0 w 788433"/>
                  <a:gd name="connsiteY0" fmla="*/ 0 h 1198020"/>
                  <a:gd name="connsiteX1" fmla="*/ 190341 w 788433"/>
                  <a:gd name="connsiteY1" fmla="*/ 1034237 h 1198020"/>
                  <a:gd name="connsiteX2" fmla="*/ 297202 w 788433"/>
                  <a:gd name="connsiteY2" fmla="*/ 1125027 h 1198020"/>
                  <a:gd name="connsiteX3" fmla="*/ 428797 w 788433"/>
                  <a:gd name="connsiteY3" fmla="*/ 591777 h 1198020"/>
                  <a:gd name="connsiteX4" fmla="*/ 486630 w 788433"/>
                  <a:gd name="connsiteY4" fmla="*/ 330010 h 1198020"/>
                  <a:gd name="connsiteX5" fmla="*/ 529492 w 788433"/>
                  <a:gd name="connsiteY5" fmla="*/ 161152 h 1198020"/>
                  <a:gd name="connsiteX6" fmla="*/ 587537 w 788433"/>
                  <a:gd name="connsiteY6" fmla="*/ 74922 h 1198020"/>
                  <a:gd name="connsiteX7" fmla="*/ 674706 w 788433"/>
                  <a:gd name="connsiteY7" fmla="*/ 206041 h 1198020"/>
                  <a:gd name="connsiteX8" fmla="*/ 788433 w 788433"/>
                  <a:gd name="connsiteY8" fmla="*/ 1198020 h 1198020"/>
                  <a:gd name="connsiteX0" fmla="*/ 0 w 788433"/>
                  <a:gd name="connsiteY0" fmla="*/ 0 h 1198020"/>
                  <a:gd name="connsiteX1" fmla="*/ 190341 w 788433"/>
                  <a:gd name="connsiteY1" fmla="*/ 1071712 h 1198020"/>
                  <a:gd name="connsiteX2" fmla="*/ 297202 w 788433"/>
                  <a:gd name="connsiteY2" fmla="*/ 1125027 h 1198020"/>
                  <a:gd name="connsiteX3" fmla="*/ 428797 w 788433"/>
                  <a:gd name="connsiteY3" fmla="*/ 591777 h 1198020"/>
                  <a:gd name="connsiteX4" fmla="*/ 486630 w 788433"/>
                  <a:gd name="connsiteY4" fmla="*/ 330010 h 1198020"/>
                  <a:gd name="connsiteX5" fmla="*/ 529492 w 788433"/>
                  <a:gd name="connsiteY5" fmla="*/ 161152 h 1198020"/>
                  <a:gd name="connsiteX6" fmla="*/ 587537 w 788433"/>
                  <a:gd name="connsiteY6" fmla="*/ 74922 h 1198020"/>
                  <a:gd name="connsiteX7" fmla="*/ 674706 w 788433"/>
                  <a:gd name="connsiteY7" fmla="*/ 206041 h 1198020"/>
                  <a:gd name="connsiteX8" fmla="*/ 788433 w 788433"/>
                  <a:gd name="connsiteY8" fmla="*/ 1198020 h 1198020"/>
                  <a:gd name="connsiteX0" fmla="*/ 0 w 788433"/>
                  <a:gd name="connsiteY0" fmla="*/ 0 h 1198020"/>
                  <a:gd name="connsiteX1" fmla="*/ 190341 w 788433"/>
                  <a:gd name="connsiteY1" fmla="*/ 1084203 h 1198020"/>
                  <a:gd name="connsiteX2" fmla="*/ 297202 w 788433"/>
                  <a:gd name="connsiteY2" fmla="*/ 1125027 h 1198020"/>
                  <a:gd name="connsiteX3" fmla="*/ 428797 w 788433"/>
                  <a:gd name="connsiteY3" fmla="*/ 591777 h 1198020"/>
                  <a:gd name="connsiteX4" fmla="*/ 486630 w 788433"/>
                  <a:gd name="connsiteY4" fmla="*/ 330010 h 1198020"/>
                  <a:gd name="connsiteX5" fmla="*/ 529492 w 788433"/>
                  <a:gd name="connsiteY5" fmla="*/ 161152 h 1198020"/>
                  <a:gd name="connsiteX6" fmla="*/ 587537 w 788433"/>
                  <a:gd name="connsiteY6" fmla="*/ 74922 h 1198020"/>
                  <a:gd name="connsiteX7" fmla="*/ 674706 w 788433"/>
                  <a:gd name="connsiteY7" fmla="*/ 206041 h 1198020"/>
                  <a:gd name="connsiteX8" fmla="*/ 788433 w 788433"/>
                  <a:gd name="connsiteY8" fmla="*/ 1198020 h 1198020"/>
                  <a:gd name="connsiteX0" fmla="*/ 0 w 788433"/>
                  <a:gd name="connsiteY0" fmla="*/ 0 h 1198020"/>
                  <a:gd name="connsiteX1" fmla="*/ 196115 w 788433"/>
                  <a:gd name="connsiteY1" fmla="*/ 1109187 h 1198020"/>
                  <a:gd name="connsiteX2" fmla="*/ 297202 w 788433"/>
                  <a:gd name="connsiteY2" fmla="*/ 1125027 h 1198020"/>
                  <a:gd name="connsiteX3" fmla="*/ 428797 w 788433"/>
                  <a:gd name="connsiteY3" fmla="*/ 591777 h 1198020"/>
                  <a:gd name="connsiteX4" fmla="*/ 486630 w 788433"/>
                  <a:gd name="connsiteY4" fmla="*/ 330010 h 1198020"/>
                  <a:gd name="connsiteX5" fmla="*/ 529492 w 788433"/>
                  <a:gd name="connsiteY5" fmla="*/ 161152 h 1198020"/>
                  <a:gd name="connsiteX6" fmla="*/ 587537 w 788433"/>
                  <a:gd name="connsiteY6" fmla="*/ 74922 h 1198020"/>
                  <a:gd name="connsiteX7" fmla="*/ 674706 w 788433"/>
                  <a:gd name="connsiteY7" fmla="*/ 206041 h 1198020"/>
                  <a:gd name="connsiteX8" fmla="*/ 788433 w 788433"/>
                  <a:gd name="connsiteY8" fmla="*/ 1198020 h 119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8433" h="1198020">
                    <a:moveTo>
                      <a:pt x="0" y="0"/>
                    </a:moveTo>
                    <a:cubicBezTo>
                      <a:pt x="8104" y="6045"/>
                      <a:pt x="172930" y="1106934"/>
                      <a:pt x="196115" y="1109187"/>
                    </a:cubicBezTo>
                    <a:cubicBezTo>
                      <a:pt x="212156" y="1137988"/>
                      <a:pt x="258422" y="1211262"/>
                      <a:pt x="297202" y="1125027"/>
                    </a:cubicBezTo>
                    <a:cubicBezTo>
                      <a:pt x="335982" y="1038792"/>
                      <a:pt x="397226" y="724280"/>
                      <a:pt x="428797" y="591777"/>
                    </a:cubicBezTo>
                    <a:cubicBezTo>
                      <a:pt x="460368" y="459274"/>
                      <a:pt x="469848" y="401781"/>
                      <a:pt x="486630" y="330010"/>
                    </a:cubicBezTo>
                    <a:cubicBezTo>
                      <a:pt x="503412" y="258239"/>
                      <a:pt x="512674" y="203667"/>
                      <a:pt x="529492" y="161152"/>
                    </a:cubicBezTo>
                    <a:cubicBezTo>
                      <a:pt x="546310" y="118637"/>
                      <a:pt x="563335" y="67441"/>
                      <a:pt x="587537" y="74922"/>
                    </a:cubicBezTo>
                    <a:cubicBezTo>
                      <a:pt x="611739" y="82403"/>
                      <a:pt x="635450" y="27186"/>
                      <a:pt x="674706" y="206041"/>
                    </a:cubicBezTo>
                    <a:cubicBezTo>
                      <a:pt x="713962" y="384896"/>
                      <a:pt x="779231" y="1167853"/>
                      <a:pt x="788433" y="1198020"/>
                    </a:cubicBezTo>
                  </a:path>
                </a:pathLst>
              </a:custGeom>
              <a:noFill/>
              <a:ln w="31750" cap="rnd" cmpd="sng" algn="ctr">
                <a:solidFill>
                  <a:srgbClr val="FFFFFF">
                    <a:lumMod val="50000"/>
                  </a:srgbClr>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82" name="Straight Connector 81">
                <a:extLst>
                  <a:ext uri="{FF2B5EF4-FFF2-40B4-BE49-F238E27FC236}">
                    <a16:creationId xmlns:a16="http://schemas.microsoft.com/office/drawing/2014/main" id="{95EA445F-CF09-1F3F-BA87-2E1A2AA60732}"/>
                  </a:ext>
                </a:extLst>
              </p:cNvPr>
              <p:cNvCxnSpPr/>
              <p:nvPr/>
            </p:nvCxnSpPr>
            <p:spPr>
              <a:xfrm flipH="1">
                <a:off x="1449592" y="1626610"/>
                <a:ext cx="0" cy="2001864"/>
              </a:xfrm>
              <a:prstGeom prst="line">
                <a:avLst/>
              </a:prstGeom>
              <a:noFill/>
              <a:ln w="12700" cap="rnd" cmpd="sng" algn="ctr">
                <a:solidFill>
                  <a:srgbClr val="00407A"/>
                </a:solidFill>
                <a:prstDash val="sysDash"/>
                <a:round/>
              </a:ln>
              <a:effectLst/>
            </p:spPr>
          </p:cxnSp>
          <p:cxnSp>
            <p:nvCxnSpPr>
              <p:cNvPr id="83" name="Straight Connector 82">
                <a:extLst>
                  <a:ext uri="{FF2B5EF4-FFF2-40B4-BE49-F238E27FC236}">
                    <a16:creationId xmlns:a16="http://schemas.microsoft.com/office/drawing/2014/main" id="{30BF21EC-450E-8CA6-B821-1B29EA4D6271}"/>
                  </a:ext>
                </a:extLst>
              </p:cNvPr>
              <p:cNvCxnSpPr/>
              <p:nvPr/>
            </p:nvCxnSpPr>
            <p:spPr>
              <a:xfrm>
                <a:off x="1570140" y="1693853"/>
                <a:ext cx="0" cy="1906537"/>
              </a:xfrm>
              <a:prstGeom prst="line">
                <a:avLst/>
              </a:prstGeom>
              <a:noFill/>
              <a:ln w="12700" cap="rnd" cmpd="sng" algn="ctr">
                <a:solidFill>
                  <a:srgbClr val="00407A"/>
                </a:solidFill>
                <a:prstDash val="sysDash"/>
                <a:round/>
              </a:ln>
              <a:effectLst/>
            </p:spPr>
          </p:cxnSp>
          <p:cxnSp>
            <p:nvCxnSpPr>
              <p:cNvPr id="84" name="Straight Connector 83">
                <a:extLst>
                  <a:ext uri="{FF2B5EF4-FFF2-40B4-BE49-F238E27FC236}">
                    <a16:creationId xmlns:a16="http://schemas.microsoft.com/office/drawing/2014/main" id="{581A6544-990D-8CC1-7B84-10FF7F76FB3A}"/>
                  </a:ext>
                </a:extLst>
              </p:cNvPr>
              <p:cNvCxnSpPr/>
              <p:nvPr/>
            </p:nvCxnSpPr>
            <p:spPr>
              <a:xfrm flipH="1">
                <a:off x="1871921" y="1830701"/>
                <a:ext cx="0" cy="1811210"/>
              </a:xfrm>
              <a:prstGeom prst="line">
                <a:avLst/>
              </a:prstGeom>
              <a:noFill/>
              <a:ln w="12700" cap="rnd" cmpd="sng" algn="ctr">
                <a:solidFill>
                  <a:srgbClr val="00407A"/>
                </a:solidFill>
                <a:prstDash val="sysDash"/>
                <a:round/>
              </a:ln>
              <a:effectLst/>
            </p:spPr>
          </p:cxnSp>
          <p:sp>
            <p:nvSpPr>
              <p:cNvPr id="85" name="Rectangle 84">
                <a:extLst>
                  <a:ext uri="{FF2B5EF4-FFF2-40B4-BE49-F238E27FC236}">
                    <a16:creationId xmlns:a16="http://schemas.microsoft.com/office/drawing/2014/main" id="{72249B6F-9946-859A-C32D-C5491CF002ED}"/>
                  </a:ext>
                </a:extLst>
              </p:cNvPr>
              <p:cNvSpPr/>
              <p:nvPr/>
            </p:nvSpPr>
            <p:spPr bwMode="auto">
              <a:xfrm>
                <a:off x="1136924" y="1691049"/>
                <a:ext cx="100354" cy="9891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1</a:t>
                </a:r>
              </a:p>
            </p:txBody>
          </p:sp>
          <p:sp>
            <p:nvSpPr>
              <p:cNvPr id="86" name="Rectangle 85">
                <a:extLst>
                  <a:ext uri="{FF2B5EF4-FFF2-40B4-BE49-F238E27FC236}">
                    <a16:creationId xmlns:a16="http://schemas.microsoft.com/office/drawing/2014/main" id="{ACFF1F4F-639B-4680-8FC4-2D03496AD7E5}"/>
                  </a:ext>
                </a:extLst>
              </p:cNvPr>
              <p:cNvSpPr/>
              <p:nvPr/>
            </p:nvSpPr>
            <p:spPr bwMode="auto">
              <a:xfrm>
                <a:off x="1336520" y="1519495"/>
                <a:ext cx="97035" cy="95327"/>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2</a:t>
                </a:r>
              </a:p>
            </p:txBody>
          </p:sp>
          <p:sp>
            <p:nvSpPr>
              <p:cNvPr id="87" name="Rectangle 86">
                <a:extLst>
                  <a:ext uri="{FF2B5EF4-FFF2-40B4-BE49-F238E27FC236}">
                    <a16:creationId xmlns:a16="http://schemas.microsoft.com/office/drawing/2014/main" id="{40BFEC6D-53B1-7769-67A8-16DFEBD58FE0}"/>
                  </a:ext>
                </a:extLst>
              </p:cNvPr>
              <p:cNvSpPr/>
              <p:nvPr/>
            </p:nvSpPr>
            <p:spPr bwMode="auto">
              <a:xfrm>
                <a:off x="1491070" y="1522225"/>
                <a:ext cx="97035" cy="95327"/>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3</a:t>
                </a:r>
              </a:p>
            </p:txBody>
          </p:sp>
          <p:sp>
            <p:nvSpPr>
              <p:cNvPr id="88" name="Rectangle 87">
                <a:extLst>
                  <a:ext uri="{FF2B5EF4-FFF2-40B4-BE49-F238E27FC236}">
                    <a16:creationId xmlns:a16="http://schemas.microsoft.com/office/drawing/2014/main" id="{D4FC5D15-84A5-239D-981E-E62A45493B83}"/>
                  </a:ext>
                </a:extLst>
              </p:cNvPr>
              <p:cNvSpPr/>
              <p:nvPr/>
            </p:nvSpPr>
            <p:spPr bwMode="auto">
              <a:xfrm>
                <a:off x="1727240" y="1718206"/>
                <a:ext cx="97035" cy="95327"/>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4</a:t>
                </a:r>
              </a:p>
            </p:txBody>
          </p:sp>
          <p:cxnSp>
            <p:nvCxnSpPr>
              <p:cNvPr id="89" name="Straight Connector 88">
                <a:extLst>
                  <a:ext uri="{FF2B5EF4-FFF2-40B4-BE49-F238E27FC236}">
                    <a16:creationId xmlns:a16="http://schemas.microsoft.com/office/drawing/2014/main" id="{2E9BB022-1CF3-6472-37AF-C79A1CF537C5}"/>
                  </a:ext>
                </a:extLst>
              </p:cNvPr>
              <p:cNvCxnSpPr/>
              <p:nvPr/>
            </p:nvCxnSpPr>
            <p:spPr>
              <a:xfrm>
                <a:off x="1124025" y="1844104"/>
                <a:ext cx="831124" cy="0"/>
              </a:xfrm>
              <a:prstGeom prst="line">
                <a:avLst/>
              </a:prstGeom>
              <a:noFill/>
              <a:ln w="12700" cap="flat" cmpd="sng" algn="ctr">
                <a:solidFill>
                  <a:srgbClr val="00407A"/>
                </a:solidFill>
                <a:prstDash val="solid"/>
              </a:ln>
              <a:effectLst/>
            </p:spPr>
          </p:cxnSp>
          <p:cxnSp>
            <p:nvCxnSpPr>
              <p:cNvPr id="90" name="Straight Connector 89">
                <a:extLst>
                  <a:ext uri="{FF2B5EF4-FFF2-40B4-BE49-F238E27FC236}">
                    <a16:creationId xmlns:a16="http://schemas.microsoft.com/office/drawing/2014/main" id="{D62DA032-0878-5DC9-5AE2-B622628C182B}"/>
                  </a:ext>
                </a:extLst>
              </p:cNvPr>
              <p:cNvCxnSpPr/>
              <p:nvPr/>
            </p:nvCxnSpPr>
            <p:spPr>
              <a:xfrm>
                <a:off x="1119489" y="3336650"/>
                <a:ext cx="1076183" cy="209"/>
              </a:xfrm>
              <a:prstGeom prst="line">
                <a:avLst/>
              </a:prstGeom>
              <a:noFill/>
              <a:ln w="12700" cap="flat" cmpd="sng" algn="ctr">
                <a:solidFill>
                  <a:srgbClr val="00407A"/>
                </a:solidFill>
                <a:prstDash val="solid"/>
              </a:ln>
              <a:effectLst/>
            </p:spPr>
          </p:cxnSp>
          <p:cxnSp>
            <p:nvCxnSpPr>
              <p:cNvPr id="91" name="Straight Connector 90">
                <a:extLst>
                  <a:ext uri="{FF2B5EF4-FFF2-40B4-BE49-F238E27FC236}">
                    <a16:creationId xmlns:a16="http://schemas.microsoft.com/office/drawing/2014/main" id="{03381467-11B8-125E-F9BA-64397D146F40}"/>
                  </a:ext>
                </a:extLst>
              </p:cNvPr>
              <p:cNvCxnSpPr/>
              <p:nvPr/>
            </p:nvCxnSpPr>
            <p:spPr>
              <a:xfrm flipV="1">
                <a:off x="3240438" y="1682196"/>
                <a:ext cx="803587" cy="0"/>
              </a:xfrm>
              <a:prstGeom prst="line">
                <a:avLst/>
              </a:prstGeom>
              <a:noFill/>
              <a:ln w="12700" cap="flat" cmpd="sng" algn="ctr">
                <a:solidFill>
                  <a:srgbClr val="00407A"/>
                </a:solidFill>
                <a:prstDash val="solid"/>
              </a:ln>
              <a:effectLst/>
            </p:spPr>
          </p:cxnSp>
          <p:sp>
            <p:nvSpPr>
              <p:cNvPr id="92" name="Isosceles Triangle 91">
                <a:extLst>
                  <a:ext uri="{FF2B5EF4-FFF2-40B4-BE49-F238E27FC236}">
                    <a16:creationId xmlns:a16="http://schemas.microsoft.com/office/drawing/2014/main" id="{5D9D63F1-2712-5075-14AB-E1D5A474C8EB}"/>
                  </a:ext>
                </a:extLst>
              </p:cNvPr>
              <p:cNvSpPr/>
              <p:nvPr/>
            </p:nvSpPr>
            <p:spPr>
              <a:xfrm rot="5400000" flipV="1">
                <a:off x="3852124" y="2649037"/>
                <a:ext cx="145193" cy="107594"/>
              </a:xfrm>
              <a:prstGeom prst="triangl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93" name="Straight Connector 92">
                <a:extLst>
                  <a:ext uri="{FF2B5EF4-FFF2-40B4-BE49-F238E27FC236}">
                    <a16:creationId xmlns:a16="http://schemas.microsoft.com/office/drawing/2014/main" id="{28B34CDE-DFAD-1D7E-44D4-FA574C5A088F}"/>
                  </a:ext>
                </a:extLst>
              </p:cNvPr>
              <p:cNvCxnSpPr/>
              <p:nvPr/>
            </p:nvCxnSpPr>
            <p:spPr>
              <a:xfrm flipV="1">
                <a:off x="1107666" y="3622690"/>
                <a:ext cx="1184785" cy="0"/>
              </a:xfrm>
              <a:prstGeom prst="line">
                <a:avLst/>
              </a:prstGeom>
              <a:noFill/>
              <a:ln w="25400" cap="rnd" cmpd="sng" algn="ctr">
                <a:solidFill>
                  <a:srgbClr val="00407A"/>
                </a:solidFill>
                <a:prstDash val="solid"/>
                <a:round/>
                <a:tailEnd type="triangle"/>
              </a:ln>
              <a:effectLst/>
            </p:spPr>
          </p:cxnSp>
          <p:sp>
            <p:nvSpPr>
              <p:cNvPr id="94" name="TextBox 93">
                <a:extLst>
                  <a:ext uri="{FF2B5EF4-FFF2-40B4-BE49-F238E27FC236}">
                    <a16:creationId xmlns:a16="http://schemas.microsoft.com/office/drawing/2014/main" id="{1866F2B1-504A-C623-8105-5FF266760EC8}"/>
                  </a:ext>
                </a:extLst>
              </p:cNvPr>
              <p:cNvSpPr txBox="1"/>
              <p:nvPr/>
            </p:nvSpPr>
            <p:spPr>
              <a:xfrm>
                <a:off x="1052042" y="3587047"/>
                <a:ext cx="345399" cy="19065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1</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95" name="TextBox 94">
                <a:extLst>
                  <a:ext uri="{FF2B5EF4-FFF2-40B4-BE49-F238E27FC236}">
                    <a16:creationId xmlns:a16="http://schemas.microsoft.com/office/drawing/2014/main" id="{9010F2FB-1E80-D27A-87CD-F20483F4E7A3}"/>
                  </a:ext>
                </a:extLst>
              </p:cNvPr>
              <p:cNvSpPr txBox="1"/>
              <p:nvPr/>
            </p:nvSpPr>
            <p:spPr>
              <a:xfrm>
                <a:off x="1196072" y="3578610"/>
                <a:ext cx="401417" cy="1906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96" name="TextBox 95">
                <a:extLst>
                  <a:ext uri="{FF2B5EF4-FFF2-40B4-BE49-F238E27FC236}">
                    <a16:creationId xmlns:a16="http://schemas.microsoft.com/office/drawing/2014/main" id="{04E41B63-0CDB-DA44-9DA4-DDF11EC1F983}"/>
                  </a:ext>
                </a:extLst>
              </p:cNvPr>
              <p:cNvSpPr txBox="1"/>
              <p:nvPr/>
            </p:nvSpPr>
            <p:spPr>
              <a:xfrm>
                <a:off x="1330013" y="3576040"/>
                <a:ext cx="345399" cy="41711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5C8D23F0-C89D-BBED-957B-C872220D71BF}"/>
                  </a:ext>
                </a:extLst>
              </p:cNvPr>
              <p:cNvSpPr txBox="1"/>
              <p:nvPr/>
            </p:nvSpPr>
            <p:spPr>
              <a:xfrm rot="3657130">
                <a:off x="3681641" y="1597316"/>
                <a:ext cx="967193"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dirty="0" smtClean="0">
                    <a:ln>
                      <a:noFill/>
                    </a:ln>
                    <a:solidFill>
                      <a:srgbClr val="00407A"/>
                    </a:solidFill>
                    <a:effectLst/>
                    <a:uLnTx/>
                    <a:uFillTx/>
                    <a:latin typeface="Times New Roman" panose="02020603050405020304" pitchFamily="18" charset="0"/>
                    <a:cs typeface="Times New Roman" panose="02020603050405020304" pitchFamily="18" charset="0"/>
                  </a:rPr>
                  <a:t>O_NSO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dirty="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98" name="Straight Connector 97">
                <a:extLst>
                  <a:ext uri="{FF2B5EF4-FFF2-40B4-BE49-F238E27FC236}">
                    <a16:creationId xmlns:a16="http://schemas.microsoft.com/office/drawing/2014/main" id="{2E52DCC5-B171-C6DA-2C38-30C379C93EEB}"/>
                  </a:ext>
                </a:extLst>
              </p:cNvPr>
              <p:cNvCxnSpPr>
                <a:endCxn id="92" idx="0"/>
              </p:cNvCxnSpPr>
              <p:nvPr/>
            </p:nvCxnSpPr>
            <p:spPr>
              <a:xfrm flipV="1">
                <a:off x="3867290" y="2702835"/>
                <a:ext cx="0" cy="487968"/>
              </a:xfrm>
              <a:prstGeom prst="line">
                <a:avLst/>
              </a:prstGeom>
              <a:noFill/>
              <a:ln w="25400" cap="rnd" cmpd="sng" algn="ctr">
                <a:solidFill>
                  <a:srgbClr val="00407A"/>
                </a:solidFill>
                <a:prstDash val="solid"/>
              </a:ln>
              <a:effectLst/>
            </p:spPr>
          </p:cxnSp>
          <p:cxnSp>
            <p:nvCxnSpPr>
              <p:cNvPr id="99" name="Straight Connector 98">
                <a:extLst>
                  <a:ext uri="{FF2B5EF4-FFF2-40B4-BE49-F238E27FC236}">
                    <a16:creationId xmlns:a16="http://schemas.microsoft.com/office/drawing/2014/main" id="{EB44F379-B006-3F78-E540-38B07A6759FF}"/>
                  </a:ext>
                </a:extLst>
              </p:cNvPr>
              <p:cNvCxnSpPr/>
              <p:nvPr/>
            </p:nvCxnSpPr>
            <p:spPr>
              <a:xfrm>
                <a:off x="3774043" y="3202192"/>
                <a:ext cx="187921" cy="2838"/>
              </a:xfrm>
              <a:prstGeom prst="line">
                <a:avLst/>
              </a:prstGeom>
              <a:noFill/>
              <a:ln w="25400" cap="rnd" cmpd="sng" algn="ctr">
                <a:solidFill>
                  <a:srgbClr val="00407A"/>
                </a:solidFill>
                <a:prstDash val="solid"/>
              </a:ln>
              <a:effectLst/>
            </p:spPr>
          </p:cxnSp>
          <p:sp>
            <p:nvSpPr>
              <p:cNvPr id="100" name="Freeform 100">
                <a:extLst>
                  <a:ext uri="{FF2B5EF4-FFF2-40B4-BE49-F238E27FC236}">
                    <a16:creationId xmlns:a16="http://schemas.microsoft.com/office/drawing/2014/main" id="{02996A15-5A84-B8E4-0646-19FB7B6E3EA6}"/>
                  </a:ext>
                </a:extLst>
              </p:cNvPr>
              <p:cNvSpPr/>
              <p:nvPr/>
            </p:nvSpPr>
            <p:spPr>
              <a:xfrm>
                <a:off x="3780329" y="3247227"/>
                <a:ext cx="182150" cy="47662"/>
              </a:xfrm>
              <a:custGeom>
                <a:avLst/>
                <a:gdLst>
                  <a:gd name="connsiteX0" fmla="*/ 0 w 232228"/>
                  <a:gd name="connsiteY0" fmla="*/ 48451 h 62965"/>
                  <a:gd name="connsiteX1" fmla="*/ 87086 w 232228"/>
                  <a:gd name="connsiteY1" fmla="*/ 2489 h 62965"/>
                  <a:gd name="connsiteX2" fmla="*/ 169333 w 232228"/>
                  <a:gd name="connsiteY2" fmla="*/ 12165 h 62965"/>
                  <a:gd name="connsiteX3" fmla="*/ 232228 w 232228"/>
                  <a:gd name="connsiteY3" fmla="*/ 62965 h 62965"/>
                  <a:gd name="connsiteX4" fmla="*/ 232228 w 232228"/>
                  <a:gd name="connsiteY4" fmla="*/ 62965 h 62965"/>
                  <a:gd name="connsiteX0" fmla="*/ 0 w 232228"/>
                  <a:gd name="connsiteY0" fmla="*/ 48451 h 62965"/>
                  <a:gd name="connsiteX1" fmla="*/ 87086 w 232228"/>
                  <a:gd name="connsiteY1" fmla="*/ 2489 h 62965"/>
                  <a:gd name="connsiteX2" fmla="*/ 169334 w 232228"/>
                  <a:gd name="connsiteY2" fmla="*/ 12165 h 62965"/>
                  <a:gd name="connsiteX3" fmla="*/ 232228 w 232228"/>
                  <a:gd name="connsiteY3" fmla="*/ 62965 h 62965"/>
                  <a:gd name="connsiteX4" fmla="*/ 232228 w 232228"/>
                  <a:gd name="connsiteY4" fmla="*/ 62965 h 62965"/>
                  <a:gd name="connsiteX0" fmla="*/ 0 w 232228"/>
                  <a:gd name="connsiteY0" fmla="*/ 41608 h 56122"/>
                  <a:gd name="connsiteX1" fmla="*/ 87086 w 232228"/>
                  <a:gd name="connsiteY1" fmla="*/ 5640 h 56122"/>
                  <a:gd name="connsiteX2" fmla="*/ 169334 w 232228"/>
                  <a:gd name="connsiteY2" fmla="*/ 5322 h 56122"/>
                  <a:gd name="connsiteX3" fmla="*/ 232228 w 232228"/>
                  <a:gd name="connsiteY3" fmla="*/ 56122 h 56122"/>
                  <a:gd name="connsiteX4" fmla="*/ 232228 w 232228"/>
                  <a:gd name="connsiteY4" fmla="*/ 56122 h 56122"/>
                  <a:gd name="connsiteX0" fmla="*/ 0 w 232228"/>
                  <a:gd name="connsiteY0" fmla="*/ 37491 h 52005"/>
                  <a:gd name="connsiteX1" fmla="*/ 87086 w 232228"/>
                  <a:gd name="connsiteY1" fmla="*/ 1523 h 52005"/>
                  <a:gd name="connsiteX2" fmla="*/ 169334 w 232228"/>
                  <a:gd name="connsiteY2" fmla="*/ 11199 h 52005"/>
                  <a:gd name="connsiteX3" fmla="*/ 232228 w 232228"/>
                  <a:gd name="connsiteY3" fmla="*/ 52005 h 52005"/>
                  <a:gd name="connsiteX4" fmla="*/ 232228 w 232228"/>
                  <a:gd name="connsiteY4" fmla="*/ 52005 h 52005"/>
                  <a:gd name="connsiteX0" fmla="*/ 0 w 234524"/>
                  <a:gd name="connsiteY0" fmla="*/ 37491 h 54282"/>
                  <a:gd name="connsiteX1" fmla="*/ 87086 w 234524"/>
                  <a:gd name="connsiteY1" fmla="*/ 1523 h 54282"/>
                  <a:gd name="connsiteX2" fmla="*/ 169334 w 234524"/>
                  <a:gd name="connsiteY2" fmla="*/ 11199 h 54282"/>
                  <a:gd name="connsiteX3" fmla="*/ 232228 w 234524"/>
                  <a:gd name="connsiteY3" fmla="*/ 52005 h 54282"/>
                  <a:gd name="connsiteX4" fmla="*/ 219502 w 234524"/>
                  <a:gd name="connsiteY4" fmla="*/ 48674 h 54282"/>
                  <a:gd name="connsiteX0" fmla="*/ 0 w 233146"/>
                  <a:gd name="connsiteY0" fmla="*/ 37491 h 53603"/>
                  <a:gd name="connsiteX1" fmla="*/ 87086 w 233146"/>
                  <a:gd name="connsiteY1" fmla="*/ 1523 h 53603"/>
                  <a:gd name="connsiteX2" fmla="*/ 169334 w 233146"/>
                  <a:gd name="connsiteY2" fmla="*/ 11199 h 53603"/>
                  <a:gd name="connsiteX3" fmla="*/ 232228 w 233146"/>
                  <a:gd name="connsiteY3" fmla="*/ 52005 h 53603"/>
                  <a:gd name="connsiteX4" fmla="*/ 206777 w 233146"/>
                  <a:gd name="connsiteY4" fmla="*/ 45342 h 53603"/>
                  <a:gd name="connsiteX0" fmla="*/ 0 w 232228"/>
                  <a:gd name="connsiteY0" fmla="*/ 37491 h 52005"/>
                  <a:gd name="connsiteX1" fmla="*/ 87086 w 232228"/>
                  <a:gd name="connsiteY1" fmla="*/ 1523 h 52005"/>
                  <a:gd name="connsiteX2" fmla="*/ 169334 w 232228"/>
                  <a:gd name="connsiteY2" fmla="*/ 11199 h 52005"/>
                  <a:gd name="connsiteX3" fmla="*/ 232228 w 232228"/>
                  <a:gd name="connsiteY3" fmla="*/ 52005 h 52005"/>
                </a:gdLst>
                <a:ahLst/>
                <a:cxnLst>
                  <a:cxn ang="0">
                    <a:pos x="connsiteX0" y="connsiteY0"/>
                  </a:cxn>
                  <a:cxn ang="0">
                    <a:pos x="connsiteX1" y="connsiteY1"/>
                  </a:cxn>
                  <a:cxn ang="0">
                    <a:pos x="connsiteX2" y="connsiteY2"/>
                  </a:cxn>
                  <a:cxn ang="0">
                    <a:pos x="connsiteX3" y="connsiteY3"/>
                  </a:cxn>
                </a:cxnLst>
                <a:rect l="l" t="t" r="r" b="b"/>
                <a:pathLst>
                  <a:path w="232228" h="52005">
                    <a:moveTo>
                      <a:pt x="0" y="37491"/>
                    </a:moveTo>
                    <a:cubicBezTo>
                      <a:pt x="29432" y="17534"/>
                      <a:pt x="58864" y="5905"/>
                      <a:pt x="87086" y="1523"/>
                    </a:cubicBezTo>
                    <a:cubicBezTo>
                      <a:pt x="115308" y="-2859"/>
                      <a:pt x="145144" y="2785"/>
                      <a:pt x="169334" y="11199"/>
                    </a:cubicBezTo>
                    <a:cubicBezTo>
                      <a:pt x="193524" y="19613"/>
                      <a:pt x="225988" y="46315"/>
                      <a:pt x="232228" y="52005"/>
                    </a:cubicBezTo>
                  </a:path>
                </a:pathLst>
              </a:custGeom>
              <a:noFill/>
              <a:ln w="22225"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01" name="Straight Connector 100">
                <a:extLst>
                  <a:ext uri="{FF2B5EF4-FFF2-40B4-BE49-F238E27FC236}">
                    <a16:creationId xmlns:a16="http://schemas.microsoft.com/office/drawing/2014/main" id="{F55D1B0F-0A07-19F9-B324-17FBAE7F499C}"/>
                  </a:ext>
                </a:extLst>
              </p:cNvPr>
              <p:cNvCxnSpPr/>
              <p:nvPr/>
            </p:nvCxnSpPr>
            <p:spPr>
              <a:xfrm flipH="1" flipV="1">
                <a:off x="3872975" y="3262531"/>
                <a:ext cx="0" cy="365760"/>
              </a:xfrm>
              <a:prstGeom prst="line">
                <a:avLst/>
              </a:prstGeom>
              <a:noFill/>
              <a:ln w="25400" cap="rnd" cmpd="sng" algn="ctr">
                <a:solidFill>
                  <a:srgbClr val="00407A"/>
                </a:solidFill>
                <a:prstDash val="solid"/>
              </a:ln>
              <a:effectLst/>
            </p:spPr>
          </p:cxnSp>
          <p:sp>
            <p:nvSpPr>
              <p:cNvPr id="102" name="TextBox 101">
                <a:extLst>
                  <a:ext uri="{FF2B5EF4-FFF2-40B4-BE49-F238E27FC236}">
                    <a16:creationId xmlns:a16="http://schemas.microsoft.com/office/drawing/2014/main" id="{8E703634-33EC-54E7-EC75-ABD3C8A9B398}"/>
                  </a:ext>
                </a:extLst>
              </p:cNvPr>
              <p:cNvSpPr txBox="1"/>
              <p:nvPr/>
            </p:nvSpPr>
            <p:spPr>
              <a:xfrm>
                <a:off x="2335354" y="2777614"/>
                <a:ext cx="566995"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I</a:t>
                </a:r>
                <a:r>
                  <a:rPr kumimoji="0" lang="en-US" sz="1000" b="1" i="0" u="none" strike="noStrike" kern="0" cap="none" spc="0" normalizeH="0" baseline="-25000" noProof="0" smtClean="0">
                    <a:ln>
                      <a:noFill/>
                    </a:ln>
                    <a:solidFill>
                      <a:srgbClr val="00B050"/>
                    </a:solidFill>
                    <a:effectLst/>
                    <a:uLnTx/>
                    <a:uFillTx/>
                    <a:latin typeface="Times New Roman" panose="02020603050405020304" pitchFamily="18" charset="0"/>
                    <a:cs typeface="Times New Roman" panose="02020603050405020304" pitchFamily="18" charset="0"/>
                  </a:rPr>
                  <a:t>PRE_D</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103" name="Freeform 103">
                <a:extLst>
                  <a:ext uri="{FF2B5EF4-FFF2-40B4-BE49-F238E27FC236}">
                    <a16:creationId xmlns:a16="http://schemas.microsoft.com/office/drawing/2014/main" id="{08E1CFA6-38CF-4DDC-2929-FB114ECF8A8A}"/>
                  </a:ext>
                </a:extLst>
              </p:cNvPr>
              <p:cNvSpPr/>
              <p:nvPr/>
            </p:nvSpPr>
            <p:spPr>
              <a:xfrm>
                <a:off x="1174012" y="1622944"/>
                <a:ext cx="873566" cy="457854"/>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7232" h="1078033">
                    <a:moveTo>
                      <a:pt x="0" y="1078033"/>
                    </a:moveTo>
                    <a:cubicBezTo>
                      <a:pt x="31853" y="924422"/>
                      <a:pt x="103232" y="583627"/>
                      <a:pt x="144493" y="417980"/>
                    </a:cubicBezTo>
                    <a:cubicBezTo>
                      <a:pt x="185755" y="252334"/>
                      <a:pt x="213721" y="152132"/>
                      <a:pt x="247569" y="84154"/>
                    </a:cubicBezTo>
                    <a:cubicBezTo>
                      <a:pt x="281417" y="16176"/>
                      <a:pt x="316477" y="18491"/>
                      <a:pt x="347582" y="10109"/>
                    </a:cubicBezTo>
                    <a:cubicBezTo>
                      <a:pt x="378687" y="1727"/>
                      <a:pt x="411984" y="15637"/>
                      <a:pt x="434202" y="33864"/>
                    </a:cubicBezTo>
                    <a:cubicBezTo>
                      <a:pt x="456420" y="52091"/>
                      <a:pt x="464634" y="76585"/>
                      <a:pt x="480890" y="119472"/>
                    </a:cubicBezTo>
                    <a:cubicBezTo>
                      <a:pt x="497146" y="162359"/>
                      <a:pt x="522535" y="261017"/>
                      <a:pt x="531737" y="291184"/>
                    </a:cubicBezTo>
                    <a:cubicBezTo>
                      <a:pt x="540939" y="321351"/>
                      <a:pt x="669772" y="810572"/>
                      <a:pt x="706863" y="914662"/>
                    </a:cubicBezTo>
                    <a:cubicBezTo>
                      <a:pt x="743954" y="1018752"/>
                      <a:pt x="770711" y="1060759"/>
                      <a:pt x="790090" y="1057723"/>
                    </a:cubicBezTo>
                    <a:cubicBezTo>
                      <a:pt x="809469" y="1054687"/>
                      <a:pt x="839776" y="1069753"/>
                      <a:pt x="879717" y="892654"/>
                    </a:cubicBezTo>
                    <a:cubicBezTo>
                      <a:pt x="918766" y="730130"/>
                      <a:pt x="1022009" y="142988"/>
                      <a:pt x="1047232" y="0"/>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04" name="TextBox 103">
                <a:extLst>
                  <a:ext uri="{FF2B5EF4-FFF2-40B4-BE49-F238E27FC236}">
                    <a16:creationId xmlns:a16="http://schemas.microsoft.com/office/drawing/2014/main" id="{627D827B-AC9E-17EC-B050-93AE4AC20A91}"/>
                  </a:ext>
                </a:extLst>
              </p:cNvPr>
              <p:cNvSpPr txBox="1"/>
              <p:nvPr/>
            </p:nvSpPr>
            <p:spPr>
              <a:xfrm>
                <a:off x="2198402" y="3109998"/>
                <a:ext cx="513870" cy="41711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105" name="Straight Connector 104">
                <a:extLst>
                  <a:ext uri="{FF2B5EF4-FFF2-40B4-BE49-F238E27FC236}">
                    <a16:creationId xmlns:a16="http://schemas.microsoft.com/office/drawing/2014/main" id="{8B31D0D9-F2BC-DCFA-B78E-8815E90D3C9E}"/>
                  </a:ext>
                </a:extLst>
              </p:cNvPr>
              <p:cNvCxnSpPr/>
              <p:nvPr/>
            </p:nvCxnSpPr>
            <p:spPr>
              <a:xfrm flipV="1">
                <a:off x="1112006" y="1974875"/>
                <a:ext cx="813334" cy="0"/>
              </a:xfrm>
              <a:prstGeom prst="line">
                <a:avLst/>
              </a:prstGeom>
              <a:noFill/>
              <a:ln w="12700" cap="flat" cmpd="sng" algn="ctr">
                <a:solidFill>
                  <a:srgbClr val="00407A"/>
                </a:solidFill>
                <a:prstDash val="sysDot"/>
              </a:ln>
              <a:effectLst/>
            </p:spPr>
          </p:cxnSp>
          <p:sp>
            <p:nvSpPr>
              <p:cNvPr id="106" name="TextBox 105">
                <a:extLst>
                  <a:ext uri="{FF2B5EF4-FFF2-40B4-BE49-F238E27FC236}">
                    <a16:creationId xmlns:a16="http://schemas.microsoft.com/office/drawing/2014/main" id="{FB336CF2-2E0B-E52E-135C-658005AA30A9}"/>
                  </a:ext>
                </a:extLst>
              </p:cNvPr>
              <p:cNvSpPr txBox="1"/>
              <p:nvPr/>
            </p:nvSpPr>
            <p:spPr>
              <a:xfrm>
                <a:off x="1523279" y="1905437"/>
                <a:ext cx="401417" cy="41711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X</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107" name="Straight Connector 106">
                <a:extLst>
                  <a:ext uri="{FF2B5EF4-FFF2-40B4-BE49-F238E27FC236}">
                    <a16:creationId xmlns:a16="http://schemas.microsoft.com/office/drawing/2014/main" id="{53FABE52-1F3C-097D-0FC9-C6D41B8E563C}"/>
                  </a:ext>
                </a:extLst>
              </p:cNvPr>
              <p:cNvCxnSpPr/>
              <p:nvPr/>
            </p:nvCxnSpPr>
            <p:spPr>
              <a:xfrm flipV="1">
                <a:off x="2404207" y="2827328"/>
                <a:ext cx="731520" cy="0"/>
              </a:xfrm>
              <a:prstGeom prst="line">
                <a:avLst/>
              </a:prstGeom>
              <a:noFill/>
              <a:ln w="31750" cap="rnd" cmpd="sng" algn="ctr">
                <a:solidFill>
                  <a:srgbClr val="00B050"/>
                </a:solidFill>
                <a:prstDash val="solid"/>
                <a:headEnd type="none"/>
              </a:ln>
              <a:effectLst/>
            </p:spPr>
          </p:cxnSp>
          <p:cxnSp>
            <p:nvCxnSpPr>
              <p:cNvPr id="108" name="Straight Connector 107">
                <a:extLst>
                  <a:ext uri="{FF2B5EF4-FFF2-40B4-BE49-F238E27FC236}">
                    <a16:creationId xmlns:a16="http://schemas.microsoft.com/office/drawing/2014/main" id="{1C2C9BBA-8B60-2316-68A2-5EE6FE0F0A71}"/>
                  </a:ext>
                </a:extLst>
              </p:cNvPr>
              <p:cNvCxnSpPr/>
              <p:nvPr/>
            </p:nvCxnSpPr>
            <p:spPr>
              <a:xfrm>
                <a:off x="2398909" y="2013557"/>
                <a:ext cx="0" cy="804510"/>
              </a:xfrm>
              <a:prstGeom prst="line">
                <a:avLst/>
              </a:prstGeom>
              <a:noFill/>
              <a:ln w="31750" cap="rnd" cmpd="sng" algn="ctr">
                <a:solidFill>
                  <a:srgbClr val="00B050"/>
                </a:solidFill>
                <a:prstDash val="solid"/>
              </a:ln>
              <a:effectLst/>
            </p:spPr>
          </p:cxnSp>
          <p:cxnSp>
            <p:nvCxnSpPr>
              <p:cNvPr id="109" name="Straight Connector 108">
                <a:extLst>
                  <a:ext uri="{FF2B5EF4-FFF2-40B4-BE49-F238E27FC236}">
                    <a16:creationId xmlns:a16="http://schemas.microsoft.com/office/drawing/2014/main" id="{3766011B-25B2-4615-B243-A12B66D683CC}"/>
                  </a:ext>
                </a:extLst>
              </p:cNvPr>
              <p:cNvCxnSpPr/>
              <p:nvPr/>
            </p:nvCxnSpPr>
            <p:spPr>
              <a:xfrm>
                <a:off x="3148469" y="2828334"/>
                <a:ext cx="0" cy="619624"/>
              </a:xfrm>
              <a:prstGeom prst="line">
                <a:avLst/>
              </a:prstGeom>
              <a:noFill/>
              <a:ln w="31750" cap="rnd" cmpd="sng" algn="ctr">
                <a:solidFill>
                  <a:srgbClr val="00B050"/>
                </a:solidFill>
                <a:prstDash val="solid"/>
              </a:ln>
              <a:effectLst/>
            </p:spPr>
          </p:cxnSp>
          <p:cxnSp>
            <p:nvCxnSpPr>
              <p:cNvPr id="110" name="Straight Connector 109">
                <a:extLst>
                  <a:ext uri="{FF2B5EF4-FFF2-40B4-BE49-F238E27FC236}">
                    <a16:creationId xmlns:a16="http://schemas.microsoft.com/office/drawing/2014/main" id="{F86AAC32-C4F5-95CE-8A06-02C4D9FEA3F6}"/>
                  </a:ext>
                </a:extLst>
              </p:cNvPr>
              <p:cNvCxnSpPr/>
              <p:nvPr/>
            </p:nvCxnSpPr>
            <p:spPr>
              <a:xfrm flipV="1">
                <a:off x="2889855" y="3686041"/>
                <a:ext cx="731520" cy="0"/>
              </a:xfrm>
              <a:prstGeom prst="line">
                <a:avLst/>
              </a:prstGeom>
              <a:noFill/>
              <a:ln w="31750" cap="rnd" cmpd="sng" algn="ctr">
                <a:solidFill>
                  <a:srgbClr val="00B050"/>
                </a:solidFill>
                <a:prstDash val="solid"/>
              </a:ln>
              <a:effectLst/>
            </p:spPr>
          </p:cxnSp>
          <p:cxnSp>
            <p:nvCxnSpPr>
              <p:cNvPr id="111" name="Straight Connector 110">
                <a:extLst>
                  <a:ext uri="{FF2B5EF4-FFF2-40B4-BE49-F238E27FC236}">
                    <a16:creationId xmlns:a16="http://schemas.microsoft.com/office/drawing/2014/main" id="{43DAF30B-0F4A-A977-B196-B83CD0E5E9FC}"/>
                  </a:ext>
                </a:extLst>
              </p:cNvPr>
              <p:cNvCxnSpPr/>
              <p:nvPr/>
            </p:nvCxnSpPr>
            <p:spPr>
              <a:xfrm rot="16200000" flipH="1">
                <a:off x="3508476" y="3571192"/>
                <a:ext cx="228784" cy="0"/>
              </a:xfrm>
              <a:prstGeom prst="line">
                <a:avLst/>
              </a:prstGeom>
              <a:noFill/>
              <a:ln w="31750" cap="rnd" cmpd="sng" algn="ctr">
                <a:solidFill>
                  <a:srgbClr val="00B050"/>
                </a:solidFill>
                <a:prstDash val="solid"/>
              </a:ln>
              <a:effectLst/>
            </p:spPr>
          </p:cxnSp>
          <p:cxnSp>
            <p:nvCxnSpPr>
              <p:cNvPr id="112" name="Straight Connector 111">
                <a:extLst>
                  <a:ext uri="{FF2B5EF4-FFF2-40B4-BE49-F238E27FC236}">
                    <a16:creationId xmlns:a16="http://schemas.microsoft.com/office/drawing/2014/main" id="{0A16904F-3870-2CB0-98AA-297B34DACB73}"/>
                  </a:ext>
                </a:extLst>
              </p:cNvPr>
              <p:cNvCxnSpPr/>
              <p:nvPr/>
            </p:nvCxnSpPr>
            <p:spPr>
              <a:xfrm flipV="1">
                <a:off x="3152012" y="3453283"/>
                <a:ext cx="451594" cy="0"/>
              </a:xfrm>
              <a:prstGeom prst="line">
                <a:avLst/>
              </a:prstGeom>
              <a:noFill/>
              <a:ln w="31750" cap="rnd" cmpd="sng" algn="ctr">
                <a:solidFill>
                  <a:srgbClr val="00B050"/>
                </a:solidFill>
                <a:prstDash val="solid"/>
              </a:ln>
              <a:effectLst/>
            </p:spPr>
          </p:cxnSp>
          <p:cxnSp>
            <p:nvCxnSpPr>
              <p:cNvPr id="113" name="Straight Connector 112">
                <a:extLst>
                  <a:ext uri="{FF2B5EF4-FFF2-40B4-BE49-F238E27FC236}">
                    <a16:creationId xmlns:a16="http://schemas.microsoft.com/office/drawing/2014/main" id="{5927D815-018E-2D40-7803-87C92535BFE1}"/>
                  </a:ext>
                </a:extLst>
              </p:cNvPr>
              <p:cNvCxnSpPr/>
              <p:nvPr/>
            </p:nvCxnSpPr>
            <p:spPr>
              <a:xfrm rot="5400000">
                <a:off x="2868651" y="3746013"/>
                <a:ext cx="57196" cy="0"/>
              </a:xfrm>
              <a:prstGeom prst="line">
                <a:avLst/>
              </a:prstGeom>
              <a:noFill/>
              <a:ln w="25400" cap="rnd" cmpd="sng" algn="ctr">
                <a:solidFill>
                  <a:srgbClr val="00B050"/>
                </a:solidFill>
                <a:prstDash val="solid"/>
                <a:headEnd type="none"/>
                <a:tailEnd type="triangle"/>
              </a:ln>
              <a:effectLst/>
            </p:spPr>
          </p:cxnSp>
          <p:cxnSp>
            <p:nvCxnSpPr>
              <p:cNvPr id="114" name="Straight Connector 113">
                <a:extLst>
                  <a:ext uri="{FF2B5EF4-FFF2-40B4-BE49-F238E27FC236}">
                    <a16:creationId xmlns:a16="http://schemas.microsoft.com/office/drawing/2014/main" id="{924454D3-538C-DF30-8BE9-85E0B01601A4}"/>
                  </a:ext>
                </a:extLst>
              </p:cNvPr>
              <p:cNvCxnSpPr/>
              <p:nvPr/>
            </p:nvCxnSpPr>
            <p:spPr>
              <a:xfrm>
                <a:off x="2789721" y="2656460"/>
                <a:ext cx="1005840" cy="0"/>
              </a:xfrm>
              <a:prstGeom prst="line">
                <a:avLst/>
              </a:prstGeom>
              <a:noFill/>
              <a:ln w="31750" cap="rnd" cmpd="sng" algn="ctr">
                <a:solidFill>
                  <a:srgbClr val="FF0000"/>
                </a:solidFill>
                <a:prstDash val="solid"/>
              </a:ln>
              <a:effectLst/>
            </p:spPr>
          </p:cxnSp>
          <p:cxnSp>
            <p:nvCxnSpPr>
              <p:cNvPr id="115" name="Straight Connector 114">
                <a:extLst>
                  <a:ext uri="{FF2B5EF4-FFF2-40B4-BE49-F238E27FC236}">
                    <a16:creationId xmlns:a16="http://schemas.microsoft.com/office/drawing/2014/main" id="{58A39645-B94E-0C53-FE01-C43693700300}"/>
                  </a:ext>
                </a:extLst>
              </p:cNvPr>
              <p:cNvCxnSpPr/>
              <p:nvPr/>
            </p:nvCxnSpPr>
            <p:spPr>
              <a:xfrm>
                <a:off x="3807848" y="2657084"/>
                <a:ext cx="0" cy="476634"/>
              </a:xfrm>
              <a:prstGeom prst="line">
                <a:avLst/>
              </a:prstGeom>
              <a:noFill/>
              <a:ln w="31750" cap="rnd" cmpd="sng" algn="ctr">
                <a:solidFill>
                  <a:srgbClr val="FF0000"/>
                </a:solidFill>
                <a:prstDash val="solid"/>
              </a:ln>
              <a:effectLst/>
            </p:spPr>
          </p:cxnSp>
          <p:cxnSp>
            <p:nvCxnSpPr>
              <p:cNvPr id="116" name="Straight Connector 115">
                <a:extLst>
                  <a:ext uri="{FF2B5EF4-FFF2-40B4-BE49-F238E27FC236}">
                    <a16:creationId xmlns:a16="http://schemas.microsoft.com/office/drawing/2014/main" id="{031B3881-B12E-B6B2-2ED7-121BCCAC4379}"/>
                  </a:ext>
                </a:extLst>
              </p:cNvPr>
              <p:cNvCxnSpPr/>
              <p:nvPr/>
            </p:nvCxnSpPr>
            <p:spPr>
              <a:xfrm>
                <a:off x="2786660" y="2662057"/>
                <a:ext cx="0" cy="495700"/>
              </a:xfrm>
              <a:prstGeom prst="line">
                <a:avLst/>
              </a:prstGeom>
              <a:noFill/>
              <a:ln w="31750" cap="rnd" cmpd="sng" algn="ctr">
                <a:solidFill>
                  <a:srgbClr val="FF0000"/>
                </a:solidFill>
                <a:prstDash val="solid"/>
              </a:ln>
              <a:effectLst/>
            </p:spPr>
          </p:cxnSp>
          <p:cxnSp>
            <p:nvCxnSpPr>
              <p:cNvPr id="117" name="Straight Connector 116">
                <a:extLst>
                  <a:ext uri="{FF2B5EF4-FFF2-40B4-BE49-F238E27FC236}">
                    <a16:creationId xmlns:a16="http://schemas.microsoft.com/office/drawing/2014/main" id="{F970FC34-724A-9B62-D150-1D221F402E4E}"/>
                  </a:ext>
                </a:extLst>
              </p:cNvPr>
              <p:cNvCxnSpPr/>
              <p:nvPr/>
            </p:nvCxnSpPr>
            <p:spPr>
              <a:xfrm>
                <a:off x="2648616" y="3160409"/>
                <a:ext cx="130460" cy="0"/>
              </a:xfrm>
              <a:prstGeom prst="line">
                <a:avLst/>
              </a:prstGeom>
              <a:noFill/>
              <a:ln w="31750" cap="rnd" cmpd="sng" algn="ctr">
                <a:solidFill>
                  <a:srgbClr val="FF0000"/>
                </a:solidFill>
                <a:prstDash val="solid"/>
              </a:ln>
              <a:effectLst/>
            </p:spPr>
          </p:cxnSp>
          <p:cxnSp>
            <p:nvCxnSpPr>
              <p:cNvPr id="118" name="Straight Connector 117">
                <a:extLst>
                  <a:ext uri="{FF2B5EF4-FFF2-40B4-BE49-F238E27FC236}">
                    <a16:creationId xmlns:a16="http://schemas.microsoft.com/office/drawing/2014/main" id="{8B58A4AC-5E23-85A5-05E8-B1C5924F904F}"/>
                  </a:ext>
                </a:extLst>
              </p:cNvPr>
              <p:cNvCxnSpPr/>
              <p:nvPr/>
            </p:nvCxnSpPr>
            <p:spPr>
              <a:xfrm>
                <a:off x="2648152" y="3161028"/>
                <a:ext cx="0" cy="428971"/>
              </a:xfrm>
              <a:prstGeom prst="line">
                <a:avLst/>
              </a:prstGeom>
              <a:noFill/>
              <a:ln w="31750" cap="rnd" cmpd="sng" algn="ctr">
                <a:solidFill>
                  <a:srgbClr val="FF0000"/>
                </a:solidFill>
                <a:prstDash val="solid"/>
              </a:ln>
              <a:effectLst/>
            </p:spPr>
          </p:cxnSp>
          <p:cxnSp>
            <p:nvCxnSpPr>
              <p:cNvPr id="119" name="Straight Connector 118">
                <a:extLst>
                  <a:ext uri="{FF2B5EF4-FFF2-40B4-BE49-F238E27FC236}">
                    <a16:creationId xmlns:a16="http://schemas.microsoft.com/office/drawing/2014/main" id="{EDF195EA-54FA-ADD3-CFFF-CF658718C867}"/>
                  </a:ext>
                </a:extLst>
              </p:cNvPr>
              <p:cNvCxnSpPr/>
              <p:nvPr/>
            </p:nvCxnSpPr>
            <p:spPr>
              <a:xfrm>
                <a:off x="2659069" y="3599807"/>
                <a:ext cx="90319" cy="0"/>
              </a:xfrm>
              <a:prstGeom prst="line">
                <a:avLst/>
              </a:prstGeom>
              <a:noFill/>
              <a:ln w="31750" cap="rnd" cmpd="sng" algn="ctr">
                <a:solidFill>
                  <a:srgbClr val="FF0000"/>
                </a:solidFill>
                <a:prstDash val="solid"/>
              </a:ln>
              <a:effectLst/>
            </p:spPr>
          </p:cxnSp>
          <p:cxnSp>
            <p:nvCxnSpPr>
              <p:cNvPr id="120" name="Straight Connector 119">
                <a:extLst>
                  <a:ext uri="{FF2B5EF4-FFF2-40B4-BE49-F238E27FC236}">
                    <a16:creationId xmlns:a16="http://schemas.microsoft.com/office/drawing/2014/main" id="{8A4F12B0-F1D5-B7C9-02A7-01364F974E3A}"/>
                  </a:ext>
                </a:extLst>
              </p:cNvPr>
              <p:cNvCxnSpPr/>
              <p:nvPr/>
            </p:nvCxnSpPr>
            <p:spPr>
              <a:xfrm>
                <a:off x="2753847" y="3602212"/>
                <a:ext cx="0" cy="171588"/>
              </a:xfrm>
              <a:prstGeom prst="line">
                <a:avLst/>
              </a:prstGeom>
              <a:noFill/>
              <a:ln w="25400" cap="rnd" cmpd="sng" algn="ctr">
                <a:solidFill>
                  <a:srgbClr val="FF0000"/>
                </a:solidFill>
                <a:prstDash val="solid"/>
                <a:tailEnd type="triangle"/>
              </a:ln>
              <a:effectLst/>
            </p:spPr>
          </p:cxnSp>
          <p:sp>
            <p:nvSpPr>
              <p:cNvPr id="121" name="TextBox 120">
                <a:extLst>
                  <a:ext uri="{FF2B5EF4-FFF2-40B4-BE49-F238E27FC236}">
                    <a16:creationId xmlns:a16="http://schemas.microsoft.com/office/drawing/2014/main" id="{1DF907A2-719D-F835-1E64-0C9E8C411A58}"/>
                  </a:ext>
                </a:extLst>
              </p:cNvPr>
              <p:cNvSpPr txBox="1"/>
              <p:nvPr/>
            </p:nvSpPr>
            <p:spPr>
              <a:xfrm rot="16200000">
                <a:off x="1816869" y="2224169"/>
                <a:ext cx="1023157"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Pre-Discharge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Path</a:t>
                </a:r>
                <a:endParaRPr kumimoji="0" lang="en-US" sz="1000" b="1" i="0" u="none" strike="noStrike" kern="0" cap="none" spc="0" normalizeH="0" baseline="-25000" noProof="0" smtClean="0">
                  <a:ln>
                    <a:noFill/>
                  </a:ln>
                  <a:solidFill>
                    <a:srgbClr val="00B05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122" name="TextBox 121">
                <a:extLst>
                  <a:ext uri="{FF2B5EF4-FFF2-40B4-BE49-F238E27FC236}">
                    <a16:creationId xmlns:a16="http://schemas.microsoft.com/office/drawing/2014/main" id="{56557DA1-E23B-ADA5-735C-C32103E75151}"/>
                  </a:ext>
                </a:extLst>
              </p:cNvPr>
              <p:cNvSpPr txBox="1"/>
              <p:nvPr/>
            </p:nvSpPr>
            <p:spPr>
              <a:xfrm>
                <a:off x="1083304" y="3702064"/>
                <a:ext cx="158907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 </a:t>
                </a: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NSO</a:t>
                </a:r>
              </a:p>
            </p:txBody>
          </p:sp>
          <p:cxnSp>
            <p:nvCxnSpPr>
              <p:cNvPr id="123" name="Straight Arrow Connector 122">
                <a:extLst>
                  <a:ext uri="{FF2B5EF4-FFF2-40B4-BE49-F238E27FC236}">
                    <a16:creationId xmlns:a16="http://schemas.microsoft.com/office/drawing/2014/main" id="{B2C2010F-F3F5-D7FF-D91B-47F268B69DBB}"/>
                  </a:ext>
                </a:extLst>
              </p:cNvPr>
              <p:cNvCxnSpPr/>
              <p:nvPr/>
            </p:nvCxnSpPr>
            <p:spPr>
              <a:xfrm>
                <a:off x="3566228" y="3636988"/>
                <a:ext cx="301062" cy="0"/>
              </a:xfrm>
              <a:prstGeom prst="straightConnector1">
                <a:avLst/>
              </a:prstGeom>
              <a:noFill/>
              <a:ln w="25400" cap="rnd" cmpd="sng" algn="ctr">
                <a:solidFill>
                  <a:srgbClr val="00407A"/>
                </a:solidFill>
                <a:prstDash val="solid"/>
                <a:headEnd type="none"/>
                <a:tailEnd type="none"/>
              </a:ln>
              <a:effectLst/>
            </p:spPr>
          </p:cxnSp>
          <p:cxnSp>
            <p:nvCxnSpPr>
              <p:cNvPr id="124" name="Straight Connector 123">
                <a:extLst>
                  <a:ext uri="{FF2B5EF4-FFF2-40B4-BE49-F238E27FC236}">
                    <a16:creationId xmlns:a16="http://schemas.microsoft.com/office/drawing/2014/main" id="{08C97B72-5A5F-E502-0FA4-039048928F5E}"/>
                  </a:ext>
                </a:extLst>
              </p:cNvPr>
              <p:cNvCxnSpPr/>
              <p:nvPr/>
            </p:nvCxnSpPr>
            <p:spPr>
              <a:xfrm flipH="1" flipV="1">
                <a:off x="3112511" y="2662741"/>
                <a:ext cx="58982" cy="0"/>
              </a:xfrm>
              <a:prstGeom prst="line">
                <a:avLst/>
              </a:prstGeom>
              <a:noFill/>
              <a:ln w="25400" cap="rnd" cmpd="sng" algn="ctr">
                <a:solidFill>
                  <a:srgbClr val="FF0000"/>
                </a:solidFill>
                <a:prstDash val="solid"/>
                <a:tailEnd type="triangle"/>
              </a:ln>
              <a:effectLst/>
            </p:spPr>
          </p:cxnSp>
          <p:cxnSp>
            <p:nvCxnSpPr>
              <p:cNvPr id="125" name="Straight Connector 124">
                <a:extLst>
                  <a:ext uri="{FF2B5EF4-FFF2-40B4-BE49-F238E27FC236}">
                    <a16:creationId xmlns:a16="http://schemas.microsoft.com/office/drawing/2014/main" id="{3FB0AC3C-27A0-4736-E476-5E2A4BA26A34}"/>
                  </a:ext>
                </a:extLst>
              </p:cNvPr>
              <p:cNvCxnSpPr/>
              <p:nvPr/>
            </p:nvCxnSpPr>
            <p:spPr>
              <a:xfrm flipV="1">
                <a:off x="2585306" y="2827834"/>
                <a:ext cx="124389" cy="2733"/>
              </a:xfrm>
              <a:prstGeom prst="line">
                <a:avLst/>
              </a:prstGeom>
              <a:noFill/>
              <a:ln w="25400" cap="rnd" cmpd="sng" algn="ctr">
                <a:solidFill>
                  <a:srgbClr val="00B050"/>
                </a:solidFill>
                <a:prstDash val="solid"/>
                <a:tailEnd type="triangle"/>
              </a:ln>
              <a:effectLst/>
            </p:spPr>
          </p:cxnSp>
          <p:sp>
            <p:nvSpPr>
              <p:cNvPr id="126" name="Oval 125">
                <a:extLst>
                  <a:ext uri="{FF2B5EF4-FFF2-40B4-BE49-F238E27FC236}">
                    <a16:creationId xmlns:a16="http://schemas.microsoft.com/office/drawing/2014/main" id="{1D7D4920-C05B-603B-7F70-19155BFFB698}"/>
                  </a:ext>
                </a:extLst>
              </p:cNvPr>
              <p:cNvSpPr/>
              <p:nvPr/>
            </p:nvSpPr>
            <p:spPr>
              <a:xfrm>
                <a:off x="3489843" y="2680279"/>
                <a:ext cx="73152" cy="72423"/>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27" name="Oval 126">
                <a:extLst>
                  <a:ext uri="{FF2B5EF4-FFF2-40B4-BE49-F238E27FC236}">
                    <a16:creationId xmlns:a16="http://schemas.microsoft.com/office/drawing/2014/main" id="{045DBB91-AE72-1146-F5CE-5E6F3730587D}"/>
                  </a:ext>
                </a:extLst>
              </p:cNvPr>
              <p:cNvSpPr/>
              <p:nvPr/>
            </p:nvSpPr>
            <p:spPr>
              <a:xfrm>
                <a:off x="2806489" y="2675255"/>
                <a:ext cx="73152" cy="72423"/>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28" name="Freeform 128">
                <a:extLst>
                  <a:ext uri="{FF2B5EF4-FFF2-40B4-BE49-F238E27FC236}">
                    <a16:creationId xmlns:a16="http://schemas.microsoft.com/office/drawing/2014/main" id="{1178CC89-B42D-1A39-90CD-E9BA9E64EBF6}"/>
                  </a:ext>
                </a:extLst>
              </p:cNvPr>
              <p:cNvSpPr/>
              <p:nvPr/>
            </p:nvSpPr>
            <p:spPr>
              <a:xfrm rot="10800000" flipH="1">
                <a:off x="3252732" y="1465011"/>
                <a:ext cx="904736" cy="483780"/>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67040 w 1047232"/>
                  <a:gd name="connsiteY7" fmla="*/ 914661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67040 w 1047232"/>
                  <a:gd name="connsiteY7" fmla="*/ 914661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49972 w 1047232"/>
                  <a:gd name="connsiteY7" fmla="*/ 93832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95252 h 1095252"/>
                  <a:gd name="connsiteX1" fmla="*/ 247569 w 1047232"/>
                  <a:gd name="connsiteY1" fmla="*/ 101373 h 1095252"/>
                  <a:gd name="connsiteX2" fmla="*/ 347582 w 1047232"/>
                  <a:gd name="connsiteY2" fmla="*/ 27328 h 1095252"/>
                  <a:gd name="connsiteX3" fmla="*/ 434202 w 1047232"/>
                  <a:gd name="connsiteY3" fmla="*/ 51083 h 1095252"/>
                  <a:gd name="connsiteX4" fmla="*/ 480890 w 1047232"/>
                  <a:gd name="connsiteY4" fmla="*/ 136691 h 1095252"/>
                  <a:gd name="connsiteX5" fmla="*/ 531737 w 1047232"/>
                  <a:gd name="connsiteY5" fmla="*/ 308403 h 1095252"/>
                  <a:gd name="connsiteX6" fmla="*/ 649972 w 1047232"/>
                  <a:gd name="connsiteY6" fmla="*/ 955541 h 1095252"/>
                  <a:gd name="connsiteX7" fmla="*/ 790090 w 1047232"/>
                  <a:gd name="connsiteY7" fmla="*/ 1074942 h 1095252"/>
                  <a:gd name="connsiteX8" fmla="*/ 879717 w 1047232"/>
                  <a:gd name="connsiteY8" fmla="*/ 909873 h 1095252"/>
                  <a:gd name="connsiteX9" fmla="*/ 1047232 w 1047232"/>
                  <a:gd name="connsiteY9" fmla="*/ 17219 h 1095252"/>
                  <a:gd name="connsiteX0" fmla="*/ 0 w 1024475"/>
                  <a:gd name="connsiteY0" fmla="*/ 1095252 h 1095252"/>
                  <a:gd name="connsiteX1" fmla="*/ 224812 w 1024475"/>
                  <a:gd name="connsiteY1" fmla="*/ 101373 h 1095252"/>
                  <a:gd name="connsiteX2" fmla="*/ 324825 w 1024475"/>
                  <a:gd name="connsiteY2" fmla="*/ 27328 h 1095252"/>
                  <a:gd name="connsiteX3" fmla="*/ 411445 w 1024475"/>
                  <a:gd name="connsiteY3" fmla="*/ 51083 h 1095252"/>
                  <a:gd name="connsiteX4" fmla="*/ 458133 w 1024475"/>
                  <a:gd name="connsiteY4" fmla="*/ 136691 h 1095252"/>
                  <a:gd name="connsiteX5" fmla="*/ 508980 w 1024475"/>
                  <a:gd name="connsiteY5" fmla="*/ 308403 h 1095252"/>
                  <a:gd name="connsiteX6" fmla="*/ 627215 w 1024475"/>
                  <a:gd name="connsiteY6" fmla="*/ 955541 h 1095252"/>
                  <a:gd name="connsiteX7" fmla="*/ 767333 w 1024475"/>
                  <a:gd name="connsiteY7" fmla="*/ 1074942 h 1095252"/>
                  <a:gd name="connsiteX8" fmla="*/ 856960 w 1024475"/>
                  <a:gd name="connsiteY8" fmla="*/ 909873 h 1095252"/>
                  <a:gd name="connsiteX9" fmla="*/ 1024475 w 1024475"/>
                  <a:gd name="connsiteY9" fmla="*/ 17219 h 1095252"/>
                  <a:gd name="connsiteX0" fmla="*/ 0 w 1024475"/>
                  <a:gd name="connsiteY0" fmla="*/ 1095252 h 1095252"/>
                  <a:gd name="connsiteX1" fmla="*/ 224812 w 1024475"/>
                  <a:gd name="connsiteY1" fmla="*/ 101373 h 1095252"/>
                  <a:gd name="connsiteX2" fmla="*/ 324825 w 1024475"/>
                  <a:gd name="connsiteY2" fmla="*/ 27328 h 1095252"/>
                  <a:gd name="connsiteX3" fmla="*/ 411445 w 1024475"/>
                  <a:gd name="connsiteY3" fmla="*/ 51083 h 1095252"/>
                  <a:gd name="connsiteX4" fmla="*/ 508980 w 1024475"/>
                  <a:gd name="connsiteY4" fmla="*/ 308403 h 1095252"/>
                  <a:gd name="connsiteX5" fmla="*/ 627215 w 1024475"/>
                  <a:gd name="connsiteY5" fmla="*/ 955541 h 1095252"/>
                  <a:gd name="connsiteX6" fmla="*/ 767333 w 1024475"/>
                  <a:gd name="connsiteY6" fmla="*/ 1074942 h 1095252"/>
                  <a:gd name="connsiteX7" fmla="*/ 856960 w 1024475"/>
                  <a:gd name="connsiteY7" fmla="*/ 909873 h 1095252"/>
                  <a:gd name="connsiteX8" fmla="*/ 1024475 w 1024475"/>
                  <a:gd name="connsiteY8" fmla="*/ 17219 h 1095252"/>
                  <a:gd name="connsiteX0" fmla="*/ 0 w 1024475"/>
                  <a:gd name="connsiteY0" fmla="*/ 1097875 h 1097875"/>
                  <a:gd name="connsiteX1" fmla="*/ 224812 w 1024475"/>
                  <a:gd name="connsiteY1" fmla="*/ 103996 h 1097875"/>
                  <a:gd name="connsiteX2" fmla="*/ 411445 w 1024475"/>
                  <a:gd name="connsiteY2" fmla="*/ 53706 h 1097875"/>
                  <a:gd name="connsiteX3" fmla="*/ 508980 w 1024475"/>
                  <a:gd name="connsiteY3" fmla="*/ 311026 h 1097875"/>
                  <a:gd name="connsiteX4" fmla="*/ 627215 w 1024475"/>
                  <a:gd name="connsiteY4" fmla="*/ 958164 h 1097875"/>
                  <a:gd name="connsiteX5" fmla="*/ 767333 w 1024475"/>
                  <a:gd name="connsiteY5" fmla="*/ 1077565 h 1097875"/>
                  <a:gd name="connsiteX6" fmla="*/ 856960 w 1024475"/>
                  <a:gd name="connsiteY6" fmla="*/ 912496 h 1097875"/>
                  <a:gd name="connsiteX7" fmla="*/ 1024475 w 1024475"/>
                  <a:gd name="connsiteY7" fmla="*/ 19842 h 1097875"/>
                  <a:gd name="connsiteX0" fmla="*/ 0 w 1024475"/>
                  <a:gd name="connsiteY0" fmla="*/ 1139077 h 1139077"/>
                  <a:gd name="connsiteX1" fmla="*/ 224812 w 1024475"/>
                  <a:gd name="connsiteY1" fmla="*/ 145198 h 1139077"/>
                  <a:gd name="connsiteX2" fmla="*/ 411445 w 1024475"/>
                  <a:gd name="connsiteY2" fmla="*/ 94908 h 1139077"/>
                  <a:gd name="connsiteX3" fmla="*/ 627215 w 1024475"/>
                  <a:gd name="connsiteY3" fmla="*/ 999366 h 1139077"/>
                  <a:gd name="connsiteX4" fmla="*/ 767333 w 1024475"/>
                  <a:gd name="connsiteY4" fmla="*/ 1118767 h 1139077"/>
                  <a:gd name="connsiteX5" fmla="*/ 856960 w 1024475"/>
                  <a:gd name="connsiteY5" fmla="*/ 953698 h 1139077"/>
                  <a:gd name="connsiteX6" fmla="*/ 1024475 w 1024475"/>
                  <a:gd name="connsiteY6" fmla="*/ 61044 h 113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4475" h="1139077">
                    <a:moveTo>
                      <a:pt x="0" y="1139077"/>
                    </a:moveTo>
                    <a:cubicBezTo>
                      <a:pt x="51577" y="932019"/>
                      <a:pt x="156238" y="319226"/>
                      <a:pt x="224812" y="145198"/>
                    </a:cubicBezTo>
                    <a:cubicBezTo>
                      <a:pt x="293386" y="-28830"/>
                      <a:pt x="344378" y="-47453"/>
                      <a:pt x="411445" y="94908"/>
                    </a:cubicBezTo>
                    <a:cubicBezTo>
                      <a:pt x="478512" y="237269"/>
                      <a:pt x="567900" y="828723"/>
                      <a:pt x="627215" y="999366"/>
                    </a:cubicBezTo>
                    <a:cubicBezTo>
                      <a:pt x="686530" y="1170009"/>
                      <a:pt x="729042" y="1126378"/>
                      <a:pt x="767333" y="1118767"/>
                    </a:cubicBezTo>
                    <a:cubicBezTo>
                      <a:pt x="805624" y="1111156"/>
                      <a:pt x="817019" y="1130797"/>
                      <a:pt x="856960" y="953698"/>
                    </a:cubicBezTo>
                    <a:cubicBezTo>
                      <a:pt x="896009" y="791174"/>
                      <a:pt x="999252" y="204032"/>
                      <a:pt x="1024475" y="61044"/>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129" name="Straight Connector 128">
                <a:extLst>
                  <a:ext uri="{FF2B5EF4-FFF2-40B4-BE49-F238E27FC236}">
                    <a16:creationId xmlns:a16="http://schemas.microsoft.com/office/drawing/2014/main" id="{547F9DB6-DE0F-2C2F-2EBC-82DE792861BA}"/>
                  </a:ext>
                </a:extLst>
              </p:cNvPr>
              <p:cNvCxnSpPr/>
              <p:nvPr/>
            </p:nvCxnSpPr>
            <p:spPr>
              <a:xfrm>
                <a:off x="3197389" y="2263470"/>
                <a:ext cx="839348" cy="0"/>
              </a:xfrm>
              <a:prstGeom prst="line">
                <a:avLst/>
              </a:prstGeom>
              <a:noFill/>
              <a:ln w="12700" cap="flat" cmpd="sng" algn="ctr">
                <a:solidFill>
                  <a:srgbClr val="FFFFFF">
                    <a:lumMod val="50000"/>
                  </a:srgbClr>
                </a:solidFill>
                <a:prstDash val="solid"/>
              </a:ln>
              <a:effectLst/>
            </p:spPr>
          </p:cxnSp>
          <p:sp>
            <p:nvSpPr>
              <p:cNvPr id="130" name="TextBox 129">
                <a:extLst>
                  <a:ext uri="{FF2B5EF4-FFF2-40B4-BE49-F238E27FC236}">
                    <a16:creationId xmlns:a16="http://schemas.microsoft.com/office/drawing/2014/main" id="{F6C23881-BFB5-B64C-5B54-FA996EF2B2DC}"/>
                  </a:ext>
                </a:extLst>
              </p:cNvPr>
              <p:cNvSpPr txBox="1"/>
              <p:nvPr/>
            </p:nvSpPr>
            <p:spPr>
              <a:xfrm rot="4310628">
                <a:off x="3493273" y="2213725"/>
                <a:ext cx="967193" cy="3847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9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O_PD_NSO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31" name="Freeform 131">
                <a:extLst>
                  <a:ext uri="{FF2B5EF4-FFF2-40B4-BE49-F238E27FC236}">
                    <a16:creationId xmlns:a16="http://schemas.microsoft.com/office/drawing/2014/main" id="{3F26AB33-5DB4-5EB4-B86D-3F4A1DCC9298}"/>
                  </a:ext>
                </a:extLst>
              </p:cNvPr>
              <p:cNvSpPr/>
              <p:nvPr/>
            </p:nvSpPr>
            <p:spPr>
              <a:xfrm>
                <a:off x="1197882" y="3128525"/>
                <a:ext cx="1052694" cy="474228"/>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11763 w 1058995"/>
                  <a:gd name="connsiteY0" fmla="*/ 1078033 h 1115365"/>
                  <a:gd name="connsiteX1" fmla="*/ 10409 w 1058995"/>
                  <a:gd name="connsiteY1" fmla="*/ 1062839 h 1115365"/>
                  <a:gd name="connsiteX2" fmla="*/ 156256 w 1058995"/>
                  <a:gd name="connsiteY2" fmla="*/ 417980 h 1115365"/>
                  <a:gd name="connsiteX3" fmla="*/ 259332 w 1058995"/>
                  <a:gd name="connsiteY3" fmla="*/ 84154 h 1115365"/>
                  <a:gd name="connsiteX4" fmla="*/ 359345 w 1058995"/>
                  <a:gd name="connsiteY4" fmla="*/ 10109 h 1115365"/>
                  <a:gd name="connsiteX5" fmla="*/ 445965 w 1058995"/>
                  <a:gd name="connsiteY5" fmla="*/ 33864 h 1115365"/>
                  <a:gd name="connsiteX6" fmla="*/ 492653 w 1058995"/>
                  <a:gd name="connsiteY6" fmla="*/ 119472 h 1115365"/>
                  <a:gd name="connsiteX7" fmla="*/ 543500 w 1058995"/>
                  <a:gd name="connsiteY7" fmla="*/ 291184 h 1115365"/>
                  <a:gd name="connsiteX8" fmla="*/ 718626 w 1058995"/>
                  <a:gd name="connsiteY8" fmla="*/ 914662 h 1115365"/>
                  <a:gd name="connsiteX9" fmla="*/ 801853 w 1058995"/>
                  <a:gd name="connsiteY9" fmla="*/ 1057723 h 1115365"/>
                  <a:gd name="connsiteX10" fmla="*/ 891480 w 1058995"/>
                  <a:gd name="connsiteY10" fmla="*/ 892654 h 1115365"/>
                  <a:gd name="connsiteX11" fmla="*/ 1058995 w 1058995"/>
                  <a:gd name="connsiteY11" fmla="*/ 0 h 1115365"/>
                  <a:gd name="connsiteX0" fmla="*/ 69273 w 1116505"/>
                  <a:gd name="connsiteY0" fmla="*/ 1078033 h 1091803"/>
                  <a:gd name="connsiteX1" fmla="*/ 67919 w 1116505"/>
                  <a:gd name="connsiteY1" fmla="*/ 1062839 h 1091803"/>
                  <a:gd name="connsiteX2" fmla="*/ 213766 w 1116505"/>
                  <a:gd name="connsiteY2" fmla="*/ 417980 h 1091803"/>
                  <a:gd name="connsiteX3" fmla="*/ 316842 w 1116505"/>
                  <a:gd name="connsiteY3" fmla="*/ 84154 h 1091803"/>
                  <a:gd name="connsiteX4" fmla="*/ 416855 w 1116505"/>
                  <a:gd name="connsiteY4" fmla="*/ 10109 h 1091803"/>
                  <a:gd name="connsiteX5" fmla="*/ 503475 w 1116505"/>
                  <a:gd name="connsiteY5" fmla="*/ 33864 h 1091803"/>
                  <a:gd name="connsiteX6" fmla="*/ 550163 w 1116505"/>
                  <a:gd name="connsiteY6" fmla="*/ 119472 h 1091803"/>
                  <a:gd name="connsiteX7" fmla="*/ 601010 w 1116505"/>
                  <a:gd name="connsiteY7" fmla="*/ 291184 h 1091803"/>
                  <a:gd name="connsiteX8" fmla="*/ 776136 w 1116505"/>
                  <a:gd name="connsiteY8" fmla="*/ 914662 h 1091803"/>
                  <a:gd name="connsiteX9" fmla="*/ 859363 w 1116505"/>
                  <a:gd name="connsiteY9" fmla="*/ 1057723 h 1091803"/>
                  <a:gd name="connsiteX10" fmla="*/ 948990 w 1116505"/>
                  <a:gd name="connsiteY10" fmla="*/ 892654 h 1091803"/>
                  <a:gd name="connsiteX11" fmla="*/ 1116505 w 1116505"/>
                  <a:gd name="connsiteY11" fmla="*/ 0 h 1091803"/>
                  <a:gd name="connsiteX0" fmla="*/ 130762 w 1177994"/>
                  <a:gd name="connsiteY0" fmla="*/ 1078033 h 1119282"/>
                  <a:gd name="connsiteX1" fmla="*/ 0 w 1177994"/>
                  <a:gd name="connsiteY1" fmla="*/ 1089665 h 1119282"/>
                  <a:gd name="connsiteX2" fmla="*/ 129408 w 1177994"/>
                  <a:gd name="connsiteY2" fmla="*/ 1062839 h 1119282"/>
                  <a:gd name="connsiteX3" fmla="*/ 275255 w 1177994"/>
                  <a:gd name="connsiteY3" fmla="*/ 417980 h 1119282"/>
                  <a:gd name="connsiteX4" fmla="*/ 378331 w 1177994"/>
                  <a:gd name="connsiteY4" fmla="*/ 84154 h 1119282"/>
                  <a:gd name="connsiteX5" fmla="*/ 478344 w 1177994"/>
                  <a:gd name="connsiteY5" fmla="*/ 10109 h 1119282"/>
                  <a:gd name="connsiteX6" fmla="*/ 564964 w 1177994"/>
                  <a:gd name="connsiteY6" fmla="*/ 33864 h 1119282"/>
                  <a:gd name="connsiteX7" fmla="*/ 611652 w 1177994"/>
                  <a:gd name="connsiteY7" fmla="*/ 119472 h 1119282"/>
                  <a:gd name="connsiteX8" fmla="*/ 662499 w 1177994"/>
                  <a:gd name="connsiteY8" fmla="*/ 291184 h 1119282"/>
                  <a:gd name="connsiteX9" fmla="*/ 837625 w 1177994"/>
                  <a:gd name="connsiteY9" fmla="*/ 914662 h 1119282"/>
                  <a:gd name="connsiteX10" fmla="*/ 920852 w 1177994"/>
                  <a:gd name="connsiteY10" fmla="*/ 1057723 h 1119282"/>
                  <a:gd name="connsiteX11" fmla="*/ 1010479 w 1177994"/>
                  <a:gd name="connsiteY11" fmla="*/ 892654 h 1119282"/>
                  <a:gd name="connsiteX12" fmla="*/ 1177994 w 1177994"/>
                  <a:gd name="connsiteY12" fmla="*/ 0 h 1119282"/>
                  <a:gd name="connsiteX0" fmla="*/ 178693 w 1225925"/>
                  <a:gd name="connsiteY0" fmla="*/ 1078033 h 1099355"/>
                  <a:gd name="connsiteX1" fmla="*/ 0 w 1225925"/>
                  <a:gd name="connsiteY1" fmla="*/ 1000241 h 1099355"/>
                  <a:gd name="connsiteX2" fmla="*/ 177339 w 1225925"/>
                  <a:gd name="connsiteY2" fmla="*/ 1062839 h 1099355"/>
                  <a:gd name="connsiteX3" fmla="*/ 323186 w 1225925"/>
                  <a:gd name="connsiteY3" fmla="*/ 417980 h 1099355"/>
                  <a:gd name="connsiteX4" fmla="*/ 426262 w 1225925"/>
                  <a:gd name="connsiteY4" fmla="*/ 84154 h 1099355"/>
                  <a:gd name="connsiteX5" fmla="*/ 526275 w 1225925"/>
                  <a:gd name="connsiteY5" fmla="*/ 10109 h 1099355"/>
                  <a:gd name="connsiteX6" fmla="*/ 612895 w 1225925"/>
                  <a:gd name="connsiteY6" fmla="*/ 33864 h 1099355"/>
                  <a:gd name="connsiteX7" fmla="*/ 659583 w 1225925"/>
                  <a:gd name="connsiteY7" fmla="*/ 119472 h 1099355"/>
                  <a:gd name="connsiteX8" fmla="*/ 710430 w 1225925"/>
                  <a:gd name="connsiteY8" fmla="*/ 291184 h 1099355"/>
                  <a:gd name="connsiteX9" fmla="*/ 885556 w 1225925"/>
                  <a:gd name="connsiteY9" fmla="*/ 914662 h 1099355"/>
                  <a:gd name="connsiteX10" fmla="*/ 968783 w 1225925"/>
                  <a:gd name="connsiteY10" fmla="*/ 1057723 h 1099355"/>
                  <a:gd name="connsiteX11" fmla="*/ 1058410 w 1225925"/>
                  <a:gd name="connsiteY11" fmla="*/ 892654 h 1099355"/>
                  <a:gd name="connsiteX12" fmla="*/ 1225925 w 1225925"/>
                  <a:gd name="connsiteY12" fmla="*/ 0 h 1099355"/>
                  <a:gd name="connsiteX0" fmla="*/ 182337 w 1229569"/>
                  <a:gd name="connsiteY0" fmla="*/ 1078033 h 1100499"/>
                  <a:gd name="connsiteX1" fmla="*/ 65954 w 1229569"/>
                  <a:gd name="connsiteY1" fmla="*/ 1071780 h 1100499"/>
                  <a:gd name="connsiteX2" fmla="*/ 3644 w 1229569"/>
                  <a:gd name="connsiteY2" fmla="*/ 1000241 h 1100499"/>
                  <a:gd name="connsiteX3" fmla="*/ 180983 w 1229569"/>
                  <a:gd name="connsiteY3" fmla="*/ 1062839 h 1100499"/>
                  <a:gd name="connsiteX4" fmla="*/ 326830 w 1229569"/>
                  <a:gd name="connsiteY4" fmla="*/ 417980 h 1100499"/>
                  <a:gd name="connsiteX5" fmla="*/ 429906 w 1229569"/>
                  <a:gd name="connsiteY5" fmla="*/ 84154 h 1100499"/>
                  <a:gd name="connsiteX6" fmla="*/ 529919 w 1229569"/>
                  <a:gd name="connsiteY6" fmla="*/ 10109 h 1100499"/>
                  <a:gd name="connsiteX7" fmla="*/ 616539 w 1229569"/>
                  <a:gd name="connsiteY7" fmla="*/ 33864 h 1100499"/>
                  <a:gd name="connsiteX8" fmla="*/ 663227 w 1229569"/>
                  <a:gd name="connsiteY8" fmla="*/ 119472 h 1100499"/>
                  <a:gd name="connsiteX9" fmla="*/ 714074 w 1229569"/>
                  <a:gd name="connsiteY9" fmla="*/ 291184 h 1100499"/>
                  <a:gd name="connsiteX10" fmla="*/ 889200 w 1229569"/>
                  <a:gd name="connsiteY10" fmla="*/ 914662 h 1100499"/>
                  <a:gd name="connsiteX11" fmla="*/ 972427 w 1229569"/>
                  <a:gd name="connsiteY11" fmla="*/ 1057723 h 1100499"/>
                  <a:gd name="connsiteX12" fmla="*/ 1062054 w 1229569"/>
                  <a:gd name="connsiteY12" fmla="*/ 892654 h 1100499"/>
                  <a:gd name="connsiteX13" fmla="*/ 1229569 w 1229569"/>
                  <a:gd name="connsiteY13" fmla="*/ 0 h 1100499"/>
                  <a:gd name="connsiteX0" fmla="*/ 182958 w 1230190"/>
                  <a:gd name="connsiteY0" fmla="*/ 1078033 h 1100499"/>
                  <a:gd name="connsiteX1" fmla="*/ 56989 w 1230190"/>
                  <a:gd name="connsiteY1" fmla="*/ 1089664 h 1100499"/>
                  <a:gd name="connsiteX2" fmla="*/ 4265 w 1230190"/>
                  <a:gd name="connsiteY2" fmla="*/ 1000241 h 1100499"/>
                  <a:gd name="connsiteX3" fmla="*/ 181604 w 1230190"/>
                  <a:gd name="connsiteY3" fmla="*/ 1062839 h 1100499"/>
                  <a:gd name="connsiteX4" fmla="*/ 327451 w 1230190"/>
                  <a:gd name="connsiteY4" fmla="*/ 417980 h 1100499"/>
                  <a:gd name="connsiteX5" fmla="*/ 430527 w 1230190"/>
                  <a:gd name="connsiteY5" fmla="*/ 84154 h 1100499"/>
                  <a:gd name="connsiteX6" fmla="*/ 530540 w 1230190"/>
                  <a:gd name="connsiteY6" fmla="*/ 10109 h 1100499"/>
                  <a:gd name="connsiteX7" fmla="*/ 617160 w 1230190"/>
                  <a:gd name="connsiteY7" fmla="*/ 33864 h 1100499"/>
                  <a:gd name="connsiteX8" fmla="*/ 663848 w 1230190"/>
                  <a:gd name="connsiteY8" fmla="*/ 119472 h 1100499"/>
                  <a:gd name="connsiteX9" fmla="*/ 714695 w 1230190"/>
                  <a:gd name="connsiteY9" fmla="*/ 291184 h 1100499"/>
                  <a:gd name="connsiteX10" fmla="*/ 889821 w 1230190"/>
                  <a:gd name="connsiteY10" fmla="*/ 914662 h 1100499"/>
                  <a:gd name="connsiteX11" fmla="*/ 973048 w 1230190"/>
                  <a:gd name="connsiteY11" fmla="*/ 1057723 h 1100499"/>
                  <a:gd name="connsiteX12" fmla="*/ 1062675 w 1230190"/>
                  <a:gd name="connsiteY12" fmla="*/ 892654 h 1100499"/>
                  <a:gd name="connsiteX13" fmla="*/ 1230190 w 1230190"/>
                  <a:gd name="connsiteY13" fmla="*/ 0 h 1100499"/>
                  <a:gd name="connsiteX0" fmla="*/ 182958 w 1230190"/>
                  <a:gd name="connsiteY0" fmla="*/ 1078033 h 1092838"/>
                  <a:gd name="connsiteX1" fmla="*/ 56989 w 1230190"/>
                  <a:gd name="connsiteY1" fmla="*/ 1089664 h 1092838"/>
                  <a:gd name="connsiteX2" fmla="*/ 4265 w 1230190"/>
                  <a:gd name="connsiteY2" fmla="*/ 937645 h 1092838"/>
                  <a:gd name="connsiteX3" fmla="*/ 181604 w 1230190"/>
                  <a:gd name="connsiteY3" fmla="*/ 1062839 h 1092838"/>
                  <a:gd name="connsiteX4" fmla="*/ 327451 w 1230190"/>
                  <a:gd name="connsiteY4" fmla="*/ 417980 h 1092838"/>
                  <a:gd name="connsiteX5" fmla="*/ 430527 w 1230190"/>
                  <a:gd name="connsiteY5" fmla="*/ 84154 h 1092838"/>
                  <a:gd name="connsiteX6" fmla="*/ 530540 w 1230190"/>
                  <a:gd name="connsiteY6" fmla="*/ 10109 h 1092838"/>
                  <a:gd name="connsiteX7" fmla="*/ 617160 w 1230190"/>
                  <a:gd name="connsiteY7" fmla="*/ 33864 h 1092838"/>
                  <a:gd name="connsiteX8" fmla="*/ 663848 w 1230190"/>
                  <a:gd name="connsiteY8" fmla="*/ 119472 h 1092838"/>
                  <a:gd name="connsiteX9" fmla="*/ 714695 w 1230190"/>
                  <a:gd name="connsiteY9" fmla="*/ 291184 h 1092838"/>
                  <a:gd name="connsiteX10" fmla="*/ 889821 w 1230190"/>
                  <a:gd name="connsiteY10" fmla="*/ 914662 h 1092838"/>
                  <a:gd name="connsiteX11" fmla="*/ 973048 w 1230190"/>
                  <a:gd name="connsiteY11" fmla="*/ 1057723 h 1092838"/>
                  <a:gd name="connsiteX12" fmla="*/ 1062675 w 1230190"/>
                  <a:gd name="connsiteY12" fmla="*/ 892654 h 1092838"/>
                  <a:gd name="connsiteX13" fmla="*/ 1230190 w 1230190"/>
                  <a:gd name="connsiteY13" fmla="*/ 0 h 1092838"/>
                  <a:gd name="connsiteX0" fmla="*/ 178693 w 1225925"/>
                  <a:gd name="connsiteY0" fmla="*/ 1078033 h 1092838"/>
                  <a:gd name="connsiteX1" fmla="*/ 0 w 1225925"/>
                  <a:gd name="connsiteY1" fmla="*/ 937645 h 1092838"/>
                  <a:gd name="connsiteX2" fmla="*/ 177339 w 1225925"/>
                  <a:gd name="connsiteY2" fmla="*/ 1062839 h 1092838"/>
                  <a:gd name="connsiteX3" fmla="*/ 323186 w 1225925"/>
                  <a:gd name="connsiteY3" fmla="*/ 417980 h 1092838"/>
                  <a:gd name="connsiteX4" fmla="*/ 426262 w 1225925"/>
                  <a:gd name="connsiteY4" fmla="*/ 84154 h 1092838"/>
                  <a:gd name="connsiteX5" fmla="*/ 526275 w 1225925"/>
                  <a:gd name="connsiteY5" fmla="*/ 10109 h 1092838"/>
                  <a:gd name="connsiteX6" fmla="*/ 612895 w 1225925"/>
                  <a:gd name="connsiteY6" fmla="*/ 33864 h 1092838"/>
                  <a:gd name="connsiteX7" fmla="*/ 659583 w 1225925"/>
                  <a:gd name="connsiteY7" fmla="*/ 119472 h 1092838"/>
                  <a:gd name="connsiteX8" fmla="*/ 710430 w 1225925"/>
                  <a:gd name="connsiteY8" fmla="*/ 291184 h 1092838"/>
                  <a:gd name="connsiteX9" fmla="*/ 885556 w 1225925"/>
                  <a:gd name="connsiteY9" fmla="*/ 914662 h 1092838"/>
                  <a:gd name="connsiteX10" fmla="*/ 968783 w 1225925"/>
                  <a:gd name="connsiteY10" fmla="*/ 1057723 h 1092838"/>
                  <a:gd name="connsiteX11" fmla="*/ 1058410 w 1225925"/>
                  <a:gd name="connsiteY11" fmla="*/ 892654 h 1092838"/>
                  <a:gd name="connsiteX12" fmla="*/ 1225925 w 1225925"/>
                  <a:gd name="connsiteY12" fmla="*/ 0 h 1092838"/>
                  <a:gd name="connsiteX0" fmla="*/ 178693 w 1225925"/>
                  <a:gd name="connsiteY0" fmla="*/ 1078033 h 1078032"/>
                  <a:gd name="connsiteX1" fmla="*/ 0 w 1225925"/>
                  <a:gd name="connsiteY1" fmla="*/ 937645 h 1078032"/>
                  <a:gd name="connsiteX2" fmla="*/ 323186 w 1225925"/>
                  <a:gd name="connsiteY2" fmla="*/ 417980 h 1078032"/>
                  <a:gd name="connsiteX3" fmla="*/ 426262 w 1225925"/>
                  <a:gd name="connsiteY3" fmla="*/ 84154 h 1078032"/>
                  <a:gd name="connsiteX4" fmla="*/ 526275 w 1225925"/>
                  <a:gd name="connsiteY4" fmla="*/ 10109 h 1078032"/>
                  <a:gd name="connsiteX5" fmla="*/ 612895 w 1225925"/>
                  <a:gd name="connsiteY5" fmla="*/ 33864 h 1078032"/>
                  <a:gd name="connsiteX6" fmla="*/ 659583 w 1225925"/>
                  <a:gd name="connsiteY6" fmla="*/ 119472 h 1078032"/>
                  <a:gd name="connsiteX7" fmla="*/ 710430 w 1225925"/>
                  <a:gd name="connsiteY7" fmla="*/ 291184 h 1078032"/>
                  <a:gd name="connsiteX8" fmla="*/ 885556 w 1225925"/>
                  <a:gd name="connsiteY8" fmla="*/ 914662 h 1078032"/>
                  <a:gd name="connsiteX9" fmla="*/ 968783 w 1225925"/>
                  <a:gd name="connsiteY9" fmla="*/ 1057723 h 1078032"/>
                  <a:gd name="connsiteX10" fmla="*/ 1058410 w 1225925"/>
                  <a:gd name="connsiteY10" fmla="*/ 892654 h 1078032"/>
                  <a:gd name="connsiteX11" fmla="*/ 1225925 w 1225925"/>
                  <a:gd name="connsiteY11" fmla="*/ 0 h 1078032"/>
                  <a:gd name="connsiteX0" fmla="*/ 19882 w 1067114"/>
                  <a:gd name="connsiteY0" fmla="*/ 1078033 h 1134429"/>
                  <a:gd name="connsiteX1" fmla="*/ 8944 w 1067114"/>
                  <a:gd name="connsiteY1" fmla="*/ 1134375 h 1134429"/>
                  <a:gd name="connsiteX2" fmla="*/ 164375 w 1067114"/>
                  <a:gd name="connsiteY2" fmla="*/ 417980 h 1134429"/>
                  <a:gd name="connsiteX3" fmla="*/ 267451 w 1067114"/>
                  <a:gd name="connsiteY3" fmla="*/ 84154 h 1134429"/>
                  <a:gd name="connsiteX4" fmla="*/ 367464 w 1067114"/>
                  <a:gd name="connsiteY4" fmla="*/ 10109 h 1134429"/>
                  <a:gd name="connsiteX5" fmla="*/ 454084 w 1067114"/>
                  <a:gd name="connsiteY5" fmla="*/ 33864 h 1134429"/>
                  <a:gd name="connsiteX6" fmla="*/ 500772 w 1067114"/>
                  <a:gd name="connsiteY6" fmla="*/ 119472 h 1134429"/>
                  <a:gd name="connsiteX7" fmla="*/ 551619 w 1067114"/>
                  <a:gd name="connsiteY7" fmla="*/ 291184 h 1134429"/>
                  <a:gd name="connsiteX8" fmla="*/ 726745 w 1067114"/>
                  <a:gd name="connsiteY8" fmla="*/ 914662 h 1134429"/>
                  <a:gd name="connsiteX9" fmla="*/ 809972 w 1067114"/>
                  <a:gd name="connsiteY9" fmla="*/ 1057723 h 1134429"/>
                  <a:gd name="connsiteX10" fmla="*/ 899599 w 1067114"/>
                  <a:gd name="connsiteY10" fmla="*/ 892654 h 1134429"/>
                  <a:gd name="connsiteX11" fmla="*/ 1067114 w 1067114"/>
                  <a:gd name="connsiteY11" fmla="*/ 0 h 1134429"/>
                  <a:gd name="connsiteX0" fmla="*/ 10428 w 1057660"/>
                  <a:gd name="connsiteY0" fmla="*/ 1078033 h 1286411"/>
                  <a:gd name="connsiteX1" fmla="*/ 47420 w 1057660"/>
                  <a:gd name="connsiteY1" fmla="*/ 1286392 h 1286411"/>
                  <a:gd name="connsiteX2" fmla="*/ 154921 w 1057660"/>
                  <a:gd name="connsiteY2" fmla="*/ 417980 h 1286411"/>
                  <a:gd name="connsiteX3" fmla="*/ 257997 w 1057660"/>
                  <a:gd name="connsiteY3" fmla="*/ 84154 h 1286411"/>
                  <a:gd name="connsiteX4" fmla="*/ 358010 w 1057660"/>
                  <a:gd name="connsiteY4" fmla="*/ 10109 h 1286411"/>
                  <a:gd name="connsiteX5" fmla="*/ 444630 w 1057660"/>
                  <a:gd name="connsiteY5" fmla="*/ 33864 h 1286411"/>
                  <a:gd name="connsiteX6" fmla="*/ 491318 w 1057660"/>
                  <a:gd name="connsiteY6" fmla="*/ 119472 h 1286411"/>
                  <a:gd name="connsiteX7" fmla="*/ 542165 w 1057660"/>
                  <a:gd name="connsiteY7" fmla="*/ 291184 h 1286411"/>
                  <a:gd name="connsiteX8" fmla="*/ 717291 w 1057660"/>
                  <a:gd name="connsiteY8" fmla="*/ 914662 h 1286411"/>
                  <a:gd name="connsiteX9" fmla="*/ 800518 w 1057660"/>
                  <a:gd name="connsiteY9" fmla="*/ 1057723 h 1286411"/>
                  <a:gd name="connsiteX10" fmla="*/ 890145 w 1057660"/>
                  <a:gd name="connsiteY10" fmla="*/ 892654 h 1286411"/>
                  <a:gd name="connsiteX11" fmla="*/ 1057660 w 1057660"/>
                  <a:gd name="connsiteY11" fmla="*/ 0 h 1286411"/>
                  <a:gd name="connsiteX0" fmla="*/ 3755 w 1228328"/>
                  <a:gd name="connsiteY0" fmla="*/ 1086976 h 1286411"/>
                  <a:gd name="connsiteX1" fmla="*/ 218088 w 1228328"/>
                  <a:gd name="connsiteY1" fmla="*/ 1286392 h 1286411"/>
                  <a:gd name="connsiteX2" fmla="*/ 325589 w 1228328"/>
                  <a:gd name="connsiteY2" fmla="*/ 417980 h 1286411"/>
                  <a:gd name="connsiteX3" fmla="*/ 428665 w 1228328"/>
                  <a:gd name="connsiteY3" fmla="*/ 84154 h 1286411"/>
                  <a:gd name="connsiteX4" fmla="*/ 528678 w 1228328"/>
                  <a:gd name="connsiteY4" fmla="*/ 10109 h 1286411"/>
                  <a:gd name="connsiteX5" fmla="*/ 615298 w 1228328"/>
                  <a:gd name="connsiteY5" fmla="*/ 33864 h 1286411"/>
                  <a:gd name="connsiteX6" fmla="*/ 661986 w 1228328"/>
                  <a:gd name="connsiteY6" fmla="*/ 119472 h 1286411"/>
                  <a:gd name="connsiteX7" fmla="*/ 712833 w 1228328"/>
                  <a:gd name="connsiteY7" fmla="*/ 291184 h 1286411"/>
                  <a:gd name="connsiteX8" fmla="*/ 887959 w 1228328"/>
                  <a:gd name="connsiteY8" fmla="*/ 914662 h 1286411"/>
                  <a:gd name="connsiteX9" fmla="*/ 971186 w 1228328"/>
                  <a:gd name="connsiteY9" fmla="*/ 1057723 h 1286411"/>
                  <a:gd name="connsiteX10" fmla="*/ 1060813 w 1228328"/>
                  <a:gd name="connsiteY10" fmla="*/ 892654 h 1286411"/>
                  <a:gd name="connsiteX11" fmla="*/ 1228328 w 1228328"/>
                  <a:gd name="connsiteY11" fmla="*/ 0 h 1286411"/>
                  <a:gd name="connsiteX0" fmla="*/ 4448 w 1229021"/>
                  <a:gd name="connsiteY0" fmla="*/ 1086976 h 1143371"/>
                  <a:gd name="connsiteX1" fmla="*/ 175644 w 1229021"/>
                  <a:gd name="connsiteY1" fmla="*/ 1143317 h 1143371"/>
                  <a:gd name="connsiteX2" fmla="*/ 326282 w 1229021"/>
                  <a:gd name="connsiteY2" fmla="*/ 417980 h 1143371"/>
                  <a:gd name="connsiteX3" fmla="*/ 429358 w 1229021"/>
                  <a:gd name="connsiteY3" fmla="*/ 84154 h 1143371"/>
                  <a:gd name="connsiteX4" fmla="*/ 529371 w 1229021"/>
                  <a:gd name="connsiteY4" fmla="*/ 10109 h 1143371"/>
                  <a:gd name="connsiteX5" fmla="*/ 615991 w 1229021"/>
                  <a:gd name="connsiteY5" fmla="*/ 33864 h 1143371"/>
                  <a:gd name="connsiteX6" fmla="*/ 662679 w 1229021"/>
                  <a:gd name="connsiteY6" fmla="*/ 119472 h 1143371"/>
                  <a:gd name="connsiteX7" fmla="*/ 713526 w 1229021"/>
                  <a:gd name="connsiteY7" fmla="*/ 291184 h 1143371"/>
                  <a:gd name="connsiteX8" fmla="*/ 888652 w 1229021"/>
                  <a:gd name="connsiteY8" fmla="*/ 914662 h 1143371"/>
                  <a:gd name="connsiteX9" fmla="*/ 971879 w 1229021"/>
                  <a:gd name="connsiteY9" fmla="*/ 1057723 h 1143371"/>
                  <a:gd name="connsiteX10" fmla="*/ 1061506 w 1229021"/>
                  <a:gd name="connsiteY10" fmla="*/ 892654 h 1143371"/>
                  <a:gd name="connsiteX11" fmla="*/ 1229021 w 1229021"/>
                  <a:gd name="connsiteY11" fmla="*/ 0 h 1143371"/>
                  <a:gd name="connsiteX0" fmla="*/ 4448 w 1229021"/>
                  <a:gd name="connsiteY0" fmla="*/ 1086976 h 1107637"/>
                  <a:gd name="connsiteX1" fmla="*/ 175644 w 1229021"/>
                  <a:gd name="connsiteY1" fmla="*/ 1107548 h 1107637"/>
                  <a:gd name="connsiteX2" fmla="*/ 326282 w 1229021"/>
                  <a:gd name="connsiteY2" fmla="*/ 417980 h 1107637"/>
                  <a:gd name="connsiteX3" fmla="*/ 429358 w 1229021"/>
                  <a:gd name="connsiteY3" fmla="*/ 84154 h 1107637"/>
                  <a:gd name="connsiteX4" fmla="*/ 529371 w 1229021"/>
                  <a:gd name="connsiteY4" fmla="*/ 10109 h 1107637"/>
                  <a:gd name="connsiteX5" fmla="*/ 615991 w 1229021"/>
                  <a:gd name="connsiteY5" fmla="*/ 33864 h 1107637"/>
                  <a:gd name="connsiteX6" fmla="*/ 662679 w 1229021"/>
                  <a:gd name="connsiteY6" fmla="*/ 119472 h 1107637"/>
                  <a:gd name="connsiteX7" fmla="*/ 713526 w 1229021"/>
                  <a:gd name="connsiteY7" fmla="*/ 291184 h 1107637"/>
                  <a:gd name="connsiteX8" fmla="*/ 888652 w 1229021"/>
                  <a:gd name="connsiteY8" fmla="*/ 914662 h 1107637"/>
                  <a:gd name="connsiteX9" fmla="*/ 971879 w 1229021"/>
                  <a:gd name="connsiteY9" fmla="*/ 1057723 h 1107637"/>
                  <a:gd name="connsiteX10" fmla="*/ 1061506 w 1229021"/>
                  <a:gd name="connsiteY10" fmla="*/ 892654 h 1107637"/>
                  <a:gd name="connsiteX11" fmla="*/ 1229021 w 1229021"/>
                  <a:gd name="connsiteY11" fmla="*/ 0 h 1107637"/>
                  <a:gd name="connsiteX0" fmla="*/ 0 w 1224573"/>
                  <a:gd name="connsiteY0" fmla="*/ 1086976 h 1153715"/>
                  <a:gd name="connsiteX1" fmla="*/ 80131 w 1224573"/>
                  <a:gd name="connsiteY1" fmla="*/ 1089664 h 1153715"/>
                  <a:gd name="connsiteX2" fmla="*/ 171196 w 1224573"/>
                  <a:gd name="connsiteY2" fmla="*/ 1107548 h 1153715"/>
                  <a:gd name="connsiteX3" fmla="*/ 321834 w 1224573"/>
                  <a:gd name="connsiteY3" fmla="*/ 417980 h 1153715"/>
                  <a:gd name="connsiteX4" fmla="*/ 424910 w 1224573"/>
                  <a:gd name="connsiteY4" fmla="*/ 84154 h 1153715"/>
                  <a:gd name="connsiteX5" fmla="*/ 524923 w 1224573"/>
                  <a:gd name="connsiteY5" fmla="*/ 10109 h 1153715"/>
                  <a:gd name="connsiteX6" fmla="*/ 611543 w 1224573"/>
                  <a:gd name="connsiteY6" fmla="*/ 33864 h 1153715"/>
                  <a:gd name="connsiteX7" fmla="*/ 658231 w 1224573"/>
                  <a:gd name="connsiteY7" fmla="*/ 119472 h 1153715"/>
                  <a:gd name="connsiteX8" fmla="*/ 709078 w 1224573"/>
                  <a:gd name="connsiteY8" fmla="*/ 291184 h 1153715"/>
                  <a:gd name="connsiteX9" fmla="*/ 884204 w 1224573"/>
                  <a:gd name="connsiteY9" fmla="*/ 914662 h 1153715"/>
                  <a:gd name="connsiteX10" fmla="*/ 967431 w 1224573"/>
                  <a:gd name="connsiteY10" fmla="*/ 1057723 h 1153715"/>
                  <a:gd name="connsiteX11" fmla="*/ 1057058 w 1224573"/>
                  <a:gd name="connsiteY11" fmla="*/ 892654 h 1153715"/>
                  <a:gd name="connsiteX12" fmla="*/ 1224573 w 1224573"/>
                  <a:gd name="connsiteY12" fmla="*/ 0 h 1153715"/>
                  <a:gd name="connsiteX0" fmla="*/ 7382 w 1231955"/>
                  <a:gd name="connsiteY0" fmla="*/ 1086976 h 1142952"/>
                  <a:gd name="connsiteX1" fmla="*/ 10824 w 1231955"/>
                  <a:gd name="connsiteY1" fmla="*/ 1027067 h 1142952"/>
                  <a:gd name="connsiteX2" fmla="*/ 178578 w 1231955"/>
                  <a:gd name="connsiteY2" fmla="*/ 1107548 h 1142952"/>
                  <a:gd name="connsiteX3" fmla="*/ 329216 w 1231955"/>
                  <a:gd name="connsiteY3" fmla="*/ 417980 h 1142952"/>
                  <a:gd name="connsiteX4" fmla="*/ 432292 w 1231955"/>
                  <a:gd name="connsiteY4" fmla="*/ 84154 h 1142952"/>
                  <a:gd name="connsiteX5" fmla="*/ 532305 w 1231955"/>
                  <a:gd name="connsiteY5" fmla="*/ 10109 h 1142952"/>
                  <a:gd name="connsiteX6" fmla="*/ 618925 w 1231955"/>
                  <a:gd name="connsiteY6" fmla="*/ 33864 h 1142952"/>
                  <a:gd name="connsiteX7" fmla="*/ 665613 w 1231955"/>
                  <a:gd name="connsiteY7" fmla="*/ 119472 h 1142952"/>
                  <a:gd name="connsiteX8" fmla="*/ 716460 w 1231955"/>
                  <a:gd name="connsiteY8" fmla="*/ 291184 h 1142952"/>
                  <a:gd name="connsiteX9" fmla="*/ 891586 w 1231955"/>
                  <a:gd name="connsiteY9" fmla="*/ 914662 h 1142952"/>
                  <a:gd name="connsiteX10" fmla="*/ 974813 w 1231955"/>
                  <a:gd name="connsiteY10" fmla="*/ 1057723 h 1142952"/>
                  <a:gd name="connsiteX11" fmla="*/ 1064440 w 1231955"/>
                  <a:gd name="connsiteY11" fmla="*/ 892654 h 1142952"/>
                  <a:gd name="connsiteX12" fmla="*/ 1231955 w 1231955"/>
                  <a:gd name="connsiteY12" fmla="*/ 0 h 1142952"/>
                  <a:gd name="connsiteX0" fmla="*/ 28081 w 1252654"/>
                  <a:gd name="connsiteY0" fmla="*/ 1086976 h 1138774"/>
                  <a:gd name="connsiteX1" fmla="*/ 7558 w 1252654"/>
                  <a:gd name="connsiteY1" fmla="*/ 991299 h 1138774"/>
                  <a:gd name="connsiteX2" fmla="*/ 199277 w 1252654"/>
                  <a:gd name="connsiteY2" fmla="*/ 1107548 h 1138774"/>
                  <a:gd name="connsiteX3" fmla="*/ 349915 w 1252654"/>
                  <a:gd name="connsiteY3" fmla="*/ 417980 h 1138774"/>
                  <a:gd name="connsiteX4" fmla="*/ 452991 w 1252654"/>
                  <a:gd name="connsiteY4" fmla="*/ 84154 h 1138774"/>
                  <a:gd name="connsiteX5" fmla="*/ 553004 w 1252654"/>
                  <a:gd name="connsiteY5" fmla="*/ 10109 h 1138774"/>
                  <a:gd name="connsiteX6" fmla="*/ 639624 w 1252654"/>
                  <a:gd name="connsiteY6" fmla="*/ 33864 h 1138774"/>
                  <a:gd name="connsiteX7" fmla="*/ 686312 w 1252654"/>
                  <a:gd name="connsiteY7" fmla="*/ 119472 h 1138774"/>
                  <a:gd name="connsiteX8" fmla="*/ 737159 w 1252654"/>
                  <a:gd name="connsiteY8" fmla="*/ 291184 h 1138774"/>
                  <a:gd name="connsiteX9" fmla="*/ 912285 w 1252654"/>
                  <a:gd name="connsiteY9" fmla="*/ 914662 h 1138774"/>
                  <a:gd name="connsiteX10" fmla="*/ 995512 w 1252654"/>
                  <a:gd name="connsiteY10" fmla="*/ 1057723 h 1138774"/>
                  <a:gd name="connsiteX11" fmla="*/ 1085139 w 1252654"/>
                  <a:gd name="connsiteY11" fmla="*/ 892654 h 1138774"/>
                  <a:gd name="connsiteX12" fmla="*/ 1252654 w 1252654"/>
                  <a:gd name="connsiteY12" fmla="*/ 0 h 1138774"/>
                  <a:gd name="connsiteX0" fmla="*/ 28081 w 1252654"/>
                  <a:gd name="connsiteY0" fmla="*/ 1086976 h 1138776"/>
                  <a:gd name="connsiteX1" fmla="*/ 7558 w 1252654"/>
                  <a:gd name="connsiteY1" fmla="*/ 991299 h 1138776"/>
                  <a:gd name="connsiteX2" fmla="*/ 199277 w 1252654"/>
                  <a:gd name="connsiteY2" fmla="*/ 1107549 h 1138776"/>
                  <a:gd name="connsiteX3" fmla="*/ 349915 w 1252654"/>
                  <a:gd name="connsiteY3" fmla="*/ 417980 h 1138776"/>
                  <a:gd name="connsiteX4" fmla="*/ 452991 w 1252654"/>
                  <a:gd name="connsiteY4" fmla="*/ 84154 h 1138776"/>
                  <a:gd name="connsiteX5" fmla="*/ 553004 w 1252654"/>
                  <a:gd name="connsiteY5" fmla="*/ 10109 h 1138776"/>
                  <a:gd name="connsiteX6" fmla="*/ 639624 w 1252654"/>
                  <a:gd name="connsiteY6" fmla="*/ 33864 h 1138776"/>
                  <a:gd name="connsiteX7" fmla="*/ 686312 w 1252654"/>
                  <a:gd name="connsiteY7" fmla="*/ 119472 h 1138776"/>
                  <a:gd name="connsiteX8" fmla="*/ 737159 w 1252654"/>
                  <a:gd name="connsiteY8" fmla="*/ 291184 h 1138776"/>
                  <a:gd name="connsiteX9" fmla="*/ 912285 w 1252654"/>
                  <a:gd name="connsiteY9" fmla="*/ 914662 h 1138776"/>
                  <a:gd name="connsiteX10" fmla="*/ 995512 w 1252654"/>
                  <a:gd name="connsiteY10" fmla="*/ 1057723 h 1138776"/>
                  <a:gd name="connsiteX11" fmla="*/ 1085139 w 1252654"/>
                  <a:gd name="connsiteY11" fmla="*/ 892654 h 1138776"/>
                  <a:gd name="connsiteX12" fmla="*/ 1252654 w 1252654"/>
                  <a:gd name="connsiteY12" fmla="*/ 0 h 1138776"/>
                  <a:gd name="connsiteX0" fmla="*/ -1 w 1245095"/>
                  <a:gd name="connsiteY0" fmla="*/ 991299 h 1138776"/>
                  <a:gd name="connsiteX1" fmla="*/ 191718 w 1245095"/>
                  <a:gd name="connsiteY1" fmla="*/ 1107549 h 1138776"/>
                  <a:gd name="connsiteX2" fmla="*/ 342356 w 1245095"/>
                  <a:gd name="connsiteY2" fmla="*/ 417980 h 1138776"/>
                  <a:gd name="connsiteX3" fmla="*/ 445432 w 1245095"/>
                  <a:gd name="connsiteY3" fmla="*/ 84154 h 1138776"/>
                  <a:gd name="connsiteX4" fmla="*/ 545445 w 1245095"/>
                  <a:gd name="connsiteY4" fmla="*/ 10109 h 1138776"/>
                  <a:gd name="connsiteX5" fmla="*/ 632065 w 1245095"/>
                  <a:gd name="connsiteY5" fmla="*/ 33864 h 1138776"/>
                  <a:gd name="connsiteX6" fmla="*/ 678753 w 1245095"/>
                  <a:gd name="connsiteY6" fmla="*/ 119472 h 1138776"/>
                  <a:gd name="connsiteX7" fmla="*/ 729600 w 1245095"/>
                  <a:gd name="connsiteY7" fmla="*/ 291184 h 1138776"/>
                  <a:gd name="connsiteX8" fmla="*/ 904726 w 1245095"/>
                  <a:gd name="connsiteY8" fmla="*/ 914662 h 1138776"/>
                  <a:gd name="connsiteX9" fmla="*/ 987953 w 1245095"/>
                  <a:gd name="connsiteY9" fmla="*/ 1057723 h 1138776"/>
                  <a:gd name="connsiteX10" fmla="*/ 1077580 w 1245095"/>
                  <a:gd name="connsiteY10" fmla="*/ 892654 h 1138776"/>
                  <a:gd name="connsiteX11" fmla="*/ 1245095 w 1245095"/>
                  <a:gd name="connsiteY11" fmla="*/ 0 h 1138776"/>
                  <a:gd name="connsiteX0" fmla="*/ 0 w 1245096"/>
                  <a:gd name="connsiteY0" fmla="*/ 991299 h 1156984"/>
                  <a:gd name="connsiteX1" fmla="*/ 95862 w 1245096"/>
                  <a:gd name="connsiteY1" fmla="*/ 1089664 h 1156984"/>
                  <a:gd name="connsiteX2" fmla="*/ 191719 w 1245096"/>
                  <a:gd name="connsiteY2" fmla="*/ 1107549 h 1156984"/>
                  <a:gd name="connsiteX3" fmla="*/ 342357 w 1245096"/>
                  <a:gd name="connsiteY3" fmla="*/ 417980 h 1156984"/>
                  <a:gd name="connsiteX4" fmla="*/ 445433 w 1245096"/>
                  <a:gd name="connsiteY4" fmla="*/ 84154 h 1156984"/>
                  <a:gd name="connsiteX5" fmla="*/ 545446 w 1245096"/>
                  <a:gd name="connsiteY5" fmla="*/ 10109 h 1156984"/>
                  <a:gd name="connsiteX6" fmla="*/ 632066 w 1245096"/>
                  <a:gd name="connsiteY6" fmla="*/ 33864 h 1156984"/>
                  <a:gd name="connsiteX7" fmla="*/ 678754 w 1245096"/>
                  <a:gd name="connsiteY7" fmla="*/ 119472 h 1156984"/>
                  <a:gd name="connsiteX8" fmla="*/ 729601 w 1245096"/>
                  <a:gd name="connsiteY8" fmla="*/ 291184 h 1156984"/>
                  <a:gd name="connsiteX9" fmla="*/ 904727 w 1245096"/>
                  <a:gd name="connsiteY9" fmla="*/ 914662 h 1156984"/>
                  <a:gd name="connsiteX10" fmla="*/ 987954 w 1245096"/>
                  <a:gd name="connsiteY10" fmla="*/ 1057723 h 1156984"/>
                  <a:gd name="connsiteX11" fmla="*/ 1077581 w 1245096"/>
                  <a:gd name="connsiteY11" fmla="*/ 892654 h 1156984"/>
                  <a:gd name="connsiteX12" fmla="*/ 1245096 w 1245096"/>
                  <a:gd name="connsiteY12" fmla="*/ 0 h 1156984"/>
                  <a:gd name="connsiteX0" fmla="*/ 0 w 1245096"/>
                  <a:gd name="connsiteY0" fmla="*/ 991299 h 1156984"/>
                  <a:gd name="connsiteX1" fmla="*/ 43138 w 1245096"/>
                  <a:gd name="connsiteY1" fmla="*/ 1089664 h 1156984"/>
                  <a:gd name="connsiteX2" fmla="*/ 191719 w 1245096"/>
                  <a:gd name="connsiteY2" fmla="*/ 1107549 h 1156984"/>
                  <a:gd name="connsiteX3" fmla="*/ 342357 w 1245096"/>
                  <a:gd name="connsiteY3" fmla="*/ 417980 h 1156984"/>
                  <a:gd name="connsiteX4" fmla="*/ 445433 w 1245096"/>
                  <a:gd name="connsiteY4" fmla="*/ 84154 h 1156984"/>
                  <a:gd name="connsiteX5" fmla="*/ 545446 w 1245096"/>
                  <a:gd name="connsiteY5" fmla="*/ 10109 h 1156984"/>
                  <a:gd name="connsiteX6" fmla="*/ 632066 w 1245096"/>
                  <a:gd name="connsiteY6" fmla="*/ 33864 h 1156984"/>
                  <a:gd name="connsiteX7" fmla="*/ 678754 w 1245096"/>
                  <a:gd name="connsiteY7" fmla="*/ 119472 h 1156984"/>
                  <a:gd name="connsiteX8" fmla="*/ 729601 w 1245096"/>
                  <a:gd name="connsiteY8" fmla="*/ 291184 h 1156984"/>
                  <a:gd name="connsiteX9" fmla="*/ 904727 w 1245096"/>
                  <a:gd name="connsiteY9" fmla="*/ 914662 h 1156984"/>
                  <a:gd name="connsiteX10" fmla="*/ 987954 w 1245096"/>
                  <a:gd name="connsiteY10" fmla="*/ 1057723 h 1156984"/>
                  <a:gd name="connsiteX11" fmla="*/ 1077581 w 1245096"/>
                  <a:gd name="connsiteY11" fmla="*/ 892654 h 1156984"/>
                  <a:gd name="connsiteX12" fmla="*/ 1245096 w 1245096"/>
                  <a:gd name="connsiteY12" fmla="*/ 0 h 1156984"/>
                  <a:gd name="connsiteX0" fmla="*/ 7335 w 1252431"/>
                  <a:gd name="connsiteY0" fmla="*/ 991299 h 1149343"/>
                  <a:gd name="connsiteX1" fmla="*/ 12129 w 1252431"/>
                  <a:gd name="connsiteY1" fmla="*/ 1053893 h 1149343"/>
                  <a:gd name="connsiteX2" fmla="*/ 199054 w 1252431"/>
                  <a:gd name="connsiteY2" fmla="*/ 1107549 h 1149343"/>
                  <a:gd name="connsiteX3" fmla="*/ 349692 w 1252431"/>
                  <a:gd name="connsiteY3" fmla="*/ 417980 h 1149343"/>
                  <a:gd name="connsiteX4" fmla="*/ 452768 w 1252431"/>
                  <a:gd name="connsiteY4" fmla="*/ 84154 h 1149343"/>
                  <a:gd name="connsiteX5" fmla="*/ 552781 w 1252431"/>
                  <a:gd name="connsiteY5" fmla="*/ 10109 h 1149343"/>
                  <a:gd name="connsiteX6" fmla="*/ 639401 w 1252431"/>
                  <a:gd name="connsiteY6" fmla="*/ 33864 h 1149343"/>
                  <a:gd name="connsiteX7" fmla="*/ 686089 w 1252431"/>
                  <a:gd name="connsiteY7" fmla="*/ 119472 h 1149343"/>
                  <a:gd name="connsiteX8" fmla="*/ 736936 w 1252431"/>
                  <a:gd name="connsiteY8" fmla="*/ 291184 h 1149343"/>
                  <a:gd name="connsiteX9" fmla="*/ 912062 w 1252431"/>
                  <a:gd name="connsiteY9" fmla="*/ 914662 h 1149343"/>
                  <a:gd name="connsiteX10" fmla="*/ 995289 w 1252431"/>
                  <a:gd name="connsiteY10" fmla="*/ 1057723 h 1149343"/>
                  <a:gd name="connsiteX11" fmla="*/ 1084916 w 1252431"/>
                  <a:gd name="connsiteY11" fmla="*/ 892654 h 1149343"/>
                  <a:gd name="connsiteX12" fmla="*/ 1252431 w 1252431"/>
                  <a:gd name="connsiteY12" fmla="*/ 0 h 1149343"/>
                  <a:gd name="connsiteX0" fmla="*/ 0 w 1240302"/>
                  <a:gd name="connsiteY0" fmla="*/ 1053893 h 1149343"/>
                  <a:gd name="connsiteX1" fmla="*/ 186925 w 1240302"/>
                  <a:gd name="connsiteY1" fmla="*/ 1107549 h 1149343"/>
                  <a:gd name="connsiteX2" fmla="*/ 337563 w 1240302"/>
                  <a:gd name="connsiteY2" fmla="*/ 417980 h 1149343"/>
                  <a:gd name="connsiteX3" fmla="*/ 440639 w 1240302"/>
                  <a:gd name="connsiteY3" fmla="*/ 84154 h 1149343"/>
                  <a:gd name="connsiteX4" fmla="*/ 540652 w 1240302"/>
                  <a:gd name="connsiteY4" fmla="*/ 10109 h 1149343"/>
                  <a:gd name="connsiteX5" fmla="*/ 627272 w 1240302"/>
                  <a:gd name="connsiteY5" fmla="*/ 33864 h 1149343"/>
                  <a:gd name="connsiteX6" fmla="*/ 673960 w 1240302"/>
                  <a:gd name="connsiteY6" fmla="*/ 119472 h 1149343"/>
                  <a:gd name="connsiteX7" fmla="*/ 724807 w 1240302"/>
                  <a:gd name="connsiteY7" fmla="*/ 291184 h 1149343"/>
                  <a:gd name="connsiteX8" fmla="*/ 899933 w 1240302"/>
                  <a:gd name="connsiteY8" fmla="*/ 914662 h 1149343"/>
                  <a:gd name="connsiteX9" fmla="*/ 983160 w 1240302"/>
                  <a:gd name="connsiteY9" fmla="*/ 1057723 h 1149343"/>
                  <a:gd name="connsiteX10" fmla="*/ 1072787 w 1240302"/>
                  <a:gd name="connsiteY10" fmla="*/ 892654 h 1149343"/>
                  <a:gd name="connsiteX11" fmla="*/ 1240302 w 1240302"/>
                  <a:gd name="connsiteY11" fmla="*/ 0 h 1149343"/>
                  <a:gd name="connsiteX0" fmla="*/ 0 w 1240302"/>
                  <a:gd name="connsiteY0" fmla="*/ 1053893 h 1107548"/>
                  <a:gd name="connsiteX1" fmla="*/ 186925 w 1240302"/>
                  <a:gd name="connsiteY1" fmla="*/ 1107549 h 1107548"/>
                  <a:gd name="connsiteX2" fmla="*/ 337563 w 1240302"/>
                  <a:gd name="connsiteY2" fmla="*/ 417980 h 1107548"/>
                  <a:gd name="connsiteX3" fmla="*/ 440639 w 1240302"/>
                  <a:gd name="connsiteY3" fmla="*/ 84154 h 1107548"/>
                  <a:gd name="connsiteX4" fmla="*/ 540652 w 1240302"/>
                  <a:gd name="connsiteY4" fmla="*/ 10109 h 1107548"/>
                  <a:gd name="connsiteX5" fmla="*/ 627272 w 1240302"/>
                  <a:gd name="connsiteY5" fmla="*/ 33864 h 1107548"/>
                  <a:gd name="connsiteX6" fmla="*/ 673960 w 1240302"/>
                  <a:gd name="connsiteY6" fmla="*/ 119472 h 1107548"/>
                  <a:gd name="connsiteX7" fmla="*/ 724807 w 1240302"/>
                  <a:gd name="connsiteY7" fmla="*/ 291184 h 1107548"/>
                  <a:gd name="connsiteX8" fmla="*/ 899933 w 1240302"/>
                  <a:gd name="connsiteY8" fmla="*/ 914662 h 1107548"/>
                  <a:gd name="connsiteX9" fmla="*/ 983160 w 1240302"/>
                  <a:gd name="connsiteY9" fmla="*/ 1057723 h 1107548"/>
                  <a:gd name="connsiteX10" fmla="*/ 1072787 w 1240302"/>
                  <a:gd name="connsiteY10" fmla="*/ 892654 h 1107548"/>
                  <a:gd name="connsiteX11" fmla="*/ 1240302 w 1240302"/>
                  <a:gd name="connsiteY11" fmla="*/ 0 h 1107548"/>
                  <a:gd name="connsiteX0" fmla="*/ 0 w 1240302"/>
                  <a:gd name="connsiteY0" fmla="*/ 1116490 h 1116490"/>
                  <a:gd name="connsiteX1" fmla="*/ 186925 w 1240302"/>
                  <a:gd name="connsiteY1" fmla="*/ 1107549 h 1116490"/>
                  <a:gd name="connsiteX2" fmla="*/ 337563 w 1240302"/>
                  <a:gd name="connsiteY2" fmla="*/ 417980 h 1116490"/>
                  <a:gd name="connsiteX3" fmla="*/ 440639 w 1240302"/>
                  <a:gd name="connsiteY3" fmla="*/ 84154 h 1116490"/>
                  <a:gd name="connsiteX4" fmla="*/ 540652 w 1240302"/>
                  <a:gd name="connsiteY4" fmla="*/ 10109 h 1116490"/>
                  <a:gd name="connsiteX5" fmla="*/ 627272 w 1240302"/>
                  <a:gd name="connsiteY5" fmla="*/ 33864 h 1116490"/>
                  <a:gd name="connsiteX6" fmla="*/ 673960 w 1240302"/>
                  <a:gd name="connsiteY6" fmla="*/ 119472 h 1116490"/>
                  <a:gd name="connsiteX7" fmla="*/ 724807 w 1240302"/>
                  <a:gd name="connsiteY7" fmla="*/ 291184 h 1116490"/>
                  <a:gd name="connsiteX8" fmla="*/ 899933 w 1240302"/>
                  <a:gd name="connsiteY8" fmla="*/ 914662 h 1116490"/>
                  <a:gd name="connsiteX9" fmla="*/ 983160 w 1240302"/>
                  <a:gd name="connsiteY9" fmla="*/ 1057723 h 1116490"/>
                  <a:gd name="connsiteX10" fmla="*/ 1072787 w 1240302"/>
                  <a:gd name="connsiteY10" fmla="*/ 892654 h 1116490"/>
                  <a:gd name="connsiteX11" fmla="*/ 1240302 w 1240302"/>
                  <a:gd name="connsiteY11" fmla="*/ 0 h 1116490"/>
                  <a:gd name="connsiteX0" fmla="*/ 1035 w 1241337"/>
                  <a:gd name="connsiteY0" fmla="*/ 1116490 h 1116490"/>
                  <a:gd name="connsiteX1" fmla="*/ 187960 w 1241337"/>
                  <a:gd name="connsiteY1" fmla="*/ 1107549 h 1116490"/>
                  <a:gd name="connsiteX2" fmla="*/ 338598 w 1241337"/>
                  <a:gd name="connsiteY2" fmla="*/ 417980 h 1116490"/>
                  <a:gd name="connsiteX3" fmla="*/ 441674 w 1241337"/>
                  <a:gd name="connsiteY3" fmla="*/ 84154 h 1116490"/>
                  <a:gd name="connsiteX4" fmla="*/ 541687 w 1241337"/>
                  <a:gd name="connsiteY4" fmla="*/ 10109 h 1116490"/>
                  <a:gd name="connsiteX5" fmla="*/ 628307 w 1241337"/>
                  <a:gd name="connsiteY5" fmla="*/ 33864 h 1116490"/>
                  <a:gd name="connsiteX6" fmla="*/ 674995 w 1241337"/>
                  <a:gd name="connsiteY6" fmla="*/ 119472 h 1116490"/>
                  <a:gd name="connsiteX7" fmla="*/ 725842 w 1241337"/>
                  <a:gd name="connsiteY7" fmla="*/ 291184 h 1116490"/>
                  <a:gd name="connsiteX8" fmla="*/ 900968 w 1241337"/>
                  <a:gd name="connsiteY8" fmla="*/ 914662 h 1116490"/>
                  <a:gd name="connsiteX9" fmla="*/ 984195 w 1241337"/>
                  <a:gd name="connsiteY9" fmla="*/ 1057723 h 1116490"/>
                  <a:gd name="connsiteX10" fmla="*/ 1073822 w 1241337"/>
                  <a:gd name="connsiteY10" fmla="*/ 892654 h 1116490"/>
                  <a:gd name="connsiteX11" fmla="*/ 1241337 w 1241337"/>
                  <a:gd name="connsiteY11" fmla="*/ 0 h 1116490"/>
                  <a:gd name="connsiteX0" fmla="*/ 0 w 1240302"/>
                  <a:gd name="connsiteY0" fmla="*/ 1116490 h 1170570"/>
                  <a:gd name="connsiteX1" fmla="*/ 62312 w 1240302"/>
                  <a:gd name="connsiteY1" fmla="*/ 1152259 h 1170570"/>
                  <a:gd name="connsiteX2" fmla="*/ 186925 w 1240302"/>
                  <a:gd name="connsiteY2" fmla="*/ 1107549 h 1170570"/>
                  <a:gd name="connsiteX3" fmla="*/ 337563 w 1240302"/>
                  <a:gd name="connsiteY3" fmla="*/ 417980 h 1170570"/>
                  <a:gd name="connsiteX4" fmla="*/ 440639 w 1240302"/>
                  <a:gd name="connsiteY4" fmla="*/ 84154 h 1170570"/>
                  <a:gd name="connsiteX5" fmla="*/ 540652 w 1240302"/>
                  <a:gd name="connsiteY5" fmla="*/ 10109 h 1170570"/>
                  <a:gd name="connsiteX6" fmla="*/ 627272 w 1240302"/>
                  <a:gd name="connsiteY6" fmla="*/ 33864 h 1170570"/>
                  <a:gd name="connsiteX7" fmla="*/ 673960 w 1240302"/>
                  <a:gd name="connsiteY7" fmla="*/ 119472 h 1170570"/>
                  <a:gd name="connsiteX8" fmla="*/ 724807 w 1240302"/>
                  <a:gd name="connsiteY8" fmla="*/ 291184 h 1170570"/>
                  <a:gd name="connsiteX9" fmla="*/ 899933 w 1240302"/>
                  <a:gd name="connsiteY9" fmla="*/ 914662 h 1170570"/>
                  <a:gd name="connsiteX10" fmla="*/ 983160 w 1240302"/>
                  <a:gd name="connsiteY10" fmla="*/ 1057723 h 1170570"/>
                  <a:gd name="connsiteX11" fmla="*/ 1072787 w 1240302"/>
                  <a:gd name="connsiteY11" fmla="*/ 892654 h 1170570"/>
                  <a:gd name="connsiteX12" fmla="*/ 1240302 w 1240302"/>
                  <a:gd name="connsiteY12" fmla="*/ 0 h 1170570"/>
                  <a:gd name="connsiteX0" fmla="*/ 0 w 1254681"/>
                  <a:gd name="connsiteY0" fmla="*/ 1009182 h 1170570"/>
                  <a:gd name="connsiteX1" fmla="*/ 76691 w 1254681"/>
                  <a:gd name="connsiteY1" fmla="*/ 1152259 h 1170570"/>
                  <a:gd name="connsiteX2" fmla="*/ 201304 w 1254681"/>
                  <a:gd name="connsiteY2" fmla="*/ 1107549 h 1170570"/>
                  <a:gd name="connsiteX3" fmla="*/ 351942 w 1254681"/>
                  <a:gd name="connsiteY3" fmla="*/ 417980 h 1170570"/>
                  <a:gd name="connsiteX4" fmla="*/ 455018 w 1254681"/>
                  <a:gd name="connsiteY4" fmla="*/ 84154 h 1170570"/>
                  <a:gd name="connsiteX5" fmla="*/ 555031 w 1254681"/>
                  <a:gd name="connsiteY5" fmla="*/ 10109 h 1170570"/>
                  <a:gd name="connsiteX6" fmla="*/ 641651 w 1254681"/>
                  <a:gd name="connsiteY6" fmla="*/ 33864 h 1170570"/>
                  <a:gd name="connsiteX7" fmla="*/ 688339 w 1254681"/>
                  <a:gd name="connsiteY7" fmla="*/ 119472 h 1170570"/>
                  <a:gd name="connsiteX8" fmla="*/ 739186 w 1254681"/>
                  <a:gd name="connsiteY8" fmla="*/ 291184 h 1170570"/>
                  <a:gd name="connsiteX9" fmla="*/ 914312 w 1254681"/>
                  <a:gd name="connsiteY9" fmla="*/ 914662 h 1170570"/>
                  <a:gd name="connsiteX10" fmla="*/ 997539 w 1254681"/>
                  <a:gd name="connsiteY10" fmla="*/ 1057723 h 1170570"/>
                  <a:gd name="connsiteX11" fmla="*/ 1087166 w 1254681"/>
                  <a:gd name="connsiteY11" fmla="*/ 892654 h 1170570"/>
                  <a:gd name="connsiteX12" fmla="*/ 1254681 w 1254681"/>
                  <a:gd name="connsiteY12" fmla="*/ 0 h 1170570"/>
                  <a:gd name="connsiteX0" fmla="*/ 0 w 1254681"/>
                  <a:gd name="connsiteY0" fmla="*/ 955529 h 1170570"/>
                  <a:gd name="connsiteX1" fmla="*/ 76691 w 1254681"/>
                  <a:gd name="connsiteY1" fmla="*/ 1152259 h 1170570"/>
                  <a:gd name="connsiteX2" fmla="*/ 201304 w 1254681"/>
                  <a:gd name="connsiteY2" fmla="*/ 1107549 h 1170570"/>
                  <a:gd name="connsiteX3" fmla="*/ 351942 w 1254681"/>
                  <a:gd name="connsiteY3" fmla="*/ 417980 h 1170570"/>
                  <a:gd name="connsiteX4" fmla="*/ 455018 w 1254681"/>
                  <a:gd name="connsiteY4" fmla="*/ 84154 h 1170570"/>
                  <a:gd name="connsiteX5" fmla="*/ 555031 w 1254681"/>
                  <a:gd name="connsiteY5" fmla="*/ 10109 h 1170570"/>
                  <a:gd name="connsiteX6" fmla="*/ 641651 w 1254681"/>
                  <a:gd name="connsiteY6" fmla="*/ 33864 h 1170570"/>
                  <a:gd name="connsiteX7" fmla="*/ 688339 w 1254681"/>
                  <a:gd name="connsiteY7" fmla="*/ 119472 h 1170570"/>
                  <a:gd name="connsiteX8" fmla="*/ 739186 w 1254681"/>
                  <a:gd name="connsiteY8" fmla="*/ 291184 h 1170570"/>
                  <a:gd name="connsiteX9" fmla="*/ 914312 w 1254681"/>
                  <a:gd name="connsiteY9" fmla="*/ 914662 h 1170570"/>
                  <a:gd name="connsiteX10" fmla="*/ 997539 w 1254681"/>
                  <a:gd name="connsiteY10" fmla="*/ 1057723 h 1170570"/>
                  <a:gd name="connsiteX11" fmla="*/ 1087166 w 1254681"/>
                  <a:gd name="connsiteY11" fmla="*/ 892654 h 1170570"/>
                  <a:gd name="connsiteX12" fmla="*/ 1254681 w 1254681"/>
                  <a:gd name="connsiteY12" fmla="*/ 0 h 1170570"/>
                  <a:gd name="connsiteX0" fmla="*/ 0 w 1254681"/>
                  <a:gd name="connsiteY0" fmla="*/ 955529 h 1153459"/>
                  <a:gd name="connsiteX1" fmla="*/ 52725 w 1254681"/>
                  <a:gd name="connsiteY1" fmla="*/ 1098606 h 1153459"/>
                  <a:gd name="connsiteX2" fmla="*/ 201304 w 1254681"/>
                  <a:gd name="connsiteY2" fmla="*/ 1107549 h 1153459"/>
                  <a:gd name="connsiteX3" fmla="*/ 351942 w 1254681"/>
                  <a:gd name="connsiteY3" fmla="*/ 417980 h 1153459"/>
                  <a:gd name="connsiteX4" fmla="*/ 455018 w 1254681"/>
                  <a:gd name="connsiteY4" fmla="*/ 84154 h 1153459"/>
                  <a:gd name="connsiteX5" fmla="*/ 555031 w 1254681"/>
                  <a:gd name="connsiteY5" fmla="*/ 10109 h 1153459"/>
                  <a:gd name="connsiteX6" fmla="*/ 641651 w 1254681"/>
                  <a:gd name="connsiteY6" fmla="*/ 33864 h 1153459"/>
                  <a:gd name="connsiteX7" fmla="*/ 688339 w 1254681"/>
                  <a:gd name="connsiteY7" fmla="*/ 119472 h 1153459"/>
                  <a:gd name="connsiteX8" fmla="*/ 739186 w 1254681"/>
                  <a:gd name="connsiteY8" fmla="*/ 291184 h 1153459"/>
                  <a:gd name="connsiteX9" fmla="*/ 914312 w 1254681"/>
                  <a:gd name="connsiteY9" fmla="*/ 914662 h 1153459"/>
                  <a:gd name="connsiteX10" fmla="*/ 997539 w 1254681"/>
                  <a:gd name="connsiteY10" fmla="*/ 1057723 h 1153459"/>
                  <a:gd name="connsiteX11" fmla="*/ 1087166 w 1254681"/>
                  <a:gd name="connsiteY11" fmla="*/ 892654 h 1153459"/>
                  <a:gd name="connsiteX12" fmla="*/ 1254681 w 1254681"/>
                  <a:gd name="connsiteY12" fmla="*/ 0 h 1153459"/>
                  <a:gd name="connsiteX0" fmla="*/ 0 w 1254681"/>
                  <a:gd name="connsiteY0" fmla="*/ 955529 h 1147931"/>
                  <a:gd name="connsiteX1" fmla="*/ 47932 w 1254681"/>
                  <a:gd name="connsiteY1" fmla="*/ 1071777 h 1147931"/>
                  <a:gd name="connsiteX2" fmla="*/ 201304 w 1254681"/>
                  <a:gd name="connsiteY2" fmla="*/ 1107549 h 1147931"/>
                  <a:gd name="connsiteX3" fmla="*/ 351942 w 1254681"/>
                  <a:gd name="connsiteY3" fmla="*/ 417980 h 1147931"/>
                  <a:gd name="connsiteX4" fmla="*/ 455018 w 1254681"/>
                  <a:gd name="connsiteY4" fmla="*/ 84154 h 1147931"/>
                  <a:gd name="connsiteX5" fmla="*/ 555031 w 1254681"/>
                  <a:gd name="connsiteY5" fmla="*/ 10109 h 1147931"/>
                  <a:gd name="connsiteX6" fmla="*/ 641651 w 1254681"/>
                  <a:gd name="connsiteY6" fmla="*/ 33864 h 1147931"/>
                  <a:gd name="connsiteX7" fmla="*/ 688339 w 1254681"/>
                  <a:gd name="connsiteY7" fmla="*/ 119472 h 1147931"/>
                  <a:gd name="connsiteX8" fmla="*/ 739186 w 1254681"/>
                  <a:gd name="connsiteY8" fmla="*/ 291184 h 1147931"/>
                  <a:gd name="connsiteX9" fmla="*/ 914312 w 1254681"/>
                  <a:gd name="connsiteY9" fmla="*/ 914662 h 1147931"/>
                  <a:gd name="connsiteX10" fmla="*/ 997539 w 1254681"/>
                  <a:gd name="connsiteY10" fmla="*/ 1057723 h 1147931"/>
                  <a:gd name="connsiteX11" fmla="*/ 1087166 w 1254681"/>
                  <a:gd name="connsiteY11" fmla="*/ 892654 h 1147931"/>
                  <a:gd name="connsiteX12" fmla="*/ 1254681 w 1254681"/>
                  <a:gd name="connsiteY12" fmla="*/ 0 h 1147931"/>
                  <a:gd name="connsiteX0" fmla="*/ 0 w 1254681"/>
                  <a:gd name="connsiteY0" fmla="*/ 955529 h 1165813"/>
                  <a:gd name="connsiteX1" fmla="*/ 47932 w 1254681"/>
                  <a:gd name="connsiteY1" fmla="*/ 1071777 h 1165813"/>
                  <a:gd name="connsiteX2" fmla="*/ 67103 w 1254681"/>
                  <a:gd name="connsiteY2" fmla="*/ 1116492 h 1165813"/>
                  <a:gd name="connsiteX3" fmla="*/ 201304 w 1254681"/>
                  <a:gd name="connsiteY3" fmla="*/ 1107549 h 1165813"/>
                  <a:gd name="connsiteX4" fmla="*/ 351942 w 1254681"/>
                  <a:gd name="connsiteY4" fmla="*/ 417980 h 1165813"/>
                  <a:gd name="connsiteX5" fmla="*/ 455018 w 1254681"/>
                  <a:gd name="connsiteY5" fmla="*/ 84154 h 1165813"/>
                  <a:gd name="connsiteX6" fmla="*/ 555031 w 1254681"/>
                  <a:gd name="connsiteY6" fmla="*/ 10109 h 1165813"/>
                  <a:gd name="connsiteX7" fmla="*/ 641651 w 1254681"/>
                  <a:gd name="connsiteY7" fmla="*/ 33864 h 1165813"/>
                  <a:gd name="connsiteX8" fmla="*/ 688339 w 1254681"/>
                  <a:gd name="connsiteY8" fmla="*/ 119472 h 1165813"/>
                  <a:gd name="connsiteX9" fmla="*/ 739186 w 1254681"/>
                  <a:gd name="connsiteY9" fmla="*/ 291184 h 1165813"/>
                  <a:gd name="connsiteX10" fmla="*/ 914312 w 1254681"/>
                  <a:gd name="connsiteY10" fmla="*/ 914662 h 1165813"/>
                  <a:gd name="connsiteX11" fmla="*/ 997539 w 1254681"/>
                  <a:gd name="connsiteY11" fmla="*/ 1057723 h 1165813"/>
                  <a:gd name="connsiteX12" fmla="*/ 1087166 w 1254681"/>
                  <a:gd name="connsiteY12" fmla="*/ 892654 h 1165813"/>
                  <a:gd name="connsiteX13" fmla="*/ 1254681 w 1254681"/>
                  <a:gd name="connsiteY13" fmla="*/ 0 h 1165813"/>
                  <a:gd name="connsiteX0" fmla="*/ 0 w 1254681"/>
                  <a:gd name="connsiteY0" fmla="*/ 955529 h 1158832"/>
                  <a:gd name="connsiteX1" fmla="*/ 47932 w 1254681"/>
                  <a:gd name="connsiteY1" fmla="*/ 1071777 h 1158832"/>
                  <a:gd name="connsiteX2" fmla="*/ 62310 w 1254681"/>
                  <a:gd name="connsiteY2" fmla="*/ 1089666 h 1158832"/>
                  <a:gd name="connsiteX3" fmla="*/ 201304 w 1254681"/>
                  <a:gd name="connsiteY3" fmla="*/ 1107549 h 1158832"/>
                  <a:gd name="connsiteX4" fmla="*/ 351942 w 1254681"/>
                  <a:gd name="connsiteY4" fmla="*/ 417980 h 1158832"/>
                  <a:gd name="connsiteX5" fmla="*/ 455018 w 1254681"/>
                  <a:gd name="connsiteY5" fmla="*/ 84154 h 1158832"/>
                  <a:gd name="connsiteX6" fmla="*/ 555031 w 1254681"/>
                  <a:gd name="connsiteY6" fmla="*/ 10109 h 1158832"/>
                  <a:gd name="connsiteX7" fmla="*/ 641651 w 1254681"/>
                  <a:gd name="connsiteY7" fmla="*/ 33864 h 1158832"/>
                  <a:gd name="connsiteX8" fmla="*/ 688339 w 1254681"/>
                  <a:gd name="connsiteY8" fmla="*/ 119472 h 1158832"/>
                  <a:gd name="connsiteX9" fmla="*/ 739186 w 1254681"/>
                  <a:gd name="connsiteY9" fmla="*/ 291184 h 1158832"/>
                  <a:gd name="connsiteX10" fmla="*/ 914312 w 1254681"/>
                  <a:gd name="connsiteY10" fmla="*/ 914662 h 1158832"/>
                  <a:gd name="connsiteX11" fmla="*/ 997539 w 1254681"/>
                  <a:gd name="connsiteY11" fmla="*/ 1057723 h 1158832"/>
                  <a:gd name="connsiteX12" fmla="*/ 1087166 w 1254681"/>
                  <a:gd name="connsiteY12" fmla="*/ 892654 h 1158832"/>
                  <a:gd name="connsiteX13" fmla="*/ 1254681 w 1254681"/>
                  <a:gd name="connsiteY13" fmla="*/ 0 h 1158832"/>
                  <a:gd name="connsiteX0" fmla="*/ 0 w 1254681"/>
                  <a:gd name="connsiteY0" fmla="*/ 955529 h 1151726"/>
                  <a:gd name="connsiteX1" fmla="*/ 47932 w 1254681"/>
                  <a:gd name="connsiteY1" fmla="*/ 1071777 h 1151726"/>
                  <a:gd name="connsiteX2" fmla="*/ 43138 w 1254681"/>
                  <a:gd name="connsiteY2" fmla="*/ 1053895 h 1151726"/>
                  <a:gd name="connsiteX3" fmla="*/ 201304 w 1254681"/>
                  <a:gd name="connsiteY3" fmla="*/ 1107549 h 1151726"/>
                  <a:gd name="connsiteX4" fmla="*/ 351942 w 1254681"/>
                  <a:gd name="connsiteY4" fmla="*/ 417980 h 1151726"/>
                  <a:gd name="connsiteX5" fmla="*/ 455018 w 1254681"/>
                  <a:gd name="connsiteY5" fmla="*/ 84154 h 1151726"/>
                  <a:gd name="connsiteX6" fmla="*/ 555031 w 1254681"/>
                  <a:gd name="connsiteY6" fmla="*/ 10109 h 1151726"/>
                  <a:gd name="connsiteX7" fmla="*/ 641651 w 1254681"/>
                  <a:gd name="connsiteY7" fmla="*/ 33864 h 1151726"/>
                  <a:gd name="connsiteX8" fmla="*/ 688339 w 1254681"/>
                  <a:gd name="connsiteY8" fmla="*/ 119472 h 1151726"/>
                  <a:gd name="connsiteX9" fmla="*/ 739186 w 1254681"/>
                  <a:gd name="connsiteY9" fmla="*/ 291184 h 1151726"/>
                  <a:gd name="connsiteX10" fmla="*/ 914312 w 1254681"/>
                  <a:gd name="connsiteY10" fmla="*/ 914662 h 1151726"/>
                  <a:gd name="connsiteX11" fmla="*/ 997539 w 1254681"/>
                  <a:gd name="connsiteY11" fmla="*/ 1057723 h 1151726"/>
                  <a:gd name="connsiteX12" fmla="*/ 1087166 w 1254681"/>
                  <a:gd name="connsiteY12" fmla="*/ 892654 h 1151726"/>
                  <a:gd name="connsiteX13" fmla="*/ 1254681 w 1254681"/>
                  <a:gd name="connsiteY13" fmla="*/ 0 h 1151726"/>
                  <a:gd name="connsiteX0" fmla="*/ 0 w 1254681"/>
                  <a:gd name="connsiteY0" fmla="*/ 955529 h 1151726"/>
                  <a:gd name="connsiteX1" fmla="*/ 47932 w 1254681"/>
                  <a:gd name="connsiteY1" fmla="*/ 1071777 h 1151726"/>
                  <a:gd name="connsiteX2" fmla="*/ 43138 w 1254681"/>
                  <a:gd name="connsiteY2" fmla="*/ 1053895 h 1151726"/>
                  <a:gd name="connsiteX3" fmla="*/ 201304 w 1254681"/>
                  <a:gd name="connsiteY3" fmla="*/ 1107549 h 1151726"/>
                  <a:gd name="connsiteX4" fmla="*/ 351942 w 1254681"/>
                  <a:gd name="connsiteY4" fmla="*/ 417980 h 1151726"/>
                  <a:gd name="connsiteX5" fmla="*/ 455018 w 1254681"/>
                  <a:gd name="connsiteY5" fmla="*/ 84154 h 1151726"/>
                  <a:gd name="connsiteX6" fmla="*/ 555031 w 1254681"/>
                  <a:gd name="connsiteY6" fmla="*/ 10109 h 1151726"/>
                  <a:gd name="connsiteX7" fmla="*/ 641651 w 1254681"/>
                  <a:gd name="connsiteY7" fmla="*/ 33864 h 1151726"/>
                  <a:gd name="connsiteX8" fmla="*/ 688339 w 1254681"/>
                  <a:gd name="connsiteY8" fmla="*/ 119472 h 1151726"/>
                  <a:gd name="connsiteX9" fmla="*/ 739186 w 1254681"/>
                  <a:gd name="connsiteY9" fmla="*/ 291184 h 1151726"/>
                  <a:gd name="connsiteX10" fmla="*/ 914312 w 1254681"/>
                  <a:gd name="connsiteY10" fmla="*/ 914662 h 1151726"/>
                  <a:gd name="connsiteX11" fmla="*/ 997539 w 1254681"/>
                  <a:gd name="connsiteY11" fmla="*/ 1057723 h 1151726"/>
                  <a:gd name="connsiteX12" fmla="*/ 1087166 w 1254681"/>
                  <a:gd name="connsiteY12" fmla="*/ 892654 h 1151726"/>
                  <a:gd name="connsiteX13" fmla="*/ 1254681 w 1254681"/>
                  <a:gd name="connsiteY13" fmla="*/ 0 h 1151726"/>
                  <a:gd name="connsiteX0" fmla="*/ 27461 w 1282142"/>
                  <a:gd name="connsiteY0" fmla="*/ 955529 h 1135270"/>
                  <a:gd name="connsiteX1" fmla="*/ 75393 w 1282142"/>
                  <a:gd name="connsiteY1" fmla="*/ 1071777 h 1135270"/>
                  <a:gd name="connsiteX2" fmla="*/ 3497 w 1282142"/>
                  <a:gd name="connsiteY2" fmla="*/ 901878 h 1135270"/>
                  <a:gd name="connsiteX3" fmla="*/ 228765 w 1282142"/>
                  <a:gd name="connsiteY3" fmla="*/ 1107549 h 1135270"/>
                  <a:gd name="connsiteX4" fmla="*/ 379403 w 1282142"/>
                  <a:gd name="connsiteY4" fmla="*/ 417980 h 1135270"/>
                  <a:gd name="connsiteX5" fmla="*/ 482479 w 1282142"/>
                  <a:gd name="connsiteY5" fmla="*/ 84154 h 1135270"/>
                  <a:gd name="connsiteX6" fmla="*/ 582492 w 1282142"/>
                  <a:gd name="connsiteY6" fmla="*/ 10109 h 1135270"/>
                  <a:gd name="connsiteX7" fmla="*/ 669112 w 1282142"/>
                  <a:gd name="connsiteY7" fmla="*/ 33864 h 1135270"/>
                  <a:gd name="connsiteX8" fmla="*/ 715800 w 1282142"/>
                  <a:gd name="connsiteY8" fmla="*/ 119472 h 1135270"/>
                  <a:gd name="connsiteX9" fmla="*/ 766647 w 1282142"/>
                  <a:gd name="connsiteY9" fmla="*/ 291184 h 1135270"/>
                  <a:gd name="connsiteX10" fmla="*/ 941773 w 1282142"/>
                  <a:gd name="connsiteY10" fmla="*/ 914662 h 1135270"/>
                  <a:gd name="connsiteX11" fmla="*/ 1025000 w 1282142"/>
                  <a:gd name="connsiteY11" fmla="*/ 1057723 h 1135270"/>
                  <a:gd name="connsiteX12" fmla="*/ 1114627 w 1282142"/>
                  <a:gd name="connsiteY12" fmla="*/ 892654 h 1135270"/>
                  <a:gd name="connsiteX13" fmla="*/ 1282142 w 1282142"/>
                  <a:gd name="connsiteY13" fmla="*/ 0 h 1135270"/>
                  <a:gd name="connsiteX0" fmla="*/ 0 w 1254681"/>
                  <a:gd name="connsiteY0" fmla="*/ 955529 h 1152671"/>
                  <a:gd name="connsiteX1" fmla="*/ 47932 w 1254681"/>
                  <a:gd name="connsiteY1" fmla="*/ 1071777 h 1152671"/>
                  <a:gd name="connsiteX2" fmla="*/ 201304 w 1254681"/>
                  <a:gd name="connsiteY2" fmla="*/ 1107549 h 1152671"/>
                  <a:gd name="connsiteX3" fmla="*/ 351942 w 1254681"/>
                  <a:gd name="connsiteY3" fmla="*/ 417980 h 1152671"/>
                  <a:gd name="connsiteX4" fmla="*/ 455018 w 1254681"/>
                  <a:gd name="connsiteY4" fmla="*/ 84154 h 1152671"/>
                  <a:gd name="connsiteX5" fmla="*/ 555031 w 1254681"/>
                  <a:gd name="connsiteY5" fmla="*/ 10109 h 1152671"/>
                  <a:gd name="connsiteX6" fmla="*/ 641651 w 1254681"/>
                  <a:gd name="connsiteY6" fmla="*/ 33864 h 1152671"/>
                  <a:gd name="connsiteX7" fmla="*/ 688339 w 1254681"/>
                  <a:gd name="connsiteY7" fmla="*/ 119472 h 1152671"/>
                  <a:gd name="connsiteX8" fmla="*/ 739186 w 1254681"/>
                  <a:gd name="connsiteY8" fmla="*/ 291184 h 1152671"/>
                  <a:gd name="connsiteX9" fmla="*/ 914312 w 1254681"/>
                  <a:gd name="connsiteY9" fmla="*/ 914662 h 1152671"/>
                  <a:gd name="connsiteX10" fmla="*/ 997539 w 1254681"/>
                  <a:gd name="connsiteY10" fmla="*/ 1057723 h 1152671"/>
                  <a:gd name="connsiteX11" fmla="*/ 1087166 w 1254681"/>
                  <a:gd name="connsiteY11" fmla="*/ 892654 h 1152671"/>
                  <a:gd name="connsiteX12" fmla="*/ 1254681 w 1254681"/>
                  <a:gd name="connsiteY12" fmla="*/ 0 h 1152671"/>
                  <a:gd name="connsiteX0" fmla="*/ 0 w 1206749"/>
                  <a:gd name="connsiteY0" fmla="*/ 1071777 h 1152671"/>
                  <a:gd name="connsiteX1" fmla="*/ 153372 w 1206749"/>
                  <a:gd name="connsiteY1" fmla="*/ 1107549 h 1152671"/>
                  <a:gd name="connsiteX2" fmla="*/ 304010 w 1206749"/>
                  <a:gd name="connsiteY2" fmla="*/ 417980 h 1152671"/>
                  <a:gd name="connsiteX3" fmla="*/ 407086 w 1206749"/>
                  <a:gd name="connsiteY3" fmla="*/ 84154 h 1152671"/>
                  <a:gd name="connsiteX4" fmla="*/ 507099 w 1206749"/>
                  <a:gd name="connsiteY4" fmla="*/ 10109 h 1152671"/>
                  <a:gd name="connsiteX5" fmla="*/ 593719 w 1206749"/>
                  <a:gd name="connsiteY5" fmla="*/ 33864 h 1152671"/>
                  <a:gd name="connsiteX6" fmla="*/ 640407 w 1206749"/>
                  <a:gd name="connsiteY6" fmla="*/ 119472 h 1152671"/>
                  <a:gd name="connsiteX7" fmla="*/ 691254 w 1206749"/>
                  <a:gd name="connsiteY7" fmla="*/ 291184 h 1152671"/>
                  <a:gd name="connsiteX8" fmla="*/ 866380 w 1206749"/>
                  <a:gd name="connsiteY8" fmla="*/ 914662 h 1152671"/>
                  <a:gd name="connsiteX9" fmla="*/ 949607 w 1206749"/>
                  <a:gd name="connsiteY9" fmla="*/ 1057723 h 1152671"/>
                  <a:gd name="connsiteX10" fmla="*/ 1039234 w 1206749"/>
                  <a:gd name="connsiteY10" fmla="*/ 892654 h 1152671"/>
                  <a:gd name="connsiteX11" fmla="*/ 1206749 w 1206749"/>
                  <a:gd name="connsiteY11" fmla="*/ 0 h 1152671"/>
                  <a:gd name="connsiteX0" fmla="*/ 0 w 1254679"/>
                  <a:gd name="connsiteY0" fmla="*/ 1009179 h 1142011"/>
                  <a:gd name="connsiteX1" fmla="*/ 201302 w 1254679"/>
                  <a:gd name="connsiteY1" fmla="*/ 1107549 h 1142011"/>
                  <a:gd name="connsiteX2" fmla="*/ 351940 w 1254679"/>
                  <a:gd name="connsiteY2" fmla="*/ 417980 h 1142011"/>
                  <a:gd name="connsiteX3" fmla="*/ 455016 w 1254679"/>
                  <a:gd name="connsiteY3" fmla="*/ 84154 h 1142011"/>
                  <a:gd name="connsiteX4" fmla="*/ 555029 w 1254679"/>
                  <a:gd name="connsiteY4" fmla="*/ 10109 h 1142011"/>
                  <a:gd name="connsiteX5" fmla="*/ 641649 w 1254679"/>
                  <a:gd name="connsiteY5" fmla="*/ 33864 h 1142011"/>
                  <a:gd name="connsiteX6" fmla="*/ 688337 w 1254679"/>
                  <a:gd name="connsiteY6" fmla="*/ 119472 h 1142011"/>
                  <a:gd name="connsiteX7" fmla="*/ 739184 w 1254679"/>
                  <a:gd name="connsiteY7" fmla="*/ 291184 h 1142011"/>
                  <a:gd name="connsiteX8" fmla="*/ 914310 w 1254679"/>
                  <a:gd name="connsiteY8" fmla="*/ 914662 h 1142011"/>
                  <a:gd name="connsiteX9" fmla="*/ 997537 w 1254679"/>
                  <a:gd name="connsiteY9" fmla="*/ 1057723 h 1142011"/>
                  <a:gd name="connsiteX10" fmla="*/ 1087164 w 1254679"/>
                  <a:gd name="connsiteY10" fmla="*/ 892654 h 1142011"/>
                  <a:gd name="connsiteX11" fmla="*/ 1254679 w 1254679"/>
                  <a:gd name="connsiteY11" fmla="*/ 0 h 1142011"/>
                  <a:gd name="connsiteX0" fmla="*/ 0 w 1254679"/>
                  <a:gd name="connsiteY0" fmla="*/ 1009179 h 1156348"/>
                  <a:gd name="connsiteX1" fmla="*/ 95859 w 1254679"/>
                  <a:gd name="connsiteY1" fmla="*/ 1089666 h 1156348"/>
                  <a:gd name="connsiteX2" fmla="*/ 201302 w 1254679"/>
                  <a:gd name="connsiteY2" fmla="*/ 1107549 h 1156348"/>
                  <a:gd name="connsiteX3" fmla="*/ 351940 w 1254679"/>
                  <a:gd name="connsiteY3" fmla="*/ 417980 h 1156348"/>
                  <a:gd name="connsiteX4" fmla="*/ 455016 w 1254679"/>
                  <a:gd name="connsiteY4" fmla="*/ 84154 h 1156348"/>
                  <a:gd name="connsiteX5" fmla="*/ 555029 w 1254679"/>
                  <a:gd name="connsiteY5" fmla="*/ 10109 h 1156348"/>
                  <a:gd name="connsiteX6" fmla="*/ 641649 w 1254679"/>
                  <a:gd name="connsiteY6" fmla="*/ 33864 h 1156348"/>
                  <a:gd name="connsiteX7" fmla="*/ 688337 w 1254679"/>
                  <a:gd name="connsiteY7" fmla="*/ 119472 h 1156348"/>
                  <a:gd name="connsiteX8" fmla="*/ 739184 w 1254679"/>
                  <a:gd name="connsiteY8" fmla="*/ 291184 h 1156348"/>
                  <a:gd name="connsiteX9" fmla="*/ 914310 w 1254679"/>
                  <a:gd name="connsiteY9" fmla="*/ 914662 h 1156348"/>
                  <a:gd name="connsiteX10" fmla="*/ 997537 w 1254679"/>
                  <a:gd name="connsiteY10" fmla="*/ 1057723 h 1156348"/>
                  <a:gd name="connsiteX11" fmla="*/ 1087164 w 1254679"/>
                  <a:gd name="connsiteY11" fmla="*/ 892654 h 1156348"/>
                  <a:gd name="connsiteX12" fmla="*/ 1254679 w 1254679"/>
                  <a:gd name="connsiteY12" fmla="*/ 0 h 1156348"/>
                  <a:gd name="connsiteX0" fmla="*/ 0 w 1254679"/>
                  <a:gd name="connsiteY0" fmla="*/ 1009179 h 1156348"/>
                  <a:gd name="connsiteX1" fmla="*/ 95859 w 1254679"/>
                  <a:gd name="connsiteY1" fmla="*/ 1089666 h 1156348"/>
                  <a:gd name="connsiteX2" fmla="*/ 201302 w 1254679"/>
                  <a:gd name="connsiteY2" fmla="*/ 1107549 h 1156348"/>
                  <a:gd name="connsiteX3" fmla="*/ 351940 w 1254679"/>
                  <a:gd name="connsiteY3" fmla="*/ 417980 h 1156348"/>
                  <a:gd name="connsiteX4" fmla="*/ 455016 w 1254679"/>
                  <a:gd name="connsiteY4" fmla="*/ 84154 h 1156348"/>
                  <a:gd name="connsiteX5" fmla="*/ 555029 w 1254679"/>
                  <a:gd name="connsiteY5" fmla="*/ 10109 h 1156348"/>
                  <a:gd name="connsiteX6" fmla="*/ 641649 w 1254679"/>
                  <a:gd name="connsiteY6" fmla="*/ 33864 h 1156348"/>
                  <a:gd name="connsiteX7" fmla="*/ 688337 w 1254679"/>
                  <a:gd name="connsiteY7" fmla="*/ 119472 h 1156348"/>
                  <a:gd name="connsiteX8" fmla="*/ 739184 w 1254679"/>
                  <a:gd name="connsiteY8" fmla="*/ 291184 h 1156348"/>
                  <a:gd name="connsiteX9" fmla="*/ 914310 w 1254679"/>
                  <a:gd name="connsiteY9" fmla="*/ 914662 h 1156348"/>
                  <a:gd name="connsiteX10" fmla="*/ 997537 w 1254679"/>
                  <a:gd name="connsiteY10" fmla="*/ 1057723 h 1156348"/>
                  <a:gd name="connsiteX11" fmla="*/ 1087164 w 1254679"/>
                  <a:gd name="connsiteY11" fmla="*/ 892654 h 1156348"/>
                  <a:gd name="connsiteX12" fmla="*/ 1254679 w 1254679"/>
                  <a:gd name="connsiteY12" fmla="*/ 0 h 1156348"/>
                  <a:gd name="connsiteX0" fmla="*/ 0 w 1254679"/>
                  <a:gd name="connsiteY0" fmla="*/ 1009179 h 1107548"/>
                  <a:gd name="connsiteX1" fmla="*/ 95859 w 1254679"/>
                  <a:gd name="connsiteY1" fmla="*/ 1089666 h 1107548"/>
                  <a:gd name="connsiteX2" fmla="*/ 201302 w 1254679"/>
                  <a:gd name="connsiteY2" fmla="*/ 1107549 h 1107548"/>
                  <a:gd name="connsiteX3" fmla="*/ 351940 w 1254679"/>
                  <a:gd name="connsiteY3" fmla="*/ 417980 h 1107548"/>
                  <a:gd name="connsiteX4" fmla="*/ 455016 w 1254679"/>
                  <a:gd name="connsiteY4" fmla="*/ 84154 h 1107548"/>
                  <a:gd name="connsiteX5" fmla="*/ 555029 w 1254679"/>
                  <a:gd name="connsiteY5" fmla="*/ 10109 h 1107548"/>
                  <a:gd name="connsiteX6" fmla="*/ 641649 w 1254679"/>
                  <a:gd name="connsiteY6" fmla="*/ 33864 h 1107548"/>
                  <a:gd name="connsiteX7" fmla="*/ 688337 w 1254679"/>
                  <a:gd name="connsiteY7" fmla="*/ 119472 h 1107548"/>
                  <a:gd name="connsiteX8" fmla="*/ 739184 w 1254679"/>
                  <a:gd name="connsiteY8" fmla="*/ 291184 h 1107548"/>
                  <a:gd name="connsiteX9" fmla="*/ 914310 w 1254679"/>
                  <a:gd name="connsiteY9" fmla="*/ 914662 h 1107548"/>
                  <a:gd name="connsiteX10" fmla="*/ 997537 w 1254679"/>
                  <a:gd name="connsiteY10" fmla="*/ 1057723 h 1107548"/>
                  <a:gd name="connsiteX11" fmla="*/ 1087164 w 1254679"/>
                  <a:gd name="connsiteY11" fmla="*/ 892654 h 1107548"/>
                  <a:gd name="connsiteX12" fmla="*/ 1254679 w 1254679"/>
                  <a:gd name="connsiteY12" fmla="*/ 0 h 1107548"/>
                  <a:gd name="connsiteX0" fmla="*/ 0 w 1254679"/>
                  <a:gd name="connsiteY0" fmla="*/ 919758 h 1108115"/>
                  <a:gd name="connsiteX1" fmla="*/ 95859 w 1254679"/>
                  <a:gd name="connsiteY1" fmla="*/ 1089666 h 1108115"/>
                  <a:gd name="connsiteX2" fmla="*/ 201302 w 1254679"/>
                  <a:gd name="connsiteY2" fmla="*/ 1107549 h 1108115"/>
                  <a:gd name="connsiteX3" fmla="*/ 351940 w 1254679"/>
                  <a:gd name="connsiteY3" fmla="*/ 417980 h 1108115"/>
                  <a:gd name="connsiteX4" fmla="*/ 455016 w 1254679"/>
                  <a:gd name="connsiteY4" fmla="*/ 84154 h 1108115"/>
                  <a:gd name="connsiteX5" fmla="*/ 555029 w 1254679"/>
                  <a:gd name="connsiteY5" fmla="*/ 10109 h 1108115"/>
                  <a:gd name="connsiteX6" fmla="*/ 641649 w 1254679"/>
                  <a:gd name="connsiteY6" fmla="*/ 33864 h 1108115"/>
                  <a:gd name="connsiteX7" fmla="*/ 688337 w 1254679"/>
                  <a:gd name="connsiteY7" fmla="*/ 119472 h 1108115"/>
                  <a:gd name="connsiteX8" fmla="*/ 739184 w 1254679"/>
                  <a:gd name="connsiteY8" fmla="*/ 291184 h 1108115"/>
                  <a:gd name="connsiteX9" fmla="*/ 914310 w 1254679"/>
                  <a:gd name="connsiteY9" fmla="*/ 914662 h 1108115"/>
                  <a:gd name="connsiteX10" fmla="*/ 997537 w 1254679"/>
                  <a:gd name="connsiteY10" fmla="*/ 1057723 h 1108115"/>
                  <a:gd name="connsiteX11" fmla="*/ 1087164 w 1254679"/>
                  <a:gd name="connsiteY11" fmla="*/ 892654 h 1108115"/>
                  <a:gd name="connsiteX12" fmla="*/ 1254679 w 1254679"/>
                  <a:gd name="connsiteY12" fmla="*/ 0 h 1108115"/>
                  <a:gd name="connsiteX0" fmla="*/ 0 w 1254679"/>
                  <a:gd name="connsiteY0" fmla="*/ 919758 h 1108115"/>
                  <a:gd name="connsiteX1" fmla="*/ 81277 w 1254679"/>
                  <a:gd name="connsiteY1" fmla="*/ 1089666 h 1108115"/>
                  <a:gd name="connsiteX2" fmla="*/ 201302 w 1254679"/>
                  <a:gd name="connsiteY2" fmla="*/ 1107549 h 1108115"/>
                  <a:gd name="connsiteX3" fmla="*/ 351940 w 1254679"/>
                  <a:gd name="connsiteY3" fmla="*/ 417980 h 1108115"/>
                  <a:gd name="connsiteX4" fmla="*/ 455016 w 1254679"/>
                  <a:gd name="connsiteY4" fmla="*/ 84154 h 1108115"/>
                  <a:gd name="connsiteX5" fmla="*/ 555029 w 1254679"/>
                  <a:gd name="connsiteY5" fmla="*/ 10109 h 1108115"/>
                  <a:gd name="connsiteX6" fmla="*/ 641649 w 1254679"/>
                  <a:gd name="connsiteY6" fmla="*/ 33864 h 1108115"/>
                  <a:gd name="connsiteX7" fmla="*/ 688337 w 1254679"/>
                  <a:gd name="connsiteY7" fmla="*/ 119472 h 1108115"/>
                  <a:gd name="connsiteX8" fmla="*/ 739184 w 1254679"/>
                  <a:gd name="connsiteY8" fmla="*/ 291184 h 1108115"/>
                  <a:gd name="connsiteX9" fmla="*/ 914310 w 1254679"/>
                  <a:gd name="connsiteY9" fmla="*/ 914662 h 1108115"/>
                  <a:gd name="connsiteX10" fmla="*/ 997537 w 1254679"/>
                  <a:gd name="connsiteY10" fmla="*/ 1057723 h 1108115"/>
                  <a:gd name="connsiteX11" fmla="*/ 1087164 w 1254679"/>
                  <a:gd name="connsiteY11" fmla="*/ 892654 h 1108115"/>
                  <a:gd name="connsiteX12" fmla="*/ 1254679 w 1254679"/>
                  <a:gd name="connsiteY12" fmla="*/ 0 h 1108115"/>
                  <a:gd name="connsiteX0" fmla="*/ 0 w 1261970"/>
                  <a:gd name="connsiteY0" fmla="*/ 838142 h 1113682"/>
                  <a:gd name="connsiteX1" fmla="*/ 88568 w 1261970"/>
                  <a:gd name="connsiteY1" fmla="*/ 1089666 h 1113682"/>
                  <a:gd name="connsiteX2" fmla="*/ 208593 w 1261970"/>
                  <a:gd name="connsiteY2" fmla="*/ 1107549 h 1113682"/>
                  <a:gd name="connsiteX3" fmla="*/ 359231 w 1261970"/>
                  <a:gd name="connsiteY3" fmla="*/ 417980 h 1113682"/>
                  <a:gd name="connsiteX4" fmla="*/ 462307 w 1261970"/>
                  <a:gd name="connsiteY4" fmla="*/ 84154 h 1113682"/>
                  <a:gd name="connsiteX5" fmla="*/ 562320 w 1261970"/>
                  <a:gd name="connsiteY5" fmla="*/ 10109 h 1113682"/>
                  <a:gd name="connsiteX6" fmla="*/ 648940 w 1261970"/>
                  <a:gd name="connsiteY6" fmla="*/ 33864 h 1113682"/>
                  <a:gd name="connsiteX7" fmla="*/ 695628 w 1261970"/>
                  <a:gd name="connsiteY7" fmla="*/ 119472 h 1113682"/>
                  <a:gd name="connsiteX8" fmla="*/ 746475 w 1261970"/>
                  <a:gd name="connsiteY8" fmla="*/ 291184 h 1113682"/>
                  <a:gd name="connsiteX9" fmla="*/ 921601 w 1261970"/>
                  <a:gd name="connsiteY9" fmla="*/ 914662 h 1113682"/>
                  <a:gd name="connsiteX10" fmla="*/ 1004828 w 1261970"/>
                  <a:gd name="connsiteY10" fmla="*/ 1057723 h 1113682"/>
                  <a:gd name="connsiteX11" fmla="*/ 1094455 w 1261970"/>
                  <a:gd name="connsiteY11" fmla="*/ 892654 h 1113682"/>
                  <a:gd name="connsiteX12" fmla="*/ 1261970 w 1261970"/>
                  <a:gd name="connsiteY12" fmla="*/ 0 h 1113682"/>
                  <a:gd name="connsiteX0" fmla="*/ 0 w 1261970"/>
                  <a:gd name="connsiteY0" fmla="*/ 838142 h 1113682"/>
                  <a:gd name="connsiteX1" fmla="*/ 66694 w 1261970"/>
                  <a:gd name="connsiteY1" fmla="*/ 1089666 h 1113682"/>
                  <a:gd name="connsiteX2" fmla="*/ 208593 w 1261970"/>
                  <a:gd name="connsiteY2" fmla="*/ 1107549 h 1113682"/>
                  <a:gd name="connsiteX3" fmla="*/ 359231 w 1261970"/>
                  <a:gd name="connsiteY3" fmla="*/ 417980 h 1113682"/>
                  <a:gd name="connsiteX4" fmla="*/ 462307 w 1261970"/>
                  <a:gd name="connsiteY4" fmla="*/ 84154 h 1113682"/>
                  <a:gd name="connsiteX5" fmla="*/ 562320 w 1261970"/>
                  <a:gd name="connsiteY5" fmla="*/ 10109 h 1113682"/>
                  <a:gd name="connsiteX6" fmla="*/ 648940 w 1261970"/>
                  <a:gd name="connsiteY6" fmla="*/ 33864 h 1113682"/>
                  <a:gd name="connsiteX7" fmla="*/ 695628 w 1261970"/>
                  <a:gd name="connsiteY7" fmla="*/ 119472 h 1113682"/>
                  <a:gd name="connsiteX8" fmla="*/ 746475 w 1261970"/>
                  <a:gd name="connsiteY8" fmla="*/ 291184 h 1113682"/>
                  <a:gd name="connsiteX9" fmla="*/ 921601 w 1261970"/>
                  <a:gd name="connsiteY9" fmla="*/ 914662 h 1113682"/>
                  <a:gd name="connsiteX10" fmla="*/ 1004828 w 1261970"/>
                  <a:gd name="connsiteY10" fmla="*/ 1057723 h 1113682"/>
                  <a:gd name="connsiteX11" fmla="*/ 1094455 w 1261970"/>
                  <a:gd name="connsiteY11" fmla="*/ 892654 h 1113682"/>
                  <a:gd name="connsiteX12" fmla="*/ 1261970 w 1261970"/>
                  <a:gd name="connsiteY12" fmla="*/ 0 h 1113682"/>
                  <a:gd name="connsiteX0" fmla="*/ 0 w 1261970"/>
                  <a:gd name="connsiteY0" fmla="*/ 797332 h 1116583"/>
                  <a:gd name="connsiteX1" fmla="*/ 66694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21601 w 1261970"/>
                  <a:gd name="connsiteY9" fmla="*/ 914662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1275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21601 w 1261970"/>
                  <a:gd name="connsiteY9" fmla="*/ 914662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21601 w 1261970"/>
                  <a:gd name="connsiteY9" fmla="*/ 914662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903532 w 1261970"/>
                  <a:gd name="connsiteY9" fmla="*/ 96198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85463 w 1261970"/>
                  <a:gd name="connsiteY9" fmla="*/ 96198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67393 w 1261970"/>
                  <a:gd name="connsiteY9" fmla="*/ 96198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1004828 w 1261970"/>
                  <a:gd name="connsiteY10" fmla="*/ 105772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992783 w 1261970"/>
                  <a:gd name="connsiteY10" fmla="*/ 1093212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986760 w 1261970"/>
                  <a:gd name="connsiteY10" fmla="*/ 1081383 h 1116583"/>
                  <a:gd name="connsiteX11" fmla="*/ 1094455 w 1261970"/>
                  <a:gd name="connsiteY11" fmla="*/ 892654 h 1116583"/>
                  <a:gd name="connsiteX12" fmla="*/ 1261970 w 1261970"/>
                  <a:gd name="connsiteY12" fmla="*/ 0 h 1116583"/>
                  <a:gd name="connsiteX0" fmla="*/ 0 w 1261970"/>
                  <a:gd name="connsiteY0" fmla="*/ 797332 h 1116583"/>
                  <a:gd name="connsiteX1" fmla="*/ 88567 w 1261970"/>
                  <a:gd name="connsiteY1" fmla="*/ 1089666 h 1116583"/>
                  <a:gd name="connsiteX2" fmla="*/ 208593 w 1261970"/>
                  <a:gd name="connsiteY2" fmla="*/ 1107549 h 1116583"/>
                  <a:gd name="connsiteX3" fmla="*/ 359231 w 1261970"/>
                  <a:gd name="connsiteY3" fmla="*/ 417980 h 1116583"/>
                  <a:gd name="connsiteX4" fmla="*/ 462307 w 1261970"/>
                  <a:gd name="connsiteY4" fmla="*/ 84154 h 1116583"/>
                  <a:gd name="connsiteX5" fmla="*/ 562320 w 1261970"/>
                  <a:gd name="connsiteY5" fmla="*/ 10109 h 1116583"/>
                  <a:gd name="connsiteX6" fmla="*/ 648940 w 1261970"/>
                  <a:gd name="connsiteY6" fmla="*/ 33864 h 1116583"/>
                  <a:gd name="connsiteX7" fmla="*/ 695628 w 1261970"/>
                  <a:gd name="connsiteY7" fmla="*/ 119472 h 1116583"/>
                  <a:gd name="connsiteX8" fmla="*/ 746475 w 1261970"/>
                  <a:gd name="connsiteY8" fmla="*/ 291184 h 1116583"/>
                  <a:gd name="connsiteX9" fmla="*/ 855346 w 1261970"/>
                  <a:gd name="connsiteY9" fmla="*/ 997470 h 1116583"/>
                  <a:gd name="connsiteX10" fmla="*/ 986760 w 1261970"/>
                  <a:gd name="connsiteY10" fmla="*/ 1081383 h 1116583"/>
                  <a:gd name="connsiteX11" fmla="*/ 1082410 w 1261970"/>
                  <a:gd name="connsiteY11" fmla="*/ 868995 h 1116583"/>
                  <a:gd name="connsiteX12" fmla="*/ 1261970 w 1261970"/>
                  <a:gd name="connsiteY12" fmla="*/ 0 h 111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61970" h="1116583">
                    <a:moveTo>
                      <a:pt x="0" y="797332"/>
                    </a:moveTo>
                    <a:cubicBezTo>
                      <a:pt x="15976" y="810746"/>
                      <a:pt x="53802" y="1037963"/>
                      <a:pt x="88567" y="1089666"/>
                    </a:cubicBezTo>
                    <a:cubicBezTo>
                      <a:pt x="123332" y="1141369"/>
                      <a:pt x="173445" y="1101588"/>
                      <a:pt x="208593" y="1107549"/>
                    </a:cubicBezTo>
                    <a:cubicBezTo>
                      <a:pt x="251273" y="995601"/>
                      <a:pt x="316945" y="588546"/>
                      <a:pt x="359231" y="417980"/>
                    </a:cubicBezTo>
                    <a:cubicBezTo>
                      <a:pt x="401517" y="247414"/>
                      <a:pt x="428459" y="152132"/>
                      <a:pt x="462307" y="84154"/>
                    </a:cubicBezTo>
                    <a:cubicBezTo>
                      <a:pt x="496155" y="16176"/>
                      <a:pt x="531215" y="18491"/>
                      <a:pt x="562320" y="10109"/>
                    </a:cubicBezTo>
                    <a:cubicBezTo>
                      <a:pt x="593425" y="1727"/>
                      <a:pt x="626722" y="15637"/>
                      <a:pt x="648940" y="33864"/>
                    </a:cubicBezTo>
                    <a:cubicBezTo>
                      <a:pt x="671158" y="52091"/>
                      <a:pt x="679372" y="76585"/>
                      <a:pt x="695628" y="119472"/>
                    </a:cubicBezTo>
                    <a:cubicBezTo>
                      <a:pt x="711884" y="162359"/>
                      <a:pt x="719855" y="144851"/>
                      <a:pt x="746475" y="291184"/>
                    </a:cubicBezTo>
                    <a:cubicBezTo>
                      <a:pt x="773095" y="437517"/>
                      <a:pt x="815299" y="865770"/>
                      <a:pt x="855346" y="997470"/>
                    </a:cubicBezTo>
                    <a:cubicBezTo>
                      <a:pt x="895393" y="1129170"/>
                      <a:pt x="948916" y="1102795"/>
                      <a:pt x="986760" y="1081383"/>
                    </a:cubicBezTo>
                    <a:cubicBezTo>
                      <a:pt x="1024604" y="1059971"/>
                      <a:pt x="1042469" y="1046094"/>
                      <a:pt x="1082410" y="868995"/>
                    </a:cubicBezTo>
                    <a:cubicBezTo>
                      <a:pt x="1121459" y="706471"/>
                      <a:pt x="1236747" y="142988"/>
                      <a:pt x="1261970" y="0"/>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grpSp>
        <p:sp>
          <p:nvSpPr>
            <p:cNvPr id="11" name="TextBox 10">
              <a:extLst>
                <a:ext uri="{FF2B5EF4-FFF2-40B4-BE49-F238E27FC236}">
                  <a16:creationId xmlns:a16="http://schemas.microsoft.com/office/drawing/2014/main" id="{EC58F494-FDDD-2D73-8F8C-C31C3D9DC4B8}"/>
                </a:ext>
              </a:extLst>
            </p:cNvPr>
            <p:cNvSpPr txBox="1"/>
            <p:nvPr/>
          </p:nvSpPr>
          <p:spPr>
            <a:xfrm>
              <a:off x="2678049" y="6737155"/>
              <a:ext cx="1589072"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Proposed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PD-NSO</a:t>
              </a:r>
            </a:p>
          </p:txBody>
        </p:sp>
        <p:sp>
          <p:nvSpPr>
            <p:cNvPr id="12" name="TextBox 11">
              <a:extLst>
                <a:ext uri="{FF2B5EF4-FFF2-40B4-BE49-F238E27FC236}">
                  <a16:creationId xmlns:a16="http://schemas.microsoft.com/office/drawing/2014/main" id="{824A2AB8-3344-1E40-7EB2-87F9DDBBC0EE}"/>
                </a:ext>
              </a:extLst>
            </p:cNvPr>
            <p:cNvSpPr txBox="1"/>
            <p:nvPr/>
          </p:nvSpPr>
          <p:spPr>
            <a:xfrm rot="16200000">
              <a:off x="1026394" y="5590965"/>
              <a:ext cx="707142"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2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SKEW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A07E001-450A-31BC-71FC-942ACF37F7DC}"/>
                </a:ext>
              </a:extLst>
            </p:cNvPr>
            <p:cNvSpPr txBox="1"/>
            <p:nvPr/>
          </p:nvSpPr>
          <p:spPr>
            <a:xfrm>
              <a:off x="2829723" y="5486061"/>
              <a:ext cx="401417"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A</a:t>
              </a:r>
              <a:endParaRPr kumimoji="0" lang="en-US" sz="14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CAEF6A08-92A5-FC01-AEC1-58D441B9450E}"/>
                </a:ext>
              </a:extLst>
            </p:cNvPr>
            <p:cNvSpPr/>
            <p:nvPr/>
          </p:nvSpPr>
          <p:spPr>
            <a:xfrm>
              <a:off x="1195529" y="6549669"/>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5" name="Oval 14">
              <a:extLst>
                <a:ext uri="{FF2B5EF4-FFF2-40B4-BE49-F238E27FC236}">
                  <a16:creationId xmlns:a16="http://schemas.microsoft.com/office/drawing/2014/main" id="{1DDCB1F2-6DBF-034C-ECAA-547D6CAB5EFE}"/>
                </a:ext>
              </a:extLst>
            </p:cNvPr>
            <p:cNvSpPr/>
            <p:nvPr/>
          </p:nvSpPr>
          <p:spPr>
            <a:xfrm>
              <a:off x="1359977" y="6672013"/>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6" name="Oval 15">
              <a:extLst>
                <a:ext uri="{FF2B5EF4-FFF2-40B4-BE49-F238E27FC236}">
                  <a16:creationId xmlns:a16="http://schemas.microsoft.com/office/drawing/2014/main" id="{E36470E2-1417-741C-790B-8E9010D3D786}"/>
                </a:ext>
              </a:extLst>
            </p:cNvPr>
            <p:cNvSpPr/>
            <p:nvPr/>
          </p:nvSpPr>
          <p:spPr>
            <a:xfrm>
              <a:off x="1456241" y="6498583"/>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7" name="Oval 16">
              <a:extLst>
                <a:ext uri="{FF2B5EF4-FFF2-40B4-BE49-F238E27FC236}">
                  <a16:creationId xmlns:a16="http://schemas.microsoft.com/office/drawing/2014/main" id="{7F397CA3-D9A0-00B0-2ED7-CC48BA14DB2A}"/>
                </a:ext>
              </a:extLst>
            </p:cNvPr>
            <p:cNvSpPr/>
            <p:nvPr/>
          </p:nvSpPr>
          <p:spPr>
            <a:xfrm>
              <a:off x="1577090" y="6259738"/>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8" name="Oval 17">
              <a:extLst>
                <a:ext uri="{FF2B5EF4-FFF2-40B4-BE49-F238E27FC236}">
                  <a16:creationId xmlns:a16="http://schemas.microsoft.com/office/drawing/2014/main" id="{E0C0E28D-AA47-5987-5A83-D63E4055B82C}"/>
                </a:ext>
              </a:extLst>
            </p:cNvPr>
            <p:cNvSpPr/>
            <p:nvPr/>
          </p:nvSpPr>
          <p:spPr>
            <a:xfrm>
              <a:off x="1875436" y="6547509"/>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9" name="Oval 18">
              <a:extLst>
                <a:ext uri="{FF2B5EF4-FFF2-40B4-BE49-F238E27FC236}">
                  <a16:creationId xmlns:a16="http://schemas.microsoft.com/office/drawing/2014/main" id="{A29D6AB1-588E-25B9-7B5B-32019ADCF607}"/>
                </a:ext>
              </a:extLst>
            </p:cNvPr>
            <p:cNvSpPr/>
            <p:nvPr/>
          </p:nvSpPr>
          <p:spPr>
            <a:xfrm>
              <a:off x="1880993" y="5126953"/>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 name="Oval 19">
              <a:extLst>
                <a:ext uri="{FF2B5EF4-FFF2-40B4-BE49-F238E27FC236}">
                  <a16:creationId xmlns:a16="http://schemas.microsoft.com/office/drawing/2014/main" id="{CED9A5C9-4C6E-3BF6-B6C6-8D43B77022A7}"/>
                </a:ext>
              </a:extLst>
            </p:cNvPr>
            <p:cNvSpPr/>
            <p:nvPr/>
          </p:nvSpPr>
          <p:spPr>
            <a:xfrm>
              <a:off x="1584552" y="4779966"/>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7503852E-B90E-B5F6-E13B-6B2247EBBF91}"/>
                </a:ext>
              </a:extLst>
            </p:cNvPr>
            <p:cNvSpPr/>
            <p:nvPr/>
          </p:nvSpPr>
          <p:spPr>
            <a:xfrm>
              <a:off x="1448241" y="4719618"/>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2" name="Oval 21">
              <a:extLst>
                <a:ext uri="{FF2B5EF4-FFF2-40B4-BE49-F238E27FC236}">
                  <a16:creationId xmlns:a16="http://schemas.microsoft.com/office/drawing/2014/main" id="{C918B2A0-5961-EC28-C582-C221D9414D9B}"/>
                </a:ext>
              </a:extLst>
            </p:cNvPr>
            <p:cNvSpPr/>
            <p:nvPr/>
          </p:nvSpPr>
          <p:spPr>
            <a:xfrm>
              <a:off x="1347683" y="4774729"/>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3" name="Oval 22">
              <a:extLst>
                <a:ext uri="{FF2B5EF4-FFF2-40B4-BE49-F238E27FC236}">
                  <a16:creationId xmlns:a16="http://schemas.microsoft.com/office/drawing/2014/main" id="{3C963A40-A04A-5122-57D1-296E9C1763A8}"/>
                </a:ext>
              </a:extLst>
            </p:cNvPr>
            <p:cNvSpPr/>
            <p:nvPr/>
          </p:nvSpPr>
          <p:spPr>
            <a:xfrm>
              <a:off x="1187073" y="5143801"/>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4" name="Right Brace 23">
              <a:extLst>
                <a:ext uri="{FF2B5EF4-FFF2-40B4-BE49-F238E27FC236}">
                  <a16:creationId xmlns:a16="http://schemas.microsoft.com/office/drawing/2014/main" id="{AAFA0F88-D3A6-A3BC-4198-36205701027F}"/>
                </a:ext>
              </a:extLst>
            </p:cNvPr>
            <p:cNvSpPr/>
            <p:nvPr/>
          </p:nvSpPr>
          <p:spPr>
            <a:xfrm rot="5400000" flipH="1">
              <a:off x="3631065" y="5085541"/>
              <a:ext cx="72905" cy="529597"/>
            </a:xfrm>
            <a:prstGeom prst="rightBrace">
              <a:avLst>
                <a:gd name="adj1" fmla="val 73170"/>
                <a:gd name="adj2" fmla="val 50000"/>
              </a:avLst>
            </a:prstGeom>
            <a:noFill/>
            <a:ln w="25400"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25" name="Rectangle 272">
              <a:extLst>
                <a:ext uri="{FF2B5EF4-FFF2-40B4-BE49-F238E27FC236}">
                  <a16:creationId xmlns:a16="http://schemas.microsoft.com/office/drawing/2014/main" id="{50074553-C8CB-D691-158F-D92C3CE170C4}"/>
                </a:ext>
              </a:extLst>
            </p:cNvPr>
            <p:cNvSpPr>
              <a:spLocks noChangeArrowheads="1"/>
            </p:cNvSpPr>
            <p:nvPr/>
          </p:nvSpPr>
          <p:spPr bwMode="auto">
            <a:xfrm>
              <a:off x="3688888" y="4814957"/>
              <a:ext cx="8668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P1</a:t>
              </a:r>
            </a:p>
          </p:txBody>
        </p:sp>
        <p:sp>
          <p:nvSpPr>
            <p:cNvPr id="26" name="Rectangle 272">
              <a:extLst>
                <a:ext uri="{FF2B5EF4-FFF2-40B4-BE49-F238E27FC236}">
                  <a16:creationId xmlns:a16="http://schemas.microsoft.com/office/drawing/2014/main" id="{68426063-AEE3-F076-C580-06788217863E}"/>
                </a:ext>
              </a:extLst>
            </p:cNvPr>
            <p:cNvSpPr>
              <a:spLocks noChangeArrowheads="1"/>
            </p:cNvSpPr>
            <p:nvPr/>
          </p:nvSpPr>
          <p:spPr bwMode="auto">
            <a:xfrm>
              <a:off x="3437423" y="5037837"/>
              <a:ext cx="8668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P2</a:t>
              </a:r>
            </a:p>
          </p:txBody>
        </p:sp>
        <p:sp>
          <p:nvSpPr>
            <p:cNvPr id="27" name="Oval 26">
              <a:extLst>
                <a:ext uri="{FF2B5EF4-FFF2-40B4-BE49-F238E27FC236}">
                  <a16:creationId xmlns:a16="http://schemas.microsoft.com/office/drawing/2014/main" id="{B1469E0C-CBC5-C91C-E2CC-57A7C22628B4}"/>
                </a:ext>
              </a:extLst>
            </p:cNvPr>
            <p:cNvSpPr/>
            <p:nvPr/>
          </p:nvSpPr>
          <p:spPr>
            <a:xfrm>
              <a:off x="2826395" y="6717525"/>
              <a:ext cx="73152" cy="72423"/>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8" name="Oval 27">
              <a:extLst>
                <a:ext uri="{FF2B5EF4-FFF2-40B4-BE49-F238E27FC236}">
                  <a16:creationId xmlns:a16="http://schemas.microsoft.com/office/drawing/2014/main" id="{B523615F-237A-EE14-6EC7-FCC3922A40DD}"/>
                </a:ext>
              </a:extLst>
            </p:cNvPr>
            <p:cNvSpPr/>
            <p:nvPr/>
          </p:nvSpPr>
          <p:spPr>
            <a:xfrm>
              <a:off x="2453172" y="5041188"/>
              <a:ext cx="73152" cy="72423"/>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9" name="TextBox 28">
              <a:extLst>
                <a:ext uri="{FF2B5EF4-FFF2-40B4-BE49-F238E27FC236}">
                  <a16:creationId xmlns:a16="http://schemas.microsoft.com/office/drawing/2014/main" id="{276743F3-B8F0-0B02-3EAB-299033F78DB6}"/>
                </a:ext>
              </a:extLst>
            </p:cNvPr>
            <p:cNvSpPr txBox="1"/>
            <p:nvPr/>
          </p:nvSpPr>
          <p:spPr>
            <a:xfrm rot="16200000">
              <a:off x="590788" y="5156885"/>
              <a:ext cx="1791173" cy="35394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HRR</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B01A9D37-D2E7-DC26-046C-0EBC2D9696CF}"/>
                </a:ext>
              </a:extLst>
            </p:cNvPr>
            <p:cNvSpPr txBox="1"/>
            <p:nvPr/>
          </p:nvSpPr>
          <p:spPr>
            <a:xfrm rot="16200000">
              <a:off x="1280523" y="5556364"/>
              <a:ext cx="966103"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LRR</a:t>
              </a:r>
            </a:p>
          </p:txBody>
        </p:sp>
        <p:cxnSp>
          <p:nvCxnSpPr>
            <p:cNvPr id="31" name="Straight Connector 30">
              <a:extLst>
                <a:ext uri="{FF2B5EF4-FFF2-40B4-BE49-F238E27FC236}">
                  <a16:creationId xmlns:a16="http://schemas.microsoft.com/office/drawing/2014/main" id="{6E4A8E66-2084-730D-29D5-C39978BD0B46}"/>
                </a:ext>
              </a:extLst>
            </p:cNvPr>
            <p:cNvCxnSpPr/>
            <p:nvPr/>
          </p:nvCxnSpPr>
          <p:spPr>
            <a:xfrm>
              <a:off x="1147484" y="5257987"/>
              <a:ext cx="1001502" cy="0"/>
            </a:xfrm>
            <a:prstGeom prst="line">
              <a:avLst/>
            </a:prstGeom>
            <a:noFill/>
            <a:ln w="25400" cap="rnd" cmpd="sng" algn="ctr">
              <a:solidFill>
                <a:srgbClr val="00407A"/>
              </a:solidFill>
              <a:prstDash val="solid"/>
              <a:round/>
              <a:tailEnd type="triangle"/>
            </a:ln>
            <a:effectLst/>
          </p:spPr>
        </p:cxnSp>
        <p:cxnSp>
          <p:nvCxnSpPr>
            <p:cNvPr id="32" name="Straight Connector 31">
              <a:extLst>
                <a:ext uri="{FF2B5EF4-FFF2-40B4-BE49-F238E27FC236}">
                  <a16:creationId xmlns:a16="http://schemas.microsoft.com/office/drawing/2014/main" id="{E2535A57-1E4A-0EE8-7A78-2675F1832BBE}"/>
                </a:ext>
              </a:extLst>
            </p:cNvPr>
            <p:cNvCxnSpPr/>
            <p:nvPr/>
          </p:nvCxnSpPr>
          <p:spPr>
            <a:xfrm flipV="1">
              <a:off x="1147484" y="4499988"/>
              <a:ext cx="0" cy="757999"/>
            </a:xfrm>
            <a:prstGeom prst="line">
              <a:avLst/>
            </a:prstGeom>
            <a:noFill/>
            <a:ln w="25400" cap="rnd" cmpd="sng" algn="ctr">
              <a:solidFill>
                <a:srgbClr val="00407A"/>
              </a:solidFill>
              <a:prstDash val="solid"/>
              <a:round/>
              <a:tailEnd type="triangle"/>
            </a:ln>
            <a:effectLst/>
          </p:spPr>
        </p:cxnSp>
        <p:cxnSp>
          <p:nvCxnSpPr>
            <p:cNvPr id="33" name="Straight Connector 32">
              <a:extLst>
                <a:ext uri="{FF2B5EF4-FFF2-40B4-BE49-F238E27FC236}">
                  <a16:creationId xmlns:a16="http://schemas.microsoft.com/office/drawing/2014/main" id="{C104F974-E80F-DC35-67D8-7F6805FEB0E2}"/>
                </a:ext>
              </a:extLst>
            </p:cNvPr>
            <p:cNvCxnSpPr/>
            <p:nvPr/>
          </p:nvCxnSpPr>
          <p:spPr>
            <a:xfrm flipV="1">
              <a:off x="1152202" y="5970831"/>
              <a:ext cx="0" cy="757999"/>
            </a:xfrm>
            <a:prstGeom prst="line">
              <a:avLst/>
            </a:prstGeom>
            <a:noFill/>
            <a:ln w="25400" cap="rnd" cmpd="sng" algn="ctr">
              <a:solidFill>
                <a:srgbClr val="00407A"/>
              </a:solidFill>
              <a:prstDash val="solid"/>
              <a:round/>
              <a:tailEnd type="triangle"/>
            </a:ln>
            <a:effectLst/>
          </p:spPr>
        </p:cxnSp>
        <p:sp>
          <p:nvSpPr>
            <p:cNvPr id="34" name="TextBox 33">
              <a:extLst>
                <a:ext uri="{FF2B5EF4-FFF2-40B4-BE49-F238E27FC236}">
                  <a16:creationId xmlns:a16="http://schemas.microsoft.com/office/drawing/2014/main" id="{DA262E6C-411D-B36A-C0E9-C42847E1999A}"/>
                </a:ext>
              </a:extLst>
            </p:cNvPr>
            <p:cNvSpPr txBox="1"/>
            <p:nvPr/>
          </p:nvSpPr>
          <p:spPr>
            <a:xfrm rot="16200000">
              <a:off x="701488" y="6201303"/>
              <a:ext cx="680608"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C4456931-6884-1CF6-08BC-33CA45629B5C}"/>
                </a:ext>
              </a:extLst>
            </p:cNvPr>
            <p:cNvSpPr txBox="1"/>
            <p:nvPr/>
          </p:nvSpPr>
          <p:spPr>
            <a:xfrm>
              <a:off x="1971915" y="6686722"/>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DE02A932-CCD5-C27E-41AE-65483232F979}"/>
                </a:ext>
              </a:extLst>
            </p:cNvPr>
            <p:cNvSpPr txBox="1"/>
            <p:nvPr/>
          </p:nvSpPr>
          <p:spPr>
            <a:xfrm rot="16200000">
              <a:off x="713828" y="4764908"/>
              <a:ext cx="680608"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EE17B6D8-81CB-A5BD-43C6-D2165FEB6301}"/>
                </a:ext>
              </a:extLst>
            </p:cNvPr>
            <p:cNvSpPr txBox="1"/>
            <p:nvPr/>
          </p:nvSpPr>
          <p:spPr>
            <a:xfrm>
              <a:off x="1822918" y="5220180"/>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38" name="Right Brace 37">
              <a:extLst>
                <a:ext uri="{FF2B5EF4-FFF2-40B4-BE49-F238E27FC236}">
                  <a16:creationId xmlns:a16="http://schemas.microsoft.com/office/drawing/2014/main" id="{EAB7614C-31C2-2EDA-6B43-27DB85D667AD}"/>
                </a:ext>
              </a:extLst>
            </p:cNvPr>
            <p:cNvSpPr/>
            <p:nvPr/>
          </p:nvSpPr>
          <p:spPr>
            <a:xfrm rot="16200000" flipH="1">
              <a:off x="3654885" y="4517890"/>
              <a:ext cx="117311" cy="724368"/>
            </a:xfrm>
            <a:prstGeom prst="rightBrace">
              <a:avLst>
                <a:gd name="adj1" fmla="val 73170"/>
                <a:gd name="adj2" fmla="val 52684"/>
              </a:avLst>
            </a:prstGeom>
            <a:noFill/>
            <a:ln w="25400"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00407A"/>
                </a:solidFill>
                <a:effectLst/>
                <a:uLnTx/>
                <a:uFillTx/>
                <a:latin typeface="Arial"/>
                <a:ea typeface="+mn-ea"/>
                <a:cs typeface="+mn-cs"/>
              </a:endParaRPr>
            </a:p>
          </p:txBody>
        </p:sp>
        <p:cxnSp>
          <p:nvCxnSpPr>
            <p:cNvPr id="39" name="Straight Connector 38">
              <a:extLst>
                <a:ext uri="{FF2B5EF4-FFF2-40B4-BE49-F238E27FC236}">
                  <a16:creationId xmlns:a16="http://schemas.microsoft.com/office/drawing/2014/main" id="{3EF794BF-B88C-D2EC-CF2A-FEB7DAFA9643}"/>
                </a:ext>
              </a:extLst>
            </p:cNvPr>
            <p:cNvCxnSpPr/>
            <p:nvPr/>
          </p:nvCxnSpPr>
          <p:spPr>
            <a:xfrm flipV="1">
              <a:off x="3213933" y="5097738"/>
              <a:ext cx="974767" cy="0"/>
            </a:xfrm>
            <a:prstGeom prst="line">
              <a:avLst/>
            </a:prstGeom>
            <a:noFill/>
            <a:ln w="25400" cap="rnd" cmpd="sng" algn="ctr">
              <a:solidFill>
                <a:srgbClr val="00407A"/>
              </a:solidFill>
              <a:prstDash val="solid"/>
              <a:round/>
              <a:tailEnd type="triangle"/>
            </a:ln>
            <a:effectLst/>
          </p:spPr>
        </p:cxnSp>
        <p:cxnSp>
          <p:nvCxnSpPr>
            <p:cNvPr id="40" name="Straight Connector 39">
              <a:extLst>
                <a:ext uri="{FF2B5EF4-FFF2-40B4-BE49-F238E27FC236}">
                  <a16:creationId xmlns:a16="http://schemas.microsoft.com/office/drawing/2014/main" id="{6F838B6B-72D1-DBE5-185C-A5B740776F61}"/>
                </a:ext>
              </a:extLst>
            </p:cNvPr>
            <p:cNvCxnSpPr/>
            <p:nvPr/>
          </p:nvCxnSpPr>
          <p:spPr>
            <a:xfrm flipV="1">
              <a:off x="3213933" y="4494391"/>
              <a:ext cx="0" cy="602388"/>
            </a:xfrm>
            <a:prstGeom prst="line">
              <a:avLst/>
            </a:prstGeom>
            <a:noFill/>
            <a:ln w="25400" cap="rnd" cmpd="sng" algn="ctr">
              <a:solidFill>
                <a:srgbClr val="00407A"/>
              </a:solidFill>
              <a:prstDash val="solid"/>
              <a:round/>
              <a:tailEnd type="triangle"/>
            </a:ln>
            <a:effectLst/>
          </p:spPr>
        </p:cxnSp>
        <p:sp>
          <p:nvSpPr>
            <p:cNvPr id="41" name="TextBox 40">
              <a:extLst>
                <a:ext uri="{FF2B5EF4-FFF2-40B4-BE49-F238E27FC236}">
                  <a16:creationId xmlns:a16="http://schemas.microsoft.com/office/drawing/2014/main" id="{B09C1207-AB92-0124-ACF7-06571F142877}"/>
                </a:ext>
              </a:extLst>
            </p:cNvPr>
            <p:cNvSpPr txBox="1"/>
            <p:nvPr/>
          </p:nvSpPr>
          <p:spPr>
            <a:xfrm rot="16200000">
              <a:off x="2793383" y="4687519"/>
              <a:ext cx="646562"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522A9B2C-E972-5D87-E025-13FCC0EA0E03}"/>
                </a:ext>
              </a:extLst>
            </p:cNvPr>
            <p:cNvSpPr txBox="1"/>
            <p:nvPr/>
          </p:nvSpPr>
          <p:spPr>
            <a:xfrm>
              <a:off x="3950693" y="5063232"/>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dirty="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dirty="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43" name="Straight Connector 42">
              <a:extLst>
                <a:ext uri="{FF2B5EF4-FFF2-40B4-BE49-F238E27FC236}">
                  <a16:creationId xmlns:a16="http://schemas.microsoft.com/office/drawing/2014/main" id="{50DECDF1-E632-2F99-9404-47D419489DDF}"/>
                </a:ext>
              </a:extLst>
            </p:cNvPr>
            <p:cNvCxnSpPr/>
            <p:nvPr/>
          </p:nvCxnSpPr>
          <p:spPr>
            <a:xfrm>
              <a:off x="3239851" y="5631396"/>
              <a:ext cx="1001502" cy="0"/>
            </a:xfrm>
            <a:prstGeom prst="line">
              <a:avLst/>
            </a:prstGeom>
            <a:noFill/>
            <a:ln w="25400" cap="rnd" cmpd="sng" algn="ctr">
              <a:solidFill>
                <a:srgbClr val="00407A"/>
              </a:solidFill>
              <a:prstDash val="solid"/>
              <a:round/>
              <a:tailEnd type="triangle"/>
            </a:ln>
            <a:effectLst/>
          </p:spPr>
        </p:cxnSp>
        <p:cxnSp>
          <p:nvCxnSpPr>
            <p:cNvPr id="44" name="Straight Connector 43">
              <a:extLst>
                <a:ext uri="{FF2B5EF4-FFF2-40B4-BE49-F238E27FC236}">
                  <a16:creationId xmlns:a16="http://schemas.microsoft.com/office/drawing/2014/main" id="{C2941702-A1C9-DB8D-FF6A-2160329F0DFF}"/>
                </a:ext>
              </a:extLst>
            </p:cNvPr>
            <p:cNvCxnSpPr/>
            <p:nvPr/>
          </p:nvCxnSpPr>
          <p:spPr>
            <a:xfrm flipH="1" flipV="1">
              <a:off x="3240287" y="5133913"/>
              <a:ext cx="0" cy="492613"/>
            </a:xfrm>
            <a:prstGeom prst="line">
              <a:avLst/>
            </a:prstGeom>
            <a:noFill/>
            <a:ln w="25400" cap="rnd" cmpd="sng" algn="ctr">
              <a:solidFill>
                <a:srgbClr val="00407A"/>
              </a:solidFill>
              <a:prstDash val="solid"/>
              <a:round/>
              <a:tailEnd type="triangle"/>
            </a:ln>
            <a:effectLst/>
          </p:spPr>
        </p:cxnSp>
        <p:sp>
          <p:nvSpPr>
            <p:cNvPr id="45" name="TextBox 44">
              <a:extLst>
                <a:ext uri="{FF2B5EF4-FFF2-40B4-BE49-F238E27FC236}">
                  <a16:creationId xmlns:a16="http://schemas.microsoft.com/office/drawing/2014/main" id="{BF3878A8-C7ED-3A0C-26EC-D563D10B1FE4}"/>
                </a:ext>
              </a:extLst>
            </p:cNvPr>
            <p:cNvSpPr txBox="1"/>
            <p:nvPr/>
          </p:nvSpPr>
          <p:spPr>
            <a:xfrm rot="16200000">
              <a:off x="2800316" y="5213509"/>
              <a:ext cx="680608"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F02C5545-9A4F-615F-2B22-6EA1EADC0A75}"/>
                </a:ext>
              </a:extLst>
            </p:cNvPr>
            <p:cNvSpPr txBox="1"/>
            <p:nvPr/>
          </p:nvSpPr>
          <p:spPr>
            <a:xfrm>
              <a:off x="3645526" y="5572466"/>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3F03A82F-6B9D-1636-1941-0B767B3FD689}"/>
                </a:ext>
              </a:extLst>
            </p:cNvPr>
            <p:cNvSpPr txBox="1"/>
            <p:nvPr/>
          </p:nvSpPr>
          <p:spPr>
            <a:xfrm rot="17483968">
              <a:off x="2000317" y="6044176"/>
              <a:ext cx="513870" cy="41711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dirty="0" smtClean="0">
                  <a:ln>
                    <a:noFill/>
                  </a:ln>
                  <a:solidFill>
                    <a:srgbClr val="00407A"/>
                  </a:solidFill>
                  <a:effectLst/>
                  <a:uLnTx/>
                  <a:uFillTx/>
                  <a:latin typeface="Times New Roman" panose="02020603050405020304" pitchFamily="18" charset="0"/>
                  <a:cs typeface="Times New Roman" panose="02020603050405020304" pitchFamily="18" charset="0"/>
                </a:rPr>
                <a:t>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dirty="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nvGrpSpPr>
            <p:cNvPr id="48" name="Group 47">
              <a:extLst>
                <a:ext uri="{FF2B5EF4-FFF2-40B4-BE49-F238E27FC236}">
                  <a16:creationId xmlns:a16="http://schemas.microsoft.com/office/drawing/2014/main" id="{78160917-2737-9022-F2A1-BFC3ADEDE07F}"/>
                </a:ext>
              </a:extLst>
            </p:cNvPr>
            <p:cNvGrpSpPr/>
            <p:nvPr/>
          </p:nvGrpSpPr>
          <p:grpSpPr>
            <a:xfrm>
              <a:off x="3854235" y="6766566"/>
              <a:ext cx="468225" cy="492443"/>
              <a:chOff x="4951111" y="6450319"/>
              <a:chExt cx="468225" cy="492443"/>
            </a:xfrm>
          </p:grpSpPr>
          <p:sp>
            <p:nvSpPr>
              <p:cNvPr id="60" name="Oval 59">
                <a:extLst>
                  <a:ext uri="{FF2B5EF4-FFF2-40B4-BE49-F238E27FC236}">
                    <a16:creationId xmlns:a16="http://schemas.microsoft.com/office/drawing/2014/main" id="{608791D3-D559-AB06-9EE9-A27322F9F7B7}"/>
                  </a:ext>
                </a:extLst>
              </p:cNvPr>
              <p:cNvSpPr/>
              <p:nvPr/>
            </p:nvSpPr>
            <p:spPr>
              <a:xfrm>
                <a:off x="5000720" y="6516444"/>
                <a:ext cx="227706" cy="228596"/>
              </a:xfrm>
              <a:prstGeom prst="ellipse">
                <a:avLst/>
              </a:prstGeom>
              <a:solidFill>
                <a:srgbClr val="FFFFFF"/>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1" name="TextBox 60">
                <a:extLst>
                  <a:ext uri="{FF2B5EF4-FFF2-40B4-BE49-F238E27FC236}">
                    <a16:creationId xmlns:a16="http://schemas.microsoft.com/office/drawing/2014/main" id="{8A98138F-8AA2-8434-D33C-EEB97D67574F}"/>
                  </a:ext>
                </a:extLst>
              </p:cNvPr>
              <p:cNvSpPr txBox="1"/>
              <p:nvPr/>
            </p:nvSpPr>
            <p:spPr>
              <a:xfrm>
                <a:off x="4951111" y="6450319"/>
                <a:ext cx="468225" cy="49244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A</a:t>
                </a:r>
                <a:endParaRPr kumimoji="0" lang="en-US" sz="16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sp>
          <p:nvSpPr>
            <p:cNvPr id="49" name="Oval 48">
              <a:extLst>
                <a:ext uri="{FF2B5EF4-FFF2-40B4-BE49-F238E27FC236}">
                  <a16:creationId xmlns:a16="http://schemas.microsoft.com/office/drawing/2014/main" id="{4291F07D-6CEA-9620-D39F-FC72B87F6D2A}"/>
                </a:ext>
              </a:extLst>
            </p:cNvPr>
            <p:cNvSpPr/>
            <p:nvPr/>
          </p:nvSpPr>
          <p:spPr>
            <a:xfrm>
              <a:off x="3570241" y="6712751"/>
              <a:ext cx="73152" cy="72423"/>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50" name="Group 49">
              <a:extLst>
                <a:ext uri="{FF2B5EF4-FFF2-40B4-BE49-F238E27FC236}">
                  <a16:creationId xmlns:a16="http://schemas.microsoft.com/office/drawing/2014/main" id="{02F1083D-6FD2-0476-79ED-EA0555D297DD}"/>
                </a:ext>
              </a:extLst>
            </p:cNvPr>
            <p:cNvGrpSpPr/>
            <p:nvPr/>
          </p:nvGrpSpPr>
          <p:grpSpPr>
            <a:xfrm>
              <a:off x="3991371" y="6518364"/>
              <a:ext cx="489628" cy="463869"/>
              <a:chOff x="4376591" y="6340248"/>
              <a:chExt cx="489628" cy="463869"/>
            </a:xfrm>
          </p:grpSpPr>
          <p:grpSp>
            <p:nvGrpSpPr>
              <p:cNvPr id="56" name="Group 55">
                <a:extLst>
                  <a:ext uri="{FF2B5EF4-FFF2-40B4-BE49-F238E27FC236}">
                    <a16:creationId xmlns:a16="http://schemas.microsoft.com/office/drawing/2014/main" id="{3D76A811-5E2C-7CA8-3B57-4C5D8ECFAF39}"/>
                  </a:ext>
                </a:extLst>
              </p:cNvPr>
              <p:cNvGrpSpPr/>
              <p:nvPr/>
            </p:nvGrpSpPr>
            <p:grpSpPr>
              <a:xfrm>
                <a:off x="4397994" y="6340248"/>
                <a:ext cx="468225" cy="294721"/>
                <a:chOff x="4951111" y="6450319"/>
                <a:chExt cx="468225" cy="294721"/>
              </a:xfrm>
            </p:grpSpPr>
            <p:sp>
              <p:nvSpPr>
                <p:cNvPr id="58" name="Oval 57">
                  <a:extLst>
                    <a:ext uri="{FF2B5EF4-FFF2-40B4-BE49-F238E27FC236}">
                      <a16:creationId xmlns:a16="http://schemas.microsoft.com/office/drawing/2014/main" id="{EC527A0F-77D9-4F1A-A91D-6BDD57DED78E}"/>
                    </a:ext>
                  </a:extLst>
                </p:cNvPr>
                <p:cNvSpPr/>
                <p:nvPr/>
              </p:nvSpPr>
              <p:spPr>
                <a:xfrm>
                  <a:off x="5000720" y="6516444"/>
                  <a:ext cx="227706" cy="228596"/>
                </a:xfrm>
                <a:prstGeom prst="ellipse">
                  <a:avLst/>
                </a:prstGeom>
                <a:solidFill>
                  <a:srgbClr val="FFFFFF"/>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59" name="TextBox 58">
                  <a:extLst>
                    <a:ext uri="{FF2B5EF4-FFF2-40B4-BE49-F238E27FC236}">
                      <a16:creationId xmlns:a16="http://schemas.microsoft.com/office/drawing/2014/main" id="{720EE8EB-67AF-BE2D-FC43-F1CA4E3B8FD2}"/>
                    </a:ext>
                  </a:extLst>
                </p:cNvPr>
                <p:cNvSpPr txBox="1"/>
                <p:nvPr/>
              </p:nvSpPr>
              <p:spPr>
                <a:xfrm>
                  <a:off x="4951111" y="6450319"/>
                  <a:ext cx="468225"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sp>
            <p:nvSpPr>
              <p:cNvPr id="57" name="TextBox 56">
                <a:extLst>
                  <a:ext uri="{FF2B5EF4-FFF2-40B4-BE49-F238E27FC236}">
                    <a16:creationId xmlns:a16="http://schemas.microsoft.com/office/drawing/2014/main" id="{3D2AE5D9-39FA-4225-1D0D-73B465844D18}"/>
                  </a:ext>
                </a:extLst>
              </p:cNvPr>
              <p:cNvSpPr txBox="1"/>
              <p:nvPr/>
            </p:nvSpPr>
            <p:spPr>
              <a:xfrm>
                <a:off x="4376591" y="6342452"/>
                <a:ext cx="46822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a</a:t>
                </a:r>
                <a:r>
                  <a:rPr kumimoji="0" lang="en-US" sz="14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grpSp>
          <p:nvGrpSpPr>
            <p:cNvPr id="51" name="Group 50">
              <a:extLst>
                <a:ext uri="{FF2B5EF4-FFF2-40B4-BE49-F238E27FC236}">
                  <a16:creationId xmlns:a16="http://schemas.microsoft.com/office/drawing/2014/main" id="{1D6C2929-0CCD-DFFE-1758-D5B320F8BDFA}"/>
                </a:ext>
              </a:extLst>
            </p:cNvPr>
            <p:cNvGrpSpPr/>
            <p:nvPr/>
          </p:nvGrpSpPr>
          <p:grpSpPr>
            <a:xfrm>
              <a:off x="2285754" y="6769731"/>
              <a:ext cx="489628" cy="463869"/>
              <a:chOff x="4376591" y="6340248"/>
              <a:chExt cx="489628" cy="463869"/>
            </a:xfrm>
          </p:grpSpPr>
          <p:grpSp>
            <p:nvGrpSpPr>
              <p:cNvPr id="52" name="Group 51">
                <a:extLst>
                  <a:ext uri="{FF2B5EF4-FFF2-40B4-BE49-F238E27FC236}">
                    <a16:creationId xmlns:a16="http://schemas.microsoft.com/office/drawing/2014/main" id="{3EA708CA-36BF-81D8-49E3-5836A3A9048F}"/>
                  </a:ext>
                </a:extLst>
              </p:cNvPr>
              <p:cNvGrpSpPr/>
              <p:nvPr/>
            </p:nvGrpSpPr>
            <p:grpSpPr>
              <a:xfrm>
                <a:off x="4397994" y="6340248"/>
                <a:ext cx="468225" cy="294721"/>
                <a:chOff x="4951111" y="6450319"/>
                <a:chExt cx="468225" cy="294721"/>
              </a:xfrm>
            </p:grpSpPr>
            <p:sp>
              <p:nvSpPr>
                <p:cNvPr id="54" name="Oval 53">
                  <a:extLst>
                    <a:ext uri="{FF2B5EF4-FFF2-40B4-BE49-F238E27FC236}">
                      <a16:creationId xmlns:a16="http://schemas.microsoft.com/office/drawing/2014/main" id="{B9F6C995-D335-62B4-AC61-4355EB3D27F4}"/>
                    </a:ext>
                  </a:extLst>
                </p:cNvPr>
                <p:cNvSpPr/>
                <p:nvPr/>
              </p:nvSpPr>
              <p:spPr>
                <a:xfrm>
                  <a:off x="5000720" y="6516444"/>
                  <a:ext cx="227706" cy="228596"/>
                </a:xfrm>
                <a:prstGeom prst="ellipse">
                  <a:avLst/>
                </a:prstGeom>
                <a:solidFill>
                  <a:srgbClr val="FFFFFF"/>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55" name="TextBox 54">
                  <a:extLst>
                    <a:ext uri="{FF2B5EF4-FFF2-40B4-BE49-F238E27FC236}">
                      <a16:creationId xmlns:a16="http://schemas.microsoft.com/office/drawing/2014/main" id="{863BC838-1E46-FF16-B024-18AF945396A8}"/>
                    </a:ext>
                  </a:extLst>
                </p:cNvPr>
                <p:cNvSpPr txBox="1"/>
                <p:nvPr/>
              </p:nvSpPr>
              <p:spPr>
                <a:xfrm>
                  <a:off x="4951111" y="6450319"/>
                  <a:ext cx="468225"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sp>
            <p:nvSpPr>
              <p:cNvPr id="53" name="TextBox 52">
                <a:extLst>
                  <a:ext uri="{FF2B5EF4-FFF2-40B4-BE49-F238E27FC236}">
                    <a16:creationId xmlns:a16="http://schemas.microsoft.com/office/drawing/2014/main" id="{3D5D7E38-6214-202D-85B0-1FCFD49AD0E9}"/>
                  </a:ext>
                </a:extLst>
              </p:cNvPr>
              <p:cNvSpPr txBox="1"/>
              <p:nvPr/>
            </p:nvSpPr>
            <p:spPr>
              <a:xfrm>
                <a:off x="4376591" y="6342452"/>
                <a:ext cx="46822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a</a:t>
                </a:r>
                <a:r>
                  <a:rPr kumimoji="0" lang="en-US" sz="14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1</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grpSp>
      <p:grpSp>
        <p:nvGrpSpPr>
          <p:cNvPr id="160" name="Group 159">
            <a:extLst>
              <a:ext uri="{FF2B5EF4-FFF2-40B4-BE49-F238E27FC236}">
                <a16:creationId xmlns:a16="http://schemas.microsoft.com/office/drawing/2014/main" id="{8C2B3F97-CA19-3CF8-1E83-7993E245C334}"/>
              </a:ext>
            </a:extLst>
          </p:cNvPr>
          <p:cNvGrpSpPr/>
          <p:nvPr/>
        </p:nvGrpSpPr>
        <p:grpSpPr>
          <a:xfrm>
            <a:off x="4179320" y="537461"/>
            <a:ext cx="3793567" cy="2873948"/>
            <a:chOff x="4118139" y="1301090"/>
            <a:chExt cx="3793567" cy="2873948"/>
          </a:xfrm>
        </p:grpSpPr>
        <p:grpSp>
          <p:nvGrpSpPr>
            <p:cNvPr id="161" name="Group 160">
              <a:extLst>
                <a:ext uri="{FF2B5EF4-FFF2-40B4-BE49-F238E27FC236}">
                  <a16:creationId xmlns:a16="http://schemas.microsoft.com/office/drawing/2014/main" id="{34AD9C79-DB30-4009-11A4-6656D39167A7}"/>
                </a:ext>
              </a:extLst>
            </p:cNvPr>
            <p:cNvGrpSpPr/>
            <p:nvPr/>
          </p:nvGrpSpPr>
          <p:grpSpPr>
            <a:xfrm>
              <a:off x="4132422" y="1301090"/>
              <a:ext cx="3779284" cy="2801536"/>
              <a:chOff x="4193479" y="1301090"/>
              <a:chExt cx="3717444" cy="2801536"/>
            </a:xfrm>
          </p:grpSpPr>
          <p:sp>
            <p:nvSpPr>
              <p:cNvPr id="191" name="Rounded Rectangle 191">
                <a:extLst>
                  <a:ext uri="{FF2B5EF4-FFF2-40B4-BE49-F238E27FC236}">
                    <a16:creationId xmlns:a16="http://schemas.microsoft.com/office/drawing/2014/main" id="{DF0BBB15-7B7D-1F79-3747-3110E4B25D58}"/>
                  </a:ext>
                </a:extLst>
              </p:cNvPr>
              <p:cNvSpPr/>
              <p:nvPr/>
            </p:nvSpPr>
            <p:spPr>
              <a:xfrm>
                <a:off x="4193479" y="1475728"/>
                <a:ext cx="3559843" cy="2582427"/>
              </a:xfrm>
              <a:prstGeom prst="roundRect">
                <a:avLst/>
              </a:prstGeom>
              <a:solidFill>
                <a:srgbClr val="FBE5D6"/>
              </a:solidFill>
              <a:ln w="3175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192" name="Group 191">
                <a:extLst>
                  <a:ext uri="{FF2B5EF4-FFF2-40B4-BE49-F238E27FC236}">
                    <a16:creationId xmlns:a16="http://schemas.microsoft.com/office/drawing/2014/main" id="{133FA476-3F72-2F45-2E3B-7D64181755BF}"/>
                  </a:ext>
                </a:extLst>
              </p:cNvPr>
              <p:cNvGrpSpPr/>
              <p:nvPr/>
            </p:nvGrpSpPr>
            <p:grpSpPr>
              <a:xfrm>
                <a:off x="4231626" y="1475728"/>
                <a:ext cx="3679297" cy="2626898"/>
                <a:chOff x="4231626" y="1475728"/>
                <a:chExt cx="3679297" cy="2626898"/>
              </a:xfrm>
            </p:grpSpPr>
            <p:cxnSp>
              <p:nvCxnSpPr>
                <p:cNvPr id="215" name="Straight Connector 214">
                  <a:extLst>
                    <a:ext uri="{FF2B5EF4-FFF2-40B4-BE49-F238E27FC236}">
                      <a16:creationId xmlns:a16="http://schemas.microsoft.com/office/drawing/2014/main" id="{96F6C326-86BE-4E88-D573-73D7C6FB88B8}"/>
                    </a:ext>
                  </a:extLst>
                </p:cNvPr>
                <p:cNvCxnSpPr/>
                <p:nvPr/>
              </p:nvCxnSpPr>
              <p:spPr>
                <a:xfrm>
                  <a:off x="6703551" y="2153240"/>
                  <a:ext cx="0" cy="1005840"/>
                </a:xfrm>
                <a:prstGeom prst="line">
                  <a:avLst/>
                </a:prstGeom>
                <a:noFill/>
                <a:ln w="31750" cap="rnd" cmpd="sng" algn="ctr">
                  <a:solidFill>
                    <a:srgbClr val="00B050"/>
                  </a:solidFill>
                  <a:prstDash val="solid"/>
                  <a:tailEnd type="triangle"/>
                </a:ln>
                <a:effectLst/>
              </p:spPr>
            </p:cxnSp>
            <p:sp>
              <p:nvSpPr>
                <p:cNvPr id="216" name="TextBox 215">
                  <a:extLst>
                    <a:ext uri="{FF2B5EF4-FFF2-40B4-BE49-F238E27FC236}">
                      <a16:creationId xmlns:a16="http://schemas.microsoft.com/office/drawing/2014/main" id="{86FA1A36-2B40-DC0D-0D1D-F96D9458F96F}"/>
                    </a:ext>
                  </a:extLst>
                </p:cNvPr>
                <p:cNvSpPr txBox="1"/>
                <p:nvPr/>
              </p:nvSpPr>
              <p:spPr>
                <a:xfrm rot="4349669">
                  <a:off x="7085028" y="2074150"/>
                  <a:ext cx="967193"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2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O_PC_PSO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17" name="Rounded Rectangle 217">
                  <a:extLst>
                    <a:ext uri="{FF2B5EF4-FFF2-40B4-BE49-F238E27FC236}">
                      <a16:creationId xmlns:a16="http://schemas.microsoft.com/office/drawing/2014/main" id="{E094CF98-550F-F2F0-6106-7912E348DDED}"/>
                    </a:ext>
                  </a:extLst>
                </p:cNvPr>
                <p:cNvSpPr/>
                <p:nvPr/>
              </p:nvSpPr>
              <p:spPr>
                <a:xfrm>
                  <a:off x="4231626" y="1475728"/>
                  <a:ext cx="2072799" cy="2582427"/>
                </a:xfrm>
                <a:prstGeom prst="roundRect">
                  <a:avLst/>
                </a:prstGeom>
                <a:solidFill>
                  <a:srgbClr val="FFFFFF"/>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18" name="TextBox 217">
                  <a:extLst>
                    <a:ext uri="{FF2B5EF4-FFF2-40B4-BE49-F238E27FC236}">
                      <a16:creationId xmlns:a16="http://schemas.microsoft.com/office/drawing/2014/main" id="{17637124-FC4F-EB2E-3518-F51EA23EB542}"/>
                    </a:ext>
                  </a:extLst>
                </p:cNvPr>
                <p:cNvSpPr txBox="1"/>
                <p:nvPr/>
              </p:nvSpPr>
              <p:spPr>
                <a:xfrm>
                  <a:off x="4557706" y="3825627"/>
                  <a:ext cx="1447920"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 </a:t>
                  </a: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PSO</a:t>
                  </a:r>
                </a:p>
              </p:txBody>
            </p:sp>
            <p:sp>
              <p:nvSpPr>
                <p:cNvPr id="219" name="TextBox 218">
                  <a:extLst>
                    <a:ext uri="{FF2B5EF4-FFF2-40B4-BE49-F238E27FC236}">
                      <a16:creationId xmlns:a16="http://schemas.microsoft.com/office/drawing/2014/main" id="{07136BFF-D3F6-B2F3-3CDD-3D8E732B3670}"/>
                    </a:ext>
                  </a:extLst>
                </p:cNvPr>
                <p:cNvSpPr txBox="1"/>
                <p:nvPr/>
              </p:nvSpPr>
              <p:spPr>
                <a:xfrm>
                  <a:off x="5278960" y="3138259"/>
                  <a:ext cx="468225"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20" name="TextBox 219">
                  <a:extLst>
                    <a:ext uri="{FF2B5EF4-FFF2-40B4-BE49-F238E27FC236}">
                      <a16:creationId xmlns:a16="http://schemas.microsoft.com/office/drawing/2014/main" id="{F3090806-C597-5225-CC44-C99B9C85989E}"/>
                    </a:ext>
                  </a:extLst>
                </p:cNvPr>
                <p:cNvSpPr txBox="1"/>
                <p:nvPr/>
              </p:nvSpPr>
              <p:spPr>
                <a:xfrm>
                  <a:off x="4335545" y="3529139"/>
                  <a:ext cx="332509"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1</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21" name="TextBox 220">
                  <a:extLst>
                    <a:ext uri="{FF2B5EF4-FFF2-40B4-BE49-F238E27FC236}">
                      <a16:creationId xmlns:a16="http://schemas.microsoft.com/office/drawing/2014/main" id="{C291DF8E-4138-48AF-2269-1E2A6DC6C9A0}"/>
                    </a:ext>
                  </a:extLst>
                </p:cNvPr>
                <p:cNvSpPr txBox="1"/>
                <p:nvPr/>
              </p:nvSpPr>
              <p:spPr>
                <a:xfrm>
                  <a:off x="4618313" y="3534925"/>
                  <a:ext cx="36576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3</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22" name="TextBox 221">
                  <a:extLst>
                    <a:ext uri="{FF2B5EF4-FFF2-40B4-BE49-F238E27FC236}">
                      <a16:creationId xmlns:a16="http://schemas.microsoft.com/office/drawing/2014/main" id="{5384BB00-579A-7D56-552C-161BE734E5FD}"/>
                    </a:ext>
                  </a:extLst>
                </p:cNvPr>
                <p:cNvSpPr txBox="1"/>
                <p:nvPr/>
              </p:nvSpPr>
              <p:spPr>
                <a:xfrm>
                  <a:off x="4468064" y="3534925"/>
                  <a:ext cx="36576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223" name="Straight Arrow Connector 222">
                  <a:extLst>
                    <a:ext uri="{FF2B5EF4-FFF2-40B4-BE49-F238E27FC236}">
                      <a16:creationId xmlns:a16="http://schemas.microsoft.com/office/drawing/2014/main" id="{45F159C0-E882-4D7F-8E55-9C78ABAC3DA1}"/>
                    </a:ext>
                  </a:extLst>
                </p:cNvPr>
                <p:cNvCxnSpPr/>
                <p:nvPr/>
              </p:nvCxnSpPr>
              <p:spPr>
                <a:xfrm>
                  <a:off x="6439929" y="1892053"/>
                  <a:ext cx="196914" cy="0"/>
                </a:xfrm>
                <a:prstGeom prst="straightConnector1">
                  <a:avLst/>
                </a:prstGeom>
                <a:noFill/>
                <a:ln w="25400" cap="rnd" cmpd="sng" algn="ctr">
                  <a:solidFill>
                    <a:srgbClr val="FFFFFF">
                      <a:lumMod val="50000"/>
                    </a:srgbClr>
                  </a:solidFill>
                  <a:prstDash val="solid"/>
                  <a:headEnd type="triangle" w="med" len="med"/>
                </a:ln>
                <a:effectLst/>
              </p:spPr>
            </p:cxnSp>
            <p:cxnSp>
              <p:nvCxnSpPr>
                <p:cNvPr id="224" name="Straight Connector 223">
                  <a:extLst>
                    <a:ext uri="{FF2B5EF4-FFF2-40B4-BE49-F238E27FC236}">
                      <a16:creationId xmlns:a16="http://schemas.microsoft.com/office/drawing/2014/main" id="{AABEAD1F-FF5C-546A-A781-C3F0D9D82278}"/>
                    </a:ext>
                  </a:extLst>
                </p:cNvPr>
                <p:cNvCxnSpPr/>
                <p:nvPr/>
              </p:nvCxnSpPr>
              <p:spPr>
                <a:xfrm flipV="1">
                  <a:off x="6439929" y="1831236"/>
                  <a:ext cx="0" cy="425721"/>
                </a:xfrm>
                <a:prstGeom prst="line">
                  <a:avLst/>
                </a:prstGeom>
                <a:noFill/>
                <a:ln w="25400" cap="rnd" cmpd="sng" algn="ctr">
                  <a:solidFill>
                    <a:srgbClr val="FFFFFF">
                      <a:lumMod val="50000"/>
                    </a:srgbClr>
                  </a:solidFill>
                  <a:prstDash val="solid"/>
                </a:ln>
                <a:effectLst/>
              </p:spPr>
            </p:cxnSp>
            <p:cxnSp>
              <p:nvCxnSpPr>
                <p:cNvPr id="225" name="Straight Arrow Connector 224">
                  <a:extLst>
                    <a:ext uri="{FF2B5EF4-FFF2-40B4-BE49-F238E27FC236}">
                      <a16:creationId xmlns:a16="http://schemas.microsoft.com/office/drawing/2014/main" id="{7C3464CD-B2E7-2B9B-730B-638191C97050}"/>
                    </a:ext>
                  </a:extLst>
                </p:cNvPr>
                <p:cNvCxnSpPr/>
                <p:nvPr/>
              </p:nvCxnSpPr>
              <p:spPr>
                <a:xfrm>
                  <a:off x="6439929" y="2196140"/>
                  <a:ext cx="196914" cy="0"/>
                </a:xfrm>
                <a:prstGeom prst="straightConnector1">
                  <a:avLst/>
                </a:prstGeom>
                <a:noFill/>
                <a:ln w="25400" cap="rnd" cmpd="sng" algn="ctr">
                  <a:solidFill>
                    <a:srgbClr val="FFFFFF">
                      <a:lumMod val="50000"/>
                    </a:srgbClr>
                  </a:solidFill>
                  <a:prstDash val="solid"/>
                  <a:headEnd type="none"/>
                  <a:tailEnd type="none"/>
                </a:ln>
                <a:effectLst/>
              </p:spPr>
            </p:cxnSp>
            <p:cxnSp>
              <p:nvCxnSpPr>
                <p:cNvPr id="226" name="Straight Connector 225">
                  <a:extLst>
                    <a:ext uri="{FF2B5EF4-FFF2-40B4-BE49-F238E27FC236}">
                      <a16:creationId xmlns:a16="http://schemas.microsoft.com/office/drawing/2014/main" id="{C2FC4D54-17A6-420A-DD8B-D56BD9770E7E}"/>
                    </a:ext>
                  </a:extLst>
                </p:cNvPr>
                <p:cNvCxnSpPr/>
                <p:nvPr/>
              </p:nvCxnSpPr>
              <p:spPr>
                <a:xfrm flipV="1">
                  <a:off x="6390700" y="1892053"/>
                  <a:ext cx="0" cy="304086"/>
                </a:xfrm>
                <a:prstGeom prst="line">
                  <a:avLst/>
                </a:prstGeom>
                <a:noFill/>
                <a:ln w="25400" cap="rnd" cmpd="sng" algn="ctr">
                  <a:solidFill>
                    <a:srgbClr val="FFFFFF">
                      <a:lumMod val="50000"/>
                    </a:srgbClr>
                  </a:solidFill>
                  <a:prstDash val="solid"/>
                </a:ln>
                <a:effectLst/>
              </p:spPr>
            </p:cxnSp>
            <p:sp>
              <p:nvSpPr>
                <p:cNvPr id="227" name="Rectangle 272">
                  <a:extLst>
                    <a:ext uri="{FF2B5EF4-FFF2-40B4-BE49-F238E27FC236}">
                      <a16:creationId xmlns:a16="http://schemas.microsoft.com/office/drawing/2014/main" id="{23375517-5484-24E7-F63C-FF4F86A4BAD8}"/>
                    </a:ext>
                  </a:extLst>
                </p:cNvPr>
                <p:cNvSpPr>
                  <a:spLocks noChangeArrowheads="1"/>
                </p:cNvSpPr>
                <p:nvPr/>
              </p:nvSpPr>
              <p:spPr bwMode="auto">
                <a:xfrm>
                  <a:off x="6384068" y="1864145"/>
                  <a:ext cx="741854" cy="311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PC</a:t>
                  </a:r>
                </a:p>
              </p:txBody>
            </p:sp>
            <p:grpSp>
              <p:nvGrpSpPr>
                <p:cNvPr id="228" name="Group 227">
                  <a:extLst>
                    <a:ext uri="{FF2B5EF4-FFF2-40B4-BE49-F238E27FC236}">
                      <a16:creationId xmlns:a16="http://schemas.microsoft.com/office/drawing/2014/main" id="{EFC1C1E1-9E0E-B96F-69F1-BE808E78F977}"/>
                    </a:ext>
                  </a:extLst>
                </p:cNvPr>
                <p:cNvGrpSpPr/>
                <p:nvPr/>
              </p:nvGrpSpPr>
              <p:grpSpPr>
                <a:xfrm>
                  <a:off x="5328225" y="1602463"/>
                  <a:ext cx="1135067" cy="2248570"/>
                  <a:chOff x="1395080" y="714438"/>
                  <a:chExt cx="874900" cy="1775825"/>
                </a:xfrm>
              </p:grpSpPr>
              <p:grpSp>
                <p:nvGrpSpPr>
                  <p:cNvPr id="292" name="Group 291">
                    <a:extLst>
                      <a:ext uri="{FF2B5EF4-FFF2-40B4-BE49-F238E27FC236}">
                        <a16:creationId xmlns:a16="http://schemas.microsoft.com/office/drawing/2014/main" id="{877C2747-1063-B924-4B9C-478B7C223E58}"/>
                      </a:ext>
                    </a:extLst>
                  </p:cNvPr>
                  <p:cNvGrpSpPr/>
                  <p:nvPr/>
                </p:nvGrpSpPr>
                <p:grpSpPr>
                  <a:xfrm>
                    <a:off x="1395080" y="714438"/>
                    <a:ext cx="609740" cy="1734715"/>
                    <a:chOff x="2702173" y="639174"/>
                    <a:chExt cx="635564" cy="1491978"/>
                  </a:xfrm>
                </p:grpSpPr>
                <p:cxnSp>
                  <p:nvCxnSpPr>
                    <p:cNvPr id="297" name="Straight Arrow Connector 296">
                      <a:extLst>
                        <a:ext uri="{FF2B5EF4-FFF2-40B4-BE49-F238E27FC236}">
                          <a16:creationId xmlns:a16="http://schemas.microsoft.com/office/drawing/2014/main" id="{381A2DB3-02B2-14F0-51E2-F318586CB086}"/>
                        </a:ext>
                      </a:extLst>
                    </p:cNvPr>
                    <p:cNvCxnSpPr/>
                    <p:nvPr/>
                  </p:nvCxnSpPr>
                  <p:spPr>
                    <a:xfrm>
                      <a:off x="3068794" y="839407"/>
                      <a:ext cx="158209" cy="0"/>
                    </a:xfrm>
                    <a:prstGeom prst="straightConnector1">
                      <a:avLst/>
                    </a:prstGeom>
                    <a:noFill/>
                    <a:ln w="25400" cap="rnd" cmpd="sng" algn="ctr">
                      <a:solidFill>
                        <a:srgbClr val="00407A"/>
                      </a:solidFill>
                      <a:prstDash val="solid"/>
                      <a:headEnd type="triangle" w="med" len="med"/>
                    </a:ln>
                    <a:effectLst/>
                  </p:spPr>
                </p:cxnSp>
                <p:cxnSp>
                  <p:nvCxnSpPr>
                    <p:cNvPr id="298" name="Straight Connector 297">
                      <a:extLst>
                        <a:ext uri="{FF2B5EF4-FFF2-40B4-BE49-F238E27FC236}">
                          <a16:creationId xmlns:a16="http://schemas.microsoft.com/office/drawing/2014/main" id="{7F414058-6CAE-854F-DB0C-4521B09E4604}"/>
                        </a:ext>
                      </a:extLst>
                    </p:cNvPr>
                    <p:cNvCxnSpPr/>
                    <p:nvPr/>
                  </p:nvCxnSpPr>
                  <p:spPr>
                    <a:xfrm flipV="1">
                      <a:off x="3068794" y="798097"/>
                      <a:ext cx="0" cy="289169"/>
                    </a:xfrm>
                    <a:prstGeom prst="line">
                      <a:avLst/>
                    </a:prstGeom>
                    <a:noFill/>
                    <a:ln w="25400" cap="rnd" cmpd="sng" algn="ctr">
                      <a:solidFill>
                        <a:srgbClr val="00407A"/>
                      </a:solidFill>
                      <a:prstDash val="solid"/>
                    </a:ln>
                    <a:effectLst/>
                  </p:spPr>
                </p:cxnSp>
                <p:cxnSp>
                  <p:nvCxnSpPr>
                    <p:cNvPr id="299" name="Straight Arrow Connector 298">
                      <a:extLst>
                        <a:ext uri="{FF2B5EF4-FFF2-40B4-BE49-F238E27FC236}">
                          <a16:creationId xmlns:a16="http://schemas.microsoft.com/office/drawing/2014/main" id="{6038E3D4-8403-3A19-051B-FACDC4B804BD}"/>
                        </a:ext>
                      </a:extLst>
                    </p:cNvPr>
                    <p:cNvCxnSpPr/>
                    <p:nvPr/>
                  </p:nvCxnSpPr>
                  <p:spPr>
                    <a:xfrm>
                      <a:off x="3068794" y="1045956"/>
                      <a:ext cx="158209" cy="0"/>
                    </a:xfrm>
                    <a:prstGeom prst="straightConnector1">
                      <a:avLst/>
                    </a:prstGeom>
                    <a:noFill/>
                    <a:ln w="25400" cap="rnd" cmpd="sng" algn="ctr">
                      <a:solidFill>
                        <a:srgbClr val="00407A"/>
                      </a:solidFill>
                      <a:prstDash val="solid"/>
                      <a:headEnd type="none"/>
                      <a:tailEnd type="none"/>
                    </a:ln>
                    <a:effectLst/>
                  </p:spPr>
                </p:cxnSp>
                <p:cxnSp>
                  <p:nvCxnSpPr>
                    <p:cNvPr id="300" name="Straight Connector 299">
                      <a:extLst>
                        <a:ext uri="{FF2B5EF4-FFF2-40B4-BE49-F238E27FC236}">
                          <a16:creationId xmlns:a16="http://schemas.microsoft.com/office/drawing/2014/main" id="{66DB17BC-D4AB-FBC5-77D7-B010001D8E39}"/>
                        </a:ext>
                      </a:extLst>
                    </p:cNvPr>
                    <p:cNvCxnSpPr/>
                    <p:nvPr/>
                  </p:nvCxnSpPr>
                  <p:spPr>
                    <a:xfrm flipV="1">
                      <a:off x="3029242" y="839407"/>
                      <a:ext cx="0" cy="206549"/>
                    </a:xfrm>
                    <a:prstGeom prst="line">
                      <a:avLst/>
                    </a:prstGeom>
                    <a:noFill/>
                    <a:ln w="25400" cap="rnd" cmpd="sng" algn="ctr">
                      <a:solidFill>
                        <a:srgbClr val="00407A"/>
                      </a:solidFill>
                      <a:prstDash val="solid"/>
                    </a:ln>
                    <a:effectLst/>
                  </p:spPr>
                </p:cxnSp>
                <p:cxnSp>
                  <p:nvCxnSpPr>
                    <p:cNvPr id="301" name="Straight Arrow Connector 300">
                      <a:extLst>
                        <a:ext uri="{FF2B5EF4-FFF2-40B4-BE49-F238E27FC236}">
                          <a16:creationId xmlns:a16="http://schemas.microsoft.com/office/drawing/2014/main" id="{C4E73CBE-97F1-B49E-61C4-0ADC7E271A14}"/>
                        </a:ext>
                      </a:extLst>
                    </p:cNvPr>
                    <p:cNvCxnSpPr/>
                    <p:nvPr/>
                  </p:nvCxnSpPr>
                  <p:spPr>
                    <a:xfrm>
                      <a:off x="3068794" y="1750674"/>
                      <a:ext cx="158209" cy="0"/>
                    </a:xfrm>
                    <a:prstGeom prst="straightConnector1">
                      <a:avLst/>
                    </a:prstGeom>
                    <a:noFill/>
                    <a:ln w="25400" cap="rnd" cmpd="sng" algn="ctr">
                      <a:solidFill>
                        <a:srgbClr val="00407A"/>
                      </a:solidFill>
                      <a:prstDash val="solid"/>
                    </a:ln>
                    <a:effectLst/>
                  </p:spPr>
                </p:cxnSp>
                <p:cxnSp>
                  <p:nvCxnSpPr>
                    <p:cNvPr id="302" name="Straight Connector 301">
                      <a:extLst>
                        <a:ext uri="{FF2B5EF4-FFF2-40B4-BE49-F238E27FC236}">
                          <a16:creationId xmlns:a16="http://schemas.microsoft.com/office/drawing/2014/main" id="{92E2BCF8-D7AD-413D-4B37-24E6A3CBEDFB}"/>
                        </a:ext>
                      </a:extLst>
                    </p:cNvPr>
                    <p:cNvCxnSpPr/>
                    <p:nvPr/>
                  </p:nvCxnSpPr>
                  <p:spPr>
                    <a:xfrm flipV="1">
                      <a:off x="3068794" y="1709365"/>
                      <a:ext cx="0" cy="289169"/>
                    </a:xfrm>
                    <a:prstGeom prst="line">
                      <a:avLst/>
                    </a:prstGeom>
                    <a:noFill/>
                    <a:ln w="25400" cap="rnd" cmpd="sng" algn="ctr">
                      <a:solidFill>
                        <a:srgbClr val="00407A"/>
                      </a:solidFill>
                      <a:prstDash val="solid"/>
                    </a:ln>
                    <a:effectLst/>
                  </p:spPr>
                </p:cxnSp>
                <p:cxnSp>
                  <p:nvCxnSpPr>
                    <p:cNvPr id="303" name="Straight Arrow Connector 302">
                      <a:extLst>
                        <a:ext uri="{FF2B5EF4-FFF2-40B4-BE49-F238E27FC236}">
                          <a16:creationId xmlns:a16="http://schemas.microsoft.com/office/drawing/2014/main" id="{803E6053-BFBB-DC2F-653A-50B0522F7507}"/>
                        </a:ext>
                      </a:extLst>
                    </p:cNvPr>
                    <p:cNvCxnSpPr/>
                    <p:nvPr/>
                  </p:nvCxnSpPr>
                  <p:spPr>
                    <a:xfrm>
                      <a:off x="3068794" y="1957224"/>
                      <a:ext cx="158209" cy="0"/>
                    </a:xfrm>
                    <a:prstGeom prst="straightConnector1">
                      <a:avLst/>
                    </a:prstGeom>
                    <a:noFill/>
                    <a:ln w="25400" cap="rnd" cmpd="sng" algn="ctr">
                      <a:solidFill>
                        <a:srgbClr val="00407A"/>
                      </a:solidFill>
                      <a:prstDash val="solid"/>
                      <a:tailEnd type="triangle"/>
                    </a:ln>
                    <a:effectLst/>
                  </p:spPr>
                </p:cxnSp>
                <p:cxnSp>
                  <p:nvCxnSpPr>
                    <p:cNvPr id="304" name="Straight Connector 303">
                      <a:extLst>
                        <a:ext uri="{FF2B5EF4-FFF2-40B4-BE49-F238E27FC236}">
                          <a16:creationId xmlns:a16="http://schemas.microsoft.com/office/drawing/2014/main" id="{C252168F-CF48-8CD3-24AF-A45FA407693C}"/>
                        </a:ext>
                      </a:extLst>
                    </p:cNvPr>
                    <p:cNvCxnSpPr/>
                    <p:nvPr/>
                  </p:nvCxnSpPr>
                  <p:spPr>
                    <a:xfrm flipV="1">
                      <a:off x="3029242" y="1750674"/>
                      <a:ext cx="0" cy="206549"/>
                    </a:xfrm>
                    <a:prstGeom prst="line">
                      <a:avLst/>
                    </a:prstGeom>
                    <a:noFill/>
                    <a:ln w="25400" cap="rnd" cmpd="sng" algn="ctr">
                      <a:solidFill>
                        <a:srgbClr val="00407A"/>
                      </a:solidFill>
                      <a:prstDash val="solid"/>
                    </a:ln>
                    <a:effectLst/>
                  </p:spPr>
                </p:cxnSp>
                <p:cxnSp>
                  <p:nvCxnSpPr>
                    <p:cNvPr id="305" name="Straight Connector 304">
                      <a:extLst>
                        <a:ext uri="{FF2B5EF4-FFF2-40B4-BE49-F238E27FC236}">
                          <a16:creationId xmlns:a16="http://schemas.microsoft.com/office/drawing/2014/main" id="{8F334E3D-5EB2-7567-606C-99A1C2B4F0CA}"/>
                        </a:ext>
                      </a:extLst>
                    </p:cNvPr>
                    <p:cNvCxnSpPr/>
                    <p:nvPr/>
                  </p:nvCxnSpPr>
                  <p:spPr>
                    <a:xfrm>
                      <a:off x="3230684" y="1048901"/>
                      <a:ext cx="0" cy="701847"/>
                    </a:xfrm>
                    <a:prstGeom prst="line">
                      <a:avLst/>
                    </a:prstGeom>
                    <a:noFill/>
                    <a:ln w="25400" cap="rnd" cmpd="sng" algn="ctr">
                      <a:solidFill>
                        <a:srgbClr val="00407A"/>
                      </a:solidFill>
                      <a:prstDash val="solid"/>
                    </a:ln>
                    <a:effectLst/>
                  </p:spPr>
                </p:cxnSp>
                <p:cxnSp>
                  <p:nvCxnSpPr>
                    <p:cNvPr id="306" name="Straight Connector 305">
                      <a:extLst>
                        <a:ext uri="{FF2B5EF4-FFF2-40B4-BE49-F238E27FC236}">
                          <a16:creationId xmlns:a16="http://schemas.microsoft.com/office/drawing/2014/main" id="{B4F7F30B-88EF-5DC8-6137-72CC4F9B3B91}"/>
                        </a:ext>
                      </a:extLst>
                    </p:cNvPr>
                    <p:cNvCxnSpPr/>
                    <p:nvPr/>
                  </p:nvCxnSpPr>
                  <p:spPr>
                    <a:xfrm>
                      <a:off x="3227003" y="639175"/>
                      <a:ext cx="2439" cy="200621"/>
                    </a:xfrm>
                    <a:prstGeom prst="line">
                      <a:avLst/>
                    </a:prstGeom>
                    <a:noFill/>
                    <a:ln w="25400" cap="rnd" cmpd="sng" algn="ctr">
                      <a:solidFill>
                        <a:srgbClr val="00407A"/>
                      </a:solidFill>
                      <a:prstDash val="solid"/>
                      <a:round/>
                    </a:ln>
                    <a:effectLst/>
                  </p:spPr>
                </p:cxnSp>
                <p:cxnSp>
                  <p:nvCxnSpPr>
                    <p:cNvPr id="307" name="Straight Connector 306">
                      <a:extLst>
                        <a:ext uri="{FF2B5EF4-FFF2-40B4-BE49-F238E27FC236}">
                          <a16:creationId xmlns:a16="http://schemas.microsoft.com/office/drawing/2014/main" id="{BFFCFB46-B80E-6111-5C0C-E49B319BB136}"/>
                        </a:ext>
                      </a:extLst>
                    </p:cNvPr>
                    <p:cNvCxnSpPr/>
                    <p:nvPr/>
                  </p:nvCxnSpPr>
                  <p:spPr>
                    <a:xfrm flipV="1">
                      <a:off x="3214987" y="1963159"/>
                      <a:ext cx="0" cy="124221"/>
                    </a:xfrm>
                    <a:prstGeom prst="line">
                      <a:avLst/>
                    </a:prstGeom>
                    <a:noFill/>
                    <a:ln w="25400" cap="rnd" cmpd="sng" algn="ctr">
                      <a:solidFill>
                        <a:srgbClr val="00407A"/>
                      </a:solidFill>
                      <a:prstDash val="solid"/>
                    </a:ln>
                    <a:effectLst/>
                  </p:spPr>
                </p:cxnSp>
                <p:cxnSp>
                  <p:nvCxnSpPr>
                    <p:cNvPr id="308" name="Straight Arrow Connector 307">
                      <a:extLst>
                        <a:ext uri="{FF2B5EF4-FFF2-40B4-BE49-F238E27FC236}">
                          <a16:creationId xmlns:a16="http://schemas.microsoft.com/office/drawing/2014/main" id="{EF599D0B-1B0D-0F43-5A57-36739478534A}"/>
                        </a:ext>
                      </a:extLst>
                    </p:cNvPr>
                    <p:cNvCxnSpPr/>
                    <p:nvPr/>
                  </p:nvCxnSpPr>
                  <p:spPr>
                    <a:xfrm flipV="1">
                      <a:off x="2705541" y="1849283"/>
                      <a:ext cx="306745" cy="1312"/>
                    </a:xfrm>
                    <a:prstGeom prst="straightConnector1">
                      <a:avLst/>
                    </a:prstGeom>
                    <a:noFill/>
                    <a:ln w="25400" cap="rnd" cmpd="sng" algn="ctr">
                      <a:solidFill>
                        <a:srgbClr val="00407A"/>
                      </a:solidFill>
                      <a:prstDash val="solid"/>
                      <a:headEnd type="none"/>
                      <a:tailEnd type="none"/>
                    </a:ln>
                    <a:effectLst/>
                  </p:spPr>
                </p:cxnSp>
                <p:cxnSp>
                  <p:nvCxnSpPr>
                    <p:cNvPr id="309" name="Straight Connector 308">
                      <a:extLst>
                        <a:ext uri="{FF2B5EF4-FFF2-40B4-BE49-F238E27FC236}">
                          <a16:creationId xmlns:a16="http://schemas.microsoft.com/office/drawing/2014/main" id="{A6925B59-C875-8F52-ECCE-69FAA46FB96E}"/>
                        </a:ext>
                      </a:extLst>
                    </p:cNvPr>
                    <p:cNvCxnSpPr>
                      <a:stCxn id="294" idx="1"/>
                    </p:cNvCxnSpPr>
                    <p:nvPr/>
                  </p:nvCxnSpPr>
                  <p:spPr bwMode="auto">
                    <a:xfrm flipH="1" flipV="1">
                      <a:off x="2702173" y="929932"/>
                      <a:ext cx="315924" cy="1417"/>
                    </a:xfrm>
                    <a:prstGeom prst="line">
                      <a:avLst/>
                    </a:prstGeom>
                    <a:noFill/>
                    <a:ln w="25400" cap="rnd" cmpd="sng" algn="ctr">
                      <a:solidFill>
                        <a:srgbClr val="00407A"/>
                      </a:solidFill>
                      <a:prstDash val="solid"/>
                      <a:round/>
                    </a:ln>
                    <a:effectLst/>
                  </p:spPr>
                </p:cxnSp>
                <p:cxnSp>
                  <p:nvCxnSpPr>
                    <p:cNvPr id="310" name="Straight Arrow Connector 309">
                      <a:extLst>
                        <a:ext uri="{FF2B5EF4-FFF2-40B4-BE49-F238E27FC236}">
                          <a16:creationId xmlns:a16="http://schemas.microsoft.com/office/drawing/2014/main" id="{30EA97A2-B976-33B2-845F-178B8C7F2361}"/>
                        </a:ext>
                      </a:extLst>
                    </p:cNvPr>
                    <p:cNvCxnSpPr/>
                    <p:nvPr/>
                  </p:nvCxnSpPr>
                  <p:spPr>
                    <a:xfrm>
                      <a:off x="3125894" y="639174"/>
                      <a:ext cx="188925" cy="0"/>
                    </a:xfrm>
                    <a:prstGeom prst="straightConnector1">
                      <a:avLst/>
                    </a:prstGeom>
                    <a:noFill/>
                    <a:ln w="25400" cap="rnd" cmpd="sng" algn="ctr">
                      <a:solidFill>
                        <a:srgbClr val="00407A"/>
                      </a:solidFill>
                      <a:prstDash val="solid"/>
                      <a:round/>
                    </a:ln>
                    <a:effectLst/>
                  </p:spPr>
                </p:cxnSp>
                <p:cxnSp>
                  <p:nvCxnSpPr>
                    <p:cNvPr id="311" name="Straight Connector 310">
                      <a:extLst>
                        <a:ext uri="{FF2B5EF4-FFF2-40B4-BE49-F238E27FC236}">
                          <a16:creationId xmlns:a16="http://schemas.microsoft.com/office/drawing/2014/main" id="{EC1F7A13-86EE-136F-E8C2-C1852297EF45}"/>
                        </a:ext>
                      </a:extLst>
                    </p:cNvPr>
                    <p:cNvCxnSpPr/>
                    <p:nvPr/>
                  </p:nvCxnSpPr>
                  <p:spPr>
                    <a:xfrm>
                      <a:off x="3083335" y="2096467"/>
                      <a:ext cx="254402" cy="0"/>
                    </a:xfrm>
                    <a:prstGeom prst="line">
                      <a:avLst/>
                    </a:prstGeom>
                    <a:noFill/>
                    <a:ln w="25400" cap="rnd" cmpd="sng" algn="ctr">
                      <a:solidFill>
                        <a:srgbClr val="00407A"/>
                      </a:solidFill>
                      <a:prstDash val="solid"/>
                      <a:round/>
                    </a:ln>
                    <a:effectLst/>
                  </p:spPr>
                </p:cxnSp>
                <p:cxnSp>
                  <p:nvCxnSpPr>
                    <p:cNvPr id="312" name="Straight Connector 311">
                      <a:extLst>
                        <a:ext uri="{FF2B5EF4-FFF2-40B4-BE49-F238E27FC236}">
                          <a16:creationId xmlns:a16="http://schemas.microsoft.com/office/drawing/2014/main" id="{3FB3F589-3993-AF02-724B-C5224D74EF6F}"/>
                        </a:ext>
                      </a:extLst>
                    </p:cNvPr>
                    <p:cNvCxnSpPr/>
                    <p:nvPr/>
                  </p:nvCxnSpPr>
                  <p:spPr>
                    <a:xfrm>
                      <a:off x="3132176" y="2131152"/>
                      <a:ext cx="169601" cy="0"/>
                    </a:xfrm>
                    <a:prstGeom prst="line">
                      <a:avLst/>
                    </a:prstGeom>
                    <a:noFill/>
                    <a:ln w="25400" cap="rnd" cmpd="sng" algn="ctr">
                      <a:solidFill>
                        <a:srgbClr val="00407A"/>
                      </a:solidFill>
                      <a:prstDash val="solid"/>
                      <a:round/>
                    </a:ln>
                    <a:effectLst/>
                  </p:spPr>
                </p:cxnSp>
              </p:grpSp>
              <p:grpSp>
                <p:nvGrpSpPr>
                  <p:cNvPr id="293" name="Group 292">
                    <a:extLst>
                      <a:ext uri="{FF2B5EF4-FFF2-40B4-BE49-F238E27FC236}">
                        <a16:creationId xmlns:a16="http://schemas.microsoft.com/office/drawing/2014/main" id="{57899686-7FB6-8805-6A5F-AA80258A5DD4}"/>
                      </a:ext>
                    </a:extLst>
                  </p:cNvPr>
                  <p:cNvGrpSpPr/>
                  <p:nvPr/>
                </p:nvGrpSpPr>
                <p:grpSpPr>
                  <a:xfrm>
                    <a:off x="1698166" y="932614"/>
                    <a:ext cx="571814" cy="1557649"/>
                    <a:chOff x="1698166" y="932614"/>
                    <a:chExt cx="571814" cy="1557649"/>
                  </a:xfrm>
                </p:grpSpPr>
                <p:sp>
                  <p:nvSpPr>
                    <p:cNvPr id="294" name="Rectangle 272">
                      <a:extLst>
                        <a:ext uri="{FF2B5EF4-FFF2-40B4-BE49-F238E27FC236}">
                          <a16:creationId xmlns:a16="http://schemas.microsoft.com/office/drawing/2014/main" id="{5CA8F0AE-F1C8-F60D-6D13-9F6F146FB1CB}"/>
                        </a:ext>
                      </a:extLst>
                    </p:cNvPr>
                    <p:cNvSpPr>
                      <a:spLocks noChangeArrowheads="1"/>
                    </p:cNvSpPr>
                    <p:nvPr/>
                  </p:nvSpPr>
                  <p:spPr bwMode="auto">
                    <a:xfrm>
                      <a:off x="1698166" y="932614"/>
                      <a:ext cx="571814" cy="24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a:t>
                      </a:r>
                    </a:p>
                  </p:txBody>
                </p:sp>
                <p:sp>
                  <p:nvSpPr>
                    <p:cNvPr id="295" name="Rectangle 272">
                      <a:extLst>
                        <a:ext uri="{FF2B5EF4-FFF2-40B4-BE49-F238E27FC236}">
                          <a16:creationId xmlns:a16="http://schemas.microsoft.com/office/drawing/2014/main" id="{7AF015F3-A497-A36C-5BF5-91379723C250}"/>
                        </a:ext>
                      </a:extLst>
                    </p:cNvPr>
                    <p:cNvSpPr>
                      <a:spLocks noChangeArrowheads="1"/>
                    </p:cNvSpPr>
                    <p:nvPr/>
                  </p:nvSpPr>
                  <p:spPr bwMode="auto">
                    <a:xfrm>
                      <a:off x="1710949" y="1996651"/>
                      <a:ext cx="535340" cy="243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N</a:t>
                      </a:r>
                    </a:p>
                  </p:txBody>
                </p:sp>
                <p:cxnSp>
                  <p:nvCxnSpPr>
                    <p:cNvPr id="296" name="Straight Connector 295">
                      <a:extLst>
                        <a:ext uri="{FF2B5EF4-FFF2-40B4-BE49-F238E27FC236}">
                          <a16:creationId xmlns:a16="http://schemas.microsoft.com/office/drawing/2014/main" id="{22937E80-C8EE-B4F3-AEA4-3435B8C3DB8D}"/>
                        </a:ext>
                      </a:extLst>
                    </p:cNvPr>
                    <p:cNvCxnSpPr/>
                    <p:nvPr/>
                  </p:nvCxnSpPr>
                  <p:spPr>
                    <a:xfrm>
                      <a:off x="1842178" y="2490263"/>
                      <a:ext cx="84800" cy="0"/>
                    </a:xfrm>
                    <a:prstGeom prst="line">
                      <a:avLst/>
                    </a:prstGeom>
                    <a:noFill/>
                    <a:ln w="25400" cap="rnd" cmpd="sng" algn="ctr">
                      <a:solidFill>
                        <a:srgbClr val="00407A"/>
                      </a:solidFill>
                      <a:prstDash val="solid"/>
                      <a:round/>
                    </a:ln>
                    <a:effectLst/>
                  </p:spPr>
                </p:cxnSp>
              </p:grpSp>
            </p:grpSp>
            <p:sp>
              <p:nvSpPr>
                <p:cNvPr id="229" name="Rectangle 228">
                  <a:extLst>
                    <a:ext uri="{FF2B5EF4-FFF2-40B4-BE49-F238E27FC236}">
                      <a16:creationId xmlns:a16="http://schemas.microsoft.com/office/drawing/2014/main" id="{A3268EB0-1D89-1350-5D9B-635AD55E20E5}"/>
                    </a:ext>
                  </a:extLst>
                </p:cNvPr>
                <p:cNvSpPr/>
                <p:nvPr/>
              </p:nvSpPr>
              <p:spPr>
                <a:xfrm>
                  <a:off x="5369965" y="1948607"/>
                  <a:ext cx="254492" cy="173931"/>
                </a:xfrm>
                <a:prstGeom prst="rect">
                  <a:avLst/>
                </a:prstGeom>
                <a:solidFill>
                  <a:srgbClr val="FFFFFF"/>
                </a:solidFill>
                <a:ln w="10795" cap="flat" cmpd="sng" algn="ctr">
                  <a:solidFill>
                    <a:srgbClr val="00206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smtClean="0">
                    <a:ln>
                      <a:noFill/>
                    </a:ln>
                    <a:solidFill>
                      <a:srgbClr val="00407A"/>
                    </a:solidFill>
                    <a:effectLst/>
                    <a:uLnTx/>
                    <a:uFillTx/>
                    <a:latin typeface="Times New Roman" panose="02020603050405020304" pitchFamily="18" charset="0"/>
                    <a:ea typeface="+mn-ea"/>
                    <a:cs typeface="Times New Roman" panose="02020603050405020304" pitchFamily="18" charset="0"/>
                  </a:endParaRPr>
                </a:p>
              </p:txBody>
            </p:sp>
            <p:sp>
              <p:nvSpPr>
                <p:cNvPr id="230" name="TextBox 229">
                  <a:extLst>
                    <a:ext uri="{FF2B5EF4-FFF2-40B4-BE49-F238E27FC236}">
                      <a16:creationId xmlns:a16="http://schemas.microsoft.com/office/drawing/2014/main" id="{F720AFC2-C22F-1E23-3C9E-CBAD581ED620}"/>
                    </a:ext>
                  </a:extLst>
                </p:cNvPr>
                <p:cNvSpPr txBox="1"/>
                <p:nvPr/>
              </p:nvSpPr>
              <p:spPr>
                <a:xfrm>
                  <a:off x="5198893" y="1876462"/>
                  <a:ext cx="593157" cy="246221"/>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1" u="none" strike="noStrike" kern="0" cap="none" spc="0" normalizeH="0" baseline="0" noProof="0" err="1"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1" u="none" strike="noStrike" kern="0" cap="none" spc="0" normalizeH="0" baseline="-25000" noProof="0" err="1" smtClean="0">
                      <a:ln>
                        <a:noFill/>
                      </a:ln>
                      <a:solidFill>
                        <a:srgbClr val="00407A"/>
                      </a:solidFill>
                      <a:effectLst/>
                      <a:uLnTx/>
                      <a:uFillTx/>
                      <a:latin typeface="Times New Roman" panose="02020603050405020304" pitchFamily="18" charset="0"/>
                      <a:cs typeface="Times New Roman" panose="02020603050405020304" pitchFamily="18" charset="0"/>
                    </a:rPr>
                    <a:t>skew</a:t>
                  </a:r>
                  <a:endParaRPr kumimoji="0" lang="en-US" sz="1000" b="1" i="1"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231" name="Straight Connector 230">
                  <a:extLst>
                    <a:ext uri="{FF2B5EF4-FFF2-40B4-BE49-F238E27FC236}">
                      <a16:creationId xmlns:a16="http://schemas.microsoft.com/office/drawing/2014/main" id="{8F13954A-02B0-3AF3-774D-208C8CDC54E7}"/>
                    </a:ext>
                  </a:extLst>
                </p:cNvPr>
                <p:cNvCxnSpPr/>
                <p:nvPr/>
              </p:nvCxnSpPr>
              <p:spPr>
                <a:xfrm flipH="1">
                  <a:off x="5569538" y="2508226"/>
                  <a:ext cx="3880" cy="857630"/>
                </a:xfrm>
                <a:prstGeom prst="line">
                  <a:avLst/>
                </a:prstGeom>
                <a:noFill/>
                <a:ln w="25400" cap="rnd" cmpd="sng" algn="ctr">
                  <a:solidFill>
                    <a:srgbClr val="FFFFFF">
                      <a:lumMod val="50000"/>
                    </a:srgbClr>
                  </a:solidFill>
                  <a:prstDash val="solid"/>
                </a:ln>
                <a:effectLst/>
              </p:spPr>
            </p:cxnSp>
            <p:cxnSp>
              <p:nvCxnSpPr>
                <p:cNvPr id="232" name="Straight Arrow Connector 231">
                  <a:extLst>
                    <a:ext uri="{FF2B5EF4-FFF2-40B4-BE49-F238E27FC236}">
                      <a16:creationId xmlns:a16="http://schemas.microsoft.com/office/drawing/2014/main" id="{F061354F-8478-F100-B8F6-1674C1580759}"/>
                    </a:ext>
                  </a:extLst>
                </p:cNvPr>
                <p:cNvCxnSpPr/>
                <p:nvPr/>
              </p:nvCxnSpPr>
              <p:spPr>
                <a:xfrm flipV="1">
                  <a:off x="5997546" y="2669895"/>
                  <a:ext cx="640080" cy="0"/>
                </a:xfrm>
                <a:prstGeom prst="straightConnector1">
                  <a:avLst/>
                </a:prstGeom>
                <a:noFill/>
                <a:ln w="25400" cap="rnd" cmpd="sng" algn="ctr">
                  <a:solidFill>
                    <a:srgbClr val="00407A"/>
                  </a:solidFill>
                  <a:prstDash val="solid"/>
                  <a:headEnd type="none"/>
                  <a:tailEnd type="none"/>
                </a:ln>
                <a:effectLst/>
              </p:spPr>
            </p:cxnSp>
            <p:cxnSp>
              <p:nvCxnSpPr>
                <p:cNvPr id="233" name="Straight Connector 232">
                  <a:extLst>
                    <a:ext uri="{FF2B5EF4-FFF2-40B4-BE49-F238E27FC236}">
                      <a16:creationId xmlns:a16="http://schemas.microsoft.com/office/drawing/2014/main" id="{F34AB1FB-E7C8-9A0B-1871-20C28173883C}"/>
                    </a:ext>
                  </a:extLst>
                </p:cNvPr>
                <p:cNvCxnSpPr/>
                <p:nvPr/>
              </p:nvCxnSpPr>
              <p:spPr>
                <a:xfrm>
                  <a:off x="6642169" y="1703186"/>
                  <a:ext cx="3094" cy="188867"/>
                </a:xfrm>
                <a:prstGeom prst="line">
                  <a:avLst/>
                </a:prstGeom>
                <a:noFill/>
                <a:ln w="25400" cap="rnd" cmpd="sng" algn="ctr">
                  <a:solidFill>
                    <a:srgbClr val="FFFFFF">
                      <a:lumMod val="50000"/>
                    </a:srgbClr>
                  </a:solidFill>
                  <a:prstDash val="solid"/>
                  <a:round/>
                </a:ln>
                <a:effectLst/>
              </p:spPr>
            </p:cxnSp>
            <p:cxnSp>
              <p:nvCxnSpPr>
                <p:cNvPr id="234" name="Straight Arrow Connector 233">
                  <a:extLst>
                    <a:ext uri="{FF2B5EF4-FFF2-40B4-BE49-F238E27FC236}">
                      <a16:creationId xmlns:a16="http://schemas.microsoft.com/office/drawing/2014/main" id="{0591C1D7-8306-DB80-AF66-5A9112D3DE2C}"/>
                    </a:ext>
                  </a:extLst>
                </p:cNvPr>
                <p:cNvCxnSpPr/>
                <p:nvPr/>
              </p:nvCxnSpPr>
              <p:spPr>
                <a:xfrm>
                  <a:off x="5986473" y="1703186"/>
                  <a:ext cx="640080" cy="0"/>
                </a:xfrm>
                <a:prstGeom prst="straightConnector1">
                  <a:avLst/>
                </a:prstGeom>
                <a:noFill/>
                <a:ln w="25400" cap="rnd" cmpd="sng" algn="ctr">
                  <a:solidFill>
                    <a:srgbClr val="FFFFFF">
                      <a:lumMod val="50000"/>
                    </a:srgbClr>
                  </a:solidFill>
                  <a:prstDash val="solid"/>
                  <a:round/>
                </a:ln>
                <a:effectLst/>
              </p:spPr>
            </p:cxnSp>
            <p:cxnSp>
              <p:nvCxnSpPr>
                <p:cNvPr id="235" name="Straight Arrow Connector 234">
                  <a:extLst>
                    <a:ext uri="{FF2B5EF4-FFF2-40B4-BE49-F238E27FC236}">
                      <a16:creationId xmlns:a16="http://schemas.microsoft.com/office/drawing/2014/main" id="{ABDC5D8E-66C7-CA89-7840-77A2CE3201BC}"/>
                    </a:ext>
                  </a:extLst>
                </p:cNvPr>
                <p:cNvCxnSpPr/>
                <p:nvPr/>
              </p:nvCxnSpPr>
              <p:spPr>
                <a:xfrm flipV="1">
                  <a:off x="6078480" y="2020676"/>
                  <a:ext cx="320040" cy="1870"/>
                </a:xfrm>
                <a:prstGeom prst="straightConnector1">
                  <a:avLst/>
                </a:prstGeom>
                <a:noFill/>
                <a:ln w="25400" cap="rnd" cmpd="sng" algn="ctr">
                  <a:solidFill>
                    <a:srgbClr val="FFFFFF">
                      <a:lumMod val="50000"/>
                    </a:srgbClr>
                  </a:solidFill>
                  <a:prstDash val="solid"/>
                  <a:headEnd type="none"/>
                  <a:tailEnd type="none"/>
                </a:ln>
                <a:effectLst/>
              </p:spPr>
            </p:cxnSp>
            <p:cxnSp>
              <p:nvCxnSpPr>
                <p:cNvPr id="236" name="Straight Connector 235">
                  <a:extLst>
                    <a:ext uri="{FF2B5EF4-FFF2-40B4-BE49-F238E27FC236}">
                      <a16:creationId xmlns:a16="http://schemas.microsoft.com/office/drawing/2014/main" id="{70FB39F2-7B4D-E265-2D34-A346029DAAB5}"/>
                    </a:ext>
                  </a:extLst>
                </p:cNvPr>
                <p:cNvCxnSpPr/>
                <p:nvPr/>
              </p:nvCxnSpPr>
              <p:spPr>
                <a:xfrm>
                  <a:off x="6074519" y="2020895"/>
                  <a:ext cx="637" cy="488026"/>
                </a:xfrm>
                <a:prstGeom prst="line">
                  <a:avLst/>
                </a:prstGeom>
                <a:noFill/>
                <a:ln w="25400" cap="rnd" cmpd="sng" algn="ctr">
                  <a:solidFill>
                    <a:srgbClr val="FFFFFF">
                      <a:lumMod val="50000"/>
                    </a:srgbClr>
                  </a:solidFill>
                  <a:prstDash val="solid"/>
                </a:ln>
                <a:effectLst/>
              </p:spPr>
            </p:cxnSp>
            <p:cxnSp>
              <p:nvCxnSpPr>
                <p:cNvPr id="237" name="Straight Connector 236">
                  <a:extLst>
                    <a:ext uri="{FF2B5EF4-FFF2-40B4-BE49-F238E27FC236}">
                      <a16:creationId xmlns:a16="http://schemas.microsoft.com/office/drawing/2014/main" id="{4A8C3DBF-BCF4-10B0-C00F-A39400E77D29}"/>
                    </a:ext>
                  </a:extLst>
                </p:cNvPr>
                <p:cNvCxnSpPr>
                  <a:endCxn id="251" idx="5"/>
                </p:cNvCxnSpPr>
                <p:nvPr/>
              </p:nvCxnSpPr>
              <p:spPr>
                <a:xfrm>
                  <a:off x="6636525" y="2197714"/>
                  <a:ext cx="0" cy="475488"/>
                </a:xfrm>
                <a:prstGeom prst="line">
                  <a:avLst/>
                </a:prstGeom>
                <a:noFill/>
                <a:ln w="25400" cap="rnd" cmpd="sng" algn="ctr">
                  <a:solidFill>
                    <a:srgbClr val="FFFFFF">
                      <a:lumMod val="50000"/>
                    </a:srgbClr>
                  </a:solidFill>
                  <a:prstDash val="solid"/>
                </a:ln>
                <a:effectLst/>
              </p:spPr>
            </p:cxnSp>
            <p:sp>
              <p:nvSpPr>
                <p:cNvPr id="238" name="Oval 237">
                  <a:extLst>
                    <a:ext uri="{FF2B5EF4-FFF2-40B4-BE49-F238E27FC236}">
                      <a16:creationId xmlns:a16="http://schemas.microsoft.com/office/drawing/2014/main" id="{4F47F1BC-604E-01F0-BF6E-88AA666C5BAD}"/>
                    </a:ext>
                  </a:extLst>
                </p:cNvPr>
                <p:cNvSpPr/>
                <p:nvPr/>
              </p:nvSpPr>
              <p:spPr>
                <a:xfrm>
                  <a:off x="5535062" y="3356387"/>
                  <a:ext cx="71179" cy="69469"/>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39" name="Straight Connector 238">
                  <a:extLst>
                    <a:ext uri="{FF2B5EF4-FFF2-40B4-BE49-F238E27FC236}">
                      <a16:creationId xmlns:a16="http://schemas.microsoft.com/office/drawing/2014/main" id="{1463720F-0D0A-E3FC-D1AB-C184BC95B8F6}"/>
                    </a:ext>
                  </a:extLst>
                </p:cNvPr>
                <p:cNvCxnSpPr/>
                <p:nvPr/>
              </p:nvCxnSpPr>
              <p:spPr>
                <a:xfrm flipH="1">
                  <a:off x="4425276" y="2181520"/>
                  <a:ext cx="0" cy="1371600"/>
                </a:xfrm>
                <a:prstGeom prst="line">
                  <a:avLst/>
                </a:prstGeom>
                <a:noFill/>
                <a:ln w="12700" cap="rnd" cmpd="sng" algn="ctr">
                  <a:solidFill>
                    <a:srgbClr val="00407A"/>
                  </a:solidFill>
                  <a:prstDash val="sysDash"/>
                  <a:round/>
                </a:ln>
                <a:effectLst/>
              </p:spPr>
            </p:cxnSp>
            <p:cxnSp>
              <p:nvCxnSpPr>
                <p:cNvPr id="240" name="Straight Connector 239">
                  <a:extLst>
                    <a:ext uri="{FF2B5EF4-FFF2-40B4-BE49-F238E27FC236}">
                      <a16:creationId xmlns:a16="http://schemas.microsoft.com/office/drawing/2014/main" id="{79D64132-B4DC-D8D9-D6E7-30F36BE35AC0}"/>
                    </a:ext>
                  </a:extLst>
                </p:cNvPr>
                <p:cNvCxnSpPr/>
                <p:nvPr/>
              </p:nvCxnSpPr>
              <p:spPr>
                <a:xfrm flipH="1">
                  <a:off x="4762170" y="1914314"/>
                  <a:ext cx="0" cy="1645920"/>
                </a:xfrm>
                <a:prstGeom prst="line">
                  <a:avLst/>
                </a:prstGeom>
                <a:noFill/>
                <a:ln w="12700" cap="rnd" cmpd="sng" algn="ctr">
                  <a:solidFill>
                    <a:srgbClr val="00407A"/>
                  </a:solidFill>
                  <a:prstDash val="sysDash"/>
                  <a:round/>
                </a:ln>
                <a:effectLst/>
              </p:spPr>
            </p:cxnSp>
            <p:cxnSp>
              <p:nvCxnSpPr>
                <p:cNvPr id="241" name="Straight Connector 240">
                  <a:extLst>
                    <a:ext uri="{FF2B5EF4-FFF2-40B4-BE49-F238E27FC236}">
                      <a16:creationId xmlns:a16="http://schemas.microsoft.com/office/drawing/2014/main" id="{1C5CBD1B-9AAA-1280-42D1-D498ADA58064}"/>
                    </a:ext>
                  </a:extLst>
                </p:cNvPr>
                <p:cNvCxnSpPr/>
                <p:nvPr/>
              </p:nvCxnSpPr>
              <p:spPr>
                <a:xfrm>
                  <a:off x="4928586" y="1913770"/>
                  <a:ext cx="0" cy="1645920"/>
                </a:xfrm>
                <a:prstGeom prst="line">
                  <a:avLst/>
                </a:prstGeom>
                <a:noFill/>
                <a:ln w="12700" cap="rnd" cmpd="sng" algn="ctr">
                  <a:solidFill>
                    <a:srgbClr val="00407A"/>
                  </a:solidFill>
                  <a:prstDash val="sysDash"/>
                  <a:round/>
                </a:ln>
                <a:effectLst/>
              </p:spPr>
            </p:cxnSp>
            <p:cxnSp>
              <p:nvCxnSpPr>
                <p:cNvPr id="242" name="Straight Connector 241">
                  <a:extLst>
                    <a:ext uri="{FF2B5EF4-FFF2-40B4-BE49-F238E27FC236}">
                      <a16:creationId xmlns:a16="http://schemas.microsoft.com/office/drawing/2014/main" id="{4167DDA8-A8EC-BD55-7C90-9C5B1278A8E8}"/>
                    </a:ext>
                  </a:extLst>
                </p:cNvPr>
                <p:cNvCxnSpPr/>
                <p:nvPr/>
              </p:nvCxnSpPr>
              <p:spPr>
                <a:xfrm>
                  <a:off x="4845776" y="1868361"/>
                  <a:ext cx="0" cy="1554480"/>
                </a:xfrm>
                <a:prstGeom prst="line">
                  <a:avLst/>
                </a:prstGeom>
                <a:noFill/>
                <a:ln w="12700" cap="rnd" cmpd="sng" algn="ctr">
                  <a:solidFill>
                    <a:srgbClr val="00407A"/>
                  </a:solidFill>
                  <a:prstDash val="sysDash"/>
                  <a:round/>
                </a:ln>
                <a:effectLst/>
              </p:spPr>
            </p:cxnSp>
            <p:cxnSp>
              <p:nvCxnSpPr>
                <p:cNvPr id="243" name="Straight Connector 242">
                  <a:extLst>
                    <a:ext uri="{FF2B5EF4-FFF2-40B4-BE49-F238E27FC236}">
                      <a16:creationId xmlns:a16="http://schemas.microsoft.com/office/drawing/2014/main" id="{04D94604-3F89-7B51-8E38-0EFD0CFA0546}"/>
                    </a:ext>
                  </a:extLst>
                </p:cNvPr>
                <p:cNvCxnSpPr/>
                <p:nvPr/>
              </p:nvCxnSpPr>
              <p:spPr>
                <a:xfrm>
                  <a:off x="4682904" y="2058052"/>
                  <a:ext cx="593156" cy="0"/>
                </a:xfrm>
                <a:prstGeom prst="line">
                  <a:avLst/>
                </a:prstGeom>
                <a:noFill/>
                <a:ln w="12700" cap="rnd" cmpd="sng" algn="ctr">
                  <a:solidFill>
                    <a:srgbClr val="00407A"/>
                  </a:solidFill>
                  <a:prstDash val="solid"/>
                  <a:round/>
                </a:ln>
                <a:effectLst/>
              </p:spPr>
            </p:cxnSp>
            <p:cxnSp>
              <p:nvCxnSpPr>
                <p:cNvPr id="244" name="Straight Connector 243">
                  <a:extLst>
                    <a:ext uri="{FF2B5EF4-FFF2-40B4-BE49-F238E27FC236}">
                      <a16:creationId xmlns:a16="http://schemas.microsoft.com/office/drawing/2014/main" id="{7A8F0F86-02BF-003A-0A96-B83C52B0F89F}"/>
                    </a:ext>
                  </a:extLst>
                </p:cNvPr>
                <p:cNvCxnSpPr/>
                <p:nvPr/>
              </p:nvCxnSpPr>
              <p:spPr>
                <a:xfrm>
                  <a:off x="4569027" y="3356902"/>
                  <a:ext cx="593156" cy="0"/>
                </a:xfrm>
                <a:prstGeom prst="line">
                  <a:avLst/>
                </a:prstGeom>
                <a:noFill/>
                <a:ln w="12700" cap="rnd" cmpd="sng" algn="ctr">
                  <a:solidFill>
                    <a:srgbClr val="00407A"/>
                  </a:solidFill>
                  <a:prstDash val="solid"/>
                  <a:round/>
                </a:ln>
                <a:effectLst/>
              </p:spPr>
            </p:cxnSp>
            <p:sp>
              <p:nvSpPr>
                <p:cNvPr id="245" name="Rectangle 244">
                  <a:extLst>
                    <a:ext uri="{FF2B5EF4-FFF2-40B4-BE49-F238E27FC236}">
                      <a16:creationId xmlns:a16="http://schemas.microsoft.com/office/drawing/2014/main" id="{EC2DEA9A-2528-AC51-B59F-53EF6DC82E43}"/>
                    </a:ext>
                  </a:extLst>
                </p:cNvPr>
                <p:cNvSpPr/>
                <p:nvPr/>
              </p:nvSpPr>
              <p:spPr bwMode="auto">
                <a:xfrm>
                  <a:off x="4470192" y="2100393"/>
                  <a:ext cx="91440" cy="91440"/>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1</a:t>
                  </a:r>
                </a:p>
              </p:txBody>
            </p:sp>
            <p:sp>
              <p:nvSpPr>
                <p:cNvPr id="246" name="Rectangle 245">
                  <a:extLst>
                    <a:ext uri="{FF2B5EF4-FFF2-40B4-BE49-F238E27FC236}">
                      <a16:creationId xmlns:a16="http://schemas.microsoft.com/office/drawing/2014/main" id="{345390C7-5AA3-2B87-73FF-E3E9E56F68AC}"/>
                    </a:ext>
                  </a:extLst>
                </p:cNvPr>
                <p:cNvSpPr/>
                <p:nvPr/>
              </p:nvSpPr>
              <p:spPr bwMode="auto">
                <a:xfrm>
                  <a:off x="4583960" y="1961884"/>
                  <a:ext cx="91440" cy="91440"/>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2</a:t>
                  </a:r>
                </a:p>
              </p:txBody>
            </p:sp>
            <p:sp>
              <p:nvSpPr>
                <p:cNvPr id="247" name="Rectangle 246">
                  <a:extLst>
                    <a:ext uri="{FF2B5EF4-FFF2-40B4-BE49-F238E27FC236}">
                      <a16:creationId xmlns:a16="http://schemas.microsoft.com/office/drawing/2014/main" id="{C7881BB1-8E1C-5113-F9DD-A02DA08AC14A}"/>
                    </a:ext>
                  </a:extLst>
                </p:cNvPr>
                <p:cNvSpPr/>
                <p:nvPr/>
              </p:nvSpPr>
              <p:spPr bwMode="auto">
                <a:xfrm>
                  <a:off x="4781207" y="1731193"/>
                  <a:ext cx="91440" cy="91440"/>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3</a:t>
                  </a:r>
                </a:p>
              </p:txBody>
            </p:sp>
            <p:sp>
              <p:nvSpPr>
                <p:cNvPr id="248" name="Rectangle 247">
                  <a:extLst>
                    <a:ext uri="{FF2B5EF4-FFF2-40B4-BE49-F238E27FC236}">
                      <a16:creationId xmlns:a16="http://schemas.microsoft.com/office/drawing/2014/main" id="{3A2F5C73-69A0-BD27-933F-7258215D65D4}"/>
                    </a:ext>
                  </a:extLst>
                </p:cNvPr>
                <p:cNvSpPr/>
                <p:nvPr/>
              </p:nvSpPr>
              <p:spPr bwMode="auto">
                <a:xfrm>
                  <a:off x="4991501" y="1950920"/>
                  <a:ext cx="91440" cy="91440"/>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4</a:t>
                  </a:r>
                </a:p>
              </p:txBody>
            </p:sp>
            <p:sp>
              <p:nvSpPr>
                <p:cNvPr id="249" name="Freeform 249">
                  <a:extLst>
                    <a:ext uri="{FF2B5EF4-FFF2-40B4-BE49-F238E27FC236}">
                      <a16:creationId xmlns:a16="http://schemas.microsoft.com/office/drawing/2014/main" id="{BB62A65A-2130-70DA-C0E6-1E37888289F8}"/>
                    </a:ext>
                  </a:extLst>
                </p:cNvPr>
                <p:cNvSpPr/>
                <p:nvPr/>
              </p:nvSpPr>
              <p:spPr>
                <a:xfrm>
                  <a:off x="6935035" y="2113154"/>
                  <a:ext cx="650614" cy="466570"/>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114499"/>
                    <a:gd name="connsiteX1" fmla="*/ 144493 w 1047232"/>
                    <a:gd name="connsiteY1" fmla="*/ 417980 h 1114499"/>
                    <a:gd name="connsiteX2" fmla="*/ 247569 w 1047232"/>
                    <a:gd name="connsiteY2" fmla="*/ 84154 h 1114499"/>
                    <a:gd name="connsiteX3" fmla="*/ 347582 w 1047232"/>
                    <a:gd name="connsiteY3" fmla="*/ 10109 h 1114499"/>
                    <a:gd name="connsiteX4" fmla="*/ 434202 w 1047232"/>
                    <a:gd name="connsiteY4" fmla="*/ 33864 h 1114499"/>
                    <a:gd name="connsiteX5" fmla="*/ 480890 w 1047232"/>
                    <a:gd name="connsiteY5" fmla="*/ 119472 h 1114499"/>
                    <a:gd name="connsiteX6" fmla="*/ 531737 w 1047232"/>
                    <a:gd name="connsiteY6" fmla="*/ 291184 h 1114499"/>
                    <a:gd name="connsiteX7" fmla="*/ 706863 w 1047232"/>
                    <a:gd name="connsiteY7" fmla="*/ 914662 h 1114499"/>
                    <a:gd name="connsiteX8" fmla="*/ 790090 w 1047232"/>
                    <a:gd name="connsiteY8" fmla="*/ 1057723 h 1114499"/>
                    <a:gd name="connsiteX9" fmla="*/ 1047232 w 1047232"/>
                    <a:gd name="connsiteY9" fmla="*/ 0 h 1114499"/>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1047232 w 1047232"/>
                    <a:gd name="connsiteY8" fmla="*/ 0 h 1078033"/>
                    <a:gd name="connsiteX0" fmla="*/ 0 w 706863"/>
                    <a:gd name="connsiteY0" fmla="*/ 1070423 h 1070423"/>
                    <a:gd name="connsiteX1" fmla="*/ 144493 w 706863"/>
                    <a:gd name="connsiteY1" fmla="*/ 410370 h 1070423"/>
                    <a:gd name="connsiteX2" fmla="*/ 247569 w 706863"/>
                    <a:gd name="connsiteY2" fmla="*/ 76544 h 1070423"/>
                    <a:gd name="connsiteX3" fmla="*/ 347582 w 706863"/>
                    <a:gd name="connsiteY3" fmla="*/ 2499 h 1070423"/>
                    <a:gd name="connsiteX4" fmla="*/ 434202 w 706863"/>
                    <a:gd name="connsiteY4" fmla="*/ 26254 h 1070423"/>
                    <a:gd name="connsiteX5" fmla="*/ 480890 w 706863"/>
                    <a:gd name="connsiteY5" fmla="*/ 111862 h 1070423"/>
                    <a:gd name="connsiteX6" fmla="*/ 531737 w 706863"/>
                    <a:gd name="connsiteY6" fmla="*/ 283574 h 1070423"/>
                    <a:gd name="connsiteX7" fmla="*/ 706863 w 706863"/>
                    <a:gd name="connsiteY7" fmla="*/ 907052 h 1070423"/>
                    <a:gd name="connsiteX0" fmla="*/ 0 w 531737"/>
                    <a:gd name="connsiteY0" fmla="*/ 1070423 h 1070423"/>
                    <a:gd name="connsiteX1" fmla="*/ 144493 w 531737"/>
                    <a:gd name="connsiteY1" fmla="*/ 410370 h 1070423"/>
                    <a:gd name="connsiteX2" fmla="*/ 247569 w 531737"/>
                    <a:gd name="connsiteY2" fmla="*/ 76544 h 1070423"/>
                    <a:gd name="connsiteX3" fmla="*/ 347582 w 531737"/>
                    <a:gd name="connsiteY3" fmla="*/ 2499 h 1070423"/>
                    <a:gd name="connsiteX4" fmla="*/ 434202 w 531737"/>
                    <a:gd name="connsiteY4" fmla="*/ 26254 h 1070423"/>
                    <a:gd name="connsiteX5" fmla="*/ 480890 w 531737"/>
                    <a:gd name="connsiteY5" fmla="*/ 111862 h 1070423"/>
                    <a:gd name="connsiteX6" fmla="*/ 531737 w 531737"/>
                    <a:gd name="connsiteY6" fmla="*/ 283574 h 1070423"/>
                    <a:gd name="connsiteX0" fmla="*/ 0 w 731399"/>
                    <a:gd name="connsiteY0" fmla="*/ 1070423 h 1070423"/>
                    <a:gd name="connsiteX1" fmla="*/ 144493 w 731399"/>
                    <a:gd name="connsiteY1" fmla="*/ 410370 h 1070423"/>
                    <a:gd name="connsiteX2" fmla="*/ 247569 w 731399"/>
                    <a:gd name="connsiteY2" fmla="*/ 76544 h 1070423"/>
                    <a:gd name="connsiteX3" fmla="*/ 347582 w 731399"/>
                    <a:gd name="connsiteY3" fmla="*/ 2499 h 1070423"/>
                    <a:gd name="connsiteX4" fmla="*/ 434202 w 731399"/>
                    <a:gd name="connsiteY4" fmla="*/ 26254 h 1070423"/>
                    <a:gd name="connsiteX5" fmla="*/ 480890 w 731399"/>
                    <a:gd name="connsiteY5" fmla="*/ 111862 h 1070423"/>
                    <a:gd name="connsiteX6" fmla="*/ 731399 w 731399"/>
                    <a:gd name="connsiteY6" fmla="*/ 1042421 h 1070423"/>
                    <a:gd name="connsiteX0" fmla="*/ 0 w 731399"/>
                    <a:gd name="connsiteY0" fmla="*/ 1076717 h 1076717"/>
                    <a:gd name="connsiteX1" fmla="*/ 144493 w 731399"/>
                    <a:gd name="connsiteY1" fmla="*/ 416664 h 1076717"/>
                    <a:gd name="connsiteX2" fmla="*/ 247569 w 731399"/>
                    <a:gd name="connsiteY2" fmla="*/ 82838 h 1076717"/>
                    <a:gd name="connsiteX3" fmla="*/ 347582 w 731399"/>
                    <a:gd name="connsiteY3" fmla="*/ 8793 h 1076717"/>
                    <a:gd name="connsiteX4" fmla="*/ 429440 w 731399"/>
                    <a:gd name="connsiteY4" fmla="*/ 13585 h 1076717"/>
                    <a:gd name="connsiteX5" fmla="*/ 480890 w 731399"/>
                    <a:gd name="connsiteY5" fmla="*/ 118156 h 1076717"/>
                    <a:gd name="connsiteX6" fmla="*/ 731399 w 731399"/>
                    <a:gd name="connsiteY6" fmla="*/ 1048715 h 1076717"/>
                    <a:gd name="connsiteX0" fmla="*/ 0 w 731399"/>
                    <a:gd name="connsiteY0" fmla="*/ 1092986 h 1092986"/>
                    <a:gd name="connsiteX1" fmla="*/ 144493 w 731399"/>
                    <a:gd name="connsiteY1" fmla="*/ 432933 h 1092986"/>
                    <a:gd name="connsiteX2" fmla="*/ 247569 w 731399"/>
                    <a:gd name="connsiteY2" fmla="*/ 99107 h 1092986"/>
                    <a:gd name="connsiteX3" fmla="*/ 347582 w 731399"/>
                    <a:gd name="connsiteY3" fmla="*/ 25062 h 1092986"/>
                    <a:gd name="connsiteX4" fmla="*/ 419915 w 731399"/>
                    <a:gd name="connsiteY4" fmla="*/ 7098 h 1092986"/>
                    <a:gd name="connsiteX5" fmla="*/ 480890 w 731399"/>
                    <a:gd name="connsiteY5" fmla="*/ 134425 h 1092986"/>
                    <a:gd name="connsiteX6" fmla="*/ 731399 w 731399"/>
                    <a:gd name="connsiteY6" fmla="*/ 1064984 h 1092986"/>
                    <a:gd name="connsiteX0" fmla="*/ 0 w 731399"/>
                    <a:gd name="connsiteY0" fmla="*/ 1098329 h 1098329"/>
                    <a:gd name="connsiteX1" fmla="*/ 144493 w 731399"/>
                    <a:gd name="connsiteY1" fmla="*/ 438276 h 1098329"/>
                    <a:gd name="connsiteX2" fmla="*/ 247569 w 731399"/>
                    <a:gd name="connsiteY2" fmla="*/ 104450 h 1098329"/>
                    <a:gd name="connsiteX3" fmla="*/ 330913 w 731399"/>
                    <a:gd name="connsiteY3" fmla="*/ 15235 h 1098329"/>
                    <a:gd name="connsiteX4" fmla="*/ 419915 w 731399"/>
                    <a:gd name="connsiteY4" fmla="*/ 12441 h 1098329"/>
                    <a:gd name="connsiteX5" fmla="*/ 480890 w 731399"/>
                    <a:gd name="connsiteY5" fmla="*/ 139768 h 1098329"/>
                    <a:gd name="connsiteX6" fmla="*/ 731399 w 731399"/>
                    <a:gd name="connsiteY6" fmla="*/ 1070327 h 1098329"/>
                    <a:gd name="connsiteX0" fmla="*/ 0 w 731399"/>
                    <a:gd name="connsiteY0" fmla="*/ 1109709 h 1109709"/>
                    <a:gd name="connsiteX1" fmla="*/ 144493 w 731399"/>
                    <a:gd name="connsiteY1" fmla="*/ 449656 h 1109709"/>
                    <a:gd name="connsiteX2" fmla="*/ 247569 w 731399"/>
                    <a:gd name="connsiteY2" fmla="*/ 115830 h 1109709"/>
                    <a:gd name="connsiteX3" fmla="*/ 330913 w 731399"/>
                    <a:gd name="connsiteY3" fmla="*/ 26615 h 1109709"/>
                    <a:gd name="connsiteX4" fmla="*/ 422296 w 731399"/>
                    <a:gd name="connsiteY4" fmla="*/ 8650 h 1109709"/>
                    <a:gd name="connsiteX5" fmla="*/ 480890 w 731399"/>
                    <a:gd name="connsiteY5" fmla="*/ 151148 h 1109709"/>
                    <a:gd name="connsiteX6" fmla="*/ 731399 w 731399"/>
                    <a:gd name="connsiteY6" fmla="*/ 1081707 h 1109709"/>
                    <a:gd name="connsiteX0" fmla="*/ 0 w 731399"/>
                    <a:gd name="connsiteY0" fmla="*/ 1116100 h 1116100"/>
                    <a:gd name="connsiteX1" fmla="*/ 144493 w 731399"/>
                    <a:gd name="connsiteY1" fmla="*/ 456047 h 1116100"/>
                    <a:gd name="connsiteX2" fmla="*/ 247569 w 731399"/>
                    <a:gd name="connsiteY2" fmla="*/ 122221 h 1116100"/>
                    <a:gd name="connsiteX3" fmla="*/ 330913 w 731399"/>
                    <a:gd name="connsiteY3" fmla="*/ 33006 h 1116100"/>
                    <a:gd name="connsiteX4" fmla="*/ 417534 w 731399"/>
                    <a:gd name="connsiteY4" fmla="*/ 7455 h 1116100"/>
                    <a:gd name="connsiteX5" fmla="*/ 480890 w 731399"/>
                    <a:gd name="connsiteY5" fmla="*/ 157539 h 1116100"/>
                    <a:gd name="connsiteX6" fmla="*/ 731399 w 731399"/>
                    <a:gd name="connsiteY6" fmla="*/ 1088098 h 1116100"/>
                    <a:gd name="connsiteX0" fmla="*/ 0 w 731399"/>
                    <a:gd name="connsiteY0" fmla="*/ 1111537 h 1111537"/>
                    <a:gd name="connsiteX1" fmla="*/ 144493 w 731399"/>
                    <a:gd name="connsiteY1" fmla="*/ 451484 h 1111537"/>
                    <a:gd name="connsiteX2" fmla="*/ 247569 w 731399"/>
                    <a:gd name="connsiteY2" fmla="*/ 117658 h 1111537"/>
                    <a:gd name="connsiteX3" fmla="*/ 333295 w 731399"/>
                    <a:gd name="connsiteY3" fmla="*/ 58784 h 1111537"/>
                    <a:gd name="connsiteX4" fmla="*/ 417534 w 731399"/>
                    <a:gd name="connsiteY4" fmla="*/ 2892 h 1111537"/>
                    <a:gd name="connsiteX5" fmla="*/ 480890 w 731399"/>
                    <a:gd name="connsiteY5" fmla="*/ 152976 h 1111537"/>
                    <a:gd name="connsiteX6" fmla="*/ 731399 w 731399"/>
                    <a:gd name="connsiteY6" fmla="*/ 1083535 h 1111537"/>
                    <a:gd name="connsiteX0" fmla="*/ 0 w 731399"/>
                    <a:gd name="connsiteY0" fmla="*/ 1115114 h 1115114"/>
                    <a:gd name="connsiteX1" fmla="*/ 144493 w 731399"/>
                    <a:gd name="connsiteY1" fmla="*/ 455061 h 1115114"/>
                    <a:gd name="connsiteX2" fmla="*/ 247569 w 731399"/>
                    <a:gd name="connsiteY2" fmla="*/ 121235 h 1115114"/>
                    <a:gd name="connsiteX3" fmla="*/ 333295 w 731399"/>
                    <a:gd name="connsiteY3" fmla="*/ 62361 h 1115114"/>
                    <a:gd name="connsiteX4" fmla="*/ 417534 w 731399"/>
                    <a:gd name="connsiteY4" fmla="*/ 6469 h 1115114"/>
                    <a:gd name="connsiteX5" fmla="*/ 480890 w 731399"/>
                    <a:gd name="connsiteY5" fmla="*/ 156553 h 1115114"/>
                    <a:gd name="connsiteX6" fmla="*/ 731399 w 731399"/>
                    <a:gd name="connsiteY6" fmla="*/ 1087112 h 1115114"/>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679012"/>
                    <a:gd name="connsiteY0" fmla="*/ 1120056 h 1120056"/>
                    <a:gd name="connsiteX1" fmla="*/ 130206 w 679012"/>
                    <a:gd name="connsiteY1" fmla="*/ 520683 h 1120056"/>
                    <a:gd name="connsiteX2" fmla="*/ 204707 w 679012"/>
                    <a:gd name="connsiteY2" fmla="*/ 220990 h 1120056"/>
                    <a:gd name="connsiteX3" fmla="*/ 280908 w 679012"/>
                    <a:gd name="connsiteY3" fmla="*/ 59717 h 1120056"/>
                    <a:gd name="connsiteX4" fmla="*/ 365147 w 679012"/>
                    <a:gd name="connsiteY4" fmla="*/ 3825 h 1120056"/>
                    <a:gd name="connsiteX5" fmla="*/ 428503 w 679012"/>
                    <a:gd name="connsiteY5" fmla="*/ 153909 h 1120056"/>
                    <a:gd name="connsiteX6" fmla="*/ 679012 w 679012"/>
                    <a:gd name="connsiteY6" fmla="*/ 1084468 h 1120056"/>
                    <a:gd name="connsiteX0" fmla="*/ 0 w 679012"/>
                    <a:gd name="connsiteY0" fmla="*/ 1113012 h 1113012"/>
                    <a:gd name="connsiteX1" fmla="*/ 130206 w 679012"/>
                    <a:gd name="connsiteY1" fmla="*/ 513639 h 1113012"/>
                    <a:gd name="connsiteX2" fmla="*/ 204707 w 679012"/>
                    <a:gd name="connsiteY2" fmla="*/ 213946 h 1113012"/>
                    <a:gd name="connsiteX3" fmla="*/ 280908 w 679012"/>
                    <a:gd name="connsiteY3" fmla="*/ 52673 h 1113012"/>
                    <a:gd name="connsiteX4" fmla="*/ 355622 w 679012"/>
                    <a:gd name="connsiteY4" fmla="*/ 4367 h 1113012"/>
                    <a:gd name="connsiteX5" fmla="*/ 428503 w 679012"/>
                    <a:gd name="connsiteY5" fmla="*/ 146865 h 1113012"/>
                    <a:gd name="connsiteX6" fmla="*/ 679012 w 679012"/>
                    <a:gd name="connsiteY6" fmla="*/ 1077424 h 1113012"/>
                    <a:gd name="connsiteX0" fmla="*/ 0 w 679012"/>
                    <a:gd name="connsiteY0" fmla="*/ 1111450 h 1111450"/>
                    <a:gd name="connsiteX1" fmla="*/ 130206 w 679012"/>
                    <a:gd name="connsiteY1" fmla="*/ 512077 h 1111450"/>
                    <a:gd name="connsiteX2" fmla="*/ 204707 w 679012"/>
                    <a:gd name="connsiteY2" fmla="*/ 212384 h 1111450"/>
                    <a:gd name="connsiteX3" fmla="*/ 280908 w 679012"/>
                    <a:gd name="connsiteY3" fmla="*/ 51111 h 1111450"/>
                    <a:gd name="connsiteX4" fmla="*/ 355622 w 679012"/>
                    <a:gd name="connsiteY4" fmla="*/ 2805 h 1111450"/>
                    <a:gd name="connsiteX5" fmla="*/ 428503 w 679012"/>
                    <a:gd name="connsiteY5" fmla="*/ 145303 h 1111450"/>
                    <a:gd name="connsiteX6" fmla="*/ 679012 w 679012"/>
                    <a:gd name="connsiteY6" fmla="*/ 1075862 h 1111450"/>
                    <a:gd name="connsiteX0" fmla="*/ 0 w 679012"/>
                    <a:gd name="connsiteY0" fmla="*/ 1124626 h 1124626"/>
                    <a:gd name="connsiteX1" fmla="*/ 130206 w 679012"/>
                    <a:gd name="connsiteY1" fmla="*/ 525253 h 1124626"/>
                    <a:gd name="connsiteX2" fmla="*/ 204707 w 679012"/>
                    <a:gd name="connsiteY2" fmla="*/ 225560 h 1124626"/>
                    <a:gd name="connsiteX3" fmla="*/ 280908 w 679012"/>
                    <a:gd name="connsiteY3" fmla="*/ 64287 h 1124626"/>
                    <a:gd name="connsiteX4" fmla="*/ 355622 w 679012"/>
                    <a:gd name="connsiteY4" fmla="*/ 811 h 1124626"/>
                    <a:gd name="connsiteX5" fmla="*/ 428503 w 679012"/>
                    <a:gd name="connsiteY5" fmla="*/ 158479 h 1124626"/>
                    <a:gd name="connsiteX6" fmla="*/ 679012 w 679012"/>
                    <a:gd name="connsiteY6" fmla="*/ 1089038 h 1124626"/>
                    <a:gd name="connsiteX0" fmla="*/ 0 w 679012"/>
                    <a:gd name="connsiteY0" fmla="*/ 1126118 h 1126118"/>
                    <a:gd name="connsiteX1" fmla="*/ 130206 w 679012"/>
                    <a:gd name="connsiteY1" fmla="*/ 526745 h 1126118"/>
                    <a:gd name="connsiteX2" fmla="*/ 204707 w 679012"/>
                    <a:gd name="connsiteY2" fmla="*/ 227052 h 1126118"/>
                    <a:gd name="connsiteX3" fmla="*/ 280908 w 679012"/>
                    <a:gd name="connsiteY3" fmla="*/ 77156 h 1126118"/>
                    <a:gd name="connsiteX4" fmla="*/ 355622 w 679012"/>
                    <a:gd name="connsiteY4" fmla="*/ 2303 h 1126118"/>
                    <a:gd name="connsiteX5" fmla="*/ 428503 w 679012"/>
                    <a:gd name="connsiteY5" fmla="*/ 159971 h 1126118"/>
                    <a:gd name="connsiteX6" fmla="*/ 679012 w 679012"/>
                    <a:gd name="connsiteY6" fmla="*/ 1090530 h 1126118"/>
                    <a:gd name="connsiteX0" fmla="*/ 0 w 679012"/>
                    <a:gd name="connsiteY0" fmla="*/ 1126583 h 1126583"/>
                    <a:gd name="connsiteX1" fmla="*/ 130206 w 679012"/>
                    <a:gd name="connsiteY1" fmla="*/ 527210 h 1126583"/>
                    <a:gd name="connsiteX2" fmla="*/ 204707 w 679012"/>
                    <a:gd name="connsiteY2" fmla="*/ 227517 h 1126583"/>
                    <a:gd name="connsiteX3" fmla="*/ 280908 w 679012"/>
                    <a:gd name="connsiteY3" fmla="*/ 77621 h 1126583"/>
                    <a:gd name="connsiteX4" fmla="*/ 355622 w 679012"/>
                    <a:gd name="connsiteY4" fmla="*/ 2768 h 1126583"/>
                    <a:gd name="connsiteX5" fmla="*/ 428503 w 679012"/>
                    <a:gd name="connsiteY5" fmla="*/ 160436 h 1126583"/>
                    <a:gd name="connsiteX6" fmla="*/ 679012 w 679012"/>
                    <a:gd name="connsiteY6" fmla="*/ 1090995 h 1126583"/>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42112 w 679012"/>
                    <a:gd name="connsiteY1" fmla="*/ 534397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7322 h 1127322"/>
                    <a:gd name="connsiteX1" fmla="*/ 142112 w 679012"/>
                    <a:gd name="connsiteY1" fmla="*/ 535533 h 1127322"/>
                    <a:gd name="connsiteX2" fmla="*/ 211851 w 679012"/>
                    <a:gd name="connsiteY2" fmla="*/ 239633 h 1127322"/>
                    <a:gd name="connsiteX3" fmla="*/ 273764 w 679012"/>
                    <a:gd name="connsiteY3" fmla="*/ 66982 h 1127322"/>
                    <a:gd name="connsiteX4" fmla="*/ 355622 w 679012"/>
                    <a:gd name="connsiteY4" fmla="*/ 3507 h 1127322"/>
                    <a:gd name="connsiteX5" fmla="*/ 428503 w 679012"/>
                    <a:gd name="connsiteY5" fmla="*/ 161175 h 1127322"/>
                    <a:gd name="connsiteX6" fmla="*/ 679012 w 679012"/>
                    <a:gd name="connsiteY6" fmla="*/ 1091734 h 1127322"/>
                    <a:gd name="connsiteX0" fmla="*/ 0 w 679012"/>
                    <a:gd name="connsiteY0" fmla="*/ 1127797 h 1127797"/>
                    <a:gd name="connsiteX1" fmla="*/ 142112 w 679012"/>
                    <a:gd name="connsiteY1" fmla="*/ 536008 h 1127797"/>
                    <a:gd name="connsiteX2" fmla="*/ 211851 w 679012"/>
                    <a:gd name="connsiteY2" fmla="*/ 240108 h 1127797"/>
                    <a:gd name="connsiteX3" fmla="*/ 266621 w 679012"/>
                    <a:gd name="connsiteY3" fmla="*/ 63664 h 1127797"/>
                    <a:gd name="connsiteX4" fmla="*/ 355622 w 679012"/>
                    <a:gd name="connsiteY4" fmla="*/ 3982 h 1127797"/>
                    <a:gd name="connsiteX5" fmla="*/ 428503 w 679012"/>
                    <a:gd name="connsiteY5" fmla="*/ 161650 h 1127797"/>
                    <a:gd name="connsiteX6" fmla="*/ 679012 w 679012"/>
                    <a:gd name="connsiteY6" fmla="*/ 1092209 h 1127797"/>
                    <a:gd name="connsiteX0" fmla="*/ 0 w 679012"/>
                    <a:gd name="connsiteY0" fmla="*/ 1113860 h 1113860"/>
                    <a:gd name="connsiteX1" fmla="*/ 142112 w 679012"/>
                    <a:gd name="connsiteY1" fmla="*/ 522071 h 1113860"/>
                    <a:gd name="connsiteX2" fmla="*/ 211851 w 679012"/>
                    <a:gd name="connsiteY2" fmla="*/ 226171 h 1113860"/>
                    <a:gd name="connsiteX3" fmla="*/ 266621 w 679012"/>
                    <a:gd name="connsiteY3" fmla="*/ 49727 h 1113860"/>
                    <a:gd name="connsiteX4" fmla="*/ 350860 w 679012"/>
                    <a:gd name="connsiteY4" fmla="*/ 5215 h 1113860"/>
                    <a:gd name="connsiteX5" fmla="*/ 428503 w 679012"/>
                    <a:gd name="connsiteY5" fmla="*/ 147713 h 1113860"/>
                    <a:gd name="connsiteX6" fmla="*/ 679012 w 679012"/>
                    <a:gd name="connsiteY6" fmla="*/ 1078272 h 1113860"/>
                    <a:gd name="connsiteX0" fmla="*/ 0 w 679012"/>
                    <a:gd name="connsiteY0" fmla="*/ 1123414 h 1123414"/>
                    <a:gd name="connsiteX1" fmla="*/ 142112 w 679012"/>
                    <a:gd name="connsiteY1" fmla="*/ 531625 h 1123414"/>
                    <a:gd name="connsiteX2" fmla="*/ 211851 w 679012"/>
                    <a:gd name="connsiteY2" fmla="*/ 235725 h 1123414"/>
                    <a:gd name="connsiteX3" fmla="*/ 266621 w 679012"/>
                    <a:gd name="connsiteY3" fmla="*/ 59281 h 1123414"/>
                    <a:gd name="connsiteX4" fmla="*/ 350860 w 679012"/>
                    <a:gd name="connsiteY4" fmla="*/ 14769 h 1123414"/>
                    <a:gd name="connsiteX5" fmla="*/ 428503 w 679012"/>
                    <a:gd name="connsiteY5" fmla="*/ 157267 h 1123414"/>
                    <a:gd name="connsiteX6" fmla="*/ 679012 w 679012"/>
                    <a:gd name="connsiteY6" fmla="*/ 1087826 h 1123414"/>
                    <a:gd name="connsiteX0" fmla="*/ 0 w 679012"/>
                    <a:gd name="connsiteY0" fmla="*/ 1129936 h 1129936"/>
                    <a:gd name="connsiteX1" fmla="*/ 142112 w 679012"/>
                    <a:gd name="connsiteY1" fmla="*/ 538147 h 1129936"/>
                    <a:gd name="connsiteX2" fmla="*/ 211851 w 679012"/>
                    <a:gd name="connsiteY2" fmla="*/ 242247 h 1129936"/>
                    <a:gd name="connsiteX3" fmla="*/ 266621 w 679012"/>
                    <a:gd name="connsiteY3" fmla="*/ 65803 h 1129936"/>
                    <a:gd name="connsiteX4" fmla="*/ 353241 w 679012"/>
                    <a:gd name="connsiteY4" fmla="*/ 13707 h 1129936"/>
                    <a:gd name="connsiteX5" fmla="*/ 428503 w 679012"/>
                    <a:gd name="connsiteY5" fmla="*/ 163789 h 1129936"/>
                    <a:gd name="connsiteX6" fmla="*/ 679012 w 679012"/>
                    <a:gd name="connsiteY6" fmla="*/ 1094348 h 1129936"/>
                    <a:gd name="connsiteX0" fmla="*/ 0 w 679012"/>
                    <a:gd name="connsiteY0" fmla="*/ 1139968 h 1139968"/>
                    <a:gd name="connsiteX1" fmla="*/ 142112 w 679012"/>
                    <a:gd name="connsiteY1" fmla="*/ 548179 h 1139968"/>
                    <a:gd name="connsiteX2" fmla="*/ 211851 w 679012"/>
                    <a:gd name="connsiteY2" fmla="*/ 252279 h 1139968"/>
                    <a:gd name="connsiteX3" fmla="*/ 266621 w 679012"/>
                    <a:gd name="connsiteY3" fmla="*/ 75835 h 1139968"/>
                    <a:gd name="connsiteX4" fmla="*/ 358003 w 679012"/>
                    <a:gd name="connsiteY4" fmla="*/ 12360 h 1139968"/>
                    <a:gd name="connsiteX5" fmla="*/ 428503 w 679012"/>
                    <a:gd name="connsiteY5" fmla="*/ 173821 h 1139968"/>
                    <a:gd name="connsiteX6" fmla="*/ 679012 w 679012"/>
                    <a:gd name="connsiteY6" fmla="*/ 1104380 h 1139968"/>
                    <a:gd name="connsiteX0" fmla="*/ 0 w 679012"/>
                    <a:gd name="connsiteY0" fmla="*/ 1150231 h 1150231"/>
                    <a:gd name="connsiteX1" fmla="*/ 142112 w 679012"/>
                    <a:gd name="connsiteY1" fmla="*/ 558442 h 1150231"/>
                    <a:gd name="connsiteX2" fmla="*/ 211851 w 679012"/>
                    <a:gd name="connsiteY2" fmla="*/ 262542 h 1150231"/>
                    <a:gd name="connsiteX3" fmla="*/ 266621 w 679012"/>
                    <a:gd name="connsiteY3" fmla="*/ 86098 h 1150231"/>
                    <a:gd name="connsiteX4" fmla="*/ 355622 w 679012"/>
                    <a:gd name="connsiteY4" fmla="*/ 11246 h 1150231"/>
                    <a:gd name="connsiteX5" fmla="*/ 428503 w 679012"/>
                    <a:gd name="connsiteY5" fmla="*/ 184084 h 1150231"/>
                    <a:gd name="connsiteX6" fmla="*/ 679012 w 679012"/>
                    <a:gd name="connsiteY6" fmla="*/ 1114643 h 1150231"/>
                    <a:gd name="connsiteX0" fmla="*/ 0 w 679012"/>
                    <a:gd name="connsiteY0" fmla="*/ 1141215 h 1141215"/>
                    <a:gd name="connsiteX1" fmla="*/ 142112 w 679012"/>
                    <a:gd name="connsiteY1" fmla="*/ 549426 h 1141215"/>
                    <a:gd name="connsiteX2" fmla="*/ 211851 w 679012"/>
                    <a:gd name="connsiteY2" fmla="*/ 253526 h 1141215"/>
                    <a:gd name="connsiteX3" fmla="*/ 269002 w 679012"/>
                    <a:gd name="connsiteY3" fmla="*/ 88460 h 1141215"/>
                    <a:gd name="connsiteX4" fmla="*/ 355622 w 679012"/>
                    <a:gd name="connsiteY4" fmla="*/ 2230 h 1141215"/>
                    <a:gd name="connsiteX5" fmla="*/ 428503 w 679012"/>
                    <a:gd name="connsiteY5" fmla="*/ 175068 h 1141215"/>
                    <a:gd name="connsiteX6" fmla="*/ 679012 w 679012"/>
                    <a:gd name="connsiteY6" fmla="*/ 1105627 h 1141215"/>
                    <a:gd name="connsiteX0" fmla="*/ 0 w 679012"/>
                    <a:gd name="connsiteY0" fmla="*/ 1141463 h 1141463"/>
                    <a:gd name="connsiteX1" fmla="*/ 142112 w 679012"/>
                    <a:gd name="connsiteY1" fmla="*/ 549674 h 1141463"/>
                    <a:gd name="connsiteX2" fmla="*/ 211851 w 679012"/>
                    <a:gd name="connsiteY2" fmla="*/ 253774 h 1141463"/>
                    <a:gd name="connsiteX3" fmla="*/ 269002 w 679012"/>
                    <a:gd name="connsiteY3" fmla="*/ 88708 h 1141463"/>
                    <a:gd name="connsiteX4" fmla="*/ 355622 w 679012"/>
                    <a:gd name="connsiteY4" fmla="*/ 2478 h 1141463"/>
                    <a:gd name="connsiteX5" fmla="*/ 428503 w 679012"/>
                    <a:gd name="connsiteY5" fmla="*/ 175316 h 1141463"/>
                    <a:gd name="connsiteX6" fmla="*/ 679012 w 679012"/>
                    <a:gd name="connsiteY6" fmla="*/ 1105875 h 114146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52819"/>
                    <a:gd name="connsiteY0" fmla="*/ 1145065 h 1145065"/>
                    <a:gd name="connsiteX1" fmla="*/ 132588 w 652819"/>
                    <a:gd name="connsiteY1" fmla="*/ 557070 h 1145065"/>
                    <a:gd name="connsiteX2" fmla="*/ 190421 w 652819"/>
                    <a:gd name="connsiteY2" fmla="*/ 264962 h 1145065"/>
                    <a:gd name="connsiteX3" fmla="*/ 242809 w 652819"/>
                    <a:gd name="connsiteY3" fmla="*/ 88518 h 1145065"/>
                    <a:gd name="connsiteX4" fmla="*/ 329429 w 652819"/>
                    <a:gd name="connsiteY4" fmla="*/ 2288 h 1145065"/>
                    <a:gd name="connsiteX5" fmla="*/ 402310 w 652819"/>
                    <a:gd name="connsiteY5" fmla="*/ 175126 h 1145065"/>
                    <a:gd name="connsiteX6" fmla="*/ 652819 w 652819"/>
                    <a:gd name="connsiteY6" fmla="*/ 1105685 h 1145065"/>
                    <a:gd name="connsiteX0" fmla="*/ 0 w 652819"/>
                    <a:gd name="connsiteY0" fmla="*/ 1130397 h 1130397"/>
                    <a:gd name="connsiteX1" fmla="*/ 132588 w 652819"/>
                    <a:gd name="connsiteY1" fmla="*/ 542402 h 1130397"/>
                    <a:gd name="connsiteX2" fmla="*/ 190421 w 652819"/>
                    <a:gd name="connsiteY2" fmla="*/ 250294 h 1130397"/>
                    <a:gd name="connsiteX3" fmla="*/ 242809 w 652819"/>
                    <a:gd name="connsiteY3" fmla="*/ 73850 h 1130397"/>
                    <a:gd name="connsiteX4" fmla="*/ 312760 w 652819"/>
                    <a:gd name="connsiteY4" fmla="*/ 2791 h 1130397"/>
                    <a:gd name="connsiteX5" fmla="*/ 402310 w 652819"/>
                    <a:gd name="connsiteY5" fmla="*/ 160458 h 1130397"/>
                    <a:gd name="connsiteX6" fmla="*/ 652819 w 652819"/>
                    <a:gd name="connsiteY6" fmla="*/ 1091017 h 1130397"/>
                    <a:gd name="connsiteX0" fmla="*/ 0 w 652819"/>
                    <a:gd name="connsiteY0" fmla="*/ 1130435 h 1130435"/>
                    <a:gd name="connsiteX1" fmla="*/ 132588 w 652819"/>
                    <a:gd name="connsiteY1" fmla="*/ 542440 h 1130435"/>
                    <a:gd name="connsiteX2" fmla="*/ 190421 w 652819"/>
                    <a:gd name="connsiteY2" fmla="*/ 250332 h 1130435"/>
                    <a:gd name="connsiteX3" fmla="*/ 242809 w 652819"/>
                    <a:gd name="connsiteY3" fmla="*/ 73888 h 1130435"/>
                    <a:gd name="connsiteX4" fmla="*/ 312760 w 652819"/>
                    <a:gd name="connsiteY4" fmla="*/ 2829 h 1130435"/>
                    <a:gd name="connsiteX5" fmla="*/ 402310 w 652819"/>
                    <a:gd name="connsiteY5" fmla="*/ 160496 h 1130435"/>
                    <a:gd name="connsiteX6" fmla="*/ 652819 w 652819"/>
                    <a:gd name="connsiteY6" fmla="*/ 1091055 h 1130435"/>
                    <a:gd name="connsiteX0" fmla="*/ 0 w 652819"/>
                    <a:gd name="connsiteY0" fmla="*/ 1129212 h 1129212"/>
                    <a:gd name="connsiteX1" fmla="*/ 132588 w 652819"/>
                    <a:gd name="connsiteY1" fmla="*/ 541217 h 1129212"/>
                    <a:gd name="connsiteX2" fmla="*/ 190421 w 652819"/>
                    <a:gd name="connsiteY2" fmla="*/ 249109 h 1129212"/>
                    <a:gd name="connsiteX3" fmla="*/ 240427 w 652819"/>
                    <a:gd name="connsiteY3" fmla="*/ 87836 h 1129212"/>
                    <a:gd name="connsiteX4" fmla="*/ 312760 w 652819"/>
                    <a:gd name="connsiteY4" fmla="*/ 1606 h 1129212"/>
                    <a:gd name="connsiteX5" fmla="*/ 402310 w 652819"/>
                    <a:gd name="connsiteY5" fmla="*/ 159273 h 1129212"/>
                    <a:gd name="connsiteX6" fmla="*/ 652819 w 652819"/>
                    <a:gd name="connsiteY6" fmla="*/ 1089832 h 1129212"/>
                    <a:gd name="connsiteX0" fmla="*/ 0 w 652819"/>
                    <a:gd name="connsiteY0" fmla="*/ 1129518 h 1129518"/>
                    <a:gd name="connsiteX1" fmla="*/ 132588 w 652819"/>
                    <a:gd name="connsiteY1" fmla="*/ 541523 h 1129518"/>
                    <a:gd name="connsiteX2" fmla="*/ 190421 w 652819"/>
                    <a:gd name="connsiteY2" fmla="*/ 249415 h 1129518"/>
                    <a:gd name="connsiteX3" fmla="*/ 240427 w 652819"/>
                    <a:gd name="connsiteY3" fmla="*/ 88142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518 h 1129518"/>
                    <a:gd name="connsiteX1" fmla="*/ 132588 w 652819"/>
                    <a:gd name="connsiteY1" fmla="*/ 541523 h 1129518"/>
                    <a:gd name="connsiteX2" fmla="*/ 190421 w 652819"/>
                    <a:gd name="connsiteY2" fmla="*/ 249415 h 1129518"/>
                    <a:gd name="connsiteX3" fmla="*/ 230902 w 652819"/>
                    <a:gd name="connsiteY3" fmla="*/ 88141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227 h 1129227"/>
                    <a:gd name="connsiteX1" fmla="*/ 132588 w 652819"/>
                    <a:gd name="connsiteY1" fmla="*/ 541232 h 1129227"/>
                    <a:gd name="connsiteX2" fmla="*/ 180896 w 652819"/>
                    <a:gd name="connsiteY2" fmla="*/ 252916 h 1129227"/>
                    <a:gd name="connsiteX3" fmla="*/ 230902 w 652819"/>
                    <a:gd name="connsiteY3" fmla="*/ 87850 h 1129227"/>
                    <a:gd name="connsiteX4" fmla="*/ 312760 w 652819"/>
                    <a:gd name="connsiteY4" fmla="*/ 1621 h 1129227"/>
                    <a:gd name="connsiteX5" fmla="*/ 402310 w 652819"/>
                    <a:gd name="connsiteY5" fmla="*/ 159288 h 1129227"/>
                    <a:gd name="connsiteX6" fmla="*/ 652819 w 652819"/>
                    <a:gd name="connsiteY6" fmla="*/ 1089847 h 1129227"/>
                    <a:gd name="connsiteX0" fmla="*/ 0 w 652819"/>
                    <a:gd name="connsiteY0" fmla="*/ 1129225 h 1129225"/>
                    <a:gd name="connsiteX1" fmla="*/ 132588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48056"/>
                    <a:gd name="connsiteY0" fmla="*/ 1117847 h 1117847"/>
                    <a:gd name="connsiteX1" fmla="*/ 123063 w 648056"/>
                    <a:gd name="connsiteY1" fmla="*/ 541230 h 1117847"/>
                    <a:gd name="connsiteX2" fmla="*/ 176133 w 648056"/>
                    <a:gd name="connsiteY2" fmla="*/ 252914 h 1117847"/>
                    <a:gd name="connsiteX3" fmla="*/ 226139 w 648056"/>
                    <a:gd name="connsiteY3" fmla="*/ 87848 h 1117847"/>
                    <a:gd name="connsiteX4" fmla="*/ 307997 w 648056"/>
                    <a:gd name="connsiteY4" fmla="*/ 1619 h 1117847"/>
                    <a:gd name="connsiteX5" fmla="*/ 397547 w 648056"/>
                    <a:gd name="connsiteY5" fmla="*/ 159286 h 1117847"/>
                    <a:gd name="connsiteX6" fmla="*/ 648056 w 648056"/>
                    <a:gd name="connsiteY6" fmla="*/ 1089845 h 1117847"/>
                    <a:gd name="connsiteX0" fmla="*/ 0 w 662344"/>
                    <a:gd name="connsiteY0" fmla="*/ 1125431 h 1125431"/>
                    <a:gd name="connsiteX1" fmla="*/ 137351 w 662344"/>
                    <a:gd name="connsiteY1" fmla="*/ 541230 h 1125431"/>
                    <a:gd name="connsiteX2" fmla="*/ 190421 w 662344"/>
                    <a:gd name="connsiteY2" fmla="*/ 252914 h 1125431"/>
                    <a:gd name="connsiteX3" fmla="*/ 240427 w 662344"/>
                    <a:gd name="connsiteY3" fmla="*/ 87848 h 1125431"/>
                    <a:gd name="connsiteX4" fmla="*/ 322285 w 662344"/>
                    <a:gd name="connsiteY4" fmla="*/ 1619 h 1125431"/>
                    <a:gd name="connsiteX5" fmla="*/ 411835 w 662344"/>
                    <a:gd name="connsiteY5" fmla="*/ 159286 h 1125431"/>
                    <a:gd name="connsiteX6" fmla="*/ 662344 w 662344"/>
                    <a:gd name="connsiteY6" fmla="*/ 1089845 h 1125431"/>
                    <a:gd name="connsiteX0" fmla="*/ 0 w 662344"/>
                    <a:gd name="connsiteY0" fmla="*/ 1125431 h 1142731"/>
                    <a:gd name="connsiteX1" fmla="*/ 41476 w 662344"/>
                    <a:gd name="connsiteY1" fmla="*/ 1089647 h 1142731"/>
                    <a:gd name="connsiteX2" fmla="*/ 137351 w 662344"/>
                    <a:gd name="connsiteY2" fmla="*/ 541230 h 1142731"/>
                    <a:gd name="connsiteX3" fmla="*/ 190421 w 662344"/>
                    <a:gd name="connsiteY3" fmla="*/ 252914 h 1142731"/>
                    <a:gd name="connsiteX4" fmla="*/ 240427 w 662344"/>
                    <a:gd name="connsiteY4" fmla="*/ 87848 h 1142731"/>
                    <a:gd name="connsiteX5" fmla="*/ 322285 w 662344"/>
                    <a:gd name="connsiteY5" fmla="*/ 1619 h 1142731"/>
                    <a:gd name="connsiteX6" fmla="*/ 411835 w 662344"/>
                    <a:gd name="connsiteY6" fmla="*/ 159286 h 1142731"/>
                    <a:gd name="connsiteX7" fmla="*/ 662344 w 662344"/>
                    <a:gd name="connsiteY7" fmla="*/ 1089845 h 1142731"/>
                    <a:gd name="connsiteX0" fmla="*/ 0 w 724257"/>
                    <a:gd name="connsiteY0" fmla="*/ 1129225 h 1144257"/>
                    <a:gd name="connsiteX1" fmla="*/ 103389 w 724257"/>
                    <a:gd name="connsiteY1" fmla="*/ 1089647 h 1144257"/>
                    <a:gd name="connsiteX2" fmla="*/ 199264 w 724257"/>
                    <a:gd name="connsiteY2" fmla="*/ 541230 h 1144257"/>
                    <a:gd name="connsiteX3" fmla="*/ 252334 w 724257"/>
                    <a:gd name="connsiteY3" fmla="*/ 252914 h 1144257"/>
                    <a:gd name="connsiteX4" fmla="*/ 302340 w 724257"/>
                    <a:gd name="connsiteY4" fmla="*/ 87848 h 1144257"/>
                    <a:gd name="connsiteX5" fmla="*/ 384198 w 724257"/>
                    <a:gd name="connsiteY5" fmla="*/ 1619 h 1144257"/>
                    <a:gd name="connsiteX6" fmla="*/ 473748 w 724257"/>
                    <a:gd name="connsiteY6" fmla="*/ 159286 h 1144257"/>
                    <a:gd name="connsiteX7" fmla="*/ 724257 w 724257"/>
                    <a:gd name="connsiteY7" fmla="*/ 1089845 h 1144257"/>
                    <a:gd name="connsiteX0" fmla="*/ 0 w 748070"/>
                    <a:gd name="connsiteY0" fmla="*/ 1034412 h 1121346"/>
                    <a:gd name="connsiteX1" fmla="*/ 127202 w 748070"/>
                    <a:gd name="connsiteY1" fmla="*/ 1089647 h 1121346"/>
                    <a:gd name="connsiteX2" fmla="*/ 223077 w 748070"/>
                    <a:gd name="connsiteY2" fmla="*/ 541230 h 1121346"/>
                    <a:gd name="connsiteX3" fmla="*/ 276147 w 748070"/>
                    <a:gd name="connsiteY3" fmla="*/ 252914 h 1121346"/>
                    <a:gd name="connsiteX4" fmla="*/ 326153 w 748070"/>
                    <a:gd name="connsiteY4" fmla="*/ 87848 h 1121346"/>
                    <a:gd name="connsiteX5" fmla="*/ 408011 w 748070"/>
                    <a:gd name="connsiteY5" fmla="*/ 1619 h 1121346"/>
                    <a:gd name="connsiteX6" fmla="*/ 497561 w 748070"/>
                    <a:gd name="connsiteY6" fmla="*/ 159286 h 1121346"/>
                    <a:gd name="connsiteX7" fmla="*/ 748070 w 748070"/>
                    <a:gd name="connsiteY7" fmla="*/ 1089845 h 1121346"/>
                    <a:gd name="connsiteX0" fmla="*/ 0 w 759976"/>
                    <a:gd name="connsiteY0" fmla="*/ 1076130 h 1128543"/>
                    <a:gd name="connsiteX1" fmla="*/ 139108 w 759976"/>
                    <a:gd name="connsiteY1" fmla="*/ 1089647 h 1128543"/>
                    <a:gd name="connsiteX2" fmla="*/ 234983 w 759976"/>
                    <a:gd name="connsiteY2" fmla="*/ 541230 h 1128543"/>
                    <a:gd name="connsiteX3" fmla="*/ 288053 w 759976"/>
                    <a:gd name="connsiteY3" fmla="*/ 252914 h 1128543"/>
                    <a:gd name="connsiteX4" fmla="*/ 338059 w 759976"/>
                    <a:gd name="connsiteY4" fmla="*/ 87848 h 1128543"/>
                    <a:gd name="connsiteX5" fmla="*/ 419917 w 759976"/>
                    <a:gd name="connsiteY5" fmla="*/ 1619 h 1128543"/>
                    <a:gd name="connsiteX6" fmla="*/ 509467 w 759976"/>
                    <a:gd name="connsiteY6" fmla="*/ 159286 h 1128543"/>
                    <a:gd name="connsiteX7" fmla="*/ 759976 w 759976"/>
                    <a:gd name="connsiteY7" fmla="*/ 1089845 h 1128543"/>
                    <a:gd name="connsiteX0" fmla="*/ 0 w 759976"/>
                    <a:gd name="connsiteY0" fmla="*/ 1076130 h 1142262"/>
                    <a:gd name="connsiteX1" fmla="*/ 34334 w 759976"/>
                    <a:gd name="connsiteY1" fmla="*/ 1119987 h 1142262"/>
                    <a:gd name="connsiteX2" fmla="*/ 139108 w 759976"/>
                    <a:gd name="connsiteY2" fmla="*/ 1089647 h 1142262"/>
                    <a:gd name="connsiteX3" fmla="*/ 234983 w 759976"/>
                    <a:gd name="connsiteY3" fmla="*/ 541230 h 1142262"/>
                    <a:gd name="connsiteX4" fmla="*/ 288053 w 759976"/>
                    <a:gd name="connsiteY4" fmla="*/ 252914 h 1142262"/>
                    <a:gd name="connsiteX5" fmla="*/ 338059 w 759976"/>
                    <a:gd name="connsiteY5" fmla="*/ 87848 h 1142262"/>
                    <a:gd name="connsiteX6" fmla="*/ 419917 w 759976"/>
                    <a:gd name="connsiteY6" fmla="*/ 1619 h 1142262"/>
                    <a:gd name="connsiteX7" fmla="*/ 509467 w 759976"/>
                    <a:gd name="connsiteY7" fmla="*/ 159286 h 1142262"/>
                    <a:gd name="connsiteX8" fmla="*/ 759976 w 759976"/>
                    <a:gd name="connsiteY8" fmla="*/ 1089845 h 1142262"/>
                    <a:gd name="connsiteX0" fmla="*/ 0 w 786169"/>
                    <a:gd name="connsiteY0" fmla="*/ 909258 h 1142264"/>
                    <a:gd name="connsiteX1" fmla="*/ 60527 w 786169"/>
                    <a:gd name="connsiteY1" fmla="*/ 1119987 h 1142264"/>
                    <a:gd name="connsiteX2" fmla="*/ 165301 w 786169"/>
                    <a:gd name="connsiteY2" fmla="*/ 1089647 h 1142264"/>
                    <a:gd name="connsiteX3" fmla="*/ 261176 w 786169"/>
                    <a:gd name="connsiteY3" fmla="*/ 541230 h 1142264"/>
                    <a:gd name="connsiteX4" fmla="*/ 314246 w 786169"/>
                    <a:gd name="connsiteY4" fmla="*/ 252914 h 1142264"/>
                    <a:gd name="connsiteX5" fmla="*/ 364252 w 786169"/>
                    <a:gd name="connsiteY5" fmla="*/ 87848 h 1142264"/>
                    <a:gd name="connsiteX6" fmla="*/ 446110 w 786169"/>
                    <a:gd name="connsiteY6" fmla="*/ 1619 h 1142264"/>
                    <a:gd name="connsiteX7" fmla="*/ 535660 w 786169"/>
                    <a:gd name="connsiteY7" fmla="*/ 159286 h 1142264"/>
                    <a:gd name="connsiteX8" fmla="*/ 786169 w 786169"/>
                    <a:gd name="connsiteY8" fmla="*/ 1089845 h 1142264"/>
                    <a:gd name="connsiteX0" fmla="*/ 0 w 990956"/>
                    <a:gd name="connsiteY0" fmla="*/ 55936 h 1142262"/>
                    <a:gd name="connsiteX1" fmla="*/ 265314 w 990956"/>
                    <a:gd name="connsiteY1" fmla="*/ 1119987 h 1142262"/>
                    <a:gd name="connsiteX2" fmla="*/ 370088 w 990956"/>
                    <a:gd name="connsiteY2" fmla="*/ 1089647 h 1142262"/>
                    <a:gd name="connsiteX3" fmla="*/ 465963 w 990956"/>
                    <a:gd name="connsiteY3" fmla="*/ 541230 h 1142262"/>
                    <a:gd name="connsiteX4" fmla="*/ 519033 w 990956"/>
                    <a:gd name="connsiteY4" fmla="*/ 252914 h 1142262"/>
                    <a:gd name="connsiteX5" fmla="*/ 569039 w 990956"/>
                    <a:gd name="connsiteY5" fmla="*/ 87848 h 1142262"/>
                    <a:gd name="connsiteX6" fmla="*/ 650897 w 990956"/>
                    <a:gd name="connsiteY6" fmla="*/ 1619 h 1142262"/>
                    <a:gd name="connsiteX7" fmla="*/ 740447 w 990956"/>
                    <a:gd name="connsiteY7" fmla="*/ 159286 h 1142262"/>
                    <a:gd name="connsiteX8" fmla="*/ 990956 w 990956"/>
                    <a:gd name="connsiteY8" fmla="*/ 1089845 h 1142262"/>
                    <a:gd name="connsiteX0" fmla="*/ 0 w 990956"/>
                    <a:gd name="connsiteY0" fmla="*/ 55936 h 1142264"/>
                    <a:gd name="connsiteX1" fmla="*/ 246264 w 990956"/>
                    <a:gd name="connsiteY1" fmla="*/ 1119987 h 1142264"/>
                    <a:gd name="connsiteX2" fmla="*/ 370088 w 990956"/>
                    <a:gd name="connsiteY2" fmla="*/ 1089647 h 1142264"/>
                    <a:gd name="connsiteX3" fmla="*/ 465963 w 990956"/>
                    <a:gd name="connsiteY3" fmla="*/ 541230 h 1142264"/>
                    <a:gd name="connsiteX4" fmla="*/ 519033 w 990956"/>
                    <a:gd name="connsiteY4" fmla="*/ 252914 h 1142264"/>
                    <a:gd name="connsiteX5" fmla="*/ 569039 w 990956"/>
                    <a:gd name="connsiteY5" fmla="*/ 87848 h 1142264"/>
                    <a:gd name="connsiteX6" fmla="*/ 650897 w 990956"/>
                    <a:gd name="connsiteY6" fmla="*/ 1619 h 1142264"/>
                    <a:gd name="connsiteX7" fmla="*/ 740447 w 990956"/>
                    <a:gd name="connsiteY7" fmla="*/ 159286 h 1142264"/>
                    <a:gd name="connsiteX8" fmla="*/ 990956 w 990956"/>
                    <a:gd name="connsiteY8" fmla="*/ 1089845 h 1142264"/>
                    <a:gd name="connsiteX0" fmla="*/ 0 w 990956"/>
                    <a:gd name="connsiteY0" fmla="*/ 55936 h 1151339"/>
                    <a:gd name="connsiteX1" fmla="*/ 246264 w 990956"/>
                    <a:gd name="connsiteY1" fmla="*/ 1119987 h 1151339"/>
                    <a:gd name="connsiteX2" fmla="*/ 370088 w 990956"/>
                    <a:gd name="connsiteY2" fmla="*/ 1089647 h 1151339"/>
                    <a:gd name="connsiteX3" fmla="*/ 465963 w 990956"/>
                    <a:gd name="connsiteY3" fmla="*/ 541230 h 1151339"/>
                    <a:gd name="connsiteX4" fmla="*/ 519033 w 990956"/>
                    <a:gd name="connsiteY4" fmla="*/ 252914 h 1151339"/>
                    <a:gd name="connsiteX5" fmla="*/ 569039 w 990956"/>
                    <a:gd name="connsiteY5" fmla="*/ 87848 h 1151339"/>
                    <a:gd name="connsiteX6" fmla="*/ 650897 w 990956"/>
                    <a:gd name="connsiteY6" fmla="*/ 1619 h 1151339"/>
                    <a:gd name="connsiteX7" fmla="*/ 740447 w 990956"/>
                    <a:gd name="connsiteY7" fmla="*/ 159286 h 1151339"/>
                    <a:gd name="connsiteX8" fmla="*/ 990956 w 990956"/>
                    <a:gd name="connsiteY8" fmla="*/ 1089845 h 1151339"/>
                    <a:gd name="connsiteX0" fmla="*/ 0 w 990956"/>
                    <a:gd name="connsiteY0" fmla="*/ 55936 h 1153214"/>
                    <a:gd name="connsiteX1" fmla="*/ 234358 w 990956"/>
                    <a:gd name="connsiteY1" fmla="*/ 1123779 h 1153214"/>
                    <a:gd name="connsiteX2" fmla="*/ 370088 w 990956"/>
                    <a:gd name="connsiteY2" fmla="*/ 1089647 h 1153214"/>
                    <a:gd name="connsiteX3" fmla="*/ 465963 w 990956"/>
                    <a:gd name="connsiteY3" fmla="*/ 541230 h 1153214"/>
                    <a:gd name="connsiteX4" fmla="*/ 519033 w 990956"/>
                    <a:gd name="connsiteY4" fmla="*/ 252914 h 1153214"/>
                    <a:gd name="connsiteX5" fmla="*/ 569039 w 990956"/>
                    <a:gd name="connsiteY5" fmla="*/ 87848 h 1153214"/>
                    <a:gd name="connsiteX6" fmla="*/ 650897 w 990956"/>
                    <a:gd name="connsiteY6" fmla="*/ 1619 h 1153214"/>
                    <a:gd name="connsiteX7" fmla="*/ 740447 w 990956"/>
                    <a:gd name="connsiteY7" fmla="*/ 159286 h 1153214"/>
                    <a:gd name="connsiteX8" fmla="*/ 990956 w 990956"/>
                    <a:gd name="connsiteY8" fmla="*/ 1089845 h 1153214"/>
                    <a:gd name="connsiteX0" fmla="*/ 0 w 990956"/>
                    <a:gd name="connsiteY0" fmla="*/ 54816 h 1152094"/>
                    <a:gd name="connsiteX1" fmla="*/ 234358 w 990956"/>
                    <a:gd name="connsiteY1" fmla="*/ 1122659 h 1152094"/>
                    <a:gd name="connsiteX2" fmla="*/ 370088 w 990956"/>
                    <a:gd name="connsiteY2" fmla="*/ 1088527 h 1152094"/>
                    <a:gd name="connsiteX3" fmla="*/ 465963 w 990956"/>
                    <a:gd name="connsiteY3" fmla="*/ 540110 h 1152094"/>
                    <a:gd name="connsiteX4" fmla="*/ 519033 w 990956"/>
                    <a:gd name="connsiteY4" fmla="*/ 251794 h 1152094"/>
                    <a:gd name="connsiteX5" fmla="*/ 576183 w 990956"/>
                    <a:gd name="connsiteY5" fmla="*/ 113277 h 1152094"/>
                    <a:gd name="connsiteX6" fmla="*/ 650897 w 990956"/>
                    <a:gd name="connsiteY6" fmla="*/ 499 h 1152094"/>
                    <a:gd name="connsiteX7" fmla="*/ 740447 w 990956"/>
                    <a:gd name="connsiteY7" fmla="*/ 158166 h 1152094"/>
                    <a:gd name="connsiteX8" fmla="*/ 990956 w 990956"/>
                    <a:gd name="connsiteY8" fmla="*/ 1088725 h 1152094"/>
                    <a:gd name="connsiteX0" fmla="*/ 0 w 990956"/>
                    <a:gd name="connsiteY0" fmla="*/ 55036 h 1152314"/>
                    <a:gd name="connsiteX1" fmla="*/ 234358 w 990956"/>
                    <a:gd name="connsiteY1" fmla="*/ 1122879 h 1152314"/>
                    <a:gd name="connsiteX2" fmla="*/ 370088 w 990956"/>
                    <a:gd name="connsiteY2" fmla="*/ 1088747 h 1152314"/>
                    <a:gd name="connsiteX3" fmla="*/ 465963 w 990956"/>
                    <a:gd name="connsiteY3" fmla="*/ 540330 h 1152314"/>
                    <a:gd name="connsiteX4" fmla="*/ 519033 w 990956"/>
                    <a:gd name="connsiteY4" fmla="*/ 252014 h 1152314"/>
                    <a:gd name="connsiteX5" fmla="*/ 576183 w 990956"/>
                    <a:gd name="connsiteY5" fmla="*/ 113497 h 1152314"/>
                    <a:gd name="connsiteX6" fmla="*/ 650897 w 990956"/>
                    <a:gd name="connsiteY6" fmla="*/ 719 h 1152314"/>
                    <a:gd name="connsiteX7" fmla="*/ 740447 w 990956"/>
                    <a:gd name="connsiteY7" fmla="*/ 158386 h 1152314"/>
                    <a:gd name="connsiteX8" fmla="*/ 990956 w 990956"/>
                    <a:gd name="connsiteY8" fmla="*/ 1088945 h 1152314"/>
                    <a:gd name="connsiteX0" fmla="*/ 0 w 990956"/>
                    <a:gd name="connsiteY0" fmla="*/ 54843 h 1152121"/>
                    <a:gd name="connsiteX1" fmla="*/ 234358 w 990956"/>
                    <a:gd name="connsiteY1" fmla="*/ 1122686 h 1152121"/>
                    <a:gd name="connsiteX2" fmla="*/ 370088 w 990956"/>
                    <a:gd name="connsiteY2" fmla="*/ 1088554 h 1152121"/>
                    <a:gd name="connsiteX3" fmla="*/ 465963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9523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94538 w 990956"/>
                    <a:gd name="connsiteY3" fmla="*/ 543934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40667"/>
                    <a:gd name="connsiteX1" fmla="*/ 241502 w 990956"/>
                    <a:gd name="connsiteY1" fmla="*/ 1096142 h 1140667"/>
                    <a:gd name="connsiteX2" fmla="*/ 370088 w 990956"/>
                    <a:gd name="connsiteY2" fmla="*/ 1088559 h 1140667"/>
                    <a:gd name="connsiteX3" fmla="*/ 494538 w 990956"/>
                    <a:gd name="connsiteY3" fmla="*/ 543934 h 1140667"/>
                    <a:gd name="connsiteX4" fmla="*/ 552371 w 990956"/>
                    <a:gd name="connsiteY4" fmla="*/ 282167 h 1140667"/>
                    <a:gd name="connsiteX5" fmla="*/ 595233 w 990956"/>
                    <a:gd name="connsiteY5" fmla="*/ 113309 h 1140667"/>
                    <a:gd name="connsiteX6" fmla="*/ 650897 w 990956"/>
                    <a:gd name="connsiteY6" fmla="*/ 531 h 1140667"/>
                    <a:gd name="connsiteX7" fmla="*/ 740447 w 990956"/>
                    <a:gd name="connsiteY7" fmla="*/ 158198 h 1140667"/>
                    <a:gd name="connsiteX8" fmla="*/ 990956 w 990956"/>
                    <a:gd name="connsiteY8" fmla="*/ 1088757 h 1140667"/>
                    <a:gd name="connsiteX0" fmla="*/ 0 w 990956"/>
                    <a:gd name="connsiteY0" fmla="*/ 54848 h 1133745"/>
                    <a:gd name="connsiteX1" fmla="*/ 241502 w 990956"/>
                    <a:gd name="connsiteY1" fmla="*/ 1096142 h 1133745"/>
                    <a:gd name="connsiteX2" fmla="*/ 355800 w 990956"/>
                    <a:gd name="connsiteY2" fmla="*/ 1077183 h 1133745"/>
                    <a:gd name="connsiteX3" fmla="*/ 494538 w 990956"/>
                    <a:gd name="connsiteY3" fmla="*/ 543934 h 1133745"/>
                    <a:gd name="connsiteX4" fmla="*/ 552371 w 990956"/>
                    <a:gd name="connsiteY4" fmla="*/ 282167 h 1133745"/>
                    <a:gd name="connsiteX5" fmla="*/ 595233 w 990956"/>
                    <a:gd name="connsiteY5" fmla="*/ 113309 h 1133745"/>
                    <a:gd name="connsiteX6" fmla="*/ 650897 w 990956"/>
                    <a:gd name="connsiteY6" fmla="*/ 531 h 1133745"/>
                    <a:gd name="connsiteX7" fmla="*/ 740447 w 990956"/>
                    <a:gd name="connsiteY7" fmla="*/ 158198 h 1133745"/>
                    <a:gd name="connsiteX8" fmla="*/ 990956 w 990956"/>
                    <a:gd name="connsiteY8" fmla="*/ 1088757 h 1133745"/>
                    <a:gd name="connsiteX0" fmla="*/ 0 w 962381"/>
                    <a:gd name="connsiteY0" fmla="*/ 54848 h 1133747"/>
                    <a:gd name="connsiteX1" fmla="*/ 241502 w 962381"/>
                    <a:gd name="connsiteY1" fmla="*/ 1096142 h 1133747"/>
                    <a:gd name="connsiteX2" fmla="*/ 355800 w 962381"/>
                    <a:gd name="connsiteY2" fmla="*/ 1077183 h 1133747"/>
                    <a:gd name="connsiteX3" fmla="*/ 494538 w 962381"/>
                    <a:gd name="connsiteY3" fmla="*/ 543934 h 1133747"/>
                    <a:gd name="connsiteX4" fmla="*/ 552371 w 962381"/>
                    <a:gd name="connsiteY4" fmla="*/ 282167 h 1133747"/>
                    <a:gd name="connsiteX5" fmla="*/ 595233 w 962381"/>
                    <a:gd name="connsiteY5" fmla="*/ 113309 h 1133747"/>
                    <a:gd name="connsiteX6" fmla="*/ 650897 w 962381"/>
                    <a:gd name="connsiteY6" fmla="*/ 531 h 1133747"/>
                    <a:gd name="connsiteX7" fmla="*/ 740447 w 962381"/>
                    <a:gd name="connsiteY7" fmla="*/ 158198 h 1133747"/>
                    <a:gd name="connsiteX8" fmla="*/ 962381 w 962381"/>
                    <a:gd name="connsiteY8" fmla="*/ 1107721 h 1133747"/>
                    <a:gd name="connsiteX0" fmla="*/ 0 w 952856"/>
                    <a:gd name="connsiteY0" fmla="*/ 54848 h 1133745"/>
                    <a:gd name="connsiteX1" fmla="*/ 241502 w 952856"/>
                    <a:gd name="connsiteY1" fmla="*/ 1096142 h 1133745"/>
                    <a:gd name="connsiteX2" fmla="*/ 355800 w 952856"/>
                    <a:gd name="connsiteY2" fmla="*/ 1077183 h 1133745"/>
                    <a:gd name="connsiteX3" fmla="*/ 494538 w 952856"/>
                    <a:gd name="connsiteY3" fmla="*/ 543934 h 1133745"/>
                    <a:gd name="connsiteX4" fmla="*/ 552371 w 952856"/>
                    <a:gd name="connsiteY4" fmla="*/ 282167 h 1133745"/>
                    <a:gd name="connsiteX5" fmla="*/ 595233 w 952856"/>
                    <a:gd name="connsiteY5" fmla="*/ 113309 h 1133745"/>
                    <a:gd name="connsiteX6" fmla="*/ 650897 w 952856"/>
                    <a:gd name="connsiteY6" fmla="*/ 531 h 1133745"/>
                    <a:gd name="connsiteX7" fmla="*/ 740447 w 952856"/>
                    <a:gd name="connsiteY7" fmla="*/ 158198 h 1133745"/>
                    <a:gd name="connsiteX8" fmla="*/ 952856 w 952856"/>
                    <a:gd name="connsiteY8" fmla="*/ 1084965 h 1133745"/>
                    <a:gd name="connsiteX0" fmla="*/ 0 w 952856"/>
                    <a:gd name="connsiteY0" fmla="*/ 29638 h 1108536"/>
                    <a:gd name="connsiteX1" fmla="*/ 241502 w 952856"/>
                    <a:gd name="connsiteY1" fmla="*/ 1070932 h 1108536"/>
                    <a:gd name="connsiteX2" fmla="*/ 355800 w 952856"/>
                    <a:gd name="connsiteY2" fmla="*/ 1051973 h 1108536"/>
                    <a:gd name="connsiteX3" fmla="*/ 494538 w 952856"/>
                    <a:gd name="connsiteY3" fmla="*/ 518724 h 1108536"/>
                    <a:gd name="connsiteX4" fmla="*/ 552371 w 952856"/>
                    <a:gd name="connsiteY4" fmla="*/ 256957 h 1108536"/>
                    <a:gd name="connsiteX5" fmla="*/ 595233 w 952856"/>
                    <a:gd name="connsiteY5" fmla="*/ 88099 h 1108536"/>
                    <a:gd name="connsiteX6" fmla="*/ 653278 w 952856"/>
                    <a:gd name="connsiteY6" fmla="*/ 1869 h 1108536"/>
                    <a:gd name="connsiteX7" fmla="*/ 740447 w 952856"/>
                    <a:gd name="connsiteY7" fmla="*/ 132988 h 1108536"/>
                    <a:gd name="connsiteX8" fmla="*/ 952856 w 952856"/>
                    <a:gd name="connsiteY8" fmla="*/ 1059755 h 1108536"/>
                    <a:gd name="connsiteX0" fmla="*/ 0 w 952856"/>
                    <a:gd name="connsiteY0" fmla="*/ 29636 h 1108534"/>
                    <a:gd name="connsiteX1" fmla="*/ 231977 w 952856"/>
                    <a:gd name="connsiteY1" fmla="*/ 1070930 h 1108534"/>
                    <a:gd name="connsiteX2" fmla="*/ 355800 w 952856"/>
                    <a:gd name="connsiteY2" fmla="*/ 1051971 h 1108534"/>
                    <a:gd name="connsiteX3" fmla="*/ 494538 w 952856"/>
                    <a:gd name="connsiteY3" fmla="*/ 518722 h 1108534"/>
                    <a:gd name="connsiteX4" fmla="*/ 552371 w 952856"/>
                    <a:gd name="connsiteY4" fmla="*/ 256955 h 1108534"/>
                    <a:gd name="connsiteX5" fmla="*/ 595233 w 952856"/>
                    <a:gd name="connsiteY5" fmla="*/ 88097 h 1108534"/>
                    <a:gd name="connsiteX6" fmla="*/ 653278 w 952856"/>
                    <a:gd name="connsiteY6" fmla="*/ 1867 h 1108534"/>
                    <a:gd name="connsiteX7" fmla="*/ 740447 w 952856"/>
                    <a:gd name="connsiteY7" fmla="*/ 132986 h 1108534"/>
                    <a:gd name="connsiteX8" fmla="*/ 952856 w 952856"/>
                    <a:gd name="connsiteY8" fmla="*/ 1059753 h 1108534"/>
                    <a:gd name="connsiteX0" fmla="*/ 0 w 952856"/>
                    <a:gd name="connsiteY0" fmla="*/ 29636 h 1115535"/>
                    <a:gd name="connsiteX1" fmla="*/ 231977 w 952856"/>
                    <a:gd name="connsiteY1" fmla="*/ 1086100 h 1115535"/>
                    <a:gd name="connsiteX2" fmla="*/ 355800 w 952856"/>
                    <a:gd name="connsiteY2" fmla="*/ 1051971 h 1115535"/>
                    <a:gd name="connsiteX3" fmla="*/ 494538 w 952856"/>
                    <a:gd name="connsiteY3" fmla="*/ 518722 h 1115535"/>
                    <a:gd name="connsiteX4" fmla="*/ 552371 w 952856"/>
                    <a:gd name="connsiteY4" fmla="*/ 256955 h 1115535"/>
                    <a:gd name="connsiteX5" fmla="*/ 595233 w 952856"/>
                    <a:gd name="connsiteY5" fmla="*/ 88097 h 1115535"/>
                    <a:gd name="connsiteX6" fmla="*/ 653278 w 952856"/>
                    <a:gd name="connsiteY6" fmla="*/ 1867 h 1115535"/>
                    <a:gd name="connsiteX7" fmla="*/ 740447 w 952856"/>
                    <a:gd name="connsiteY7" fmla="*/ 132986 h 1115535"/>
                    <a:gd name="connsiteX8" fmla="*/ 952856 w 952856"/>
                    <a:gd name="connsiteY8" fmla="*/ 1059753 h 1115535"/>
                    <a:gd name="connsiteX0" fmla="*/ 0 w 952856"/>
                    <a:gd name="connsiteY0" fmla="*/ 29636 h 1115537"/>
                    <a:gd name="connsiteX1" fmla="*/ 231977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 name="connsiteX0" fmla="*/ 0 w 952856"/>
                    <a:gd name="connsiteY0" fmla="*/ 29636 h 1115537"/>
                    <a:gd name="connsiteX1" fmla="*/ 227215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 name="connsiteX0" fmla="*/ 0 w 913014"/>
                    <a:gd name="connsiteY0" fmla="*/ 17150 h 1115537"/>
                    <a:gd name="connsiteX1" fmla="*/ 187373 w 913014"/>
                    <a:gd name="connsiteY1" fmla="*/ 1086100 h 1115537"/>
                    <a:gd name="connsiteX2" fmla="*/ 323101 w 913014"/>
                    <a:gd name="connsiteY2" fmla="*/ 1051972 h 1115537"/>
                    <a:gd name="connsiteX3" fmla="*/ 454696 w 913014"/>
                    <a:gd name="connsiteY3" fmla="*/ 518722 h 1115537"/>
                    <a:gd name="connsiteX4" fmla="*/ 512529 w 913014"/>
                    <a:gd name="connsiteY4" fmla="*/ 256955 h 1115537"/>
                    <a:gd name="connsiteX5" fmla="*/ 555391 w 913014"/>
                    <a:gd name="connsiteY5" fmla="*/ 88097 h 1115537"/>
                    <a:gd name="connsiteX6" fmla="*/ 613436 w 913014"/>
                    <a:gd name="connsiteY6" fmla="*/ 1867 h 1115537"/>
                    <a:gd name="connsiteX7" fmla="*/ 700605 w 913014"/>
                    <a:gd name="connsiteY7" fmla="*/ 132986 h 1115537"/>
                    <a:gd name="connsiteX8" fmla="*/ 913014 w 913014"/>
                    <a:gd name="connsiteY8" fmla="*/ 1059753 h 1115537"/>
                    <a:gd name="connsiteX0" fmla="*/ 0 w 859892"/>
                    <a:gd name="connsiteY0" fmla="*/ 17150 h 1159652"/>
                    <a:gd name="connsiteX1" fmla="*/ 187373 w 859892"/>
                    <a:gd name="connsiteY1" fmla="*/ 1086100 h 1159652"/>
                    <a:gd name="connsiteX2" fmla="*/ 323101 w 859892"/>
                    <a:gd name="connsiteY2" fmla="*/ 1051972 h 1159652"/>
                    <a:gd name="connsiteX3" fmla="*/ 454696 w 859892"/>
                    <a:gd name="connsiteY3" fmla="*/ 518722 h 1159652"/>
                    <a:gd name="connsiteX4" fmla="*/ 512529 w 859892"/>
                    <a:gd name="connsiteY4" fmla="*/ 256955 h 1159652"/>
                    <a:gd name="connsiteX5" fmla="*/ 555391 w 859892"/>
                    <a:gd name="connsiteY5" fmla="*/ 88097 h 1159652"/>
                    <a:gd name="connsiteX6" fmla="*/ 613436 w 859892"/>
                    <a:gd name="connsiteY6" fmla="*/ 1867 h 1159652"/>
                    <a:gd name="connsiteX7" fmla="*/ 700605 w 859892"/>
                    <a:gd name="connsiteY7" fmla="*/ 132986 h 1159652"/>
                    <a:gd name="connsiteX8" fmla="*/ 859892 w 859892"/>
                    <a:gd name="connsiteY8" fmla="*/ 1159652 h 115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9892" h="1159652">
                      <a:moveTo>
                        <a:pt x="0" y="17150"/>
                      </a:moveTo>
                      <a:cubicBezTo>
                        <a:pt x="8104" y="23195"/>
                        <a:pt x="164188" y="1083847"/>
                        <a:pt x="187373" y="1086100"/>
                      </a:cubicBezTo>
                      <a:cubicBezTo>
                        <a:pt x="203414" y="1114901"/>
                        <a:pt x="292041" y="1147167"/>
                        <a:pt x="323101" y="1051972"/>
                      </a:cubicBezTo>
                      <a:cubicBezTo>
                        <a:pt x="354161" y="956777"/>
                        <a:pt x="423125" y="651225"/>
                        <a:pt x="454696" y="518722"/>
                      </a:cubicBezTo>
                      <a:cubicBezTo>
                        <a:pt x="486267" y="386219"/>
                        <a:pt x="495747" y="328726"/>
                        <a:pt x="512529" y="256955"/>
                      </a:cubicBezTo>
                      <a:cubicBezTo>
                        <a:pt x="529311" y="185184"/>
                        <a:pt x="538573" y="130612"/>
                        <a:pt x="555391" y="88097"/>
                      </a:cubicBezTo>
                      <a:cubicBezTo>
                        <a:pt x="572209" y="45582"/>
                        <a:pt x="589234" y="-5614"/>
                        <a:pt x="613436" y="1867"/>
                      </a:cubicBezTo>
                      <a:cubicBezTo>
                        <a:pt x="637638" y="9348"/>
                        <a:pt x="650675" y="-43328"/>
                        <a:pt x="700605" y="132986"/>
                      </a:cubicBezTo>
                      <a:cubicBezTo>
                        <a:pt x="750535" y="309300"/>
                        <a:pt x="850690" y="1129485"/>
                        <a:pt x="859892" y="1159652"/>
                      </a:cubicBezTo>
                    </a:path>
                  </a:pathLst>
                </a:custGeom>
                <a:noFill/>
                <a:ln w="31750" cap="rnd" cmpd="sng" algn="ctr">
                  <a:solidFill>
                    <a:srgbClr val="FFFFFF">
                      <a:lumMod val="50000"/>
                    </a:srgbClr>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50" name="Straight Connector 249">
                  <a:extLst>
                    <a:ext uri="{FF2B5EF4-FFF2-40B4-BE49-F238E27FC236}">
                      <a16:creationId xmlns:a16="http://schemas.microsoft.com/office/drawing/2014/main" id="{919939D9-E2C8-BBCE-AD4A-E98085C61C08}"/>
                    </a:ext>
                  </a:extLst>
                </p:cNvPr>
                <p:cNvCxnSpPr/>
                <p:nvPr/>
              </p:nvCxnSpPr>
              <p:spPr>
                <a:xfrm>
                  <a:off x="6986268" y="2322836"/>
                  <a:ext cx="593156" cy="0"/>
                </a:xfrm>
                <a:prstGeom prst="line">
                  <a:avLst/>
                </a:prstGeom>
                <a:noFill/>
                <a:ln w="12700" cap="rnd" cmpd="sng" algn="ctr">
                  <a:solidFill>
                    <a:srgbClr val="FF0000"/>
                  </a:solidFill>
                  <a:prstDash val="solid"/>
                  <a:round/>
                </a:ln>
                <a:effectLst/>
              </p:spPr>
            </p:cxnSp>
            <p:sp>
              <p:nvSpPr>
                <p:cNvPr id="251" name="Isosceles Triangle 250">
                  <a:extLst>
                    <a:ext uri="{FF2B5EF4-FFF2-40B4-BE49-F238E27FC236}">
                      <a16:creationId xmlns:a16="http://schemas.microsoft.com/office/drawing/2014/main" id="{5A5E17A4-9F37-DED3-5223-3B696A27A59F}"/>
                    </a:ext>
                  </a:extLst>
                </p:cNvPr>
                <p:cNvSpPr/>
                <p:nvPr/>
              </p:nvSpPr>
              <p:spPr>
                <a:xfrm rot="5400000" flipV="1">
                  <a:off x="6588375" y="2616305"/>
                  <a:ext cx="139273" cy="98037"/>
                </a:xfrm>
                <a:prstGeom prst="triangl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52" name="Straight Connector 251">
                  <a:extLst>
                    <a:ext uri="{FF2B5EF4-FFF2-40B4-BE49-F238E27FC236}">
                      <a16:creationId xmlns:a16="http://schemas.microsoft.com/office/drawing/2014/main" id="{D1CCEA64-D8A7-7E1B-CDAC-D42CD66A470E}"/>
                    </a:ext>
                  </a:extLst>
                </p:cNvPr>
                <p:cNvCxnSpPr/>
                <p:nvPr/>
              </p:nvCxnSpPr>
              <p:spPr>
                <a:xfrm>
                  <a:off x="6543312" y="3227460"/>
                  <a:ext cx="171229" cy="2722"/>
                </a:xfrm>
                <a:prstGeom prst="line">
                  <a:avLst/>
                </a:prstGeom>
                <a:noFill/>
                <a:ln w="25400" cap="rnd" cmpd="sng" algn="ctr">
                  <a:solidFill>
                    <a:srgbClr val="00407A"/>
                  </a:solidFill>
                  <a:prstDash val="solid"/>
                </a:ln>
                <a:effectLst/>
              </p:spPr>
            </p:cxnSp>
            <p:sp>
              <p:nvSpPr>
                <p:cNvPr id="253" name="Freeform 253">
                  <a:extLst>
                    <a:ext uri="{FF2B5EF4-FFF2-40B4-BE49-F238E27FC236}">
                      <a16:creationId xmlns:a16="http://schemas.microsoft.com/office/drawing/2014/main" id="{9E7EF284-D6D2-956A-444E-1FBFA168BB13}"/>
                    </a:ext>
                  </a:extLst>
                </p:cNvPr>
                <p:cNvSpPr/>
                <p:nvPr/>
              </p:nvSpPr>
              <p:spPr>
                <a:xfrm>
                  <a:off x="6546658" y="3270658"/>
                  <a:ext cx="165970" cy="45719"/>
                </a:xfrm>
                <a:custGeom>
                  <a:avLst/>
                  <a:gdLst>
                    <a:gd name="connsiteX0" fmla="*/ 0 w 232228"/>
                    <a:gd name="connsiteY0" fmla="*/ 48451 h 62965"/>
                    <a:gd name="connsiteX1" fmla="*/ 87086 w 232228"/>
                    <a:gd name="connsiteY1" fmla="*/ 2489 h 62965"/>
                    <a:gd name="connsiteX2" fmla="*/ 169333 w 232228"/>
                    <a:gd name="connsiteY2" fmla="*/ 12165 h 62965"/>
                    <a:gd name="connsiteX3" fmla="*/ 232228 w 232228"/>
                    <a:gd name="connsiteY3" fmla="*/ 62965 h 62965"/>
                    <a:gd name="connsiteX4" fmla="*/ 232228 w 232228"/>
                    <a:gd name="connsiteY4" fmla="*/ 62965 h 62965"/>
                    <a:gd name="connsiteX0" fmla="*/ 0 w 232228"/>
                    <a:gd name="connsiteY0" fmla="*/ 48451 h 62965"/>
                    <a:gd name="connsiteX1" fmla="*/ 87086 w 232228"/>
                    <a:gd name="connsiteY1" fmla="*/ 2489 h 62965"/>
                    <a:gd name="connsiteX2" fmla="*/ 169334 w 232228"/>
                    <a:gd name="connsiteY2" fmla="*/ 12165 h 62965"/>
                    <a:gd name="connsiteX3" fmla="*/ 232228 w 232228"/>
                    <a:gd name="connsiteY3" fmla="*/ 62965 h 62965"/>
                    <a:gd name="connsiteX4" fmla="*/ 232228 w 232228"/>
                    <a:gd name="connsiteY4" fmla="*/ 62965 h 62965"/>
                    <a:gd name="connsiteX0" fmla="*/ 0 w 232228"/>
                    <a:gd name="connsiteY0" fmla="*/ 41608 h 56122"/>
                    <a:gd name="connsiteX1" fmla="*/ 87086 w 232228"/>
                    <a:gd name="connsiteY1" fmla="*/ 5640 h 56122"/>
                    <a:gd name="connsiteX2" fmla="*/ 169334 w 232228"/>
                    <a:gd name="connsiteY2" fmla="*/ 5322 h 56122"/>
                    <a:gd name="connsiteX3" fmla="*/ 232228 w 232228"/>
                    <a:gd name="connsiteY3" fmla="*/ 56122 h 56122"/>
                    <a:gd name="connsiteX4" fmla="*/ 232228 w 232228"/>
                    <a:gd name="connsiteY4" fmla="*/ 56122 h 56122"/>
                    <a:gd name="connsiteX0" fmla="*/ 0 w 232228"/>
                    <a:gd name="connsiteY0" fmla="*/ 37491 h 52005"/>
                    <a:gd name="connsiteX1" fmla="*/ 87086 w 232228"/>
                    <a:gd name="connsiteY1" fmla="*/ 1523 h 52005"/>
                    <a:gd name="connsiteX2" fmla="*/ 169334 w 232228"/>
                    <a:gd name="connsiteY2" fmla="*/ 11199 h 52005"/>
                    <a:gd name="connsiteX3" fmla="*/ 232228 w 232228"/>
                    <a:gd name="connsiteY3" fmla="*/ 52005 h 52005"/>
                    <a:gd name="connsiteX4" fmla="*/ 232228 w 232228"/>
                    <a:gd name="connsiteY4" fmla="*/ 52005 h 52005"/>
                    <a:gd name="connsiteX0" fmla="*/ 0 w 234524"/>
                    <a:gd name="connsiteY0" fmla="*/ 37491 h 54282"/>
                    <a:gd name="connsiteX1" fmla="*/ 87086 w 234524"/>
                    <a:gd name="connsiteY1" fmla="*/ 1523 h 54282"/>
                    <a:gd name="connsiteX2" fmla="*/ 169334 w 234524"/>
                    <a:gd name="connsiteY2" fmla="*/ 11199 h 54282"/>
                    <a:gd name="connsiteX3" fmla="*/ 232228 w 234524"/>
                    <a:gd name="connsiteY3" fmla="*/ 52005 h 54282"/>
                    <a:gd name="connsiteX4" fmla="*/ 219502 w 234524"/>
                    <a:gd name="connsiteY4" fmla="*/ 48674 h 54282"/>
                    <a:gd name="connsiteX0" fmla="*/ 0 w 233146"/>
                    <a:gd name="connsiteY0" fmla="*/ 37491 h 53603"/>
                    <a:gd name="connsiteX1" fmla="*/ 87086 w 233146"/>
                    <a:gd name="connsiteY1" fmla="*/ 1523 h 53603"/>
                    <a:gd name="connsiteX2" fmla="*/ 169334 w 233146"/>
                    <a:gd name="connsiteY2" fmla="*/ 11199 h 53603"/>
                    <a:gd name="connsiteX3" fmla="*/ 232228 w 233146"/>
                    <a:gd name="connsiteY3" fmla="*/ 52005 h 53603"/>
                    <a:gd name="connsiteX4" fmla="*/ 206777 w 233146"/>
                    <a:gd name="connsiteY4" fmla="*/ 45342 h 53603"/>
                    <a:gd name="connsiteX0" fmla="*/ 0 w 232228"/>
                    <a:gd name="connsiteY0" fmla="*/ 37491 h 52005"/>
                    <a:gd name="connsiteX1" fmla="*/ 87086 w 232228"/>
                    <a:gd name="connsiteY1" fmla="*/ 1523 h 52005"/>
                    <a:gd name="connsiteX2" fmla="*/ 169334 w 232228"/>
                    <a:gd name="connsiteY2" fmla="*/ 11199 h 52005"/>
                    <a:gd name="connsiteX3" fmla="*/ 232228 w 232228"/>
                    <a:gd name="connsiteY3" fmla="*/ 52005 h 52005"/>
                  </a:gdLst>
                  <a:ahLst/>
                  <a:cxnLst>
                    <a:cxn ang="0">
                      <a:pos x="connsiteX0" y="connsiteY0"/>
                    </a:cxn>
                    <a:cxn ang="0">
                      <a:pos x="connsiteX1" y="connsiteY1"/>
                    </a:cxn>
                    <a:cxn ang="0">
                      <a:pos x="connsiteX2" y="connsiteY2"/>
                    </a:cxn>
                    <a:cxn ang="0">
                      <a:pos x="connsiteX3" y="connsiteY3"/>
                    </a:cxn>
                  </a:cxnLst>
                  <a:rect l="l" t="t" r="r" b="b"/>
                  <a:pathLst>
                    <a:path w="232228" h="52005">
                      <a:moveTo>
                        <a:pt x="0" y="37491"/>
                      </a:moveTo>
                      <a:cubicBezTo>
                        <a:pt x="29432" y="17534"/>
                        <a:pt x="58864" y="5905"/>
                        <a:pt x="87086" y="1523"/>
                      </a:cubicBezTo>
                      <a:cubicBezTo>
                        <a:pt x="115308" y="-2859"/>
                        <a:pt x="145144" y="2785"/>
                        <a:pt x="169334" y="11199"/>
                      </a:cubicBezTo>
                      <a:cubicBezTo>
                        <a:pt x="193524" y="19613"/>
                        <a:pt x="225988" y="46315"/>
                        <a:pt x="232228" y="52005"/>
                      </a:cubicBezTo>
                    </a:path>
                  </a:pathLst>
                </a:custGeom>
                <a:noFill/>
                <a:ln w="22225"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54" name="Straight Connector 253">
                  <a:extLst>
                    <a:ext uri="{FF2B5EF4-FFF2-40B4-BE49-F238E27FC236}">
                      <a16:creationId xmlns:a16="http://schemas.microsoft.com/office/drawing/2014/main" id="{5DBADAFC-1BE8-BE93-C207-10D39ABAB159}"/>
                    </a:ext>
                  </a:extLst>
                </p:cNvPr>
                <p:cNvCxnSpPr/>
                <p:nvPr/>
              </p:nvCxnSpPr>
              <p:spPr>
                <a:xfrm flipH="1" flipV="1">
                  <a:off x="6632962" y="3281276"/>
                  <a:ext cx="3560" cy="404343"/>
                </a:xfrm>
                <a:prstGeom prst="line">
                  <a:avLst/>
                </a:prstGeom>
                <a:noFill/>
                <a:ln w="25400" cap="rnd" cmpd="sng" algn="ctr">
                  <a:solidFill>
                    <a:srgbClr val="00407A"/>
                  </a:solidFill>
                  <a:prstDash val="solid"/>
                </a:ln>
                <a:effectLst/>
              </p:spPr>
            </p:cxnSp>
            <p:cxnSp>
              <p:nvCxnSpPr>
                <p:cNvPr id="255" name="Straight Arrow Connector 254">
                  <a:extLst>
                    <a:ext uri="{FF2B5EF4-FFF2-40B4-BE49-F238E27FC236}">
                      <a16:creationId xmlns:a16="http://schemas.microsoft.com/office/drawing/2014/main" id="{6FDD0932-DBA8-CE25-1F03-18ADF20002E2}"/>
                    </a:ext>
                  </a:extLst>
                </p:cNvPr>
                <p:cNvCxnSpPr/>
                <p:nvPr/>
              </p:nvCxnSpPr>
              <p:spPr>
                <a:xfrm>
                  <a:off x="5981563" y="3684766"/>
                  <a:ext cx="640080" cy="0"/>
                </a:xfrm>
                <a:prstGeom prst="straightConnector1">
                  <a:avLst/>
                </a:prstGeom>
                <a:noFill/>
                <a:ln w="25400" cap="rnd" cmpd="sng" algn="ctr">
                  <a:solidFill>
                    <a:srgbClr val="00407A"/>
                  </a:solidFill>
                  <a:prstDash val="solid"/>
                  <a:headEnd type="none"/>
                  <a:tailEnd type="none"/>
                </a:ln>
                <a:effectLst/>
              </p:spPr>
            </p:cxnSp>
            <p:cxnSp>
              <p:nvCxnSpPr>
                <p:cNvPr id="256" name="Straight Connector 255">
                  <a:extLst>
                    <a:ext uri="{FF2B5EF4-FFF2-40B4-BE49-F238E27FC236}">
                      <a16:creationId xmlns:a16="http://schemas.microsoft.com/office/drawing/2014/main" id="{544C1A08-2DE7-1642-84A9-2F4FD3AC7C64}"/>
                    </a:ext>
                  </a:extLst>
                </p:cNvPr>
                <p:cNvCxnSpPr/>
                <p:nvPr/>
              </p:nvCxnSpPr>
              <p:spPr>
                <a:xfrm flipV="1">
                  <a:off x="5942569" y="3900736"/>
                  <a:ext cx="45720" cy="1"/>
                </a:xfrm>
                <a:prstGeom prst="line">
                  <a:avLst/>
                </a:prstGeom>
                <a:noFill/>
                <a:ln w="25400" cap="rnd" cmpd="sng" algn="ctr">
                  <a:solidFill>
                    <a:srgbClr val="00407A"/>
                  </a:solidFill>
                  <a:prstDash val="solid"/>
                  <a:round/>
                </a:ln>
                <a:effectLst/>
              </p:spPr>
            </p:cxnSp>
            <p:sp>
              <p:nvSpPr>
                <p:cNvPr id="257" name="TextBox 256">
                  <a:extLst>
                    <a:ext uri="{FF2B5EF4-FFF2-40B4-BE49-F238E27FC236}">
                      <a16:creationId xmlns:a16="http://schemas.microsoft.com/office/drawing/2014/main" id="{82F40407-D481-7D97-E628-9780867B645D}"/>
                    </a:ext>
                  </a:extLst>
                </p:cNvPr>
                <p:cNvSpPr txBox="1"/>
                <p:nvPr/>
              </p:nvSpPr>
              <p:spPr>
                <a:xfrm rot="5400000">
                  <a:off x="6086715" y="3118049"/>
                  <a:ext cx="63909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err="1" smtClean="0">
                      <a:ln>
                        <a:noFill/>
                      </a:ln>
                      <a:solidFill>
                        <a:srgbClr val="00407A"/>
                      </a:solidFill>
                      <a:effectLst/>
                      <a:uLnTx/>
                      <a:uFillTx/>
                      <a:latin typeface="Times New Roman" panose="02020603050405020304" pitchFamily="18" charset="0"/>
                      <a:cs typeface="Times New Roman" panose="02020603050405020304" pitchFamily="18" charset="0"/>
                    </a:rPr>
                    <a:t>C</a:t>
                  </a:r>
                  <a:r>
                    <a:rPr kumimoji="0" lang="en-US" sz="1000" b="1" i="0" u="none" strike="noStrike" kern="0" cap="none" spc="0" normalizeH="0" baseline="-25000" noProof="0" err="1" smtClean="0">
                      <a:ln>
                        <a:noFill/>
                      </a:ln>
                      <a:solidFill>
                        <a:srgbClr val="00407A"/>
                      </a:solidFill>
                      <a:effectLst/>
                      <a:uLnTx/>
                      <a:uFillTx/>
                      <a:latin typeface="Times New Roman" panose="02020603050405020304" pitchFamily="18" charset="0"/>
                      <a:cs typeface="Times New Roman" panose="02020603050405020304" pitchFamily="18" charset="0"/>
                    </a:rPr>
                    <a:t>L</a:t>
                  </a:r>
                  <a:r>
                    <a:rPr kumimoji="0" lang="en-US" sz="1000" b="1" i="0" u="none" strike="noStrike" kern="0" cap="none" spc="0" normalizeH="0" baseline="0" noProof="0" err="1" smtClean="0">
                      <a:ln>
                        <a:noFill/>
                      </a:ln>
                      <a:solidFill>
                        <a:srgbClr val="00407A"/>
                      </a:solidFill>
                      <a:effectLst/>
                      <a:uLnTx/>
                      <a:uFillTx/>
                      <a:latin typeface="Times New Roman" panose="02020603050405020304" pitchFamily="18" charset="0"/>
                      <a:cs typeface="Times New Roman" panose="02020603050405020304" pitchFamily="18" charset="0"/>
                    </a:rPr>
                    <a:t>+C</a:t>
                  </a:r>
                  <a:r>
                    <a:rPr kumimoji="0" lang="en-US" sz="1000" b="1" i="0" u="none" strike="noStrike" kern="0" cap="none" spc="0" normalizeH="0" baseline="-25000" noProof="0" err="1" smtClean="0">
                      <a:ln>
                        <a:noFill/>
                      </a:ln>
                      <a:solidFill>
                        <a:srgbClr val="00407A"/>
                      </a:solidFill>
                      <a:effectLst/>
                      <a:uLnTx/>
                      <a:uFillTx/>
                      <a:latin typeface="Times New Roman" panose="02020603050405020304" pitchFamily="18" charset="0"/>
                      <a:cs typeface="Times New Roman" panose="02020603050405020304" pitchFamily="18" charset="0"/>
                    </a:rPr>
                    <a:t>Par</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58" name="Freeform 258">
                  <a:extLst>
                    <a:ext uri="{FF2B5EF4-FFF2-40B4-BE49-F238E27FC236}">
                      <a16:creationId xmlns:a16="http://schemas.microsoft.com/office/drawing/2014/main" id="{32A31E64-3411-D0AD-5C23-55CB0E84AB8D}"/>
                    </a:ext>
                  </a:extLst>
                </p:cNvPr>
                <p:cNvSpPr/>
                <p:nvPr/>
              </p:nvSpPr>
              <p:spPr>
                <a:xfrm rot="10800000">
                  <a:off x="4430445" y="1841723"/>
                  <a:ext cx="881583" cy="450122"/>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56857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49714 w 1047232"/>
                    <a:gd name="connsiteY7" fmla="*/ 941210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35426 w 1047232"/>
                    <a:gd name="connsiteY7" fmla="*/ 94879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2212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6850 w 1047232"/>
                    <a:gd name="connsiteY7" fmla="*/ 98292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590181 w 1047232"/>
                    <a:gd name="connsiteY7" fmla="*/ 990513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4468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816284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81269"/>
                    <a:gd name="connsiteX1" fmla="*/ 144493 w 1047232"/>
                    <a:gd name="connsiteY1" fmla="*/ 417980 h 1081269"/>
                    <a:gd name="connsiteX2" fmla="*/ 247569 w 1047232"/>
                    <a:gd name="connsiteY2" fmla="*/ 84154 h 1081269"/>
                    <a:gd name="connsiteX3" fmla="*/ 347582 w 1047232"/>
                    <a:gd name="connsiteY3" fmla="*/ 10109 h 1081269"/>
                    <a:gd name="connsiteX4" fmla="*/ 434202 w 1047232"/>
                    <a:gd name="connsiteY4" fmla="*/ 33863 h 1081269"/>
                    <a:gd name="connsiteX5" fmla="*/ 485652 w 1047232"/>
                    <a:gd name="connsiteY5" fmla="*/ 111888 h 1081269"/>
                    <a:gd name="connsiteX6" fmla="*/ 526974 w 1047232"/>
                    <a:gd name="connsiteY6" fmla="*/ 298770 h 1081269"/>
                    <a:gd name="connsiteX7" fmla="*/ 597324 w 1047232"/>
                    <a:gd name="connsiteY7" fmla="*/ 1009475 h 1081269"/>
                    <a:gd name="connsiteX8" fmla="*/ 816284 w 1047232"/>
                    <a:gd name="connsiteY8" fmla="*/ 1057723 h 1081269"/>
                    <a:gd name="connsiteX9" fmla="*/ 879717 w 1047232"/>
                    <a:gd name="connsiteY9" fmla="*/ 892654 h 1081269"/>
                    <a:gd name="connsiteX10" fmla="*/ 1047232 w 1047232"/>
                    <a:gd name="connsiteY10" fmla="*/ 0 h 1081269"/>
                    <a:gd name="connsiteX0" fmla="*/ 0 w 1047232"/>
                    <a:gd name="connsiteY0" fmla="*/ 1078033 h 1090524"/>
                    <a:gd name="connsiteX1" fmla="*/ 144493 w 1047232"/>
                    <a:gd name="connsiteY1" fmla="*/ 417980 h 1090524"/>
                    <a:gd name="connsiteX2" fmla="*/ 247569 w 1047232"/>
                    <a:gd name="connsiteY2" fmla="*/ 84154 h 1090524"/>
                    <a:gd name="connsiteX3" fmla="*/ 347582 w 1047232"/>
                    <a:gd name="connsiteY3" fmla="*/ 10109 h 1090524"/>
                    <a:gd name="connsiteX4" fmla="*/ 434202 w 1047232"/>
                    <a:gd name="connsiteY4" fmla="*/ 33863 h 1090524"/>
                    <a:gd name="connsiteX5" fmla="*/ 485652 w 1047232"/>
                    <a:gd name="connsiteY5" fmla="*/ 111888 h 1090524"/>
                    <a:gd name="connsiteX6" fmla="*/ 526974 w 1047232"/>
                    <a:gd name="connsiteY6" fmla="*/ 298770 h 1090524"/>
                    <a:gd name="connsiteX7" fmla="*/ 597324 w 1047232"/>
                    <a:gd name="connsiteY7" fmla="*/ 1009475 h 1090524"/>
                    <a:gd name="connsiteX8" fmla="*/ 821046 w 1047232"/>
                    <a:gd name="connsiteY8" fmla="*/ 1076687 h 1090524"/>
                    <a:gd name="connsiteX9" fmla="*/ 879717 w 1047232"/>
                    <a:gd name="connsiteY9" fmla="*/ 892654 h 1090524"/>
                    <a:gd name="connsiteX10" fmla="*/ 1047232 w 1047232"/>
                    <a:gd name="connsiteY10" fmla="*/ 0 h 1090524"/>
                    <a:gd name="connsiteX0" fmla="*/ 0 w 1047232"/>
                    <a:gd name="connsiteY0" fmla="*/ 1078033 h 1098229"/>
                    <a:gd name="connsiteX1" fmla="*/ 144493 w 1047232"/>
                    <a:gd name="connsiteY1" fmla="*/ 417980 h 1098229"/>
                    <a:gd name="connsiteX2" fmla="*/ 247569 w 1047232"/>
                    <a:gd name="connsiteY2" fmla="*/ 84154 h 1098229"/>
                    <a:gd name="connsiteX3" fmla="*/ 347582 w 1047232"/>
                    <a:gd name="connsiteY3" fmla="*/ 10109 h 1098229"/>
                    <a:gd name="connsiteX4" fmla="*/ 434202 w 1047232"/>
                    <a:gd name="connsiteY4" fmla="*/ 33863 h 1098229"/>
                    <a:gd name="connsiteX5" fmla="*/ 485652 w 1047232"/>
                    <a:gd name="connsiteY5" fmla="*/ 111888 h 1098229"/>
                    <a:gd name="connsiteX6" fmla="*/ 526974 w 1047232"/>
                    <a:gd name="connsiteY6" fmla="*/ 298770 h 1098229"/>
                    <a:gd name="connsiteX7" fmla="*/ 597324 w 1047232"/>
                    <a:gd name="connsiteY7" fmla="*/ 1009475 h 1098229"/>
                    <a:gd name="connsiteX8" fmla="*/ 821046 w 1047232"/>
                    <a:gd name="connsiteY8" fmla="*/ 1076687 h 1098229"/>
                    <a:gd name="connsiteX9" fmla="*/ 879717 w 1047232"/>
                    <a:gd name="connsiteY9" fmla="*/ 892654 h 1098229"/>
                    <a:gd name="connsiteX10" fmla="*/ 1047232 w 1047232"/>
                    <a:gd name="connsiteY10" fmla="*/ 0 h 1098229"/>
                    <a:gd name="connsiteX0" fmla="*/ 0 w 1047232"/>
                    <a:gd name="connsiteY0" fmla="*/ 1078033 h 1102894"/>
                    <a:gd name="connsiteX1" fmla="*/ 144493 w 1047232"/>
                    <a:gd name="connsiteY1" fmla="*/ 417980 h 1102894"/>
                    <a:gd name="connsiteX2" fmla="*/ 247569 w 1047232"/>
                    <a:gd name="connsiteY2" fmla="*/ 84154 h 1102894"/>
                    <a:gd name="connsiteX3" fmla="*/ 347582 w 1047232"/>
                    <a:gd name="connsiteY3" fmla="*/ 10109 h 1102894"/>
                    <a:gd name="connsiteX4" fmla="*/ 434202 w 1047232"/>
                    <a:gd name="connsiteY4" fmla="*/ 33863 h 1102894"/>
                    <a:gd name="connsiteX5" fmla="*/ 485652 w 1047232"/>
                    <a:gd name="connsiteY5" fmla="*/ 111888 h 1102894"/>
                    <a:gd name="connsiteX6" fmla="*/ 526974 w 1047232"/>
                    <a:gd name="connsiteY6" fmla="*/ 298770 h 1102894"/>
                    <a:gd name="connsiteX7" fmla="*/ 597324 w 1047232"/>
                    <a:gd name="connsiteY7" fmla="*/ 1009475 h 1102894"/>
                    <a:gd name="connsiteX8" fmla="*/ 825809 w 1047232"/>
                    <a:gd name="connsiteY8" fmla="*/ 1084272 h 1102894"/>
                    <a:gd name="connsiteX9" fmla="*/ 879717 w 1047232"/>
                    <a:gd name="connsiteY9" fmla="*/ 892654 h 1102894"/>
                    <a:gd name="connsiteX10" fmla="*/ 1047232 w 1047232"/>
                    <a:gd name="connsiteY10" fmla="*/ 0 h 1102894"/>
                    <a:gd name="connsiteX0" fmla="*/ 0 w 1047232"/>
                    <a:gd name="connsiteY0" fmla="*/ 1078033 h 1118575"/>
                    <a:gd name="connsiteX1" fmla="*/ 144493 w 1047232"/>
                    <a:gd name="connsiteY1" fmla="*/ 417980 h 1118575"/>
                    <a:gd name="connsiteX2" fmla="*/ 247569 w 1047232"/>
                    <a:gd name="connsiteY2" fmla="*/ 84154 h 1118575"/>
                    <a:gd name="connsiteX3" fmla="*/ 347582 w 1047232"/>
                    <a:gd name="connsiteY3" fmla="*/ 10109 h 1118575"/>
                    <a:gd name="connsiteX4" fmla="*/ 434202 w 1047232"/>
                    <a:gd name="connsiteY4" fmla="*/ 33863 h 1118575"/>
                    <a:gd name="connsiteX5" fmla="*/ 485652 w 1047232"/>
                    <a:gd name="connsiteY5" fmla="*/ 111888 h 1118575"/>
                    <a:gd name="connsiteX6" fmla="*/ 526974 w 1047232"/>
                    <a:gd name="connsiteY6" fmla="*/ 298770 h 1118575"/>
                    <a:gd name="connsiteX7" fmla="*/ 587799 w 1047232"/>
                    <a:gd name="connsiteY7" fmla="*/ 1043607 h 1118575"/>
                    <a:gd name="connsiteX8" fmla="*/ 825809 w 1047232"/>
                    <a:gd name="connsiteY8" fmla="*/ 1084272 h 1118575"/>
                    <a:gd name="connsiteX9" fmla="*/ 879717 w 1047232"/>
                    <a:gd name="connsiteY9" fmla="*/ 892654 h 1118575"/>
                    <a:gd name="connsiteX10" fmla="*/ 1047232 w 1047232"/>
                    <a:gd name="connsiteY10" fmla="*/ 0 h 1118575"/>
                    <a:gd name="connsiteX0" fmla="*/ 0 w 1047232"/>
                    <a:gd name="connsiteY0" fmla="*/ 1078033 h 1115281"/>
                    <a:gd name="connsiteX1" fmla="*/ 144493 w 1047232"/>
                    <a:gd name="connsiteY1" fmla="*/ 417980 h 1115281"/>
                    <a:gd name="connsiteX2" fmla="*/ 247569 w 1047232"/>
                    <a:gd name="connsiteY2" fmla="*/ 84154 h 1115281"/>
                    <a:gd name="connsiteX3" fmla="*/ 347582 w 1047232"/>
                    <a:gd name="connsiteY3" fmla="*/ 10109 h 1115281"/>
                    <a:gd name="connsiteX4" fmla="*/ 434202 w 1047232"/>
                    <a:gd name="connsiteY4" fmla="*/ 33863 h 1115281"/>
                    <a:gd name="connsiteX5" fmla="*/ 485652 w 1047232"/>
                    <a:gd name="connsiteY5" fmla="*/ 111888 h 1115281"/>
                    <a:gd name="connsiteX6" fmla="*/ 526974 w 1047232"/>
                    <a:gd name="connsiteY6" fmla="*/ 298770 h 1115281"/>
                    <a:gd name="connsiteX7" fmla="*/ 587799 w 1047232"/>
                    <a:gd name="connsiteY7" fmla="*/ 1043607 h 1115281"/>
                    <a:gd name="connsiteX8" fmla="*/ 818666 w 1047232"/>
                    <a:gd name="connsiteY8" fmla="*/ 1076686 h 1115281"/>
                    <a:gd name="connsiteX9" fmla="*/ 879717 w 1047232"/>
                    <a:gd name="connsiteY9" fmla="*/ 892654 h 1115281"/>
                    <a:gd name="connsiteX10" fmla="*/ 1047232 w 1047232"/>
                    <a:gd name="connsiteY10" fmla="*/ 0 h 1115281"/>
                    <a:gd name="connsiteX0" fmla="*/ 0 w 1047232"/>
                    <a:gd name="connsiteY0" fmla="*/ 1078033 h 1103237"/>
                    <a:gd name="connsiteX1" fmla="*/ 144493 w 1047232"/>
                    <a:gd name="connsiteY1" fmla="*/ 417980 h 1103237"/>
                    <a:gd name="connsiteX2" fmla="*/ 247569 w 1047232"/>
                    <a:gd name="connsiteY2" fmla="*/ 84154 h 1103237"/>
                    <a:gd name="connsiteX3" fmla="*/ 347582 w 1047232"/>
                    <a:gd name="connsiteY3" fmla="*/ 10109 h 1103237"/>
                    <a:gd name="connsiteX4" fmla="*/ 434202 w 1047232"/>
                    <a:gd name="connsiteY4" fmla="*/ 33863 h 1103237"/>
                    <a:gd name="connsiteX5" fmla="*/ 485652 w 1047232"/>
                    <a:gd name="connsiteY5" fmla="*/ 111888 h 1103237"/>
                    <a:gd name="connsiteX6" fmla="*/ 526974 w 1047232"/>
                    <a:gd name="connsiteY6" fmla="*/ 298770 h 1103237"/>
                    <a:gd name="connsiteX7" fmla="*/ 597324 w 1047232"/>
                    <a:gd name="connsiteY7" fmla="*/ 1020852 h 1103237"/>
                    <a:gd name="connsiteX8" fmla="*/ 818666 w 1047232"/>
                    <a:gd name="connsiteY8" fmla="*/ 1076686 h 1103237"/>
                    <a:gd name="connsiteX9" fmla="*/ 879717 w 1047232"/>
                    <a:gd name="connsiteY9" fmla="*/ 892654 h 1103237"/>
                    <a:gd name="connsiteX10" fmla="*/ 1047232 w 1047232"/>
                    <a:gd name="connsiteY10" fmla="*/ 0 h 1103237"/>
                    <a:gd name="connsiteX0" fmla="*/ 0 w 1047232"/>
                    <a:gd name="connsiteY0" fmla="*/ 1078033 h 1099818"/>
                    <a:gd name="connsiteX1" fmla="*/ 144493 w 1047232"/>
                    <a:gd name="connsiteY1" fmla="*/ 417980 h 1099818"/>
                    <a:gd name="connsiteX2" fmla="*/ 247569 w 1047232"/>
                    <a:gd name="connsiteY2" fmla="*/ 84154 h 1099818"/>
                    <a:gd name="connsiteX3" fmla="*/ 347582 w 1047232"/>
                    <a:gd name="connsiteY3" fmla="*/ 10109 h 1099818"/>
                    <a:gd name="connsiteX4" fmla="*/ 434202 w 1047232"/>
                    <a:gd name="connsiteY4" fmla="*/ 33863 h 1099818"/>
                    <a:gd name="connsiteX5" fmla="*/ 485652 w 1047232"/>
                    <a:gd name="connsiteY5" fmla="*/ 111888 h 1099818"/>
                    <a:gd name="connsiteX6" fmla="*/ 526974 w 1047232"/>
                    <a:gd name="connsiteY6" fmla="*/ 298770 h 1099818"/>
                    <a:gd name="connsiteX7" fmla="*/ 606849 w 1047232"/>
                    <a:gd name="connsiteY7" fmla="*/ 1013267 h 1099818"/>
                    <a:gd name="connsiteX8" fmla="*/ 818666 w 1047232"/>
                    <a:gd name="connsiteY8" fmla="*/ 1076686 h 1099818"/>
                    <a:gd name="connsiteX9" fmla="*/ 879717 w 1047232"/>
                    <a:gd name="connsiteY9" fmla="*/ 892654 h 1099818"/>
                    <a:gd name="connsiteX10" fmla="*/ 1047232 w 1047232"/>
                    <a:gd name="connsiteY10" fmla="*/ 0 h 1099818"/>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26974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19830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1365 w 1047232"/>
                    <a:gd name="connsiteY5" fmla="*/ 111888 h 1090645"/>
                    <a:gd name="connsiteX6" fmla="*/ 519830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71365 w 1047232"/>
                    <a:gd name="connsiteY5" fmla="*/ 111888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75449 w 1047232"/>
                    <a:gd name="connsiteY1" fmla="*/ 436942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75449 w 1047232"/>
                    <a:gd name="connsiteY1" fmla="*/ 436942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18657"/>
                    <a:gd name="connsiteY0" fmla="*/ 1100787 h 1100787"/>
                    <a:gd name="connsiteX1" fmla="*/ 146874 w 1018657"/>
                    <a:gd name="connsiteY1" fmla="*/ 436942 h 1100787"/>
                    <a:gd name="connsiteX2" fmla="*/ 228519 w 1018657"/>
                    <a:gd name="connsiteY2" fmla="*/ 118286 h 1100787"/>
                    <a:gd name="connsiteX3" fmla="*/ 319007 w 1018657"/>
                    <a:gd name="connsiteY3" fmla="*/ 17695 h 1100787"/>
                    <a:gd name="connsiteX4" fmla="*/ 405627 w 1018657"/>
                    <a:gd name="connsiteY4" fmla="*/ 33863 h 1100787"/>
                    <a:gd name="connsiteX5" fmla="*/ 447553 w 1018657"/>
                    <a:gd name="connsiteY5" fmla="*/ 104304 h 1100787"/>
                    <a:gd name="connsiteX6" fmla="*/ 486492 w 1018657"/>
                    <a:gd name="connsiteY6" fmla="*/ 298770 h 1100787"/>
                    <a:gd name="connsiteX7" fmla="*/ 585418 w 1018657"/>
                    <a:gd name="connsiteY7" fmla="*/ 1001888 h 1100787"/>
                    <a:gd name="connsiteX8" fmla="*/ 787710 w 1018657"/>
                    <a:gd name="connsiteY8" fmla="*/ 1069102 h 1100787"/>
                    <a:gd name="connsiteX9" fmla="*/ 851142 w 1018657"/>
                    <a:gd name="connsiteY9" fmla="*/ 892654 h 1100787"/>
                    <a:gd name="connsiteX10" fmla="*/ 1018657 w 1018657"/>
                    <a:gd name="connsiteY10" fmla="*/ 0 h 1100787"/>
                    <a:gd name="connsiteX0" fmla="*/ 0 w 987701"/>
                    <a:gd name="connsiteY0" fmla="*/ 1108371 h 1108371"/>
                    <a:gd name="connsiteX1" fmla="*/ 115918 w 987701"/>
                    <a:gd name="connsiteY1" fmla="*/ 436942 h 1108371"/>
                    <a:gd name="connsiteX2" fmla="*/ 197563 w 987701"/>
                    <a:gd name="connsiteY2" fmla="*/ 118286 h 1108371"/>
                    <a:gd name="connsiteX3" fmla="*/ 288051 w 987701"/>
                    <a:gd name="connsiteY3" fmla="*/ 17695 h 1108371"/>
                    <a:gd name="connsiteX4" fmla="*/ 374671 w 987701"/>
                    <a:gd name="connsiteY4" fmla="*/ 33863 h 1108371"/>
                    <a:gd name="connsiteX5" fmla="*/ 416597 w 987701"/>
                    <a:gd name="connsiteY5" fmla="*/ 104304 h 1108371"/>
                    <a:gd name="connsiteX6" fmla="*/ 455536 w 987701"/>
                    <a:gd name="connsiteY6" fmla="*/ 298770 h 1108371"/>
                    <a:gd name="connsiteX7" fmla="*/ 554462 w 987701"/>
                    <a:gd name="connsiteY7" fmla="*/ 1001888 h 1108371"/>
                    <a:gd name="connsiteX8" fmla="*/ 756754 w 987701"/>
                    <a:gd name="connsiteY8" fmla="*/ 1069102 h 1108371"/>
                    <a:gd name="connsiteX9" fmla="*/ 820186 w 987701"/>
                    <a:gd name="connsiteY9" fmla="*/ 892654 h 1108371"/>
                    <a:gd name="connsiteX10" fmla="*/ 987701 w 987701"/>
                    <a:gd name="connsiteY10" fmla="*/ 0 h 1108371"/>
                    <a:gd name="connsiteX0" fmla="*/ 0 w 973414"/>
                    <a:gd name="connsiteY0" fmla="*/ 1108371 h 1108371"/>
                    <a:gd name="connsiteX1" fmla="*/ 101631 w 973414"/>
                    <a:gd name="connsiteY1" fmla="*/ 436942 h 1108371"/>
                    <a:gd name="connsiteX2" fmla="*/ 183276 w 973414"/>
                    <a:gd name="connsiteY2" fmla="*/ 118286 h 1108371"/>
                    <a:gd name="connsiteX3" fmla="*/ 273764 w 973414"/>
                    <a:gd name="connsiteY3" fmla="*/ 17695 h 1108371"/>
                    <a:gd name="connsiteX4" fmla="*/ 360384 w 973414"/>
                    <a:gd name="connsiteY4" fmla="*/ 33863 h 1108371"/>
                    <a:gd name="connsiteX5" fmla="*/ 402310 w 973414"/>
                    <a:gd name="connsiteY5" fmla="*/ 104304 h 1108371"/>
                    <a:gd name="connsiteX6" fmla="*/ 441249 w 973414"/>
                    <a:gd name="connsiteY6" fmla="*/ 298770 h 1108371"/>
                    <a:gd name="connsiteX7" fmla="*/ 540175 w 973414"/>
                    <a:gd name="connsiteY7" fmla="*/ 1001888 h 1108371"/>
                    <a:gd name="connsiteX8" fmla="*/ 742467 w 973414"/>
                    <a:gd name="connsiteY8" fmla="*/ 1069102 h 1108371"/>
                    <a:gd name="connsiteX9" fmla="*/ 805899 w 973414"/>
                    <a:gd name="connsiteY9" fmla="*/ 892654 h 1108371"/>
                    <a:gd name="connsiteX10" fmla="*/ 973414 w 973414"/>
                    <a:gd name="connsiteY10" fmla="*/ 0 h 1108371"/>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94844"/>
                    <a:gd name="connsiteY0" fmla="*/ 1142503 h 1142503"/>
                    <a:gd name="connsiteX1" fmla="*/ 123061 w 994844"/>
                    <a:gd name="connsiteY1" fmla="*/ 436942 h 1142503"/>
                    <a:gd name="connsiteX2" fmla="*/ 204706 w 994844"/>
                    <a:gd name="connsiteY2" fmla="*/ 118286 h 1142503"/>
                    <a:gd name="connsiteX3" fmla="*/ 295194 w 994844"/>
                    <a:gd name="connsiteY3" fmla="*/ 17695 h 1142503"/>
                    <a:gd name="connsiteX4" fmla="*/ 381814 w 994844"/>
                    <a:gd name="connsiteY4" fmla="*/ 33863 h 1142503"/>
                    <a:gd name="connsiteX5" fmla="*/ 423740 w 994844"/>
                    <a:gd name="connsiteY5" fmla="*/ 104304 h 1142503"/>
                    <a:gd name="connsiteX6" fmla="*/ 462679 w 994844"/>
                    <a:gd name="connsiteY6" fmla="*/ 298770 h 1142503"/>
                    <a:gd name="connsiteX7" fmla="*/ 561605 w 994844"/>
                    <a:gd name="connsiteY7" fmla="*/ 1001888 h 1142503"/>
                    <a:gd name="connsiteX8" fmla="*/ 763897 w 994844"/>
                    <a:gd name="connsiteY8" fmla="*/ 1069102 h 1142503"/>
                    <a:gd name="connsiteX9" fmla="*/ 827329 w 994844"/>
                    <a:gd name="connsiteY9" fmla="*/ 892654 h 1142503"/>
                    <a:gd name="connsiteX10" fmla="*/ 994844 w 994844"/>
                    <a:gd name="connsiteY10" fmla="*/ 0 h 1142503"/>
                    <a:gd name="connsiteX0" fmla="*/ 0 w 1006751"/>
                    <a:gd name="connsiteY0" fmla="*/ 1142503 h 1142503"/>
                    <a:gd name="connsiteX1" fmla="*/ 134968 w 1006751"/>
                    <a:gd name="connsiteY1" fmla="*/ 436942 h 1142503"/>
                    <a:gd name="connsiteX2" fmla="*/ 216613 w 1006751"/>
                    <a:gd name="connsiteY2" fmla="*/ 118286 h 1142503"/>
                    <a:gd name="connsiteX3" fmla="*/ 307101 w 1006751"/>
                    <a:gd name="connsiteY3" fmla="*/ 17695 h 1142503"/>
                    <a:gd name="connsiteX4" fmla="*/ 393721 w 1006751"/>
                    <a:gd name="connsiteY4" fmla="*/ 33863 h 1142503"/>
                    <a:gd name="connsiteX5" fmla="*/ 435647 w 1006751"/>
                    <a:gd name="connsiteY5" fmla="*/ 104304 h 1142503"/>
                    <a:gd name="connsiteX6" fmla="*/ 474586 w 1006751"/>
                    <a:gd name="connsiteY6" fmla="*/ 298770 h 1142503"/>
                    <a:gd name="connsiteX7" fmla="*/ 573512 w 1006751"/>
                    <a:gd name="connsiteY7" fmla="*/ 1001888 h 1142503"/>
                    <a:gd name="connsiteX8" fmla="*/ 775804 w 1006751"/>
                    <a:gd name="connsiteY8" fmla="*/ 1069102 h 1142503"/>
                    <a:gd name="connsiteX9" fmla="*/ 839236 w 1006751"/>
                    <a:gd name="connsiteY9" fmla="*/ 892654 h 1142503"/>
                    <a:gd name="connsiteX10" fmla="*/ 1006751 w 1006751"/>
                    <a:gd name="connsiteY10" fmla="*/ 0 h 1142503"/>
                    <a:gd name="connsiteX0" fmla="*/ 0 w 1016276"/>
                    <a:gd name="connsiteY0" fmla="*/ 1153881 h 1153881"/>
                    <a:gd name="connsiteX1" fmla="*/ 144493 w 1016276"/>
                    <a:gd name="connsiteY1" fmla="*/ 436942 h 1153881"/>
                    <a:gd name="connsiteX2" fmla="*/ 226138 w 1016276"/>
                    <a:gd name="connsiteY2" fmla="*/ 118286 h 1153881"/>
                    <a:gd name="connsiteX3" fmla="*/ 316626 w 1016276"/>
                    <a:gd name="connsiteY3" fmla="*/ 17695 h 1153881"/>
                    <a:gd name="connsiteX4" fmla="*/ 403246 w 1016276"/>
                    <a:gd name="connsiteY4" fmla="*/ 33863 h 1153881"/>
                    <a:gd name="connsiteX5" fmla="*/ 445172 w 1016276"/>
                    <a:gd name="connsiteY5" fmla="*/ 104304 h 1153881"/>
                    <a:gd name="connsiteX6" fmla="*/ 484111 w 1016276"/>
                    <a:gd name="connsiteY6" fmla="*/ 298770 h 1153881"/>
                    <a:gd name="connsiteX7" fmla="*/ 583037 w 1016276"/>
                    <a:gd name="connsiteY7" fmla="*/ 1001888 h 1153881"/>
                    <a:gd name="connsiteX8" fmla="*/ 785329 w 1016276"/>
                    <a:gd name="connsiteY8" fmla="*/ 1069102 h 1153881"/>
                    <a:gd name="connsiteX9" fmla="*/ 848761 w 1016276"/>
                    <a:gd name="connsiteY9" fmla="*/ 892654 h 1153881"/>
                    <a:gd name="connsiteX10" fmla="*/ 1016276 w 1016276"/>
                    <a:gd name="connsiteY10" fmla="*/ 0 h 1153881"/>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11513"/>
                    <a:gd name="connsiteY0" fmla="*/ 1161467 h 1161467"/>
                    <a:gd name="connsiteX1" fmla="*/ 125442 w 1011513"/>
                    <a:gd name="connsiteY1" fmla="*/ 425564 h 1161467"/>
                    <a:gd name="connsiteX2" fmla="*/ 214232 w 1011513"/>
                    <a:gd name="connsiteY2" fmla="*/ 110702 h 1161467"/>
                    <a:gd name="connsiteX3" fmla="*/ 311863 w 1011513"/>
                    <a:gd name="connsiteY3" fmla="*/ 17695 h 1161467"/>
                    <a:gd name="connsiteX4" fmla="*/ 398483 w 1011513"/>
                    <a:gd name="connsiteY4" fmla="*/ 33863 h 1161467"/>
                    <a:gd name="connsiteX5" fmla="*/ 440409 w 1011513"/>
                    <a:gd name="connsiteY5" fmla="*/ 104304 h 1161467"/>
                    <a:gd name="connsiteX6" fmla="*/ 479348 w 1011513"/>
                    <a:gd name="connsiteY6" fmla="*/ 298770 h 1161467"/>
                    <a:gd name="connsiteX7" fmla="*/ 578274 w 1011513"/>
                    <a:gd name="connsiteY7" fmla="*/ 1001888 h 1161467"/>
                    <a:gd name="connsiteX8" fmla="*/ 780566 w 1011513"/>
                    <a:gd name="connsiteY8" fmla="*/ 1069102 h 1161467"/>
                    <a:gd name="connsiteX9" fmla="*/ 843998 w 1011513"/>
                    <a:gd name="connsiteY9" fmla="*/ 892654 h 1161467"/>
                    <a:gd name="connsiteX10" fmla="*/ 1011513 w 1011513"/>
                    <a:gd name="connsiteY10" fmla="*/ 0 h 1161467"/>
                    <a:gd name="connsiteX0" fmla="*/ 0 w 1011513"/>
                    <a:gd name="connsiteY0" fmla="*/ 1134919 h 1134919"/>
                    <a:gd name="connsiteX1" fmla="*/ 125442 w 1011513"/>
                    <a:gd name="connsiteY1" fmla="*/ 425564 h 1134919"/>
                    <a:gd name="connsiteX2" fmla="*/ 214232 w 1011513"/>
                    <a:gd name="connsiteY2" fmla="*/ 110702 h 1134919"/>
                    <a:gd name="connsiteX3" fmla="*/ 311863 w 1011513"/>
                    <a:gd name="connsiteY3" fmla="*/ 17695 h 1134919"/>
                    <a:gd name="connsiteX4" fmla="*/ 398483 w 1011513"/>
                    <a:gd name="connsiteY4" fmla="*/ 33863 h 1134919"/>
                    <a:gd name="connsiteX5" fmla="*/ 440409 w 1011513"/>
                    <a:gd name="connsiteY5" fmla="*/ 104304 h 1134919"/>
                    <a:gd name="connsiteX6" fmla="*/ 479348 w 1011513"/>
                    <a:gd name="connsiteY6" fmla="*/ 298770 h 1134919"/>
                    <a:gd name="connsiteX7" fmla="*/ 578274 w 1011513"/>
                    <a:gd name="connsiteY7" fmla="*/ 1001888 h 1134919"/>
                    <a:gd name="connsiteX8" fmla="*/ 780566 w 1011513"/>
                    <a:gd name="connsiteY8" fmla="*/ 1069102 h 1134919"/>
                    <a:gd name="connsiteX9" fmla="*/ 843998 w 1011513"/>
                    <a:gd name="connsiteY9" fmla="*/ 892654 h 1134919"/>
                    <a:gd name="connsiteX10" fmla="*/ 1011513 w 1011513"/>
                    <a:gd name="connsiteY10" fmla="*/ 0 h 1134919"/>
                    <a:gd name="connsiteX0" fmla="*/ 0 w 1004369"/>
                    <a:gd name="connsiteY0" fmla="*/ 1100785 h 1100785"/>
                    <a:gd name="connsiteX1" fmla="*/ 118298 w 1004369"/>
                    <a:gd name="connsiteY1" fmla="*/ 425564 h 1100785"/>
                    <a:gd name="connsiteX2" fmla="*/ 207088 w 1004369"/>
                    <a:gd name="connsiteY2" fmla="*/ 110702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7089 w 1004369"/>
                    <a:gd name="connsiteY2" fmla="*/ 9173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9132"/>
                    <a:gd name="connsiteY0" fmla="*/ 1123539 h 1123539"/>
                    <a:gd name="connsiteX1" fmla="*/ 123061 w 1009132"/>
                    <a:gd name="connsiteY1" fmla="*/ 425564 h 1123539"/>
                    <a:gd name="connsiteX2" fmla="*/ 211852 w 1009132"/>
                    <a:gd name="connsiteY2" fmla="*/ 91739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87947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58286 w 1009132"/>
                    <a:gd name="connsiteY9" fmla="*/ 892655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72573 w 1009132"/>
                    <a:gd name="connsiteY9" fmla="*/ 900241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23591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23591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1517 w 1009132"/>
                    <a:gd name="connsiteY8" fmla="*/ 1046346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1517 w 1009132"/>
                    <a:gd name="connsiteY8" fmla="*/ 1046346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19799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29710 w 1009132"/>
                    <a:gd name="connsiteY9" fmla="*/ 866107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6279 w 1009132"/>
                    <a:gd name="connsiteY8" fmla="*/ 1057725 h 1123539"/>
                    <a:gd name="connsiteX9" fmla="*/ 829710 w 1009132"/>
                    <a:gd name="connsiteY9" fmla="*/ 866107 h 1123539"/>
                    <a:gd name="connsiteX10" fmla="*/ 1009132 w 1009132"/>
                    <a:gd name="connsiteY10" fmla="*/ 0 h 1123539"/>
                    <a:gd name="connsiteX0" fmla="*/ 0 w 961507"/>
                    <a:gd name="connsiteY0" fmla="*/ 1119747 h 1119747"/>
                    <a:gd name="connsiteX1" fmla="*/ 123061 w 961507"/>
                    <a:gd name="connsiteY1" fmla="*/ 421772 h 1119747"/>
                    <a:gd name="connsiteX2" fmla="*/ 209471 w 961507"/>
                    <a:gd name="connsiteY2" fmla="*/ 72779 h 1119747"/>
                    <a:gd name="connsiteX3" fmla="*/ 316626 w 961507"/>
                    <a:gd name="connsiteY3" fmla="*/ 13903 h 1119747"/>
                    <a:gd name="connsiteX4" fmla="*/ 396102 w 961507"/>
                    <a:gd name="connsiteY4" fmla="*/ 41449 h 1119747"/>
                    <a:gd name="connsiteX5" fmla="*/ 435647 w 961507"/>
                    <a:gd name="connsiteY5" fmla="*/ 108098 h 1119747"/>
                    <a:gd name="connsiteX6" fmla="*/ 474585 w 961507"/>
                    <a:gd name="connsiteY6" fmla="*/ 294978 h 1119747"/>
                    <a:gd name="connsiteX7" fmla="*/ 575893 w 961507"/>
                    <a:gd name="connsiteY7" fmla="*/ 998096 h 1119747"/>
                    <a:gd name="connsiteX8" fmla="*/ 766279 w 961507"/>
                    <a:gd name="connsiteY8" fmla="*/ 1053933 h 1119747"/>
                    <a:gd name="connsiteX9" fmla="*/ 829710 w 961507"/>
                    <a:gd name="connsiteY9" fmla="*/ 862315 h 1119747"/>
                    <a:gd name="connsiteX10" fmla="*/ 961507 w 961507"/>
                    <a:gd name="connsiteY10" fmla="*/ 0 h 1119747"/>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6279 w 937695"/>
                    <a:gd name="connsiteY8" fmla="*/ 1061519 h 1127333"/>
                    <a:gd name="connsiteX9" fmla="*/ 829710 w 937695"/>
                    <a:gd name="connsiteY9" fmla="*/ 869901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6279 w 937695"/>
                    <a:gd name="connsiteY8" fmla="*/ 1061519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3898 w 937695"/>
                    <a:gd name="connsiteY8" fmla="*/ 1050141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56754 w 937695"/>
                    <a:gd name="connsiteY8" fmla="*/ 1019801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46349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57727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57727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0085 w 937695"/>
                    <a:gd name="connsiteY8" fmla="*/ 1034971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798753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808278 w 937695"/>
                    <a:gd name="connsiteY9" fmla="*/ 854730 h 1127333"/>
                    <a:gd name="connsiteX10" fmla="*/ 937695 w 937695"/>
                    <a:gd name="connsiteY10" fmla="*/ 0 h 1127333"/>
                    <a:gd name="connsiteX0" fmla="*/ 0 w 913883"/>
                    <a:gd name="connsiteY0" fmla="*/ 1142503 h 1142503"/>
                    <a:gd name="connsiteX1" fmla="*/ 123061 w 913883"/>
                    <a:gd name="connsiteY1" fmla="*/ 444528 h 1142503"/>
                    <a:gd name="connsiteX2" fmla="*/ 209471 w 913883"/>
                    <a:gd name="connsiteY2" fmla="*/ 95535 h 1142503"/>
                    <a:gd name="connsiteX3" fmla="*/ 316626 w 913883"/>
                    <a:gd name="connsiteY3" fmla="*/ 36659 h 1142503"/>
                    <a:gd name="connsiteX4" fmla="*/ 396102 w 913883"/>
                    <a:gd name="connsiteY4" fmla="*/ 64205 h 1142503"/>
                    <a:gd name="connsiteX5" fmla="*/ 435647 w 913883"/>
                    <a:gd name="connsiteY5" fmla="*/ 130854 h 1142503"/>
                    <a:gd name="connsiteX6" fmla="*/ 474585 w 913883"/>
                    <a:gd name="connsiteY6" fmla="*/ 317734 h 1142503"/>
                    <a:gd name="connsiteX7" fmla="*/ 575893 w 913883"/>
                    <a:gd name="connsiteY7" fmla="*/ 1020852 h 1142503"/>
                    <a:gd name="connsiteX8" fmla="*/ 747228 w 913883"/>
                    <a:gd name="connsiteY8" fmla="*/ 1084273 h 1142503"/>
                    <a:gd name="connsiteX9" fmla="*/ 808278 w 913883"/>
                    <a:gd name="connsiteY9" fmla="*/ 869900 h 1142503"/>
                    <a:gd name="connsiteX10" fmla="*/ 913883 w 913883"/>
                    <a:gd name="connsiteY10" fmla="*/ 0 h 1142503"/>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7228 w 930552"/>
                    <a:gd name="connsiteY8" fmla="*/ 1091857 h 1150087"/>
                    <a:gd name="connsiteX9" fmla="*/ 808278 w 930552"/>
                    <a:gd name="connsiteY9" fmla="*/ 87748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7228 w 930552"/>
                    <a:gd name="connsiteY8" fmla="*/ 1091857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4847 w 930552"/>
                    <a:gd name="connsiteY8" fmla="*/ 108047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4847 w 930552"/>
                    <a:gd name="connsiteY8" fmla="*/ 108047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6530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829797 w 930552"/>
                    <a:gd name="connsiteY10" fmla="*/ 694500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9973 w 930552"/>
                    <a:gd name="connsiteY8" fmla="*/ 1064005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37468 w 930552"/>
                    <a:gd name="connsiteY8" fmla="*/ 1079920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37468 w 930552"/>
                    <a:gd name="connsiteY8" fmla="*/ 1079920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4983 w 930552"/>
                    <a:gd name="connsiteY8" fmla="*/ 1060025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795903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8389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85910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790916 w 930552"/>
                    <a:gd name="connsiteY10" fmla="*/ 854284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74585 w 930552"/>
                    <a:gd name="connsiteY5" fmla="*/ 325318 h 1150087"/>
                    <a:gd name="connsiteX6" fmla="*/ 595177 w 930552"/>
                    <a:gd name="connsiteY6" fmla="*/ 1001327 h 1150087"/>
                    <a:gd name="connsiteX7" fmla="*/ 734970 w 930552"/>
                    <a:gd name="connsiteY7" fmla="*/ 1091858 h 1150087"/>
                    <a:gd name="connsiteX8" fmla="*/ 834559 w 930552"/>
                    <a:gd name="connsiteY8" fmla="*/ 686914 h 1150087"/>
                    <a:gd name="connsiteX9" fmla="*/ 930552 w 930552"/>
                    <a:gd name="connsiteY9"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74585 w 930552"/>
                    <a:gd name="connsiteY5" fmla="*/ 325318 h 1150087"/>
                    <a:gd name="connsiteX6" fmla="*/ 595177 w 930552"/>
                    <a:gd name="connsiteY6" fmla="*/ 1001327 h 1150087"/>
                    <a:gd name="connsiteX7" fmla="*/ 734970 w 930552"/>
                    <a:gd name="connsiteY7" fmla="*/ 1091858 h 1150087"/>
                    <a:gd name="connsiteX8" fmla="*/ 834559 w 930552"/>
                    <a:gd name="connsiteY8" fmla="*/ 686914 h 1150087"/>
                    <a:gd name="connsiteX9" fmla="*/ 930552 w 930552"/>
                    <a:gd name="connsiteY9"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96102 w 930552"/>
                    <a:gd name="connsiteY3" fmla="*/ 71789 h 1150087"/>
                    <a:gd name="connsiteX4" fmla="*/ 474585 w 930552"/>
                    <a:gd name="connsiteY4" fmla="*/ 325318 h 1150087"/>
                    <a:gd name="connsiteX5" fmla="*/ 595177 w 930552"/>
                    <a:gd name="connsiteY5" fmla="*/ 1001327 h 1150087"/>
                    <a:gd name="connsiteX6" fmla="*/ 734970 w 930552"/>
                    <a:gd name="connsiteY6" fmla="*/ 1091858 h 1150087"/>
                    <a:gd name="connsiteX7" fmla="*/ 834559 w 930552"/>
                    <a:gd name="connsiteY7" fmla="*/ 686914 h 1150087"/>
                    <a:gd name="connsiteX8" fmla="*/ 930552 w 930552"/>
                    <a:gd name="connsiteY8" fmla="*/ 0 h 1150087"/>
                    <a:gd name="connsiteX0" fmla="*/ 0 w 897279"/>
                    <a:gd name="connsiteY0" fmla="*/ 1155452 h 1155452"/>
                    <a:gd name="connsiteX1" fmla="*/ 89788 w 897279"/>
                    <a:gd name="connsiteY1" fmla="*/ 452112 h 1155452"/>
                    <a:gd name="connsiteX2" fmla="*/ 176198 w 897279"/>
                    <a:gd name="connsiteY2" fmla="*/ 103119 h 1155452"/>
                    <a:gd name="connsiteX3" fmla="*/ 362829 w 897279"/>
                    <a:gd name="connsiteY3" fmla="*/ 71789 h 1155452"/>
                    <a:gd name="connsiteX4" fmla="*/ 441312 w 897279"/>
                    <a:gd name="connsiteY4" fmla="*/ 325318 h 1155452"/>
                    <a:gd name="connsiteX5" fmla="*/ 561904 w 897279"/>
                    <a:gd name="connsiteY5" fmla="*/ 1001327 h 1155452"/>
                    <a:gd name="connsiteX6" fmla="*/ 701697 w 897279"/>
                    <a:gd name="connsiteY6" fmla="*/ 1091858 h 1155452"/>
                    <a:gd name="connsiteX7" fmla="*/ 801286 w 897279"/>
                    <a:gd name="connsiteY7" fmla="*/ 686914 h 1155452"/>
                    <a:gd name="connsiteX8" fmla="*/ 897279 w 897279"/>
                    <a:gd name="connsiteY8" fmla="*/ 0 h 1155452"/>
                    <a:gd name="connsiteX0" fmla="*/ 0 w 894507"/>
                    <a:gd name="connsiteY0" fmla="*/ 1150089 h 1150089"/>
                    <a:gd name="connsiteX1" fmla="*/ 87016 w 894507"/>
                    <a:gd name="connsiteY1" fmla="*/ 452112 h 1150089"/>
                    <a:gd name="connsiteX2" fmla="*/ 173426 w 894507"/>
                    <a:gd name="connsiteY2" fmla="*/ 103119 h 1150089"/>
                    <a:gd name="connsiteX3" fmla="*/ 360057 w 894507"/>
                    <a:gd name="connsiteY3" fmla="*/ 71789 h 1150089"/>
                    <a:gd name="connsiteX4" fmla="*/ 438540 w 894507"/>
                    <a:gd name="connsiteY4" fmla="*/ 325318 h 1150089"/>
                    <a:gd name="connsiteX5" fmla="*/ 559132 w 894507"/>
                    <a:gd name="connsiteY5" fmla="*/ 1001327 h 1150089"/>
                    <a:gd name="connsiteX6" fmla="*/ 698925 w 894507"/>
                    <a:gd name="connsiteY6" fmla="*/ 1091858 h 1150089"/>
                    <a:gd name="connsiteX7" fmla="*/ 798514 w 894507"/>
                    <a:gd name="connsiteY7" fmla="*/ 686914 h 1150089"/>
                    <a:gd name="connsiteX8" fmla="*/ 894507 w 894507"/>
                    <a:gd name="connsiteY8" fmla="*/ 0 h 1150089"/>
                    <a:gd name="connsiteX0" fmla="*/ 0 w 943367"/>
                    <a:gd name="connsiteY0" fmla="*/ 1221857 h 1221857"/>
                    <a:gd name="connsiteX1" fmla="*/ 87016 w 943367"/>
                    <a:gd name="connsiteY1" fmla="*/ 523880 h 1221857"/>
                    <a:gd name="connsiteX2" fmla="*/ 173426 w 943367"/>
                    <a:gd name="connsiteY2" fmla="*/ 174887 h 1221857"/>
                    <a:gd name="connsiteX3" fmla="*/ 360057 w 943367"/>
                    <a:gd name="connsiteY3" fmla="*/ 143557 h 1221857"/>
                    <a:gd name="connsiteX4" fmla="*/ 438540 w 943367"/>
                    <a:gd name="connsiteY4" fmla="*/ 397086 h 1221857"/>
                    <a:gd name="connsiteX5" fmla="*/ 559132 w 943367"/>
                    <a:gd name="connsiteY5" fmla="*/ 1073095 h 1221857"/>
                    <a:gd name="connsiteX6" fmla="*/ 698925 w 943367"/>
                    <a:gd name="connsiteY6" fmla="*/ 1163626 h 1221857"/>
                    <a:gd name="connsiteX7" fmla="*/ 798514 w 943367"/>
                    <a:gd name="connsiteY7" fmla="*/ 758682 h 1221857"/>
                    <a:gd name="connsiteX8" fmla="*/ 943367 w 943367"/>
                    <a:gd name="connsiteY8" fmla="*/ 0 h 1221857"/>
                    <a:gd name="connsiteX0" fmla="*/ 0 w 949440"/>
                    <a:gd name="connsiteY0" fmla="*/ 1252650 h 1252650"/>
                    <a:gd name="connsiteX1" fmla="*/ 87016 w 949440"/>
                    <a:gd name="connsiteY1" fmla="*/ 554673 h 1252650"/>
                    <a:gd name="connsiteX2" fmla="*/ 173426 w 949440"/>
                    <a:gd name="connsiteY2" fmla="*/ 205680 h 1252650"/>
                    <a:gd name="connsiteX3" fmla="*/ 360057 w 949440"/>
                    <a:gd name="connsiteY3" fmla="*/ 174350 h 1252650"/>
                    <a:gd name="connsiteX4" fmla="*/ 438540 w 949440"/>
                    <a:gd name="connsiteY4" fmla="*/ 427879 h 1252650"/>
                    <a:gd name="connsiteX5" fmla="*/ 559132 w 949440"/>
                    <a:gd name="connsiteY5" fmla="*/ 1103888 h 1252650"/>
                    <a:gd name="connsiteX6" fmla="*/ 698925 w 949440"/>
                    <a:gd name="connsiteY6" fmla="*/ 1194419 h 1252650"/>
                    <a:gd name="connsiteX7" fmla="*/ 798514 w 949440"/>
                    <a:gd name="connsiteY7" fmla="*/ 789475 h 1252650"/>
                    <a:gd name="connsiteX8" fmla="*/ 943367 w 949440"/>
                    <a:gd name="connsiteY8" fmla="*/ 30793 h 1252650"/>
                    <a:gd name="connsiteX9" fmla="*/ 921665 w 949440"/>
                    <a:gd name="connsiteY9" fmla="*/ 150975 h 1252650"/>
                    <a:gd name="connsiteX0" fmla="*/ 0 w 1013208"/>
                    <a:gd name="connsiteY0" fmla="*/ 1274143 h 1274143"/>
                    <a:gd name="connsiteX1" fmla="*/ 87016 w 1013208"/>
                    <a:gd name="connsiteY1" fmla="*/ 576166 h 1274143"/>
                    <a:gd name="connsiteX2" fmla="*/ 173426 w 1013208"/>
                    <a:gd name="connsiteY2" fmla="*/ 227173 h 1274143"/>
                    <a:gd name="connsiteX3" fmla="*/ 360057 w 1013208"/>
                    <a:gd name="connsiteY3" fmla="*/ 195843 h 1274143"/>
                    <a:gd name="connsiteX4" fmla="*/ 438540 w 1013208"/>
                    <a:gd name="connsiteY4" fmla="*/ 449372 h 1274143"/>
                    <a:gd name="connsiteX5" fmla="*/ 559132 w 1013208"/>
                    <a:gd name="connsiteY5" fmla="*/ 1125381 h 1274143"/>
                    <a:gd name="connsiteX6" fmla="*/ 698925 w 1013208"/>
                    <a:gd name="connsiteY6" fmla="*/ 1215912 h 1274143"/>
                    <a:gd name="connsiteX7" fmla="*/ 798514 w 1013208"/>
                    <a:gd name="connsiteY7" fmla="*/ 810968 h 1274143"/>
                    <a:gd name="connsiteX8" fmla="*/ 1010549 w 1013208"/>
                    <a:gd name="connsiteY8" fmla="*/ 28363 h 1274143"/>
                    <a:gd name="connsiteX9" fmla="*/ 921665 w 1013208"/>
                    <a:gd name="connsiteY9" fmla="*/ 172468 h 1274143"/>
                    <a:gd name="connsiteX0" fmla="*/ 0 w 1012755"/>
                    <a:gd name="connsiteY0" fmla="*/ 1284888 h 1284888"/>
                    <a:gd name="connsiteX1" fmla="*/ 87016 w 1012755"/>
                    <a:gd name="connsiteY1" fmla="*/ 586911 h 1284888"/>
                    <a:gd name="connsiteX2" fmla="*/ 173426 w 1012755"/>
                    <a:gd name="connsiteY2" fmla="*/ 237918 h 1284888"/>
                    <a:gd name="connsiteX3" fmla="*/ 360057 w 1012755"/>
                    <a:gd name="connsiteY3" fmla="*/ 206588 h 1284888"/>
                    <a:gd name="connsiteX4" fmla="*/ 438540 w 1012755"/>
                    <a:gd name="connsiteY4" fmla="*/ 460117 h 1284888"/>
                    <a:gd name="connsiteX5" fmla="*/ 559132 w 1012755"/>
                    <a:gd name="connsiteY5" fmla="*/ 1136126 h 1284888"/>
                    <a:gd name="connsiteX6" fmla="*/ 698925 w 1012755"/>
                    <a:gd name="connsiteY6" fmla="*/ 1226657 h 1284888"/>
                    <a:gd name="connsiteX7" fmla="*/ 798514 w 1012755"/>
                    <a:gd name="connsiteY7" fmla="*/ 821713 h 1284888"/>
                    <a:gd name="connsiteX8" fmla="*/ 1010549 w 1012755"/>
                    <a:gd name="connsiteY8" fmla="*/ 39108 h 1284888"/>
                    <a:gd name="connsiteX9" fmla="*/ 897235 w 1012755"/>
                    <a:gd name="connsiteY9" fmla="*/ 99482 h 1284888"/>
                    <a:gd name="connsiteX0" fmla="*/ 0 w 1251534"/>
                    <a:gd name="connsiteY0" fmla="*/ 1569978 h 1569978"/>
                    <a:gd name="connsiteX1" fmla="*/ 87016 w 1251534"/>
                    <a:gd name="connsiteY1" fmla="*/ 872001 h 1569978"/>
                    <a:gd name="connsiteX2" fmla="*/ 173426 w 1251534"/>
                    <a:gd name="connsiteY2" fmla="*/ 523008 h 1569978"/>
                    <a:gd name="connsiteX3" fmla="*/ 360057 w 1251534"/>
                    <a:gd name="connsiteY3" fmla="*/ 491678 h 1569978"/>
                    <a:gd name="connsiteX4" fmla="*/ 438540 w 1251534"/>
                    <a:gd name="connsiteY4" fmla="*/ 745207 h 1569978"/>
                    <a:gd name="connsiteX5" fmla="*/ 559132 w 1251534"/>
                    <a:gd name="connsiteY5" fmla="*/ 1421216 h 1569978"/>
                    <a:gd name="connsiteX6" fmla="*/ 698925 w 1251534"/>
                    <a:gd name="connsiteY6" fmla="*/ 1511747 h 1569978"/>
                    <a:gd name="connsiteX7" fmla="*/ 798514 w 1251534"/>
                    <a:gd name="connsiteY7" fmla="*/ 1106803 h 1569978"/>
                    <a:gd name="connsiteX8" fmla="*/ 1010549 w 1251534"/>
                    <a:gd name="connsiteY8" fmla="*/ 324198 h 1569978"/>
                    <a:gd name="connsiteX9" fmla="*/ 1251467 w 1251534"/>
                    <a:gd name="connsiteY9" fmla="*/ 1810 h 1569978"/>
                    <a:gd name="connsiteX0" fmla="*/ 0 w 1251534"/>
                    <a:gd name="connsiteY0" fmla="*/ 1569978 h 1569978"/>
                    <a:gd name="connsiteX1" fmla="*/ 87016 w 1251534"/>
                    <a:gd name="connsiteY1" fmla="*/ 872001 h 1569978"/>
                    <a:gd name="connsiteX2" fmla="*/ 173426 w 1251534"/>
                    <a:gd name="connsiteY2" fmla="*/ 523008 h 1569978"/>
                    <a:gd name="connsiteX3" fmla="*/ 360057 w 1251534"/>
                    <a:gd name="connsiteY3" fmla="*/ 491678 h 1569978"/>
                    <a:gd name="connsiteX4" fmla="*/ 438540 w 1251534"/>
                    <a:gd name="connsiteY4" fmla="*/ 745207 h 1569978"/>
                    <a:gd name="connsiteX5" fmla="*/ 559132 w 1251534"/>
                    <a:gd name="connsiteY5" fmla="*/ 1421216 h 1569978"/>
                    <a:gd name="connsiteX6" fmla="*/ 698925 w 1251534"/>
                    <a:gd name="connsiteY6" fmla="*/ 1511747 h 1569978"/>
                    <a:gd name="connsiteX7" fmla="*/ 798514 w 1251534"/>
                    <a:gd name="connsiteY7" fmla="*/ 1106803 h 1569978"/>
                    <a:gd name="connsiteX8" fmla="*/ 915556 w 1251534"/>
                    <a:gd name="connsiteY8" fmla="*/ 384578 h 1569978"/>
                    <a:gd name="connsiteX9" fmla="*/ 1010549 w 1251534"/>
                    <a:gd name="connsiteY9" fmla="*/ 324198 h 1569978"/>
                    <a:gd name="connsiteX10" fmla="*/ 1251467 w 1251534"/>
                    <a:gd name="connsiteY10" fmla="*/ 1810 h 1569978"/>
                    <a:gd name="connsiteX0" fmla="*/ 0 w 1251539"/>
                    <a:gd name="connsiteY0" fmla="*/ 1570383 h 1570383"/>
                    <a:gd name="connsiteX1" fmla="*/ 87016 w 1251539"/>
                    <a:gd name="connsiteY1" fmla="*/ 872406 h 1570383"/>
                    <a:gd name="connsiteX2" fmla="*/ 173426 w 1251539"/>
                    <a:gd name="connsiteY2" fmla="*/ 523413 h 1570383"/>
                    <a:gd name="connsiteX3" fmla="*/ 360057 w 1251539"/>
                    <a:gd name="connsiteY3" fmla="*/ 492083 h 1570383"/>
                    <a:gd name="connsiteX4" fmla="*/ 438540 w 1251539"/>
                    <a:gd name="connsiteY4" fmla="*/ 745612 h 1570383"/>
                    <a:gd name="connsiteX5" fmla="*/ 559132 w 1251539"/>
                    <a:gd name="connsiteY5" fmla="*/ 1421621 h 1570383"/>
                    <a:gd name="connsiteX6" fmla="*/ 698925 w 1251539"/>
                    <a:gd name="connsiteY6" fmla="*/ 1512152 h 1570383"/>
                    <a:gd name="connsiteX7" fmla="*/ 798514 w 1251539"/>
                    <a:gd name="connsiteY7" fmla="*/ 1107208 h 1570383"/>
                    <a:gd name="connsiteX8" fmla="*/ 915556 w 1251539"/>
                    <a:gd name="connsiteY8" fmla="*/ 384983 h 1570383"/>
                    <a:gd name="connsiteX9" fmla="*/ 1028872 w 1251539"/>
                    <a:gd name="connsiteY9" fmla="*/ 276758 h 1570383"/>
                    <a:gd name="connsiteX10" fmla="*/ 1251467 w 1251539"/>
                    <a:gd name="connsiteY10" fmla="*/ 2215 h 1570383"/>
                    <a:gd name="connsiteX0" fmla="*/ 0 w 1028872"/>
                    <a:gd name="connsiteY0" fmla="*/ 1293625 h 1293625"/>
                    <a:gd name="connsiteX1" fmla="*/ 87016 w 1028872"/>
                    <a:gd name="connsiteY1" fmla="*/ 595648 h 1293625"/>
                    <a:gd name="connsiteX2" fmla="*/ 173426 w 1028872"/>
                    <a:gd name="connsiteY2" fmla="*/ 246655 h 1293625"/>
                    <a:gd name="connsiteX3" fmla="*/ 360057 w 1028872"/>
                    <a:gd name="connsiteY3" fmla="*/ 215325 h 1293625"/>
                    <a:gd name="connsiteX4" fmla="*/ 438540 w 1028872"/>
                    <a:gd name="connsiteY4" fmla="*/ 468854 h 1293625"/>
                    <a:gd name="connsiteX5" fmla="*/ 559132 w 1028872"/>
                    <a:gd name="connsiteY5" fmla="*/ 1144863 h 1293625"/>
                    <a:gd name="connsiteX6" fmla="*/ 698925 w 1028872"/>
                    <a:gd name="connsiteY6" fmla="*/ 1235394 h 1293625"/>
                    <a:gd name="connsiteX7" fmla="*/ 798514 w 1028872"/>
                    <a:gd name="connsiteY7" fmla="*/ 830450 h 1293625"/>
                    <a:gd name="connsiteX8" fmla="*/ 915556 w 1028872"/>
                    <a:gd name="connsiteY8" fmla="*/ 108225 h 1293625"/>
                    <a:gd name="connsiteX9" fmla="*/ 1028872 w 1028872"/>
                    <a:gd name="connsiteY9" fmla="*/ 0 h 1293625"/>
                    <a:gd name="connsiteX0" fmla="*/ 0 w 1047194"/>
                    <a:gd name="connsiteY0" fmla="*/ 1238770 h 1238770"/>
                    <a:gd name="connsiteX1" fmla="*/ 87016 w 1047194"/>
                    <a:gd name="connsiteY1" fmla="*/ 540793 h 1238770"/>
                    <a:gd name="connsiteX2" fmla="*/ 173426 w 1047194"/>
                    <a:gd name="connsiteY2" fmla="*/ 191800 h 1238770"/>
                    <a:gd name="connsiteX3" fmla="*/ 360057 w 1047194"/>
                    <a:gd name="connsiteY3" fmla="*/ 160470 h 1238770"/>
                    <a:gd name="connsiteX4" fmla="*/ 438540 w 1047194"/>
                    <a:gd name="connsiteY4" fmla="*/ 413999 h 1238770"/>
                    <a:gd name="connsiteX5" fmla="*/ 559132 w 1047194"/>
                    <a:gd name="connsiteY5" fmla="*/ 1090008 h 1238770"/>
                    <a:gd name="connsiteX6" fmla="*/ 698925 w 1047194"/>
                    <a:gd name="connsiteY6" fmla="*/ 1180539 h 1238770"/>
                    <a:gd name="connsiteX7" fmla="*/ 798514 w 1047194"/>
                    <a:gd name="connsiteY7" fmla="*/ 775595 h 1238770"/>
                    <a:gd name="connsiteX8" fmla="*/ 915556 w 1047194"/>
                    <a:gd name="connsiteY8" fmla="*/ 53370 h 1238770"/>
                    <a:gd name="connsiteX9" fmla="*/ 1047194 w 1047194"/>
                    <a:gd name="connsiteY9" fmla="*/ 4950 h 1238770"/>
                    <a:gd name="connsiteX0" fmla="*/ 0 w 1047194"/>
                    <a:gd name="connsiteY0" fmla="*/ 1233820 h 1233820"/>
                    <a:gd name="connsiteX1" fmla="*/ 87016 w 1047194"/>
                    <a:gd name="connsiteY1" fmla="*/ 535843 h 1233820"/>
                    <a:gd name="connsiteX2" fmla="*/ 173426 w 1047194"/>
                    <a:gd name="connsiteY2" fmla="*/ 186850 h 1233820"/>
                    <a:gd name="connsiteX3" fmla="*/ 360057 w 1047194"/>
                    <a:gd name="connsiteY3" fmla="*/ 155520 h 1233820"/>
                    <a:gd name="connsiteX4" fmla="*/ 438540 w 1047194"/>
                    <a:gd name="connsiteY4" fmla="*/ 409049 h 1233820"/>
                    <a:gd name="connsiteX5" fmla="*/ 559132 w 1047194"/>
                    <a:gd name="connsiteY5" fmla="*/ 1085058 h 1233820"/>
                    <a:gd name="connsiteX6" fmla="*/ 698925 w 1047194"/>
                    <a:gd name="connsiteY6" fmla="*/ 1175589 h 1233820"/>
                    <a:gd name="connsiteX7" fmla="*/ 798514 w 1047194"/>
                    <a:gd name="connsiteY7" fmla="*/ 770645 h 1233820"/>
                    <a:gd name="connsiteX8" fmla="*/ 909449 w 1047194"/>
                    <a:gd name="connsiteY8" fmla="*/ 72342 h 1233820"/>
                    <a:gd name="connsiteX9" fmla="*/ 1047194 w 1047194"/>
                    <a:gd name="connsiteY9" fmla="*/ 0 h 1233820"/>
                    <a:gd name="connsiteX0" fmla="*/ 0 w 1047194"/>
                    <a:gd name="connsiteY0" fmla="*/ 1209798 h 1209798"/>
                    <a:gd name="connsiteX1" fmla="*/ 87016 w 1047194"/>
                    <a:gd name="connsiteY1" fmla="*/ 511821 h 1209798"/>
                    <a:gd name="connsiteX2" fmla="*/ 173426 w 1047194"/>
                    <a:gd name="connsiteY2" fmla="*/ 162828 h 1209798"/>
                    <a:gd name="connsiteX3" fmla="*/ 360057 w 1047194"/>
                    <a:gd name="connsiteY3" fmla="*/ 131498 h 1209798"/>
                    <a:gd name="connsiteX4" fmla="*/ 438540 w 1047194"/>
                    <a:gd name="connsiteY4" fmla="*/ 385027 h 1209798"/>
                    <a:gd name="connsiteX5" fmla="*/ 559132 w 1047194"/>
                    <a:gd name="connsiteY5" fmla="*/ 1061036 h 1209798"/>
                    <a:gd name="connsiteX6" fmla="*/ 698925 w 1047194"/>
                    <a:gd name="connsiteY6" fmla="*/ 1151567 h 1209798"/>
                    <a:gd name="connsiteX7" fmla="*/ 798514 w 1047194"/>
                    <a:gd name="connsiteY7" fmla="*/ 746623 h 1209798"/>
                    <a:gd name="connsiteX8" fmla="*/ 909449 w 1047194"/>
                    <a:gd name="connsiteY8" fmla="*/ 48320 h 1209798"/>
                    <a:gd name="connsiteX9" fmla="*/ 1047194 w 1047194"/>
                    <a:gd name="connsiteY9" fmla="*/ 23823 h 1209798"/>
                    <a:gd name="connsiteX0" fmla="*/ 0 w 1047194"/>
                    <a:gd name="connsiteY0" fmla="*/ 1185975 h 1185975"/>
                    <a:gd name="connsiteX1" fmla="*/ 87016 w 1047194"/>
                    <a:gd name="connsiteY1" fmla="*/ 487998 h 1185975"/>
                    <a:gd name="connsiteX2" fmla="*/ 173426 w 1047194"/>
                    <a:gd name="connsiteY2" fmla="*/ 139005 h 1185975"/>
                    <a:gd name="connsiteX3" fmla="*/ 360057 w 1047194"/>
                    <a:gd name="connsiteY3" fmla="*/ 107675 h 1185975"/>
                    <a:gd name="connsiteX4" fmla="*/ 438540 w 1047194"/>
                    <a:gd name="connsiteY4" fmla="*/ 361204 h 1185975"/>
                    <a:gd name="connsiteX5" fmla="*/ 559132 w 1047194"/>
                    <a:gd name="connsiteY5" fmla="*/ 1037213 h 1185975"/>
                    <a:gd name="connsiteX6" fmla="*/ 698925 w 1047194"/>
                    <a:gd name="connsiteY6" fmla="*/ 1127744 h 1185975"/>
                    <a:gd name="connsiteX7" fmla="*/ 798514 w 1047194"/>
                    <a:gd name="connsiteY7" fmla="*/ 722800 h 1185975"/>
                    <a:gd name="connsiteX8" fmla="*/ 909449 w 1047194"/>
                    <a:gd name="connsiteY8" fmla="*/ 24497 h 1185975"/>
                    <a:gd name="connsiteX9" fmla="*/ 1047194 w 1047194"/>
                    <a:gd name="connsiteY9" fmla="*/ 0 h 1185975"/>
                    <a:gd name="connsiteX0" fmla="*/ 0 w 1047194"/>
                    <a:gd name="connsiteY0" fmla="*/ 1185975 h 1185975"/>
                    <a:gd name="connsiteX1" fmla="*/ 87016 w 1047194"/>
                    <a:gd name="connsiteY1" fmla="*/ 487998 h 1185975"/>
                    <a:gd name="connsiteX2" fmla="*/ 173426 w 1047194"/>
                    <a:gd name="connsiteY2" fmla="*/ 139005 h 1185975"/>
                    <a:gd name="connsiteX3" fmla="*/ 360057 w 1047194"/>
                    <a:gd name="connsiteY3" fmla="*/ 107675 h 1185975"/>
                    <a:gd name="connsiteX4" fmla="*/ 438540 w 1047194"/>
                    <a:gd name="connsiteY4" fmla="*/ 361204 h 1185975"/>
                    <a:gd name="connsiteX5" fmla="*/ 559132 w 1047194"/>
                    <a:gd name="connsiteY5" fmla="*/ 1037213 h 1185975"/>
                    <a:gd name="connsiteX6" fmla="*/ 698925 w 1047194"/>
                    <a:gd name="connsiteY6" fmla="*/ 1127744 h 1185975"/>
                    <a:gd name="connsiteX7" fmla="*/ 798514 w 1047194"/>
                    <a:gd name="connsiteY7" fmla="*/ 722800 h 1185975"/>
                    <a:gd name="connsiteX8" fmla="*/ 909449 w 1047194"/>
                    <a:gd name="connsiteY8" fmla="*/ 17347 h 1185975"/>
                    <a:gd name="connsiteX9" fmla="*/ 1047194 w 1047194"/>
                    <a:gd name="connsiteY9" fmla="*/ 0 h 1185975"/>
                    <a:gd name="connsiteX0" fmla="*/ 0 w 1047194"/>
                    <a:gd name="connsiteY0" fmla="*/ 1168628 h 1168628"/>
                    <a:gd name="connsiteX1" fmla="*/ 87016 w 1047194"/>
                    <a:gd name="connsiteY1" fmla="*/ 470651 h 1168628"/>
                    <a:gd name="connsiteX2" fmla="*/ 173426 w 1047194"/>
                    <a:gd name="connsiteY2" fmla="*/ 121658 h 1168628"/>
                    <a:gd name="connsiteX3" fmla="*/ 360057 w 1047194"/>
                    <a:gd name="connsiteY3" fmla="*/ 90328 h 1168628"/>
                    <a:gd name="connsiteX4" fmla="*/ 438540 w 1047194"/>
                    <a:gd name="connsiteY4" fmla="*/ 343857 h 1168628"/>
                    <a:gd name="connsiteX5" fmla="*/ 559132 w 1047194"/>
                    <a:gd name="connsiteY5" fmla="*/ 1019866 h 1168628"/>
                    <a:gd name="connsiteX6" fmla="*/ 698925 w 1047194"/>
                    <a:gd name="connsiteY6" fmla="*/ 1110397 h 1168628"/>
                    <a:gd name="connsiteX7" fmla="*/ 798514 w 1047194"/>
                    <a:gd name="connsiteY7" fmla="*/ 705453 h 1168628"/>
                    <a:gd name="connsiteX8" fmla="*/ 909449 w 1047194"/>
                    <a:gd name="connsiteY8" fmla="*/ 0 h 1168628"/>
                    <a:gd name="connsiteX9" fmla="*/ 1047194 w 1047194"/>
                    <a:gd name="connsiteY9" fmla="*/ 4101 h 1168628"/>
                    <a:gd name="connsiteX0" fmla="*/ 0 w 1048823"/>
                    <a:gd name="connsiteY0" fmla="*/ 1168628 h 1168628"/>
                    <a:gd name="connsiteX1" fmla="*/ 87016 w 1048823"/>
                    <a:gd name="connsiteY1" fmla="*/ 470651 h 1168628"/>
                    <a:gd name="connsiteX2" fmla="*/ 173426 w 1048823"/>
                    <a:gd name="connsiteY2" fmla="*/ 121658 h 1168628"/>
                    <a:gd name="connsiteX3" fmla="*/ 360057 w 1048823"/>
                    <a:gd name="connsiteY3" fmla="*/ 90328 h 1168628"/>
                    <a:gd name="connsiteX4" fmla="*/ 438540 w 1048823"/>
                    <a:gd name="connsiteY4" fmla="*/ 343857 h 1168628"/>
                    <a:gd name="connsiteX5" fmla="*/ 559132 w 1048823"/>
                    <a:gd name="connsiteY5" fmla="*/ 1019866 h 1168628"/>
                    <a:gd name="connsiteX6" fmla="*/ 698925 w 1048823"/>
                    <a:gd name="connsiteY6" fmla="*/ 1110397 h 1168628"/>
                    <a:gd name="connsiteX7" fmla="*/ 798514 w 1048823"/>
                    <a:gd name="connsiteY7" fmla="*/ 705453 h 1168628"/>
                    <a:gd name="connsiteX8" fmla="*/ 909449 w 1048823"/>
                    <a:gd name="connsiteY8" fmla="*/ 0 h 1168628"/>
                    <a:gd name="connsiteX9" fmla="*/ 1047194 w 1048823"/>
                    <a:gd name="connsiteY9" fmla="*/ 4101 h 1168628"/>
                    <a:gd name="connsiteX10" fmla="*/ 984074 w 1048823"/>
                    <a:gd name="connsiteY10" fmla="*/ 9418 h 1168628"/>
                    <a:gd name="connsiteX0" fmla="*/ 0 w 1048823"/>
                    <a:gd name="connsiteY0" fmla="*/ 1180706 h 1180706"/>
                    <a:gd name="connsiteX1" fmla="*/ 87016 w 1048823"/>
                    <a:gd name="connsiteY1" fmla="*/ 482729 h 1180706"/>
                    <a:gd name="connsiteX2" fmla="*/ 173426 w 1048823"/>
                    <a:gd name="connsiteY2" fmla="*/ 133736 h 1180706"/>
                    <a:gd name="connsiteX3" fmla="*/ 360057 w 1048823"/>
                    <a:gd name="connsiteY3" fmla="*/ 102406 h 1180706"/>
                    <a:gd name="connsiteX4" fmla="*/ 438540 w 1048823"/>
                    <a:gd name="connsiteY4" fmla="*/ 355935 h 1180706"/>
                    <a:gd name="connsiteX5" fmla="*/ 559132 w 1048823"/>
                    <a:gd name="connsiteY5" fmla="*/ 1031944 h 1180706"/>
                    <a:gd name="connsiteX6" fmla="*/ 698925 w 1048823"/>
                    <a:gd name="connsiteY6" fmla="*/ 1122475 h 1180706"/>
                    <a:gd name="connsiteX7" fmla="*/ 798514 w 1048823"/>
                    <a:gd name="connsiteY7" fmla="*/ 717531 h 1180706"/>
                    <a:gd name="connsiteX8" fmla="*/ 909449 w 1048823"/>
                    <a:gd name="connsiteY8" fmla="*/ 12078 h 1180706"/>
                    <a:gd name="connsiteX9" fmla="*/ 1047194 w 1048823"/>
                    <a:gd name="connsiteY9" fmla="*/ 16179 h 1180706"/>
                    <a:gd name="connsiteX10" fmla="*/ 984073 w 1048823"/>
                    <a:gd name="connsiteY10" fmla="*/ 48 h 1180706"/>
                    <a:gd name="connsiteX0" fmla="*/ 0 w 1048823"/>
                    <a:gd name="connsiteY0" fmla="*/ 1180693 h 1180693"/>
                    <a:gd name="connsiteX1" fmla="*/ 87016 w 1048823"/>
                    <a:gd name="connsiteY1" fmla="*/ 482716 h 1180693"/>
                    <a:gd name="connsiteX2" fmla="*/ 173426 w 1048823"/>
                    <a:gd name="connsiteY2" fmla="*/ 133723 h 1180693"/>
                    <a:gd name="connsiteX3" fmla="*/ 360057 w 1048823"/>
                    <a:gd name="connsiteY3" fmla="*/ 102393 h 1180693"/>
                    <a:gd name="connsiteX4" fmla="*/ 438540 w 1048823"/>
                    <a:gd name="connsiteY4" fmla="*/ 355922 h 1180693"/>
                    <a:gd name="connsiteX5" fmla="*/ 559132 w 1048823"/>
                    <a:gd name="connsiteY5" fmla="*/ 1031931 h 1180693"/>
                    <a:gd name="connsiteX6" fmla="*/ 698925 w 1048823"/>
                    <a:gd name="connsiteY6" fmla="*/ 1122462 h 1180693"/>
                    <a:gd name="connsiteX7" fmla="*/ 798514 w 1048823"/>
                    <a:gd name="connsiteY7" fmla="*/ 717518 h 1180693"/>
                    <a:gd name="connsiteX8" fmla="*/ 909449 w 1048823"/>
                    <a:gd name="connsiteY8" fmla="*/ 12065 h 1180693"/>
                    <a:gd name="connsiteX9" fmla="*/ 1047194 w 1048823"/>
                    <a:gd name="connsiteY9" fmla="*/ 23314 h 1180693"/>
                    <a:gd name="connsiteX10" fmla="*/ 984073 w 1048823"/>
                    <a:gd name="connsiteY10" fmla="*/ 35 h 1180693"/>
                    <a:gd name="connsiteX0" fmla="*/ 0 w 1048823"/>
                    <a:gd name="connsiteY0" fmla="*/ 1194978 h 1194978"/>
                    <a:gd name="connsiteX1" fmla="*/ 87016 w 1048823"/>
                    <a:gd name="connsiteY1" fmla="*/ 497001 h 1194978"/>
                    <a:gd name="connsiteX2" fmla="*/ 173426 w 1048823"/>
                    <a:gd name="connsiteY2" fmla="*/ 148008 h 1194978"/>
                    <a:gd name="connsiteX3" fmla="*/ 360057 w 1048823"/>
                    <a:gd name="connsiteY3" fmla="*/ 116678 h 1194978"/>
                    <a:gd name="connsiteX4" fmla="*/ 438540 w 1048823"/>
                    <a:gd name="connsiteY4" fmla="*/ 370207 h 1194978"/>
                    <a:gd name="connsiteX5" fmla="*/ 559132 w 1048823"/>
                    <a:gd name="connsiteY5" fmla="*/ 1046216 h 1194978"/>
                    <a:gd name="connsiteX6" fmla="*/ 698925 w 1048823"/>
                    <a:gd name="connsiteY6" fmla="*/ 1136747 h 1194978"/>
                    <a:gd name="connsiteX7" fmla="*/ 798514 w 1048823"/>
                    <a:gd name="connsiteY7" fmla="*/ 731803 h 1194978"/>
                    <a:gd name="connsiteX8" fmla="*/ 909449 w 1048823"/>
                    <a:gd name="connsiteY8" fmla="*/ 26350 h 1194978"/>
                    <a:gd name="connsiteX9" fmla="*/ 1047194 w 1048823"/>
                    <a:gd name="connsiteY9" fmla="*/ 37599 h 1194978"/>
                    <a:gd name="connsiteX10" fmla="*/ 984073 w 1048823"/>
                    <a:gd name="connsiteY10" fmla="*/ 21 h 1194978"/>
                    <a:gd name="connsiteX0" fmla="*/ 0 w 1047194"/>
                    <a:gd name="connsiteY0" fmla="*/ 1168628 h 1168628"/>
                    <a:gd name="connsiteX1" fmla="*/ 87016 w 1047194"/>
                    <a:gd name="connsiteY1" fmla="*/ 470651 h 1168628"/>
                    <a:gd name="connsiteX2" fmla="*/ 173426 w 1047194"/>
                    <a:gd name="connsiteY2" fmla="*/ 121658 h 1168628"/>
                    <a:gd name="connsiteX3" fmla="*/ 360057 w 1047194"/>
                    <a:gd name="connsiteY3" fmla="*/ 90328 h 1168628"/>
                    <a:gd name="connsiteX4" fmla="*/ 438540 w 1047194"/>
                    <a:gd name="connsiteY4" fmla="*/ 343857 h 1168628"/>
                    <a:gd name="connsiteX5" fmla="*/ 559132 w 1047194"/>
                    <a:gd name="connsiteY5" fmla="*/ 1019866 h 1168628"/>
                    <a:gd name="connsiteX6" fmla="*/ 698925 w 1047194"/>
                    <a:gd name="connsiteY6" fmla="*/ 1110397 h 1168628"/>
                    <a:gd name="connsiteX7" fmla="*/ 798514 w 1047194"/>
                    <a:gd name="connsiteY7" fmla="*/ 705453 h 1168628"/>
                    <a:gd name="connsiteX8" fmla="*/ 909449 w 1047194"/>
                    <a:gd name="connsiteY8" fmla="*/ 0 h 1168628"/>
                    <a:gd name="connsiteX9" fmla="*/ 1047194 w 1047194"/>
                    <a:gd name="connsiteY9" fmla="*/ 11249 h 1168628"/>
                    <a:gd name="connsiteX0" fmla="*/ 0 w 1047194"/>
                    <a:gd name="connsiteY0" fmla="*/ 1168628 h 1168628"/>
                    <a:gd name="connsiteX1" fmla="*/ 87016 w 1047194"/>
                    <a:gd name="connsiteY1" fmla="*/ 470651 h 1168628"/>
                    <a:gd name="connsiteX2" fmla="*/ 173426 w 1047194"/>
                    <a:gd name="connsiteY2" fmla="*/ 121658 h 1168628"/>
                    <a:gd name="connsiteX3" fmla="*/ 360057 w 1047194"/>
                    <a:gd name="connsiteY3" fmla="*/ 90328 h 1168628"/>
                    <a:gd name="connsiteX4" fmla="*/ 438540 w 1047194"/>
                    <a:gd name="connsiteY4" fmla="*/ 343857 h 1168628"/>
                    <a:gd name="connsiteX5" fmla="*/ 559132 w 1047194"/>
                    <a:gd name="connsiteY5" fmla="*/ 1019866 h 1168628"/>
                    <a:gd name="connsiteX6" fmla="*/ 698925 w 1047194"/>
                    <a:gd name="connsiteY6" fmla="*/ 1110397 h 1168628"/>
                    <a:gd name="connsiteX7" fmla="*/ 798514 w 1047194"/>
                    <a:gd name="connsiteY7" fmla="*/ 705453 h 1168628"/>
                    <a:gd name="connsiteX8" fmla="*/ 909449 w 1047194"/>
                    <a:gd name="connsiteY8" fmla="*/ 0 h 1168628"/>
                    <a:gd name="connsiteX9" fmla="*/ 969472 w 1047194"/>
                    <a:gd name="connsiteY9" fmla="*/ 2269 h 1168628"/>
                    <a:gd name="connsiteX10" fmla="*/ 1047194 w 1047194"/>
                    <a:gd name="connsiteY10" fmla="*/ 11249 h 1168628"/>
                    <a:gd name="connsiteX0" fmla="*/ 0 w 1047194"/>
                    <a:gd name="connsiteY0" fmla="*/ 1188075 h 1188075"/>
                    <a:gd name="connsiteX1" fmla="*/ 87016 w 1047194"/>
                    <a:gd name="connsiteY1" fmla="*/ 490098 h 1188075"/>
                    <a:gd name="connsiteX2" fmla="*/ 173426 w 1047194"/>
                    <a:gd name="connsiteY2" fmla="*/ 141105 h 1188075"/>
                    <a:gd name="connsiteX3" fmla="*/ 360057 w 1047194"/>
                    <a:gd name="connsiteY3" fmla="*/ 109775 h 1188075"/>
                    <a:gd name="connsiteX4" fmla="*/ 438540 w 1047194"/>
                    <a:gd name="connsiteY4" fmla="*/ 363304 h 1188075"/>
                    <a:gd name="connsiteX5" fmla="*/ 559132 w 1047194"/>
                    <a:gd name="connsiteY5" fmla="*/ 1039313 h 1188075"/>
                    <a:gd name="connsiteX6" fmla="*/ 698925 w 1047194"/>
                    <a:gd name="connsiteY6" fmla="*/ 1129844 h 1188075"/>
                    <a:gd name="connsiteX7" fmla="*/ 798514 w 1047194"/>
                    <a:gd name="connsiteY7" fmla="*/ 724900 h 1188075"/>
                    <a:gd name="connsiteX8" fmla="*/ 909449 w 1047194"/>
                    <a:gd name="connsiteY8" fmla="*/ 19447 h 1188075"/>
                    <a:gd name="connsiteX9" fmla="*/ 969472 w 1047194"/>
                    <a:gd name="connsiteY9" fmla="*/ 268 h 1188075"/>
                    <a:gd name="connsiteX10" fmla="*/ 1047194 w 1047194"/>
                    <a:gd name="connsiteY10" fmla="*/ 30696 h 1188075"/>
                    <a:gd name="connsiteX0" fmla="*/ 0 w 1047194"/>
                    <a:gd name="connsiteY0" fmla="*/ 1188075 h 1188075"/>
                    <a:gd name="connsiteX1" fmla="*/ 87016 w 1047194"/>
                    <a:gd name="connsiteY1" fmla="*/ 490098 h 1188075"/>
                    <a:gd name="connsiteX2" fmla="*/ 173426 w 1047194"/>
                    <a:gd name="connsiteY2" fmla="*/ 141105 h 1188075"/>
                    <a:gd name="connsiteX3" fmla="*/ 360057 w 1047194"/>
                    <a:gd name="connsiteY3" fmla="*/ 109775 h 1188075"/>
                    <a:gd name="connsiteX4" fmla="*/ 438540 w 1047194"/>
                    <a:gd name="connsiteY4" fmla="*/ 363304 h 1188075"/>
                    <a:gd name="connsiteX5" fmla="*/ 559132 w 1047194"/>
                    <a:gd name="connsiteY5" fmla="*/ 1039313 h 1188075"/>
                    <a:gd name="connsiteX6" fmla="*/ 698925 w 1047194"/>
                    <a:gd name="connsiteY6" fmla="*/ 1129844 h 1188075"/>
                    <a:gd name="connsiteX7" fmla="*/ 798514 w 1047194"/>
                    <a:gd name="connsiteY7" fmla="*/ 724900 h 1188075"/>
                    <a:gd name="connsiteX8" fmla="*/ 909449 w 1047194"/>
                    <a:gd name="connsiteY8" fmla="*/ 19447 h 1188075"/>
                    <a:gd name="connsiteX9" fmla="*/ 969472 w 1047194"/>
                    <a:gd name="connsiteY9" fmla="*/ 268 h 1188075"/>
                    <a:gd name="connsiteX10" fmla="*/ 1047194 w 1047194"/>
                    <a:gd name="connsiteY10" fmla="*/ 44992 h 1188075"/>
                    <a:gd name="connsiteX0" fmla="*/ 0 w 1047194"/>
                    <a:gd name="connsiteY0" fmla="*/ 1181022 h 1181022"/>
                    <a:gd name="connsiteX1" fmla="*/ 87016 w 1047194"/>
                    <a:gd name="connsiteY1" fmla="*/ 483045 h 1181022"/>
                    <a:gd name="connsiteX2" fmla="*/ 173426 w 1047194"/>
                    <a:gd name="connsiteY2" fmla="*/ 134052 h 1181022"/>
                    <a:gd name="connsiteX3" fmla="*/ 360057 w 1047194"/>
                    <a:gd name="connsiteY3" fmla="*/ 102722 h 1181022"/>
                    <a:gd name="connsiteX4" fmla="*/ 438540 w 1047194"/>
                    <a:gd name="connsiteY4" fmla="*/ 356251 h 1181022"/>
                    <a:gd name="connsiteX5" fmla="*/ 559132 w 1047194"/>
                    <a:gd name="connsiteY5" fmla="*/ 1032260 h 1181022"/>
                    <a:gd name="connsiteX6" fmla="*/ 698925 w 1047194"/>
                    <a:gd name="connsiteY6" fmla="*/ 1122791 h 1181022"/>
                    <a:gd name="connsiteX7" fmla="*/ 798514 w 1047194"/>
                    <a:gd name="connsiteY7" fmla="*/ 717847 h 1181022"/>
                    <a:gd name="connsiteX8" fmla="*/ 909449 w 1047194"/>
                    <a:gd name="connsiteY8" fmla="*/ 12394 h 1181022"/>
                    <a:gd name="connsiteX9" fmla="*/ 969472 w 1047194"/>
                    <a:gd name="connsiteY9" fmla="*/ 364 h 1181022"/>
                    <a:gd name="connsiteX10" fmla="*/ 1047194 w 1047194"/>
                    <a:gd name="connsiteY10" fmla="*/ 37939 h 1181022"/>
                    <a:gd name="connsiteX0" fmla="*/ 0 w 1047194"/>
                    <a:gd name="connsiteY0" fmla="*/ 1180834 h 1180834"/>
                    <a:gd name="connsiteX1" fmla="*/ 87016 w 1047194"/>
                    <a:gd name="connsiteY1" fmla="*/ 482857 h 1180834"/>
                    <a:gd name="connsiteX2" fmla="*/ 173426 w 1047194"/>
                    <a:gd name="connsiteY2" fmla="*/ 133864 h 1180834"/>
                    <a:gd name="connsiteX3" fmla="*/ 360057 w 1047194"/>
                    <a:gd name="connsiteY3" fmla="*/ 102534 h 1180834"/>
                    <a:gd name="connsiteX4" fmla="*/ 438540 w 1047194"/>
                    <a:gd name="connsiteY4" fmla="*/ 356063 h 1180834"/>
                    <a:gd name="connsiteX5" fmla="*/ 559132 w 1047194"/>
                    <a:gd name="connsiteY5" fmla="*/ 1032072 h 1180834"/>
                    <a:gd name="connsiteX6" fmla="*/ 698925 w 1047194"/>
                    <a:gd name="connsiteY6" fmla="*/ 1122603 h 1180834"/>
                    <a:gd name="connsiteX7" fmla="*/ 798514 w 1047194"/>
                    <a:gd name="connsiteY7" fmla="*/ 717659 h 1180834"/>
                    <a:gd name="connsiteX8" fmla="*/ 909449 w 1047194"/>
                    <a:gd name="connsiteY8" fmla="*/ 33651 h 1180834"/>
                    <a:gd name="connsiteX9" fmla="*/ 969472 w 1047194"/>
                    <a:gd name="connsiteY9" fmla="*/ 176 h 1180834"/>
                    <a:gd name="connsiteX10" fmla="*/ 1047194 w 1047194"/>
                    <a:gd name="connsiteY10" fmla="*/ 37751 h 1180834"/>
                    <a:gd name="connsiteX0" fmla="*/ 0 w 1047194"/>
                    <a:gd name="connsiteY0" fmla="*/ 1166627 h 1166627"/>
                    <a:gd name="connsiteX1" fmla="*/ 87016 w 1047194"/>
                    <a:gd name="connsiteY1" fmla="*/ 468650 h 1166627"/>
                    <a:gd name="connsiteX2" fmla="*/ 173426 w 1047194"/>
                    <a:gd name="connsiteY2" fmla="*/ 119657 h 1166627"/>
                    <a:gd name="connsiteX3" fmla="*/ 360057 w 1047194"/>
                    <a:gd name="connsiteY3" fmla="*/ 88327 h 1166627"/>
                    <a:gd name="connsiteX4" fmla="*/ 438540 w 1047194"/>
                    <a:gd name="connsiteY4" fmla="*/ 341856 h 1166627"/>
                    <a:gd name="connsiteX5" fmla="*/ 559132 w 1047194"/>
                    <a:gd name="connsiteY5" fmla="*/ 1017865 h 1166627"/>
                    <a:gd name="connsiteX6" fmla="*/ 698925 w 1047194"/>
                    <a:gd name="connsiteY6" fmla="*/ 1108396 h 1166627"/>
                    <a:gd name="connsiteX7" fmla="*/ 798514 w 1047194"/>
                    <a:gd name="connsiteY7" fmla="*/ 703452 h 1166627"/>
                    <a:gd name="connsiteX8" fmla="*/ 909449 w 1047194"/>
                    <a:gd name="connsiteY8" fmla="*/ 19444 h 1166627"/>
                    <a:gd name="connsiteX9" fmla="*/ 969472 w 1047194"/>
                    <a:gd name="connsiteY9" fmla="*/ 268 h 1166627"/>
                    <a:gd name="connsiteX10" fmla="*/ 1047194 w 1047194"/>
                    <a:gd name="connsiteY10" fmla="*/ 23544 h 1166627"/>
                    <a:gd name="connsiteX0" fmla="*/ 0 w 1047194"/>
                    <a:gd name="connsiteY0" fmla="*/ 1166627 h 1166627"/>
                    <a:gd name="connsiteX1" fmla="*/ 87016 w 1047194"/>
                    <a:gd name="connsiteY1" fmla="*/ 468650 h 1166627"/>
                    <a:gd name="connsiteX2" fmla="*/ 173426 w 1047194"/>
                    <a:gd name="connsiteY2" fmla="*/ 119657 h 1166627"/>
                    <a:gd name="connsiteX3" fmla="*/ 360057 w 1047194"/>
                    <a:gd name="connsiteY3" fmla="*/ 88327 h 1166627"/>
                    <a:gd name="connsiteX4" fmla="*/ 438540 w 1047194"/>
                    <a:gd name="connsiteY4" fmla="*/ 341856 h 1166627"/>
                    <a:gd name="connsiteX5" fmla="*/ 559132 w 1047194"/>
                    <a:gd name="connsiteY5" fmla="*/ 1017865 h 1166627"/>
                    <a:gd name="connsiteX6" fmla="*/ 698925 w 1047194"/>
                    <a:gd name="connsiteY6" fmla="*/ 1108396 h 1166627"/>
                    <a:gd name="connsiteX7" fmla="*/ 798514 w 1047194"/>
                    <a:gd name="connsiteY7" fmla="*/ 703452 h 1166627"/>
                    <a:gd name="connsiteX8" fmla="*/ 909449 w 1047194"/>
                    <a:gd name="connsiteY8" fmla="*/ 19444 h 1166627"/>
                    <a:gd name="connsiteX9" fmla="*/ 969472 w 1047194"/>
                    <a:gd name="connsiteY9" fmla="*/ 268 h 1166627"/>
                    <a:gd name="connsiteX10" fmla="*/ 1047194 w 1047194"/>
                    <a:gd name="connsiteY10" fmla="*/ 30694 h 1166627"/>
                    <a:gd name="connsiteX0" fmla="*/ 0 w 1100368"/>
                    <a:gd name="connsiteY0" fmla="*/ 1166627 h 1166627"/>
                    <a:gd name="connsiteX1" fmla="*/ 87016 w 1100368"/>
                    <a:gd name="connsiteY1" fmla="*/ 468650 h 1166627"/>
                    <a:gd name="connsiteX2" fmla="*/ 173426 w 1100368"/>
                    <a:gd name="connsiteY2" fmla="*/ 119657 h 1166627"/>
                    <a:gd name="connsiteX3" fmla="*/ 360057 w 1100368"/>
                    <a:gd name="connsiteY3" fmla="*/ 88327 h 1166627"/>
                    <a:gd name="connsiteX4" fmla="*/ 438540 w 1100368"/>
                    <a:gd name="connsiteY4" fmla="*/ 341856 h 1166627"/>
                    <a:gd name="connsiteX5" fmla="*/ 559132 w 1100368"/>
                    <a:gd name="connsiteY5" fmla="*/ 1017865 h 1166627"/>
                    <a:gd name="connsiteX6" fmla="*/ 698925 w 1100368"/>
                    <a:gd name="connsiteY6" fmla="*/ 1108396 h 1166627"/>
                    <a:gd name="connsiteX7" fmla="*/ 798514 w 1100368"/>
                    <a:gd name="connsiteY7" fmla="*/ 703452 h 1166627"/>
                    <a:gd name="connsiteX8" fmla="*/ 909449 w 1100368"/>
                    <a:gd name="connsiteY8" fmla="*/ 19444 h 1166627"/>
                    <a:gd name="connsiteX9" fmla="*/ 969472 w 1100368"/>
                    <a:gd name="connsiteY9" fmla="*/ 268 h 1166627"/>
                    <a:gd name="connsiteX10" fmla="*/ 1100368 w 1100368"/>
                    <a:gd name="connsiteY10" fmla="*/ 30694 h 1166627"/>
                    <a:gd name="connsiteX0" fmla="*/ 0 w 1119704"/>
                    <a:gd name="connsiteY0" fmla="*/ 1166627 h 1166627"/>
                    <a:gd name="connsiteX1" fmla="*/ 87016 w 1119704"/>
                    <a:gd name="connsiteY1" fmla="*/ 468650 h 1166627"/>
                    <a:gd name="connsiteX2" fmla="*/ 173426 w 1119704"/>
                    <a:gd name="connsiteY2" fmla="*/ 119657 h 1166627"/>
                    <a:gd name="connsiteX3" fmla="*/ 360057 w 1119704"/>
                    <a:gd name="connsiteY3" fmla="*/ 88327 h 1166627"/>
                    <a:gd name="connsiteX4" fmla="*/ 438540 w 1119704"/>
                    <a:gd name="connsiteY4" fmla="*/ 341856 h 1166627"/>
                    <a:gd name="connsiteX5" fmla="*/ 559132 w 1119704"/>
                    <a:gd name="connsiteY5" fmla="*/ 1017865 h 1166627"/>
                    <a:gd name="connsiteX6" fmla="*/ 698925 w 1119704"/>
                    <a:gd name="connsiteY6" fmla="*/ 1108396 h 1166627"/>
                    <a:gd name="connsiteX7" fmla="*/ 798514 w 1119704"/>
                    <a:gd name="connsiteY7" fmla="*/ 703452 h 1166627"/>
                    <a:gd name="connsiteX8" fmla="*/ 909449 w 1119704"/>
                    <a:gd name="connsiteY8" fmla="*/ 19444 h 1166627"/>
                    <a:gd name="connsiteX9" fmla="*/ 969472 w 1119704"/>
                    <a:gd name="connsiteY9" fmla="*/ 268 h 1166627"/>
                    <a:gd name="connsiteX10" fmla="*/ 1119704 w 1119704"/>
                    <a:gd name="connsiteY10" fmla="*/ 11759 h 1166627"/>
                    <a:gd name="connsiteX0" fmla="*/ 0 w 1119704"/>
                    <a:gd name="connsiteY0" fmla="*/ 1166627 h 1166627"/>
                    <a:gd name="connsiteX1" fmla="*/ 87016 w 1119704"/>
                    <a:gd name="connsiteY1" fmla="*/ 468650 h 1166627"/>
                    <a:gd name="connsiteX2" fmla="*/ 173426 w 1119704"/>
                    <a:gd name="connsiteY2" fmla="*/ 119657 h 1166627"/>
                    <a:gd name="connsiteX3" fmla="*/ 360057 w 1119704"/>
                    <a:gd name="connsiteY3" fmla="*/ 88327 h 1166627"/>
                    <a:gd name="connsiteX4" fmla="*/ 438540 w 1119704"/>
                    <a:gd name="connsiteY4" fmla="*/ 341856 h 1166627"/>
                    <a:gd name="connsiteX5" fmla="*/ 559132 w 1119704"/>
                    <a:gd name="connsiteY5" fmla="*/ 1017865 h 1166627"/>
                    <a:gd name="connsiteX6" fmla="*/ 698925 w 1119704"/>
                    <a:gd name="connsiteY6" fmla="*/ 1108396 h 1166627"/>
                    <a:gd name="connsiteX7" fmla="*/ 798514 w 1119704"/>
                    <a:gd name="connsiteY7" fmla="*/ 703452 h 1166627"/>
                    <a:gd name="connsiteX8" fmla="*/ 909449 w 1119704"/>
                    <a:gd name="connsiteY8" fmla="*/ 19444 h 1166627"/>
                    <a:gd name="connsiteX9" fmla="*/ 969472 w 1119704"/>
                    <a:gd name="connsiteY9" fmla="*/ 268 h 1166627"/>
                    <a:gd name="connsiteX10" fmla="*/ 1119704 w 1119704"/>
                    <a:gd name="connsiteY10" fmla="*/ 11759 h 1166627"/>
                    <a:gd name="connsiteX0" fmla="*/ 0 w 1123860"/>
                    <a:gd name="connsiteY0" fmla="*/ 1166627 h 1166627"/>
                    <a:gd name="connsiteX1" fmla="*/ 87016 w 1123860"/>
                    <a:gd name="connsiteY1" fmla="*/ 468650 h 1166627"/>
                    <a:gd name="connsiteX2" fmla="*/ 173426 w 1123860"/>
                    <a:gd name="connsiteY2" fmla="*/ 119657 h 1166627"/>
                    <a:gd name="connsiteX3" fmla="*/ 360057 w 1123860"/>
                    <a:gd name="connsiteY3" fmla="*/ 88327 h 1166627"/>
                    <a:gd name="connsiteX4" fmla="*/ 438540 w 1123860"/>
                    <a:gd name="connsiteY4" fmla="*/ 341856 h 1166627"/>
                    <a:gd name="connsiteX5" fmla="*/ 559132 w 1123860"/>
                    <a:gd name="connsiteY5" fmla="*/ 1017865 h 1166627"/>
                    <a:gd name="connsiteX6" fmla="*/ 698925 w 1123860"/>
                    <a:gd name="connsiteY6" fmla="*/ 1108396 h 1166627"/>
                    <a:gd name="connsiteX7" fmla="*/ 798514 w 1123860"/>
                    <a:gd name="connsiteY7" fmla="*/ 703452 h 1166627"/>
                    <a:gd name="connsiteX8" fmla="*/ 909449 w 1123860"/>
                    <a:gd name="connsiteY8" fmla="*/ 19444 h 1166627"/>
                    <a:gd name="connsiteX9" fmla="*/ 969472 w 1123860"/>
                    <a:gd name="connsiteY9" fmla="*/ 268 h 1166627"/>
                    <a:gd name="connsiteX10" fmla="*/ 1119704 w 1123860"/>
                    <a:gd name="connsiteY10" fmla="*/ 11759 h 1166627"/>
                    <a:gd name="connsiteX11" fmla="*/ 1080951 w 1123860"/>
                    <a:gd name="connsiteY11" fmla="*/ 8383 h 1166627"/>
                    <a:gd name="connsiteX0" fmla="*/ 0 w 1119372"/>
                    <a:gd name="connsiteY0" fmla="*/ 1166627 h 1166627"/>
                    <a:gd name="connsiteX1" fmla="*/ 87016 w 1119372"/>
                    <a:gd name="connsiteY1" fmla="*/ 468650 h 1166627"/>
                    <a:gd name="connsiteX2" fmla="*/ 173426 w 1119372"/>
                    <a:gd name="connsiteY2" fmla="*/ 119657 h 1166627"/>
                    <a:gd name="connsiteX3" fmla="*/ 360057 w 1119372"/>
                    <a:gd name="connsiteY3" fmla="*/ 88327 h 1166627"/>
                    <a:gd name="connsiteX4" fmla="*/ 438540 w 1119372"/>
                    <a:gd name="connsiteY4" fmla="*/ 341856 h 1166627"/>
                    <a:gd name="connsiteX5" fmla="*/ 559132 w 1119372"/>
                    <a:gd name="connsiteY5" fmla="*/ 1017865 h 1166627"/>
                    <a:gd name="connsiteX6" fmla="*/ 698925 w 1119372"/>
                    <a:gd name="connsiteY6" fmla="*/ 1108396 h 1166627"/>
                    <a:gd name="connsiteX7" fmla="*/ 798514 w 1119372"/>
                    <a:gd name="connsiteY7" fmla="*/ 703452 h 1166627"/>
                    <a:gd name="connsiteX8" fmla="*/ 909449 w 1119372"/>
                    <a:gd name="connsiteY8" fmla="*/ 19444 h 1166627"/>
                    <a:gd name="connsiteX9" fmla="*/ 969472 w 1119372"/>
                    <a:gd name="connsiteY9" fmla="*/ 268 h 1166627"/>
                    <a:gd name="connsiteX10" fmla="*/ 1114871 w 1119372"/>
                    <a:gd name="connsiteY10" fmla="*/ 49629 h 1166627"/>
                    <a:gd name="connsiteX11" fmla="*/ 1080951 w 1119372"/>
                    <a:gd name="connsiteY11" fmla="*/ 8383 h 1166627"/>
                    <a:gd name="connsiteX0" fmla="*/ 0 w 1119372"/>
                    <a:gd name="connsiteY0" fmla="*/ 1186648 h 1186648"/>
                    <a:gd name="connsiteX1" fmla="*/ 87016 w 1119372"/>
                    <a:gd name="connsiteY1" fmla="*/ 488671 h 1186648"/>
                    <a:gd name="connsiteX2" fmla="*/ 173426 w 1119372"/>
                    <a:gd name="connsiteY2" fmla="*/ 139678 h 1186648"/>
                    <a:gd name="connsiteX3" fmla="*/ 360057 w 1119372"/>
                    <a:gd name="connsiteY3" fmla="*/ 108348 h 1186648"/>
                    <a:gd name="connsiteX4" fmla="*/ 438540 w 1119372"/>
                    <a:gd name="connsiteY4" fmla="*/ 361877 h 1186648"/>
                    <a:gd name="connsiteX5" fmla="*/ 559132 w 1119372"/>
                    <a:gd name="connsiteY5" fmla="*/ 1037886 h 1186648"/>
                    <a:gd name="connsiteX6" fmla="*/ 698925 w 1119372"/>
                    <a:gd name="connsiteY6" fmla="*/ 1128417 h 1186648"/>
                    <a:gd name="connsiteX7" fmla="*/ 798514 w 1119372"/>
                    <a:gd name="connsiteY7" fmla="*/ 723473 h 1186648"/>
                    <a:gd name="connsiteX8" fmla="*/ 909449 w 1119372"/>
                    <a:gd name="connsiteY8" fmla="*/ 39465 h 1186648"/>
                    <a:gd name="connsiteX9" fmla="*/ 969472 w 1119372"/>
                    <a:gd name="connsiteY9" fmla="*/ 20289 h 1186648"/>
                    <a:gd name="connsiteX10" fmla="*/ 1114871 w 1119372"/>
                    <a:gd name="connsiteY10" fmla="*/ 69650 h 1186648"/>
                    <a:gd name="connsiteX11" fmla="*/ 1080951 w 1119372"/>
                    <a:gd name="connsiteY11" fmla="*/ 0 h 1186648"/>
                    <a:gd name="connsiteX0" fmla="*/ 0 w 1144921"/>
                    <a:gd name="connsiteY0" fmla="*/ 1166627 h 1166627"/>
                    <a:gd name="connsiteX1" fmla="*/ 87016 w 1144921"/>
                    <a:gd name="connsiteY1" fmla="*/ 468650 h 1166627"/>
                    <a:gd name="connsiteX2" fmla="*/ 173426 w 1144921"/>
                    <a:gd name="connsiteY2" fmla="*/ 119657 h 1166627"/>
                    <a:gd name="connsiteX3" fmla="*/ 360057 w 1144921"/>
                    <a:gd name="connsiteY3" fmla="*/ 88327 h 1166627"/>
                    <a:gd name="connsiteX4" fmla="*/ 438540 w 1144921"/>
                    <a:gd name="connsiteY4" fmla="*/ 341856 h 1166627"/>
                    <a:gd name="connsiteX5" fmla="*/ 559132 w 1144921"/>
                    <a:gd name="connsiteY5" fmla="*/ 1017865 h 1166627"/>
                    <a:gd name="connsiteX6" fmla="*/ 698925 w 1144921"/>
                    <a:gd name="connsiteY6" fmla="*/ 1108396 h 1166627"/>
                    <a:gd name="connsiteX7" fmla="*/ 798514 w 1144921"/>
                    <a:gd name="connsiteY7" fmla="*/ 703452 h 1166627"/>
                    <a:gd name="connsiteX8" fmla="*/ 909449 w 1144921"/>
                    <a:gd name="connsiteY8" fmla="*/ 19444 h 1166627"/>
                    <a:gd name="connsiteX9" fmla="*/ 969472 w 1144921"/>
                    <a:gd name="connsiteY9" fmla="*/ 268 h 1166627"/>
                    <a:gd name="connsiteX10" fmla="*/ 1114871 w 1144921"/>
                    <a:gd name="connsiteY10" fmla="*/ 49629 h 1166627"/>
                    <a:gd name="connsiteX11" fmla="*/ 1142901 w 1144921"/>
                    <a:gd name="connsiteY11" fmla="*/ 241787 h 1166627"/>
                    <a:gd name="connsiteX0" fmla="*/ 0 w 1144920"/>
                    <a:gd name="connsiteY0" fmla="*/ 1166627 h 1166627"/>
                    <a:gd name="connsiteX1" fmla="*/ 87016 w 1144920"/>
                    <a:gd name="connsiteY1" fmla="*/ 468650 h 1166627"/>
                    <a:gd name="connsiteX2" fmla="*/ 173426 w 1144920"/>
                    <a:gd name="connsiteY2" fmla="*/ 119657 h 1166627"/>
                    <a:gd name="connsiteX3" fmla="*/ 360057 w 1144920"/>
                    <a:gd name="connsiteY3" fmla="*/ 88327 h 1166627"/>
                    <a:gd name="connsiteX4" fmla="*/ 438540 w 1144920"/>
                    <a:gd name="connsiteY4" fmla="*/ 341856 h 1166627"/>
                    <a:gd name="connsiteX5" fmla="*/ 559132 w 1144920"/>
                    <a:gd name="connsiteY5" fmla="*/ 1017865 h 1166627"/>
                    <a:gd name="connsiteX6" fmla="*/ 698925 w 1144920"/>
                    <a:gd name="connsiteY6" fmla="*/ 1108396 h 1166627"/>
                    <a:gd name="connsiteX7" fmla="*/ 798514 w 1144920"/>
                    <a:gd name="connsiteY7" fmla="*/ 703452 h 1166627"/>
                    <a:gd name="connsiteX8" fmla="*/ 909449 w 1144920"/>
                    <a:gd name="connsiteY8" fmla="*/ 19444 h 1166627"/>
                    <a:gd name="connsiteX9" fmla="*/ 969472 w 1144920"/>
                    <a:gd name="connsiteY9" fmla="*/ 268 h 1166627"/>
                    <a:gd name="connsiteX10" fmla="*/ 1114870 w 1144920"/>
                    <a:gd name="connsiteY10" fmla="*/ 11314 h 1166627"/>
                    <a:gd name="connsiteX11" fmla="*/ 1142901 w 1144920"/>
                    <a:gd name="connsiteY11" fmla="*/ 241787 h 1166627"/>
                    <a:gd name="connsiteX0" fmla="*/ 0 w 1144920"/>
                    <a:gd name="connsiteY0" fmla="*/ 1166627 h 1166627"/>
                    <a:gd name="connsiteX1" fmla="*/ 87016 w 1144920"/>
                    <a:gd name="connsiteY1" fmla="*/ 468650 h 1166627"/>
                    <a:gd name="connsiteX2" fmla="*/ 173426 w 1144920"/>
                    <a:gd name="connsiteY2" fmla="*/ 119657 h 1166627"/>
                    <a:gd name="connsiteX3" fmla="*/ 360057 w 1144920"/>
                    <a:gd name="connsiteY3" fmla="*/ 88327 h 1166627"/>
                    <a:gd name="connsiteX4" fmla="*/ 438540 w 1144920"/>
                    <a:gd name="connsiteY4" fmla="*/ 341856 h 1166627"/>
                    <a:gd name="connsiteX5" fmla="*/ 559132 w 1144920"/>
                    <a:gd name="connsiteY5" fmla="*/ 1017865 h 1166627"/>
                    <a:gd name="connsiteX6" fmla="*/ 698925 w 1144920"/>
                    <a:gd name="connsiteY6" fmla="*/ 1108396 h 1166627"/>
                    <a:gd name="connsiteX7" fmla="*/ 798514 w 1144920"/>
                    <a:gd name="connsiteY7" fmla="*/ 703452 h 1166627"/>
                    <a:gd name="connsiteX8" fmla="*/ 909449 w 1144920"/>
                    <a:gd name="connsiteY8" fmla="*/ 19444 h 1166627"/>
                    <a:gd name="connsiteX9" fmla="*/ 969472 w 1144920"/>
                    <a:gd name="connsiteY9" fmla="*/ 268 h 1166627"/>
                    <a:gd name="connsiteX10" fmla="*/ 1114870 w 1144920"/>
                    <a:gd name="connsiteY10" fmla="*/ 11314 h 1166627"/>
                    <a:gd name="connsiteX11" fmla="*/ 1142901 w 1144920"/>
                    <a:gd name="connsiteY11" fmla="*/ 241787 h 1166627"/>
                    <a:gd name="connsiteX0" fmla="*/ 0 w 1143888"/>
                    <a:gd name="connsiteY0" fmla="*/ 1166627 h 1166627"/>
                    <a:gd name="connsiteX1" fmla="*/ 87016 w 1143888"/>
                    <a:gd name="connsiteY1" fmla="*/ 468650 h 1166627"/>
                    <a:gd name="connsiteX2" fmla="*/ 173426 w 1143888"/>
                    <a:gd name="connsiteY2" fmla="*/ 119657 h 1166627"/>
                    <a:gd name="connsiteX3" fmla="*/ 360057 w 1143888"/>
                    <a:gd name="connsiteY3" fmla="*/ 88327 h 1166627"/>
                    <a:gd name="connsiteX4" fmla="*/ 438540 w 1143888"/>
                    <a:gd name="connsiteY4" fmla="*/ 341856 h 1166627"/>
                    <a:gd name="connsiteX5" fmla="*/ 559132 w 1143888"/>
                    <a:gd name="connsiteY5" fmla="*/ 1017865 h 1166627"/>
                    <a:gd name="connsiteX6" fmla="*/ 698925 w 1143888"/>
                    <a:gd name="connsiteY6" fmla="*/ 1108396 h 1166627"/>
                    <a:gd name="connsiteX7" fmla="*/ 798514 w 1143888"/>
                    <a:gd name="connsiteY7" fmla="*/ 703452 h 1166627"/>
                    <a:gd name="connsiteX8" fmla="*/ 909449 w 1143888"/>
                    <a:gd name="connsiteY8" fmla="*/ 19444 h 1166627"/>
                    <a:gd name="connsiteX9" fmla="*/ 969472 w 1143888"/>
                    <a:gd name="connsiteY9" fmla="*/ 268 h 1166627"/>
                    <a:gd name="connsiteX10" fmla="*/ 1088786 w 1143888"/>
                    <a:gd name="connsiteY10" fmla="*/ 11314 h 1166627"/>
                    <a:gd name="connsiteX11" fmla="*/ 1142901 w 1143888"/>
                    <a:gd name="connsiteY11" fmla="*/ 241787 h 1166627"/>
                    <a:gd name="connsiteX0" fmla="*/ 0 w 1143609"/>
                    <a:gd name="connsiteY0" fmla="*/ 1166627 h 1166627"/>
                    <a:gd name="connsiteX1" fmla="*/ 87016 w 1143609"/>
                    <a:gd name="connsiteY1" fmla="*/ 468650 h 1166627"/>
                    <a:gd name="connsiteX2" fmla="*/ 173426 w 1143609"/>
                    <a:gd name="connsiteY2" fmla="*/ 119657 h 1166627"/>
                    <a:gd name="connsiteX3" fmla="*/ 360057 w 1143609"/>
                    <a:gd name="connsiteY3" fmla="*/ 88327 h 1166627"/>
                    <a:gd name="connsiteX4" fmla="*/ 438540 w 1143609"/>
                    <a:gd name="connsiteY4" fmla="*/ 341856 h 1166627"/>
                    <a:gd name="connsiteX5" fmla="*/ 559132 w 1143609"/>
                    <a:gd name="connsiteY5" fmla="*/ 1017865 h 1166627"/>
                    <a:gd name="connsiteX6" fmla="*/ 698925 w 1143609"/>
                    <a:gd name="connsiteY6" fmla="*/ 1108396 h 1166627"/>
                    <a:gd name="connsiteX7" fmla="*/ 798514 w 1143609"/>
                    <a:gd name="connsiteY7" fmla="*/ 703452 h 1166627"/>
                    <a:gd name="connsiteX8" fmla="*/ 909449 w 1143609"/>
                    <a:gd name="connsiteY8" fmla="*/ 19444 h 1166627"/>
                    <a:gd name="connsiteX9" fmla="*/ 969472 w 1143609"/>
                    <a:gd name="connsiteY9" fmla="*/ 268 h 1166627"/>
                    <a:gd name="connsiteX10" fmla="*/ 1069222 w 1143609"/>
                    <a:gd name="connsiteY10" fmla="*/ 11314 h 1166627"/>
                    <a:gd name="connsiteX11" fmla="*/ 1142901 w 1143609"/>
                    <a:gd name="connsiteY11" fmla="*/ 241787 h 1166627"/>
                    <a:gd name="connsiteX0" fmla="*/ 0 w 1121132"/>
                    <a:gd name="connsiteY0" fmla="*/ 1166627 h 1166627"/>
                    <a:gd name="connsiteX1" fmla="*/ 87016 w 1121132"/>
                    <a:gd name="connsiteY1" fmla="*/ 468650 h 1166627"/>
                    <a:gd name="connsiteX2" fmla="*/ 173426 w 1121132"/>
                    <a:gd name="connsiteY2" fmla="*/ 119657 h 1166627"/>
                    <a:gd name="connsiteX3" fmla="*/ 360057 w 1121132"/>
                    <a:gd name="connsiteY3" fmla="*/ 88327 h 1166627"/>
                    <a:gd name="connsiteX4" fmla="*/ 438540 w 1121132"/>
                    <a:gd name="connsiteY4" fmla="*/ 341856 h 1166627"/>
                    <a:gd name="connsiteX5" fmla="*/ 559132 w 1121132"/>
                    <a:gd name="connsiteY5" fmla="*/ 1017865 h 1166627"/>
                    <a:gd name="connsiteX6" fmla="*/ 698925 w 1121132"/>
                    <a:gd name="connsiteY6" fmla="*/ 1108396 h 1166627"/>
                    <a:gd name="connsiteX7" fmla="*/ 798514 w 1121132"/>
                    <a:gd name="connsiteY7" fmla="*/ 703452 h 1166627"/>
                    <a:gd name="connsiteX8" fmla="*/ 909449 w 1121132"/>
                    <a:gd name="connsiteY8" fmla="*/ 19444 h 1166627"/>
                    <a:gd name="connsiteX9" fmla="*/ 969472 w 1121132"/>
                    <a:gd name="connsiteY9" fmla="*/ 268 h 1166627"/>
                    <a:gd name="connsiteX10" fmla="*/ 1069222 w 1121132"/>
                    <a:gd name="connsiteY10" fmla="*/ 11314 h 1166627"/>
                    <a:gd name="connsiteX11" fmla="*/ 1120077 w 1121132"/>
                    <a:gd name="connsiteY11" fmla="*/ 126846 h 1166627"/>
                    <a:gd name="connsiteX0" fmla="*/ 0 w 1137162"/>
                    <a:gd name="connsiteY0" fmla="*/ 1166627 h 1166627"/>
                    <a:gd name="connsiteX1" fmla="*/ 87016 w 1137162"/>
                    <a:gd name="connsiteY1" fmla="*/ 468650 h 1166627"/>
                    <a:gd name="connsiteX2" fmla="*/ 173426 w 1137162"/>
                    <a:gd name="connsiteY2" fmla="*/ 119657 h 1166627"/>
                    <a:gd name="connsiteX3" fmla="*/ 360057 w 1137162"/>
                    <a:gd name="connsiteY3" fmla="*/ 88327 h 1166627"/>
                    <a:gd name="connsiteX4" fmla="*/ 438540 w 1137162"/>
                    <a:gd name="connsiteY4" fmla="*/ 341856 h 1166627"/>
                    <a:gd name="connsiteX5" fmla="*/ 559132 w 1137162"/>
                    <a:gd name="connsiteY5" fmla="*/ 1017865 h 1166627"/>
                    <a:gd name="connsiteX6" fmla="*/ 698925 w 1137162"/>
                    <a:gd name="connsiteY6" fmla="*/ 1108396 h 1166627"/>
                    <a:gd name="connsiteX7" fmla="*/ 798514 w 1137162"/>
                    <a:gd name="connsiteY7" fmla="*/ 703452 h 1166627"/>
                    <a:gd name="connsiteX8" fmla="*/ 909449 w 1137162"/>
                    <a:gd name="connsiteY8" fmla="*/ 19444 h 1166627"/>
                    <a:gd name="connsiteX9" fmla="*/ 969472 w 1137162"/>
                    <a:gd name="connsiteY9" fmla="*/ 268 h 1166627"/>
                    <a:gd name="connsiteX10" fmla="*/ 1069222 w 1137162"/>
                    <a:gd name="connsiteY10" fmla="*/ 11314 h 1166627"/>
                    <a:gd name="connsiteX11" fmla="*/ 1136380 w 1137162"/>
                    <a:gd name="connsiteY11" fmla="*/ 248172 h 1166627"/>
                    <a:gd name="connsiteX0" fmla="*/ 0 w 1137162"/>
                    <a:gd name="connsiteY0" fmla="*/ 1166627 h 1166627"/>
                    <a:gd name="connsiteX1" fmla="*/ 87016 w 1137162"/>
                    <a:gd name="connsiteY1" fmla="*/ 468650 h 1166627"/>
                    <a:gd name="connsiteX2" fmla="*/ 173426 w 1137162"/>
                    <a:gd name="connsiteY2" fmla="*/ 119657 h 1166627"/>
                    <a:gd name="connsiteX3" fmla="*/ 360057 w 1137162"/>
                    <a:gd name="connsiteY3" fmla="*/ 88327 h 1166627"/>
                    <a:gd name="connsiteX4" fmla="*/ 438540 w 1137162"/>
                    <a:gd name="connsiteY4" fmla="*/ 341856 h 1166627"/>
                    <a:gd name="connsiteX5" fmla="*/ 559132 w 1137162"/>
                    <a:gd name="connsiteY5" fmla="*/ 1017865 h 1166627"/>
                    <a:gd name="connsiteX6" fmla="*/ 698925 w 1137162"/>
                    <a:gd name="connsiteY6" fmla="*/ 1108396 h 1166627"/>
                    <a:gd name="connsiteX7" fmla="*/ 798514 w 1137162"/>
                    <a:gd name="connsiteY7" fmla="*/ 703452 h 1166627"/>
                    <a:gd name="connsiteX8" fmla="*/ 909449 w 1137162"/>
                    <a:gd name="connsiteY8" fmla="*/ 19444 h 1166627"/>
                    <a:gd name="connsiteX9" fmla="*/ 969472 w 1137162"/>
                    <a:gd name="connsiteY9" fmla="*/ 268 h 1166627"/>
                    <a:gd name="connsiteX10" fmla="*/ 1069222 w 1137162"/>
                    <a:gd name="connsiteY10" fmla="*/ 49629 h 1166627"/>
                    <a:gd name="connsiteX11" fmla="*/ 1136380 w 1137162"/>
                    <a:gd name="connsiteY11" fmla="*/ 248172 h 1166627"/>
                    <a:gd name="connsiteX0" fmla="*/ 0 w 1137162"/>
                    <a:gd name="connsiteY0" fmla="*/ 1147183 h 1147183"/>
                    <a:gd name="connsiteX1" fmla="*/ 87016 w 1137162"/>
                    <a:gd name="connsiteY1" fmla="*/ 449206 h 1147183"/>
                    <a:gd name="connsiteX2" fmla="*/ 173426 w 1137162"/>
                    <a:gd name="connsiteY2" fmla="*/ 100213 h 1147183"/>
                    <a:gd name="connsiteX3" fmla="*/ 360057 w 1137162"/>
                    <a:gd name="connsiteY3" fmla="*/ 68883 h 1147183"/>
                    <a:gd name="connsiteX4" fmla="*/ 438540 w 1137162"/>
                    <a:gd name="connsiteY4" fmla="*/ 322412 h 1147183"/>
                    <a:gd name="connsiteX5" fmla="*/ 559132 w 1137162"/>
                    <a:gd name="connsiteY5" fmla="*/ 998421 h 1147183"/>
                    <a:gd name="connsiteX6" fmla="*/ 698925 w 1137162"/>
                    <a:gd name="connsiteY6" fmla="*/ 1088952 h 1147183"/>
                    <a:gd name="connsiteX7" fmla="*/ 798514 w 1137162"/>
                    <a:gd name="connsiteY7" fmla="*/ 684008 h 1147183"/>
                    <a:gd name="connsiteX8" fmla="*/ 909449 w 1137162"/>
                    <a:gd name="connsiteY8" fmla="*/ 0 h 1147183"/>
                    <a:gd name="connsiteX9" fmla="*/ 969472 w 1137162"/>
                    <a:gd name="connsiteY9" fmla="*/ 19139 h 1147183"/>
                    <a:gd name="connsiteX10" fmla="*/ 1069222 w 1137162"/>
                    <a:gd name="connsiteY10" fmla="*/ 30185 h 1147183"/>
                    <a:gd name="connsiteX11" fmla="*/ 1136380 w 1137162"/>
                    <a:gd name="connsiteY11" fmla="*/ 228728 h 1147183"/>
                    <a:gd name="connsiteX0" fmla="*/ 0 w 1137162"/>
                    <a:gd name="connsiteY0" fmla="*/ 1128396 h 1128396"/>
                    <a:gd name="connsiteX1" fmla="*/ 87016 w 1137162"/>
                    <a:gd name="connsiteY1" fmla="*/ 430419 h 1128396"/>
                    <a:gd name="connsiteX2" fmla="*/ 173426 w 1137162"/>
                    <a:gd name="connsiteY2" fmla="*/ 81426 h 1128396"/>
                    <a:gd name="connsiteX3" fmla="*/ 360057 w 1137162"/>
                    <a:gd name="connsiteY3" fmla="*/ 50096 h 1128396"/>
                    <a:gd name="connsiteX4" fmla="*/ 438540 w 1137162"/>
                    <a:gd name="connsiteY4" fmla="*/ 303625 h 1128396"/>
                    <a:gd name="connsiteX5" fmla="*/ 559132 w 1137162"/>
                    <a:gd name="connsiteY5" fmla="*/ 979634 h 1128396"/>
                    <a:gd name="connsiteX6" fmla="*/ 698925 w 1137162"/>
                    <a:gd name="connsiteY6" fmla="*/ 1070165 h 1128396"/>
                    <a:gd name="connsiteX7" fmla="*/ 798514 w 1137162"/>
                    <a:gd name="connsiteY7" fmla="*/ 665221 h 1128396"/>
                    <a:gd name="connsiteX8" fmla="*/ 906188 w 1137162"/>
                    <a:gd name="connsiteY8" fmla="*/ 13140 h 1128396"/>
                    <a:gd name="connsiteX9" fmla="*/ 969472 w 1137162"/>
                    <a:gd name="connsiteY9" fmla="*/ 352 h 1128396"/>
                    <a:gd name="connsiteX10" fmla="*/ 1069222 w 1137162"/>
                    <a:gd name="connsiteY10" fmla="*/ 11398 h 1128396"/>
                    <a:gd name="connsiteX11" fmla="*/ 1136380 w 1137162"/>
                    <a:gd name="connsiteY11" fmla="*/ 209941 h 1128396"/>
                    <a:gd name="connsiteX0" fmla="*/ 0 w 1137162"/>
                    <a:gd name="connsiteY0" fmla="*/ 1128262 h 1128262"/>
                    <a:gd name="connsiteX1" fmla="*/ 87016 w 1137162"/>
                    <a:gd name="connsiteY1" fmla="*/ 430285 h 1128262"/>
                    <a:gd name="connsiteX2" fmla="*/ 173426 w 1137162"/>
                    <a:gd name="connsiteY2" fmla="*/ 81292 h 1128262"/>
                    <a:gd name="connsiteX3" fmla="*/ 360057 w 1137162"/>
                    <a:gd name="connsiteY3" fmla="*/ 49962 h 1128262"/>
                    <a:gd name="connsiteX4" fmla="*/ 438540 w 1137162"/>
                    <a:gd name="connsiteY4" fmla="*/ 303491 h 1128262"/>
                    <a:gd name="connsiteX5" fmla="*/ 559132 w 1137162"/>
                    <a:gd name="connsiteY5" fmla="*/ 979500 h 1128262"/>
                    <a:gd name="connsiteX6" fmla="*/ 698925 w 1137162"/>
                    <a:gd name="connsiteY6" fmla="*/ 1070031 h 1128262"/>
                    <a:gd name="connsiteX7" fmla="*/ 798514 w 1137162"/>
                    <a:gd name="connsiteY7" fmla="*/ 665087 h 1128262"/>
                    <a:gd name="connsiteX8" fmla="*/ 909450 w 1137162"/>
                    <a:gd name="connsiteY8" fmla="*/ 25776 h 1128262"/>
                    <a:gd name="connsiteX9" fmla="*/ 969472 w 1137162"/>
                    <a:gd name="connsiteY9" fmla="*/ 218 h 1128262"/>
                    <a:gd name="connsiteX10" fmla="*/ 1069222 w 1137162"/>
                    <a:gd name="connsiteY10" fmla="*/ 11264 h 1128262"/>
                    <a:gd name="connsiteX11" fmla="*/ 1136380 w 1137162"/>
                    <a:gd name="connsiteY11" fmla="*/ 209807 h 1128262"/>
                    <a:gd name="connsiteX0" fmla="*/ 0 w 1137162"/>
                    <a:gd name="connsiteY0" fmla="*/ 1118874 h 1118874"/>
                    <a:gd name="connsiteX1" fmla="*/ 87016 w 1137162"/>
                    <a:gd name="connsiteY1" fmla="*/ 420897 h 1118874"/>
                    <a:gd name="connsiteX2" fmla="*/ 173426 w 1137162"/>
                    <a:gd name="connsiteY2" fmla="*/ 71904 h 1118874"/>
                    <a:gd name="connsiteX3" fmla="*/ 360057 w 1137162"/>
                    <a:gd name="connsiteY3" fmla="*/ 40574 h 1118874"/>
                    <a:gd name="connsiteX4" fmla="*/ 438540 w 1137162"/>
                    <a:gd name="connsiteY4" fmla="*/ 294103 h 1118874"/>
                    <a:gd name="connsiteX5" fmla="*/ 559132 w 1137162"/>
                    <a:gd name="connsiteY5" fmla="*/ 970112 h 1118874"/>
                    <a:gd name="connsiteX6" fmla="*/ 698925 w 1137162"/>
                    <a:gd name="connsiteY6" fmla="*/ 1060643 h 1118874"/>
                    <a:gd name="connsiteX7" fmla="*/ 798514 w 1137162"/>
                    <a:gd name="connsiteY7" fmla="*/ 655699 h 1118874"/>
                    <a:gd name="connsiteX8" fmla="*/ 909450 w 1137162"/>
                    <a:gd name="connsiteY8" fmla="*/ 16388 h 1118874"/>
                    <a:gd name="connsiteX9" fmla="*/ 975993 w 1137162"/>
                    <a:gd name="connsiteY9" fmla="*/ 16372 h 1118874"/>
                    <a:gd name="connsiteX10" fmla="*/ 1069222 w 1137162"/>
                    <a:gd name="connsiteY10" fmla="*/ 1876 h 1118874"/>
                    <a:gd name="connsiteX11" fmla="*/ 1136380 w 1137162"/>
                    <a:gd name="connsiteY11" fmla="*/ 200419 h 1118874"/>
                    <a:gd name="connsiteX0" fmla="*/ 0 w 1137204"/>
                    <a:gd name="connsiteY0" fmla="*/ 1103406 h 1103406"/>
                    <a:gd name="connsiteX1" fmla="*/ 87016 w 1137204"/>
                    <a:gd name="connsiteY1" fmla="*/ 405429 h 1103406"/>
                    <a:gd name="connsiteX2" fmla="*/ 173426 w 1137204"/>
                    <a:gd name="connsiteY2" fmla="*/ 56436 h 1103406"/>
                    <a:gd name="connsiteX3" fmla="*/ 360057 w 1137204"/>
                    <a:gd name="connsiteY3" fmla="*/ 25106 h 1103406"/>
                    <a:gd name="connsiteX4" fmla="*/ 438540 w 1137204"/>
                    <a:gd name="connsiteY4" fmla="*/ 278635 h 1103406"/>
                    <a:gd name="connsiteX5" fmla="*/ 559132 w 1137204"/>
                    <a:gd name="connsiteY5" fmla="*/ 954644 h 1103406"/>
                    <a:gd name="connsiteX6" fmla="*/ 698925 w 1137204"/>
                    <a:gd name="connsiteY6" fmla="*/ 1045175 h 1103406"/>
                    <a:gd name="connsiteX7" fmla="*/ 798514 w 1137204"/>
                    <a:gd name="connsiteY7" fmla="*/ 640231 h 1103406"/>
                    <a:gd name="connsiteX8" fmla="*/ 909450 w 1137204"/>
                    <a:gd name="connsiteY8" fmla="*/ 920 h 1103406"/>
                    <a:gd name="connsiteX9" fmla="*/ 975993 w 1137204"/>
                    <a:gd name="connsiteY9" fmla="*/ 904 h 1103406"/>
                    <a:gd name="connsiteX10" fmla="*/ 1072482 w 1137204"/>
                    <a:gd name="connsiteY10" fmla="*/ 18336 h 1103406"/>
                    <a:gd name="connsiteX11" fmla="*/ 1136380 w 1137204"/>
                    <a:gd name="connsiteY11" fmla="*/ 184951 h 1103406"/>
                    <a:gd name="connsiteX0" fmla="*/ 0 w 1137252"/>
                    <a:gd name="connsiteY0" fmla="*/ 1106970 h 1106970"/>
                    <a:gd name="connsiteX1" fmla="*/ 87016 w 1137252"/>
                    <a:gd name="connsiteY1" fmla="*/ 408993 h 1106970"/>
                    <a:gd name="connsiteX2" fmla="*/ 173426 w 1137252"/>
                    <a:gd name="connsiteY2" fmla="*/ 60000 h 1106970"/>
                    <a:gd name="connsiteX3" fmla="*/ 360057 w 1137252"/>
                    <a:gd name="connsiteY3" fmla="*/ 28670 h 1106970"/>
                    <a:gd name="connsiteX4" fmla="*/ 438540 w 1137252"/>
                    <a:gd name="connsiteY4" fmla="*/ 282199 h 1106970"/>
                    <a:gd name="connsiteX5" fmla="*/ 559132 w 1137252"/>
                    <a:gd name="connsiteY5" fmla="*/ 958208 h 1106970"/>
                    <a:gd name="connsiteX6" fmla="*/ 698925 w 1137252"/>
                    <a:gd name="connsiteY6" fmla="*/ 1048739 h 1106970"/>
                    <a:gd name="connsiteX7" fmla="*/ 798514 w 1137252"/>
                    <a:gd name="connsiteY7" fmla="*/ 643795 h 1106970"/>
                    <a:gd name="connsiteX8" fmla="*/ 909450 w 1137252"/>
                    <a:gd name="connsiteY8" fmla="*/ 4484 h 1106970"/>
                    <a:gd name="connsiteX9" fmla="*/ 975993 w 1137252"/>
                    <a:gd name="connsiteY9" fmla="*/ 4468 h 1106970"/>
                    <a:gd name="connsiteX10" fmla="*/ 1075742 w 1137252"/>
                    <a:gd name="connsiteY10" fmla="*/ 2743 h 1106970"/>
                    <a:gd name="connsiteX11" fmla="*/ 1136380 w 1137252"/>
                    <a:gd name="connsiteY11" fmla="*/ 188515 h 1106970"/>
                    <a:gd name="connsiteX0" fmla="*/ 0 w 1137123"/>
                    <a:gd name="connsiteY0" fmla="*/ 1103406 h 1103406"/>
                    <a:gd name="connsiteX1" fmla="*/ 87016 w 1137123"/>
                    <a:gd name="connsiteY1" fmla="*/ 405429 h 1103406"/>
                    <a:gd name="connsiteX2" fmla="*/ 173426 w 1137123"/>
                    <a:gd name="connsiteY2" fmla="*/ 56436 h 1103406"/>
                    <a:gd name="connsiteX3" fmla="*/ 360057 w 1137123"/>
                    <a:gd name="connsiteY3" fmla="*/ 25106 h 1103406"/>
                    <a:gd name="connsiteX4" fmla="*/ 438540 w 1137123"/>
                    <a:gd name="connsiteY4" fmla="*/ 278635 h 1103406"/>
                    <a:gd name="connsiteX5" fmla="*/ 559132 w 1137123"/>
                    <a:gd name="connsiteY5" fmla="*/ 954644 h 1103406"/>
                    <a:gd name="connsiteX6" fmla="*/ 698925 w 1137123"/>
                    <a:gd name="connsiteY6" fmla="*/ 1045175 h 1103406"/>
                    <a:gd name="connsiteX7" fmla="*/ 798514 w 1137123"/>
                    <a:gd name="connsiteY7" fmla="*/ 640231 h 1103406"/>
                    <a:gd name="connsiteX8" fmla="*/ 909450 w 1137123"/>
                    <a:gd name="connsiteY8" fmla="*/ 920 h 1103406"/>
                    <a:gd name="connsiteX9" fmla="*/ 975993 w 1137123"/>
                    <a:gd name="connsiteY9" fmla="*/ 904 h 1103406"/>
                    <a:gd name="connsiteX10" fmla="*/ 1065961 w 1137123"/>
                    <a:gd name="connsiteY10" fmla="*/ 5564 h 1103406"/>
                    <a:gd name="connsiteX11" fmla="*/ 1136380 w 1137123"/>
                    <a:gd name="connsiteY11" fmla="*/ 184951 h 1103406"/>
                    <a:gd name="connsiteX0" fmla="*/ 0 w 1105229"/>
                    <a:gd name="connsiteY0" fmla="*/ 1103406 h 1103406"/>
                    <a:gd name="connsiteX1" fmla="*/ 87016 w 1105229"/>
                    <a:gd name="connsiteY1" fmla="*/ 405429 h 1103406"/>
                    <a:gd name="connsiteX2" fmla="*/ 173426 w 1105229"/>
                    <a:gd name="connsiteY2" fmla="*/ 56436 h 1103406"/>
                    <a:gd name="connsiteX3" fmla="*/ 360057 w 1105229"/>
                    <a:gd name="connsiteY3" fmla="*/ 25106 h 1103406"/>
                    <a:gd name="connsiteX4" fmla="*/ 438540 w 1105229"/>
                    <a:gd name="connsiteY4" fmla="*/ 278635 h 1103406"/>
                    <a:gd name="connsiteX5" fmla="*/ 559132 w 1105229"/>
                    <a:gd name="connsiteY5" fmla="*/ 954644 h 1103406"/>
                    <a:gd name="connsiteX6" fmla="*/ 698925 w 1105229"/>
                    <a:gd name="connsiteY6" fmla="*/ 1045175 h 1103406"/>
                    <a:gd name="connsiteX7" fmla="*/ 798514 w 1105229"/>
                    <a:gd name="connsiteY7" fmla="*/ 640231 h 1103406"/>
                    <a:gd name="connsiteX8" fmla="*/ 909450 w 1105229"/>
                    <a:gd name="connsiteY8" fmla="*/ 920 h 1103406"/>
                    <a:gd name="connsiteX9" fmla="*/ 975993 w 1105229"/>
                    <a:gd name="connsiteY9" fmla="*/ 904 h 1103406"/>
                    <a:gd name="connsiteX10" fmla="*/ 1065961 w 1105229"/>
                    <a:gd name="connsiteY10" fmla="*/ 5564 h 1103406"/>
                    <a:gd name="connsiteX11" fmla="*/ 1103775 w 1105229"/>
                    <a:gd name="connsiteY11" fmla="*/ 108324 h 1103406"/>
                    <a:gd name="connsiteX0" fmla="*/ 0 w 1099043"/>
                    <a:gd name="connsiteY0" fmla="*/ 1103406 h 1103406"/>
                    <a:gd name="connsiteX1" fmla="*/ 87016 w 1099043"/>
                    <a:gd name="connsiteY1" fmla="*/ 405429 h 1103406"/>
                    <a:gd name="connsiteX2" fmla="*/ 173426 w 1099043"/>
                    <a:gd name="connsiteY2" fmla="*/ 56436 h 1103406"/>
                    <a:gd name="connsiteX3" fmla="*/ 360057 w 1099043"/>
                    <a:gd name="connsiteY3" fmla="*/ 25106 h 1103406"/>
                    <a:gd name="connsiteX4" fmla="*/ 438540 w 1099043"/>
                    <a:gd name="connsiteY4" fmla="*/ 278635 h 1103406"/>
                    <a:gd name="connsiteX5" fmla="*/ 559132 w 1099043"/>
                    <a:gd name="connsiteY5" fmla="*/ 954644 h 1103406"/>
                    <a:gd name="connsiteX6" fmla="*/ 698925 w 1099043"/>
                    <a:gd name="connsiteY6" fmla="*/ 1045175 h 1103406"/>
                    <a:gd name="connsiteX7" fmla="*/ 798514 w 1099043"/>
                    <a:gd name="connsiteY7" fmla="*/ 640231 h 1103406"/>
                    <a:gd name="connsiteX8" fmla="*/ 909450 w 1099043"/>
                    <a:gd name="connsiteY8" fmla="*/ 920 h 1103406"/>
                    <a:gd name="connsiteX9" fmla="*/ 975993 w 1099043"/>
                    <a:gd name="connsiteY9" fmla="*/ 904 h 1103406"/>
                    <a:gd name="connsiteX10" fmla="*/ 1065961 w 1099043"/>
                    <a:gd name="connsiteY10" fmla="*/ 5564 h 1103406"/>
                    <a:gd name="connsiteX11" fmla="*/ 1097253 w 1099043"/>
                    <a:gd name="connsiteY11" fmla="*/ 89169 h 1103406"/>
                    <a:gd name="connsiteX0" fmla="*/ 0 w 1090155"/>
                    <a:gd name="connsiteY0" fmla="*/ 1103406 h 1103406"/>
                    <a:gd name="connsiteX1" fmla="*/ 87016 w 1090155"/>
                    <a:gd name="connsiteY1" fmla="*/ 405429 h 1103406"/>
                    <a:gd name="connsiteX2" fmla="*/ 173426 w 1090155"/>
                    <a:gd name="connsiteY2" fmla="*/ 56436 h 1103406"/>
                    <a:gd name="connsiteX3" fmla="*/ 360057 w 1090155"/>
                    <a:gd name="connsiteY3" fmla="*/ 25106 h 1103406"/>
                    <a:gd name="connsiteX4" fmla="*/ 438540 w 1090155"/>
                    <a:gd name="connsiteY4" fmla="*/ 278635 h 1103406"/>
                    <a:gd name="connsiteX5" fmla="*/ 559132 w 1090155"/>
                    <a:gd name="connsiteY5" fmla="*/ 954644 h 1103406"/>
                    <a:gd name="connsiteX6" fmla="*/ 698925 w 1090155"/>
                    <a:gd name="connsiteY6" fmla="*/ 1045175 h 1103406"/>
                    <a:gd name="connsiteX7" fmla="*/ 798514 w 1090155"/>
                    <a:gd name="connsiteY7" fmla="*/ 640231 h 1103406"/>
                    <a:gd name="connsiteX8" fmla="*/ 909450 w 1090155"/>
                    <a:gd name="connsiteY8" fmla="*/ 920 h 1103406"/>
                    <a:gd name="connsiteX9" fmla="*/ 975993 w 1090155"/>
                    <a:gd name="connsiteY9" fmla="*/ 904 h 1103406"/>
                    <a:gd name="connsiteX10" fmla="*/ 1065961 w 1090155"/>
                    <a:gd name="connsiteY10" fmla="*/ 5564 h 1103406"/>
                    <a:gd name="connsiteX11" fmla="*/ 1087472 w 1090155"/>
                    <a:gd name="connsiteY11" fmla="*/ 63627 h 1103406"/>
                    <a:gd name="connsiteX0" fmla="*/ 0 w 1090155"/>
                    <a:gd name="connsiteY0" fmla="*/ 1102854 h 1102854"/>
                    <a:gd name="connsiteX1" fmla="*/ 87016 w 1090155"/>
                    <a:gd name="connsiteY1" fmla="*/ 404877 h 1102854"/>
                    <a:gd name="connsiteX2" fmla="*/ 173426 w 1090155"/>
                    <a:gd name="connsiteY2" fmla="*/ 55884 h 1102854"/>
                    <a:gd name="connsiteX3" fmla="*/ 360057 w 1090155"/>
                    <a:gd name="connsiteY3" fmla="*/ 24554 h 1102854"/>
                    <a:gd name="connsiteX4" fmla="*/ 438540 w 1090155"/>
                    <a:gd name="connsiteY4" fmla="*/ 278083 h 1102854"/>
                    <a:gd name="connsiteX5" fmla="*/ 559132 w 1090155"/>
                    <a:gd name="connsiteY5" fmla="*/ 954092 h 1102854"/>
                    <a:gd name="connsiteX6" fmla="*/ 698925 w 1090155"/>
                    <a:gd name="connsiteY6" fmla="*/ 1044623 h 1102854"/>
                    <a:gd name="connsiteX7" fmla="*/ 798514 w 1090155"/>
                    <a:gd name="connsiteY7" fmla="*/ 639679 h 1102854"/>
                    <a:gd name="connsiteX8" fmla="*/ 909450 w 1090155"/>
                    <a:gd name="connsiteY8" fmla="*/ 13140 h 1102854"/>
                    <a:gd name="connsiteX9" fmla="*/ 975993 w 1090155"/>
                    <a:gd name="connsiteY9" fmla="*/ 352 h 1102854"/>
                    <a:gd name="connsiteX10" fmla="*/ 1065961 w 1090155"/>
                    <a:gd name="connsiteY10" fmla="*/ 5012 h 1102854"/>
                    <a:gd name="connsiteX11" fmla="*/ 1087472 w 1090155"/>
                    <a:gd name="connsiteY11" fmla="*/ 63075 h 1102854"/>
                    <a:gd name="connsiteX0" fmla="*/ 0 w 1098676"/>
                    <a:gd name="connsiteY0" fmla="*/ 1102854 h 1102854"/>
                    <a:gd name="connsiteX1" fmla="*/ 87016 w 1098676"/>
                    <a:gd name="connsiteY1" fmla="*/ 404877 h 1102854"/>
                    <a:gd name="connsiteX2" fmla="*/ 173426 w 1098676"/>
                    <a:gd name="connsiteY2" fmla="*/ 55884 h 1102854"/>
                    <a:gd name="connsiteX3" fmla="*/ 360057 w 1098676"/>
                    <a:gd name="connsiteY3" fmla="*/ 24554 h 1102854"/>
                    <a:gd name="connsiteX4" fmla="*/ 438540 w 1098676"/>
                    <a:gd name="connsiteY4" fmla="*/ 278083 h 1102854"/>
                    <a:gd name="connsiteX5" fmla="*/ 559132 w 1098676"/>
                    <a:gd name="connsiteY5" fmla="*/ 954092 h 1102854"/>
                    <a:gd name="connsiteX6" fmla="*/ 698925 w 1098676"/>
                    <a:gd name="connsiteY6" fmla="*/ 1044623 h 1102854"/>
                    <a:gd name="connsiteX7" fmla="*/ 798514 w 1098676"/>
                    <a:gd name="connsiteY7" fmla="*/ 639679 h 1102854"/>
                    <a:gd name="connsiteX8" fmla="*/ 909450 w 1098676"/>
                    <a:gd name="connsiteY8" fmla="*/ 13140 h 1102854"/>
                    <a:gd name="connsiteX9" fmla="*/ 975993 w 1098676"/>
                    <a:gd name="connsiteY9" fmla="*/ 352 h 1102854"/>
                    <a:gd name="connsiteX10" fmla="*/ 1088783 w 1098676"/>
                    <a:gd name="connsiteY10" fmla="*/ 5012 h 1102854"/>
                    <a:gd name="connsiteX11" fmla="*/ 1087472 w 1098676"/>
                    <a:gd name="connsiteY11" fmla="*/ 63075 h 1102854"/>
                    <a:gd name="connsiteX0" fmla="*/ 0 w 1107617"/>
                    <a:gd name="connsiteY0" fmla="*/ 1102854 h 1102854"/>
                    <a:gd name="connsiteX1" fmla="*/ 87016 w 1107617"/>
                    <a:gd name="connsiteY1" fmla="*/ 404877 h 1102854"/>
                    <a:gd name="connsiteX2" fmla="*/ 173426 w 1107617"/>
                    <a:gd name="connsiteY2" fmla="*/ 55884 h 1102854"/>
                    <a:gd name="connsiteX3" fmla="*/ 360057 w 1107617"/>
                    <a:gd name="connsiteY3" fmla="*/ 24554 h 1102854"/>
                    <a:gd name="connsiteX4" fmla="*/ 438540 w 1107617"/>
                    <a:gd name="connsiteY4" fmla="*/ 278083 h 1102854"/>
                    <a:gd name="connsiteX5" fmla="*/ 559132 w 1107617"/>
                    <a:gd name="connsiteY5" fmla="*/ 954092 h 1102854"/>
                    <a:gd name="connsiteX6" fmla="*/ 698925 w 1107617"/>
                    <a:gd name="connsiteY6" fmla="*/ 1044623 h 1102854"/>
                    <a:gd name="connsiteX7" fmla="*/ 798514 w 1107617"/>
                    <a:gd name="connsiteY7" fmla="*/ 639679 h 1102854"/>
                    <a:gd name="connsiteX8" fmla="*/ 909450 w 1107617"/>
                    <a:gd name="connsiteY8" fmla="*/ 13140 h 1102854"/>
                    <a:gd name="connsiteX9" fmla="*/ 975993 w 1107617"/>
                    <a:gd name="connsiteY9" fmla="*/ 352 h 1102854"/>
                    <a:gd name="connsiteX10" fmla="*/ 1088783 w 1107617"/>
                    <a:gd name="connsiteY10" fmla="*/ 5012 h 1102854"/>
                    <a:gd name="connsiteX11" fmla="*/ 1103774 w 1107617"/>
                    <a:gd name="connsiteY11" fmla="*/ 69459 h 1102854"/>
                    <a:gd name="connsiteX0" fmla="*/ 0 w 1124942"/>
                    <a:gd name="connsiteY0" fmla="*/ 1102854 h 1102854"/>
                    <a:gd name="connsiteX1" fmla="*/ 87016 w 1124942"/>
                    <a:gd name="connsiteY1" fmla="*/ 404877 h 1102854"/>
                    <a:gd name="connsiteX2" fmla="*/ 173426 w 1124942"/>
                    <a:gd name="connsiteY2" fmla="*/ 55884 h 1102854"/>
                    <a:gd name="connsiteX3" fmla="*/ 360057 w 1124942"/>
                    <a:gd name="connsiteY3" fmla="*/ 24554 h 1102854"/>
                    <a:gd name="connsiteX4" fmla="*/ 438540 w 1124942"/>
                    <a:gd name="connsiteY4" fmla="*/ 278083 h 1102854"/>
                    <a:gd name="connsiteX5" fmla="*/ 559132 w 1124942"/>
                    <a:gd name="connsiteY5" fmla="*/ 954092 h 1102854"/>
                    <a:gd name="connsiteX6" fmla="*/ 698925 w 1124942"/>
                    <a:gd name="connsiteY6" fmla="*/ 1044623 h 1102854"/>
                    <a:gd name="connsiteX7" fmla="*/ 798514 w 1124942"/>
                    <a:gd name="connsiteY7" fmla="*/ 639679 h 1102854"/>
                    <a:gd name="connsiteX8" fmla="*/ 909450 w 1124942"/>
                    <a:gd name="connsiteY8" fmla="*/ 13140 h 1102854"/>
                    <a:gd name="connsiteX9" fmla="*/ 975993 w 1124942"/>
                    <a:gd name="connsiteY9" fmla="*/ 352 h 1102854"/>
                    <a:gd name="connsiteX10" fmla="*/ 1088783 w 1124942"/>
                    <a:gd name="connsiteY10" fmla="*/ 5012 h 1102854"/>
                    <a:gd name="connsiteX11" fmla="*/ 1123336 w 1124942"/>
                    <a:gd name="connsiteY11" fmla="*/ 69459 h 1102854"/>
                    <a:gd name="connsiteX0" fmla="*/ 0 w 1126020"/>
                    <a:gd name="connsiteY0" fmla="*/ 1106970 h 1106970"/>
                    <a:gd name="connsiteX1" fmla="*/ 87016 w 1126020"/>
                    <a:gd name="connsiteY1" fmla="*/ 408993 h 1106970"/>
                    <a:gd name="connsiteX2" fmla="*/ 173426 w 1126020"/>
                    <a:gd name="connsiteY2" fmla="*/ 60000 h 1106970"/>
                    <a:gd name="connsiteX3" fmla="*/ 360057 w 1126020"/>
                    <a:gd name="connsiteY3" fmla="*/ 28670 h 1106970"/>
                    <a:gd name="connsiteX4" fmla="*/ 438540 w 1126020"/>
                    <a:gd name="connsiteY4" fmla="*/ 282199 h 1106970"/>
                    <a:gd name="connsiteX5" fmla="*/ 559132 w 1126020"/>
                    <a:gd name="connsiteY5" fmla="*/ 958208 h 1106970"/>
                    <a:gd name="connsiteX6" fmla="*/ 698925 w 1126020"/>
                    <a:gd name="connsiteY6" fmla="*/ 1048739 h 1106970"/>
                    <a:gd name="connsiteX7" fmla="*/ 798514 w 1126020"/>
                    <a:gd name="connsiteY7" fmla="*/ 643795 h 1106970"/>
                    <a:gd name="connsiteX8" fmla="*/ 909450 w 1126020"/>
                    <a:gd name="connsiteY8" fmla="*/ 17256 h 1106970"/>
                    <a:gd name="connsiteX9" fmla="*/ 975993 w 1126020"/>
                    <a:gd name="connsiteY9" fmla="*/ 4468 h 1106970"/>
                    <a:gd name="connsiteX10" fmla="*/ 1101825 w 1126020"/>
                    <a:gd name="connsiteY10" fmla="*/ 2743 h 1106970"/>
                    <a:gd name="connsiteX11" fmla="*/ 1123336 w 1126020"/>
                    <a:gd name="connsiteY11" fmla="*/ 73575 h 1106970"/>
                    <a:gd name="connsiteX0" fmla="*/ 0 w 1125643"/>
                    <a:gd name="connsiteY0" fmla="*/ 1102854 h 1102854"/>
                    <a:gd name="connsiteX1" fmla="*/ 87016 w 1125643"/>
                    <a:gd name="connsiteY1" fmla="*/ 404877 h 1102854"/>
                    <a:gd name="connsiteX2" fmla="*/ 173426 w 1125643"/>
                    <a:gd name="connsiteY2" fmla="*/ 55884 h 1102854"/>
                    <a:gd name="connsiteX3" fmla="*/ 360057 w 1125643"/>
                    <a:gd name="connsiteY3" fmla="*/ 24554 h 1102854"/>
                    <a:gd name="connsiteX4" fmla="*/ 438540 w 1125643"/>
                    <a:gd name="connsiteY4" fmla="*/ 278083 h 1102854"/>
                    <a:gd name="connsiteX5" fmla="*/ 559132 w 1125643"/>
                    <a:gd name="connsiteY5" fmla="*/ 954092 h 1102854"/>
                    <a:gd name="connsiteX6" fmla="*/ 698925 w 1125643"/>
                    <a:gd name="connsiteY6" fmla="*/ 1044623 h 1102854"/>
                    <a:gd name="connsiteX7" fmla="*/ 798514 w 1125643"/>
                    <a:gd name="connsiteY7" fmla="*/ 639679 h 1102854"/>
                    <a:gd name="connsiteX8" fmla="*/ 909450 w 1125643"/>
                    <a:gd name="connsiteY8" fmla="*/ 13140 h 1102854"/>
                    <a:gd name="connsiteX9" fmla="*/ 975993 w 1125643"/>
                    <a:gd name="connsiteY9" fmla="*/ 352 h 1102854"/>
                    <a:gd name="connsiteX10" fmla="*/ 1098564 w 1125643"/>
                    <a:gd name="connsiteY10" fmla="*/ 11400 h 1102854"/>
                    <a:gd name="connsiteX11" fmla="*/ 1123336 w 1125643"/>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798514 w 1125644"/>
                    <a:gd name="connsiteY7" fmla="*/ 639679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14817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798514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01774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41311 w 1125644"/>
                    <a:gd name="connsiteY6" fmla="*/ 1057393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5872 w 1125644"/>
                    <a:gd name="connsiteY5" fmla="*/ 1005176 h 1102854"/>
                    <a:gd name="connsiteX6" fmla="*/ 741311 w 1125644"/>
                    <a:gd name="connsiteY6" fmla="*/ 1057393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214285"/>
                    <a:gd name="connsiteY0" fmla="*/ 1102854 h 1102854"/>
                    <a:gd name="connsiteX1" fmla="*/ 87016 w 1214285"/>
                    <a:gd name="connsiteY1" fmla="*/ 404877 h 1102854"/>
                    <a:gd name="connsiteX2" fmla="*/ 173426 w 1214285"/>
                    <a:gd name="connsiteY2" fmla="*/ 55884 h 1102854"/>
                    <a:gd name="connsiteX3" fmla="*/ 360057 w 1214285"/>
                    <a:gd name="connsiteY3" fmla="*/ 24554 h 1102854"/>
                    <a:gd name="connsiteX4" fmla="*/ 438540 w 1214285"/>
                    <a:gd name="connsiteY4" fmla="*/ 278083 h 1102854"/>
                    <a:gd name="connsiteX5" fmla="*/ 555872 w 1214285"/>
                    <a:gd name="connsiteY5" fmla="*/ 1005176 h 1102854"/>
                    <a:gd name="connsiteX6" fmla="*/ 741311 w 1214285"/>
                    <a:gd name="connsiteY6" fmla="*/ 1057393 h 1102854"/>
                    <a:gd name="connsiteX7" fmla="*/ 824598 w 1214285"/>
                    <a:gd name="connsiteY7" fmla="*/ 639680 h 1102854"/>
                    <a:gd name="connsiteX8" fmla="*/ 909450 w 1214285"/>
                    <a:gd name="connsiteY8" fmla="*/ 13140 h 1102854"/>
                    <a:gd name="connsiteX9" fmla="*/ 975993 w 1214285"/>
                    <a:gd name="connsiteY9" fmla="*/ 352 h 1102854"/>
                    <a:gd name="connsiteX10" fmla="*/ 1098564 w 1214285"/>
                    <a:gd name="connsiteY10" fmla="*/ 11400 h 1102854"/>
                    <a:gd name="connsiteX11" fmla="*/ 1213843 w 1214285"/>
                    <a:gd name="connsiteY11" fmla="*/ 239331 h 1102854"/>
                    <a:gd name="connsiteX0" fmla="*/ 0 w 1214318"/>
                    <a:gd name="connsiteY0" fmla="*/ 1102854 h 1102854"/>
                    <a:gd name="connsiteX1" fmla="*/ 87016 w 1214318"/>
                    <a:gd name="connsiteY1" fmla="*/ 404877 h 1102854"/>
                    <a:gd name="connsiteX2" fmla="*/ 173426 w 1214318"/>
                    <a:gd name="connsiteY2" fmla="*/ 55884 h 1102854"/>
                    <a:gd name="connsiteX3" fmla="*/ 360057 w 1214318"/>
                    <a:gd name="connsiteY3" fmla="*/ 24554 h 1102854"/>
                    <a:gd name="connsiteX4" fmla="*/ 438540 w 1214318"/>
                    <a:gd name="connsiteY4" fmla="*/ 278083 h 1102854"/>
                    <a:gd name="connsiteX5" fmla="*/ 555872 w 1214318"/>
                    <a:gd name="connsiteY5" fmla="*/ 1005176 h 1102854"/>
                    <a:gd name="connsiteX6" fmla="*/ 741311 w 1214318"/>
                    <a:gd name="connsiteY6" fmla="*/ 1057393 h 1102854"/>
                    <a:gd name="connsiteX7" fmla="*/ 824598 w 1214318"/>
                    <a:gd name="connsiteY7" fmla="*/ 639680 h 1102854"/>
                    <a:gd name="connsiteX8" fmla="*/ 909450 w 1214318"/>
                    <a:gd name="connsiteY8" fmla="*/ 13140 h 1102854"/>
                    <a:gd name="connsiteX9" fmla="*/ 975993 w 1214318"/>
                    <a:gd name="connsiteY9" fmla="*/ 352 h 1102854"/>
                    <a:gd name="connsiteX10" fmla="*/ 1106106 w 1214318"/>
                    <a:gd name="connsiteY10" fmla="*/ 11400 h 1102854"/>
                    <a:gd name="connsiteX11" fmla="*/ 1213843 w 1214318"/>
                    <a:gd name="connsiteY11" fmla="*/ 239331 h 1102854"/>
                    <a:gd name="connsiteX0" fmla="*/ 0 w 1214318"/>
                    <a:gd name="connsiteY0" fmla="*/ 1146420 h 1146420"/>
                    <a:gd name="connsiteX1" fmla="*/ 87016 w 1214318"/>
                    <a:gd name="connsiteY1" fmla="*/ 448443 h 1146420"/>
                    <a:gd name="connsiteX2" fmla="*/ 173426 w 1214318"/>
                    <a:gd name="connsiteY2" fmla="*/ 99450 h 1146420"/>
                    <a:gd name="connsiteX3" fmla="*/ 360057 w 1214318"/>
                    <a:gd name="connsiteY3" fmla="*/ 68120 h 1146420"/>
                    <a:gd name="connsiteX4" fmla="*/ 438540 w 1214318"/>
                    <a:gd name="connsiteY4" fmla="*/ 321649 h 1146420"/>
                    <a:gd name="connsiteX5" fmla="*/ 555872 w 1214318"/>
                    <a:gd name="connsiteY5" fmla="*/ 1048742 h 1146420"/>
                    <a:gd name="connsiteX6" fmla="*/ 741311 w 1214318"/>
                    <a:gd name="connsiteY6" fmla="*/ 1100959 h 1146420"/>
                    <a:gd name="connsiteX7" fmla="*/ 824598 w 1214318"/>
                    <a:gd name="connsiteY7" fmla="*/ 683246 h 1146420"/>
                    <a:gd name="connsiteX8" fmla="*/ 909450 w 1214318"/>
                    <a:gd name="connsiteY8" fmla="*/ 56706 h 1146420"/>
                    <a:gd name="connsiteX9" fmla="*/ 1106106 w 1214318"/>
                    <a:gd name="connsiteY9" fmla="*/ 54966 h 1146420"/>
                    <a:gd name="connsiteX10" fmla="*/ 1213843 w 1214318"/>
                    <a:gd name="connsiteY10" fmla="*/ 282897 h 1146420"/>
                    <a:gd name="connsiteX0" fmla="*/ 0 w 1214318"/>
                    <a:gd name="connsiteY0" fmla="*/ 1146420 h 1146420"/>
                    <a:gd name="connsiteX1" fmla="*/ 87016 w 1214318"/>
                    <a:gd name="connsiteY1" fmla="*/ 448443 h 1146420"/>
                    <a:gd name="connsiteX2" fmla="*/ 173426 w 1214318"/>
                    <a:gd name="connsiteY2" fmla="*/ 99450 h 1146420"/>
                    <a:gd name="connsiteX3" fmla="*/ 360057 w 1214318"/>
                    <a:gd name="connsiteY3" fmla="*/ 68120 h 1146420"/>
                    <a:gd name="connsiteX4" fmla="*/ 438540 w 1214318"/>
                    <a:gd name="connsiteY4" fmla="*/ 321649 h 1146420"/>
                    <a:gd name="connsiteX5" fmla="*/ 555872 w 1214318"/>
                    <a:gd name="connsiteY5" fmla="*/ 1048742 h 1146420"/>
                    <a:gd name="connsiteX6" fmla="*/ 741311 w 1214318"/>
                    <a:gd name="connsiteY6" fmla="*/ 1100959 h 1146420"/>
                    <a:gd name="connsiteX7" fmla="*/ 824598 w 1214318"/>
                    <a:gd name="connsiteY7" fmla="*/ 683246 h 1146420"/>
                    <a:gd name="connsiteX8" fmla="*/ 909450 w 1214318"/>
                    <a:gd name="connsiteY8" fmla="*/ 56706 h 1146420"/>
                    <a:gd name="connsiteX9" fmla="*/ 1106106 w 1214318"/>
                    <a:gd name="connsiteY9" fmla="*/ 54966 h 1146420"/>
                    <a:gd name="connsiteX10" fmla="*/ 1213843 w 1214318"/>
                    <a:gd name="connsiteY10" fmla="*/ 437996 h 1146420"/>
                    <a:gd name="connsiteX0" fmla="*/ 0 w 1214376"/>
                    <a:gd name="connsiteY0" fmla="*/ 1152102 h 1152102"/>
                    <a:gd name="connsiteX1" fmla="*/ 87016 w 1214376"/>
                    <a:gd name="connsiteY1" fmla="*/ 454125 h 1152102"/>
                    <a:gd name="connsiteX2" fmla="*/ 173426 w 1214376"/>
                    <a:gd name="connsiteY2" fmla="*/ 105132 h 1152102"/>
                    <a:gd name="connsiteX3" fmla="*/ 360057 w 1214376"/>
                    <a:gd name="connsiteY3" fmla="*/ 73802 h 1152102"/>
                    <a:gd name="connsiteX4" fmla="*/ 438540 w 1214376"/>
                    <a:gd name="connsiteY4" fmla="*/ 327331 h 1152102"/>
                    <a:gd name="connsiteX5" fmla="*/ 555872 w 1214376"/>
                    <a:gd name="connsiteY5" fmla="*/ 1054424 h 1152102"/>
                    <a:gd name="connsiteX6" fmla="*/ 741311 w 1214376"/>
                    <a:gd name="connsiteY6" fmla="*/ 1106641 h 1152102"/>
                    <a:gd name="connsiteX7" fmla="*/ 824598 w 1214376"/>
                    <a:gd name="connsiteY7" fmla="*/ 688928 h 1152102"/>
                    <a:gd name="connsiteX8" fmla="*/ 909450 w 1214376"/>
                    <a:gd name="connsiteY8" fmla="*/ 62388 h 1152102"/>
                    <a:gd name="connsiteX9" fmla="*/ 1117420 w 1214376"/>
                    <a:gd name="connsiteY9" fmla="*/ 45874 h 1152102"/>
                    <a:gd name="connsiteX10" fmla="*/ 1213843 w 1214376"/>
                    <a:gd name="connsiteY10" fmla="*/ 443678 h 1152102"/>
                    <a:gd name="connsiteX0" fmla="*/ 0 w 1214451"/>
                    <a:gd name="connsiteY0" fmla="*/ 1155304 h 1155304"/>
                    <a:gd name="connsiteX1" fmla="*/ 87016 w 1214451"/>
                    <a:gd name="connsiteY1" fmla="*/ 457327 h 1155304"/>
                    <a:gd name="connsiteX2" fmla="*/ 173426 w 1214451"/>
                    <a:gd name="connsiteY2" fmla="*/ 108334 h 1155304"/>
                    <a:gd name="connsiteX3" fmla="*/ 360057 w 1214451"/>
                    <a:gd name="connsiteY3" fmla="*/ 77004 h 1155304"/>
                    <a:gd name="connsiteX4" fmla="*/ 438540 w 1214451"/>
                    <a:gd name="connsiteY4" fmla="*/ 330533 h 1155304"/>
                    <a:gd name="connsiteX5" fmla="*/ 555872 w 1214451"/>
                    <a:gd name="connsiteY5" fmla="*/ 1057626 h 1155304"/>
                    <a:gd name="connsiteX6" fmla="*/ 741311 w 1214451"/>
                    <a:gd name="connsiteY6" fmla="*/ 1109843 h 1155304"/>
                    <a:gd name="connsiteX7" fmla="*/ 824598 w 1214451"/>
                    <a:gd name="connsiteY7" fmla="*/ 692130 h 1155304"/>
                    <a:gd name="connsiteX8" fmla="*/ 909450 w 1214451"/>
                    <a:gd name="connsiteY8" fmla="*/ 65590 h 1155304"/>
                    <a:gd name="connsiteX9" fmla="*/ 1128733 w 1214451"/>
                    <a:gd name="connsiteY9" fmla="*/ 41691 h 1155304"/>
                    <a:gd name="connsiteX10" fmla="*/ 1213843 w 1214451"/>
                    <a:gd name="connsiteY10" fmla="*/ 446880 h 1155304"/>
                    <a:gd name="connsiteX0" fmla="*/ 0 w 1206971"/>
                    <a:gd name="connsiteY0" fmla="*/ 1155304 h 1155304"/>
                    <a:gd name="connsiteX1" fmla="*/ 87016 w 1206971"/>
                    <a:gd name="connsiteY1" fmla="*/ 457327 h 1155304"/>
                    <a:gd name="connsiteX2" fmla="*/ 173426 w 1206971"/>
                    <a:gd name="connsiteY2" fmla="*/ 108334 h 1155304"/>
                    <a:gd name="connsiteX3" fmla="*/ 360057 w 1206971"/>
                    <a:gd name="connsiteY3" fmla="*/ 77004 h 1155304"/>
                    <a:gd name="connsiteX4" fmla="*/ 438540 w 1206971"/>
                    <a:gd name="connsiteY4" fmla="*/ 330533 h 1155304"/>
                    <a:gd name="connsiteX5" fmla="*/ 555872 w 1206971"/>
                    <a:gd name="connsiteY5" fmla="*/ 1057626 h 1155304"/>
                    <a:gd name="connsiteX6" fmla="*/ 741311 w 1206971"/>
                    <a:gd name="connsiteY6" fmla="*/ 1109843 h 1155304"/>
                    <a:gd name="connsiteX7" fmla="*/ 824598 w 1206971"/>
                    <a:gd name="connsiteY7" fmla="*/ 692130 h 1155304"/>
                    <a:gd name="connsiteX8" fmla="*/ 909450 w 1206971"/>
                    <a:gd name="connsiteY8" fmla="*/ 65590 h 1155304"/>
                    <a:gd name="connsiteX9" fmla="*/ 1128733 w 1206971"/>
                    <a:gd name="connsiteY9" fmla="*/ 41691 h 1155304"/>
                    <a:gd name="connsiteX10" fmla="*/ 1206300 w 1206971"/>
                    <a:gd name="connsiteY10" fmla="*/ 483809 h 1155304"/>
                    <a:gd name="connsiteX0" fmla="*/ 0 w 1207093"/>
                    <a:gd name="connsiteY0" fmla="*/ 1158774 h 1158774"/>
                    <a:gd name="connsiteX1" fmla="*/ 87016 w 1207093"/>
                    <a:gd name="connsiteY1" fmla="*/ 460797 h 1158774"/>
                    <a:gd name="connsiteX2" fmla="*/ 173426 w 1207093"/>
                    <a:gd name="connsiteY2" fmla="*/ 111804 h 1158774"/>
                    <a:gd name="connsiteX3" fmla="*/ 360057 w 1207093"/>
                    <a:gd name="connsiteY3" fmla="*/ 80474 h 1158774"/>
                    <a:gd name="connsiteX4" fmla="*/ 438540 w 1207093"/>
                    <a:gd name="connsiteY4" fmla="*/ 334003 h 1158774"/>
                    <a:gd name="connsiteX5" fmla="*/ 555872 w 1207093"/>
                    <a:gd name="connsiteY5" fmla="*/ 1061096 h 1158774"/>
                    <a:gd name="connsiteX6" fmla="*/ 741311 w 1207093"/>
                    <a:gd name="connsiteY6" fmla="*/ 1113313 h 1158774"/>
                    <a:gd name="connsiteX7" fmla="*/ 824598 w 1207093"/>
                    <a:gd name="connsiteY7" fmla="*/ 695600 h 1158774"/>
                    <a:gd name="connsiteX8" fmla="*/ 909450 w 1207093"/>
                    <a:gd name="connsiteY8" fmla="*/ 69060 h 1158774"/>
                    <a:gd name="connsiteX9" fmla="*/ 1140047 w 1207093"/>
                    <a:gd name="connsiteY9" fmla="*/ 37776 h 1158774"/>
                    <a:gd name="connsiteX10" fmla="*/ 1206300 w 1207093"/>
                    <a:gd name="connsiteY10" fmla="*/ 487279 h 1158774"/>
                    <a:gd name="connsiteX0" fmla="*/ 0 w 1207093"/>
                    <a:gd name="connsiteY0" fmla="*/ 1191323 h 1191323"/>
                    <a:gd name="connsiteX1" fmla="*/ 87016 w 1207093"/>
                    <a:gd name="connsiteY1" fmla="*/ 493346 h 1191323"/>
                    <a:gd name="connsiteX2" fmla="*/ 173426 w 1207093"/>
                    <a:gd name="connsiteY2" fmla="*/ 144353 h 1191323"/>
                    <a:gd name="connsiteX3" fmla="*/ 354122 w 1207093"/>
                    <a:gd name="connsiteY3" fmla="*/ 8433 h 1191323"/>
                    <a:gd name="connsiteX4" fmla="*/ 438540 w 1207093"/>
                    <a:gd name="connsiteY4" fmla="*/ 366552 h 1191323"/>
                    <a:gd name="connsiteX5" fmla="*/ 555872 w 1207093"/>
                    <a:gd name="connsiteY5" fmla="*/ 1093645 h 1191323"/>
                    <a:gd name="connsiteX6" fmla="*/ 741311 w 1207093"/>
                    <a:gd name="connsiteY6" fmla="*/ 1145862 h 1191323"/>
                    <a:gd name="connsiteX7" fmla="*/ 824598 w 1207093"/>
                    <a:gd name="connsiteY7" fmla="*/ 728149 h 1191323"/>
                    <a:gd name="connsiteX8" fmla="*/ 909450 w 1207093"/>
                    <a:gd name="connsiteY8" fmla="*/ 101609 h 1191323"/>
                    <a:gd name="connsiteX9" fmla="*/ 1140047 w 1207093"/>
                    <a:gd name="connsiteY9" fmla="*/ 70325 h 1191323"/>
                    <a:gd name="connsiteX10" fmla="*/ 1206300 w 1207093"/>
                    <a:gd name="connsiteY10" fmla="*/ 519828 h 1191323"/>
                    <a:gd name="connsiteX0" fmla="*/ 0 w 1207093"/>
                    <a:gd name="connsiteY0" fmla="*/ 1195922 h 1195922"/>
                    <a:gd name="connsiteX1" fmla="*/ 87016 w 1207093"/>
                    <a:gd name="connsiteY1" fmla="*/ 497945 h 1195922"/>
                    <a:gd name="connsiteX2" fmla="*/ 161559 w 1207093"/>
                    <a:gd name="connsiteY2" fmla="*/ 102470 h 1195922"/>
                    <a:gd name="connsiteX3" fmla="*/ 354122 w 1207093"/>
                    <a:gd name="connsiteY3" fmla="*/ 13032 h 1195922"/>
                    <a:gd name="connsiteX4" fmla="*/ 438540 w 1207093"/>
                    <a:gd name="connsiteY4" fmla="*/ 371151 h 1195922"/>
                    <a:gd name="connsiteX5" fmla="*/ 555872 w 1207093"/>
                    <a:gd name="connsiteY5" fmla="*/ 1098244 h 1195922"/>
                    <a:gd name="connsiteX6" fmla="*/ 741311 w 1207093"/>
                    <a:gd name="connsiteY6" fmla="*/ 1150461 h 1195922"/>
                    <a:gd name="connsiteX7" fmla="*/ 824598 w 1207093"/>
                    <a:gd name="connsiteY7" fmla="*/ 732748 h 1195922"/>
                    <a:gd name="connsiteX8" fmla="*/ 909450 w 1207093"/>
                    <a:gd name="connsiteY8" fmla="*/ 106208 h 1195922"/>
                    <a:gd name="connsiteX9" fmla="*/ 1140047 w 1207093"/>
                    <a:gd name="connsiteY9" fmla="*/ 74924 h 1195922"/>
                    <a:gd name="connsiteX10" fmla="*/ 1206300 w 1207093"/>
                    <a:gd name="connsiteY10" fmla="*/ 524427 h 1195922"/>
                    <a:gd name="connsiteX0" fmla="*/ 0 w 1207093"/>
                    <a:gd name="connsiteY0" fmla="*/ 1207053 h 1207053"/>
                    <a:gd name="connsiteX1" fmla="*/ 87016 w 1207093"/>
                    <a:gd name="connsiteY1" fmla="*/ 509076 h 1207053"/>
                    <a:gd name="connsiteX2" fmla="*/ 155624 w 1207093"/>
                    <a:gd name="connsiteY2" fmla="*/ 67115 h 1207053"/>
                    <a:gd name="connsiteX3" fmla="*/ 354122 w 1207093"/>
                    <a:gd name="connsiteY3" fmla="*/ 24163 h 1207053"/>
                    <a:gd name="connsiteX4" fmla="*/ 438540 w 1207093"/>
                    <a:gd name="connsiteY4" fmla="*/ 382282 h 1207053"/>
                    <a:gd name="connsiteX5" fmla="*/ 555872 w 1207093"/>
                    <a:gd name="connsiteY5" fmla="*/ 1109375 h 1207053"/>
                    <a:gd name="connsiteX6" fmla="*/ 741311 w 1207093"/>
                    <a:gd name="connsiteY6" fmla="*/ 1161592 h 1207053"/>
                    <a:gd name="connsiteX7" fmla="*/ 824598 w 1207093"/>
                    <a:gd name="connsiteY7" fmla="*/ 743879 h 1207053"/>
                    <a:gd name="connsiteX8" fmla="*/ 909450 w 1207093"/>
                    <a:gd name="connsiteY8" fmla="*/ 117339 h 1207053"/>
                    <a:gd name="connsiteX9" fmla="*/ 1140047 w 1207093"/>
                    <a:gd name="connsiteY9" fmla="*/ 86055 h 1207053"/>
                    <a:gd name="connsiteX10" fmla="*/ 1206300 w 1207093"/>
                    <a:gd name="connsiteY10" fmla="*/ 535558 h 1207053"/>
                    <a:gd name="connsiteX0" fmla="*/ 0 w 1207093"/>
                    <a:gd name="connsiteY0" fmla="*/ 1207053 h 1207053"/>
                    <a:gd name="connsiteX1" fmla="*/ 81082 w 1207093"/>
                    <a:gd name="connsiteY1" fmla="*/ 509075 h 1207053"/>
                    <a:gd name="connsiteX2" fmla="*/ 155624 w 1207093"/>
                    <a:gd name="connsiteY2" fmla="*/ 67115 h 1207053"/>
                    <a:gd name="connsiteX3" fmla="*/ 354122 w 1207093"/>
                    <a:gd name="connsiteY3" fmla="*/ 24163 h 1207053"/>
                    <a:gd name="connsiteX4" fmla="*/ 438540 w 1207093"/>
                    <a:gd name="connsiteY4" fmla="*/ 382282 h 1207053"/>
                    <a:gd name="connsiteX5" fmla="*/ 555872 w 1207093"/>
                    <a:gd name="connsiteY5" fmla="*/ 1109375 h 1207053"/>
                    <a:gd name="connsiteX6" fmla="*/ 741311 w 1207093"/>
                    <a:gd name="connsiteY6" fmla="*/ 1161592 h 1207053"/>
                    <a:gd name="connsiteX7" fmla="*/ 824598 w 1207093"/>
                    <a:gd name="connsiteY7" fmla="*/ 743879 h 1207053"/>
                    <a:gd name="connsiteX8" fmla="*/ 909450 w 1207093"/>
                    <a:gd name="connsiteY8" fmla="*/ 117339 h 1207053"/>
                    <a:gd name="connsiteX9" fmla="*/ 1140047 w 1207093"/>
                    <a:gd name="connsiteY9" fmla="*/ 86055 h 1207053"/>
                    <a:gd name="connsiteX10" fmla="*/ 1206300 w 1207093"/>
                    <a:gd name="connsiteY10" fmla="*/ 535558 h 120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07093" h="1207053">
                      <a:moveTo>
                        <a:pt x="0" y="1207053"/>
                      </a:moveTo>
                      <a:cubicBezTo>
                        <a:pt x="24709" y="1049650"/>
                        <a:pt x="55145" y="699065"/>
                        <a:pt x="81082" y="509075"/>
                      </a:cubicBezTo>
                      <a:cubicBezTo>
                        <a:pt x="107019" y="319085"/>
                        <a:pt x="110117" y="147934"/>
                        <a:pt x="155624" y="67115"/>
                      </a:cubicBezTo>
                      <a:cubicBezTo>
                        <a:pt x="201131" y="-13704"/>
                        <a:pt x="309936" y="-12870"/>
                        <a:pt x="354122" y="24163"/>
                      </a:cubicBezTo>
                      <a:cubicBezTo>
                        <a:pt x="380448" y="71009"/>
                        <a:pt x="405361" y="227359"/>
                        <a:pt x="438540" y="382282"/>
                      </a:cubicBezTo>
                      <a:lnTo>
                        <a:pt x="555872" y="1109375"/>
                      </a:lnTo>
                      <a:cubicBezTo>
                        <a:pt x="578676" y="1232428"/>
                        <a:pt x="729076" y="1202554"/>
                        <a:pt x="741311" y="1161592"/>
                      </a:cubicBezTo>
                      <a:cubicBezTo>
                        <a:pt x="781208" y="1109190"/>
                        <a:pt x="801783" y="938629"/>
                        <a:pt x="824598" y="743879"/>
                      </a:cubicBezTo>
                      <a:cubicBezTo>
                        <a:pt x="868846" y="569973"/>
                        <a:pt x="874111" y="247773"/>
                        <a:pt x="909450" y="117339"/>
                      </a:cubicBezTo>
                      <a:cubicBezTo>
                        <a:pt x="956368" y="12626"/>
                        <a:pt x="1089315" y="48357"/>
                        <a:pt x="1140047" y="86055"/>
                      </a:cubicBezTo>
                      <a:cubicBezTo>
                        <a:pt x="1158627" y="87407"/>
                        <a:pt x="1214374" y="536261"/>
                        <a:pt x="1206300" y="535558"/>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59" name="Freeform 259">
                  <a:extLst>
                    <a:ext uri="{FF2B5EF4-FFF2-40B4-BE49-F238E27FC236}">
                      <a16:creationId xmlns:a16="http://schemas.microsoft.com/office/drawing/2014/main" id="{D269676F-B5B3-19FB-A534-9B653AA0343C}"/>
                    </a:ext>
                  </a:extLst>
                </p:cNvPr>
                <p:cNvSpPr/>
                <p:nvPr/>
              </p:nvSpPr>
              <p:spPr>
                <a:xfrm rot="10800000">
                  <a:off x="4445934" y="3147495"/>
                  <a:ext cx="727111" cy="410774"/>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56857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49714 w 1047232"/>
                    <a:gd name="connsiteY7" fmla="*/ 941210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35426 w 1047232"/>
                    <a:gd name="connsiteY7" fmla="*/ 94879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2212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6850 w 1047232"/>
                    <a:gd name="connsiteY7" fmla="*/ 98292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590181 w 1047232"/>
                    <a:gd name="connsiteY7" fmla="*/ 990513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4468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816284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81269"/>
                    <a:gd name="connsiteX1" fmla="*/ 144493 w 1047232"/>
                    <a:gd name="connsiteY1" fmla="*/ 417980 h 1081269"/>
                    <a:gd name="connsiteX2" fmla="*/ 247569 w 1047232"/>
                    <a:gd name="connsiteY2" fmla="*/ 84154 h 1081269"/>
                    <a:gd name="connsiteX3" fmla="*/ 347582 w 1047232"/>
                    <a:gd name="connsiteY3" fmla="*/ 10109 h 1081269"/>
                    <a:gd name="connsiteX4" fmla="*/ 434202 w 1047232"/>
                    <a:gd name="connsiteY4" fmla="*/ 33863 h 1081269"/>
                    <a:gd name="connsiteX5" fmla="*/ 485652 w 1047232"/>
                    <a:gd name="connsiteY5" fmla="*/ 111888 h 1081269"/>
                    <a:gd name="connsiteX6" fmla="*/ 526974 w 1047232"/>
                    <a:gd name="connsiteY6" fmla="*/ 298770 h 1081269"/>
                    <a:gd name="connsiteX7" fmla="*/ 597324 w 1047232"/>
                    <a:gd name="connsiteY7" fmla="*/ 1009475 h 1081269"/>
                    <a:gd name="connsiteX8" fmla="*/ 816284 w 1047232"/>
                    <a:gd name="connsiteY8" fmla="*/ 1057723 h 1081269"/>
                    <a:gd name="connsiteX9" fmla="*/ 879717 w 1047232"/>
                    <a:gd name="connsiteY9" fmla="*/ 892654 h 1081269"/>
                    <a:gd name="connsiteX10" fmla="*/ 1047232 w 1047232"/>
                    <a:gd name="connsiteY10" fmla="*/ 0 h 1081269"/>
                    <a:gd name="connsiteX0" fmla="*/ 0 w 1047232"/>
                    <a:gd name="connsiteY0" fmla="*/ 1078033 h 1090524"/>
                    <a:gd name="connsiteX1" fmla="*/ 144493 w 1047232"/>
                    <a:gd name="connsiteY1" fmla="*/ 417980 h 1090524"/>
                    <a:gd name="connsiteX2" fmla="*/ 247569 w 1047232"/>
                    <a:gd name="connsiteY2" fmla="*/ 84154 h 1090524"/>
                    <a:gd name="connsiteX3" fmla="*/ 347582 w 1047232"/>
                    <a:gd name="connsiteY3" fmla="*/ 10109 h 1090524"/>
                    <a:gd name="connsiteX4" fmla="*/ 434202 w 1047232"/>
                    <a:gd name="connsiteY4" fmla="*/ 33863 h 1090524"/>
                    <a:gd name="connsiteX5" fmla="*/ 485652 w 1047232"/>
                    <a:gd name="connsiteY5" fmla="*/ 111888 h 1090524"/>
                    <a:gd name="connsiteX6" fmla="*/ 526974 w 1047232"/>
                    <a:gd name="connsiteY6" fmla="*/ 298770 h 1090524"/>
                    <a:gd name="connsiteX7" fmla="*/ 597324 w 1047232"/>
                    <a:gd name="connsiteY7" fmla="*/ 1009475 h 1090524"/>
                    <a:gd name="connsiteX8" fmla="*/ 821046 w 1047232"/>
                    <a:gd name="connsiteY8" fmla="*/ 1076687 h 1090524"/>
                    <a:gd name="connsiteX9" fmla="*/ 879717 w 1047232"/>
                    <a:gd name="connsiteY9" fmla="*/ 892654 h 1090524"/>
                    <a:gd name="connsiteX10" fmla="*/ 1047232 w 1047232"/>
                    <a:gd name="connsiteY10" fmla="*/ 0 h 1090524"/>
                    <a:gd name="connsiteX0" fmla="*/ 0 w 1047232"/>
                    <a:gd name="connsiteY0" fmla="*/ 1078033 h 1098229"/>
                    <a:gd name="connsiteX1" fmla="*/ 144493 w 1047232"/>
                    <a:gd name="connsiteY1" fmla="*/ 417980 h 1098229"/>
                    <a:gd name="connsiteX2" fmla="*/ 247569 w 1047232"/>
                    <a:gd name="connsiteY2" fmla="*/ 84154 h 1098229"/>
                    <a:gd name="connsiteX3" fmla="*/ 347582 w 1047232"/>
                    <a:gd name="connsiteY3" fmla="*/ 10109 h 1098229"/>
                    <a:gd name="connsiteX4" fmla="*/ 434202 w 1047232"/>
                    <a:gd name="connsiteY4" fmla="*/ 33863 h 1098229"/>
                    <a:gd name="connsiteX5" fmla="*/ 485652 w 1047232"/>
                    <a:gd name="connsiteY5" fmla="*/ 111888 h 1098229"/>
                    <a:gd name="connsiteX6" fmla="*/ 526974 w 1047232"/>
                    <a:gd name="connsiteY6" fmla="*/ 298770 h 1098229"/>
                    <a:gd name="connsiteX7" fmla="*/ 597324 w 1047232"/>
                    <a:gd name="connsiteY7" fmla="*/ 1009475 h 1098229"/>
                    <a:gd name="connsiteX8" fmla="*/ 821046 w 1047232"/>
                    <a:gd name="connsiteY8" fmla="*/ 1076687 h 1098229"/>
                    <a:gd name="connsiteX9" fmla="*/ 879717 w 1047232"/>
                    <a:gd name="connsiteY9" fmla="*/ 892654 h 1098229"/>
                    <a:gd name="connsiteX10" fmla="*/ 1047232 w 1047232"/>
                    <a:gd name="connsiteY10" fmla="*/ 0 h 1098229"/>
                    <a:gd name="connsiteX0" fmla="*/ 0 w 1047232"/>
                    <a:gd name="connsiteY0" fmla="*/ 1078033 h 1102894"/>
                    <a:gd name="connsiteX1" fmla="*/ 144493 w 1047232"/>
                    <a:gd name="connsiteY1" fmla="*/ 417980 h 1102894"/>
                    <a:gd name="connsiteX2" fmla="*/ 247569 w 1047232"/>
                    <a:gd name="connsiteY2" fmla="*/ 84154 h 1102894"/>
                    <a:gd name="connsiteX3" fmla="*/ 347582 w 1047232"/>
                    <a:gd name="connsiteY3" fmla="*/ 10109 h 1102894"/>
                    <a:gd name="connsiteX4" fmla="*/ 434202 w 1047232"/>
                    <a:gd name="connsiteY4" fmla="*/ 33863 h 1102894"/>
                    <a:gd name="connsiteX5" fmla="*/ 485652 w 1047232"/>
                    <a:gd name="connsiteY5" fmla="*/ 111888 h 1102894"/>
                    <a:gd name="connsiteX6" fmla="*/ 526974 w 1047232"/>
                    <a:gd name="connsiteY6" fmla="*/ 298770 h 1102894"/>
                    <a:gd name="connsiteX7" fmla="*/ 597324 w 1047232"/>
                    <a:gd name="connsiteY7" fmla="*/ 1009475 h 1102894"/>
                    <a:gd name="connsiteX8" fmla="*/ 825809 w 1047232"/>
                    <a:gd name="connsiteY8" fmla="*/ 1084272 h 1102894"/>
                    <a:gd name="connsiteX9" fmla="*/ 879717 w 1047232"/>
                    <a:gd name="connsiteY9" fmla="*/ 892654 h 1102894"/>
                    <a:gd name="connsiteX10" fmla="*/ 1047232 w 1047232"/>
                    <a:gd name="connsiteY10" fmla="*/ 0 h 1102894"/>
                    <a:gd name="connsiteX0" fmla="*/ 0 w 1047232"/>
                    <a:gd name="connsiteY0" fmla="*/ 1078033 h 1118575"/>
                    <a:gd name="connsiteX1" fmla="*/ 144493 w 1047232"/>
                    <a:gd name="connsiteY1" fmla="*/ 417980 h 1118575"/>
                    <a:gd name="connsiteX2" fmla="*/ 247569 w 1047232"/>
                    <a:gd name="connsiteY2" fmla="*/ 84154 h 1118575"/>
                    <a:gd name="connsiteX3" fmla="*/ 347582 w 1047232"/>
                    <a:gd name="connsiteY3" fmla="*/ 10109 h 1118575"/>
                    <a:gd name="connsiteX4" fmla="*/ 434202 w 1047232"/>
                    <a:gd name="connsiteY4" fmla="*/ 33863 h 1118575"/>
                    <a:gd name="connsiteX5" fmla="*/ 485652 w 1047232"/>
                    <a:gd name="connsiteY5" fmla="*/ 111888 h 1118575"/>
                    <a:gd name="connsiteX6" fmla="*/ 526974 w 1047232"/>
                    <a:gd name="connsiteY6" fmla="*/ 298770 h 1118575"/>
                    <a:gd name="connsiteX7" fmla="*/ 587799 w 1047232"/>
                    <a:gd name="connsiteY7" fmla="*/ 1043607 h 1118575"/>
                    <a:gd name="connsiteX8" fmla="*/ 825809 w 1047232"/>
                    <a:gd name="connsiteY8" fmla="*/ 1084272 h 1118575"/>
                    <a:gd name="connsiteX9" fmla="*/ 879717 w 1047232"/>
                    <a:gd name="connsiteY9" fmla="*/ 892654 h 1118575"/>
                    <a:gd name="connsiteX10" fmla="*/ 1047232 w 1047232"/>
                    <a:gd name="connsiteY10" fmla="*/ 0 h 1118575"/>
                    <a:gd name="connsiteX0" fmla="*/ 0 w 1047232"/>
                    <a:gd name="connsiteY0" fmla="*/ 1078033 h 1115281"/>
                    <a:gd name="connsiteX1" fmla="*/ 144493 w 1047232"/>
                    <a:gd name="connsiteY1" fmla="*/ 417980 h 1115281"/>
                    <a:gd name="connsiteX2" fmla="*/ 247569 w 1047232"/>
                    <a:gd name="connsiteY2" fmla="*/ 84154 h 1115281"/>
                    <a:gd name="connsiteX3" fmla="*/ 347582 w 1047232"/>
                    <a:gd name="connsiteY3" fmla="*/ 10109 h 1115281"/>
                    <a:gd name="connsiteX4" fmla="*/ 434202 w 1047232"/>
                    <a:gd name="connsiteY4" fmla="*/ 33863 h 1115281"/>
                    <a:gd name="connsiteX5" fmla="*/ 485652 w 1047232"/>
                    <a:gd name="connsiteY5" fmla="*/ 111888 h 1115281"/>
                    <a:gd name="connsiteX6" fmla="*/ 526974 w 1047232"/>
                    <a:gd name="connsiteY6" fmla="*/ 298770 h 1115281"/>
                    <a:gd name="connsiteX7" fmla="*/ 587799 w 1047232"/>
                    <a:gd name="connsiteY7" fmla="*/ 1043607 h 1115281"/>
                    <a:gd name="connsiteX8" fmla="*/ 818666 w 1047232"/>
                    <a:gd name="connsiteY8" fmla="*/ 1076686 h 1115281"/>
                    <a:gd name="connsiteX9" fmla="*/ 879717 w 1047232"/>
                    <a:gd name="connsiteY9" fmla="*/ 892654 h 1115281"/>
                    <a:gd name="connsiteX10" fmla="*/ 1047232 w 1047232"/>
                    <a:gd name="connsiteY10" fmla="*/ 0 h 1115281"/>
                    <a:gd name="connsiteX0" fmla="*/ 0 w 1047232"/>
                    <a:gd name="connsiteY0" fmla="*/ 1078033 h 1103237"/>
                    <a:gd name="connsiteX1" fmla="*/ 144493 w 1047232"/>
                    <a:gd name="connsiteY1" fmla="*/ 417980 h 1103237"/>
                    <a:gd name="connsiteX2" fmla="*/ 247569 w 1047232"/>
                    <a:gd name="connsiteY2" fmla="*/ 84154 h 1103237"/>
                    <a:gd name="connsiteX3" fmla="*/ 347582 w 1047232"/>
                    <a:gd name="connsiteY3" fmla="*/ 10109 h 1103237"/>
                    <a:gd name="connsiteX4" fmla="*/ 434202 w 1047232"/>
                    <a:gd name="connsiteY4" fmla="*/ 33863 h 1103237"/>
                    <a:gd name="connsiteX5" fmla="*/ 485652 w 1047232"/>
                    <a:gd name="connsiteY5" fmla="*/ 111888 h 1103237"/>
                    <a:gd name="connsiteX6" fmla="*/ 526974 w 1047232"/>
                    <a:gd name="connsiteY6" fmla="*/ 298770 h 1103237"/>
                    <a:gd name="connsiteX7" fmla="*/ 597324 w 1047232"/>
                    <a:gd name="connsiteY7" fmla="*/ 1020852 h 1103237"/>
                    <a:gd name="connsiteX8" fmla="*/ 818666 w 1047232"/>
                    <a:gd name="connsiteY8" fmla="*/ 1076686 h 1103237"/>
                    <a:gd name="connsiteX9" fmla="*/ 879717 w 1047232"/>
                    <a:gd name="connsiteY9" fmla="*/ 892654 h 1103237"/>
                    <a:gd name="connsiteX10" fmla="*/ 1047232 w 1047232"/>
                    <a:gd name="connsiteY10" fmla="*/ 0 h 1103237"/>
                    <a:gd name="connsiteX0" fmla="*/ 0 w 1047232"/>
                    <a:gd name="connsiteY0" fmla="*/ 1078033 h 1099818"/>
                    <a:gd name="connsiteX1" fmla="*/ 144493 w 1047232"/>
                    <a:gd name="connsiteY1" fmla="*/ 417980 h 1099818"/>
                    <a:gd name="connsiteX2" fmla="*/ 247569 w 1047232"/>
                    <a:gd name="connsiteY2" fmla="*/ 84154 h 1099818"/>
                    <a:gd name="connsiteX3" fmla="*/ 347582 w 1047232"/>
                    <a:gd name="connsiteY3" fmla="*/ 10109 h 1099818"/>
                    <a:gd name="connsiteX4" fmla="*/ 434202 w 1047232"/>
                    <a:gd name="connsiteY4" fmla="*/ 33863 h 1099818"/>
                    <a:gd name="connsiteX5" fmla="*/ 485652 w 1047232"/>
                    <a:gd name="connsiteY5" fmla="*/ 111888 h 1099818"/>
                    <a:gd name="connsiteX6" fmla="*/ 526974 w 1047232"/>
                    <a:gd name="connsiteY6" fmla="*/ 298770 h 1099818"/>
                    <a:gd name="connsiteX7" fmla="*/ 606849 w 1047232"/>
                    <a:gd name="connsiteY7" fmla="*/ 1013267 h 1099818"/>
                    <a:gd name="connsiteX8" fmla="*/ 818666 w 1047232"/>
                    <a:gd name="connsiteY8" fmla="*/ 1076686 h 1099818"/>
                    <a:gd name="connsiteX9" fmla="*/ 879717 w 1047232"/>
                    <a:gd name="connsiteY9" fmla="*/ 892654 h 1099818"/>
                    <a:gd name="connsiteX10" fmla="*/ 1047232 w 1047232"/>
                    <a:gd name="connsiteY10" fmla="*/ 0 h 1099818"/>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26974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19830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1365 w 1047232"/>
                    <a:gd name="connsiteY5" fmla="*/ 111888 h 1090645"/>
                    <a:gd name="connsiteX6" fmla="*/ 519830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71365 w 1047232"/>
                    <a:gd name="connsiteY5" fmla="*/ 111888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75449 w 1047232"/>
                    <a:gd name="connsiteY1" fmla="*/ 436942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75449 w 1047232"/>
                    <a:gd name="connsiteY1" fmla="*/ 436942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18657"/>
                    <a:gd name="connsiteY0" fmla="*/ 1100787 h 1100787"/>
                    <a:gd name="connsiteX1" fmla="*/ 146874 w 1018657"/>
                    <a:gd name="connsiteY1" fmla="*/ 436942 h 1100787"/>
                    <a:gd name="connsiteX2" fmla="*/ 228519 w 1018657"/>
                    <a:gd name="connsiteY2" fmla="*/ 118286 h 1100787"/>
                    <a:gd name="connsiteX3" fmla="*/ 319007 w 1018657"/>
                    <a:gd name="connsiteY3" fmla="*/ 17695 h 1100787"/>
                    <a:gd name="connsiteX4" fmla="*/ 405627 w 1018657"/>
                    <a:gd name="connsiteY4" fmla="*/ 33863 h 1100787"/>
                    <a:gd name="connsiteX5" fmla="*/ 447553 w 1018657"/>
                    <a:gd name="connsiteY5" fmla="*/ 104304 h 1100787"/>
                    <a:gd name="connsiteX6" fmla="*/ 486492 w 1018657"/>
                    <a:gd name="connsiteY6" fmla="*/ 298770 h 1100787"/>
                    <a:gd name="connsiteX7" fmla="*/ 585418 w 1018657"/>
                    <a:gd name="connsiteY7" fmla="*/ 1001888 h 1100787"/>
                    <a:gd name="connsiteX8" fmla="*/ 787710 w 1018657"/>
                    <a:gd name="connsiteY8" fmla="*/ 1069102 h 1100787"/>
                    <a:gd name="connsiteX9" fmla="*/ 851142 w 1018657"/>
                    <a:gd name="connsiteY9" fmla="*/ 892654 h 1100787"/>
                    <a:gd name="connsiteX10" fmla="*/ 1018657 w 1018657"/>
                    <a:gd name="connsiteY10" fmla="*/ 0 h 1100787"/>
                    <a:gd name="connsiteX0" fmla="*/ 0 w 987701"/>
                    <a:gd name="connsiteY0" fmla="*/ 1108371 h 1108371"/>
                    <a:gd name="connsiteX1" fmla="*/ 115918 w 987701"/>
                    <a:gd name="connsiteY1" fmla="*/ 436942 h 1108371"/>
                    <a:gd name="connsiteX2" fmla="*/ 197563 w 987701"/>
                    <a:gd name="connsiteY2" fmla="*/ 118286 h 1108371"/>
                    <a:gd name="connsiteX3" fmla="*/ 288051 w 987701"/>
                    <a:gd name="connsiteY3" fmla="*/ 17695 h 1108371"/>
                    <a:gd name="connsiteX4" fmla="*/ 374671 w 987701"/>
                    <a:gd name="connsiteY4" fmla="*/ 33863 h 1108371"/>
                    <a:gd name="connsiteX5" fmla="*/ 416597 w 987701"/>
                    <a:gd name="connsiteY5" fmla="*/ 104304 h 1108371"/>
                    <a:gd name="connsiteX6" fmla="*/ 455536 w 987701"/>
                    <a:gd name="connsiteY6" fmla="*/ 298770 h 1108371"/>
                    <a:gd name="connsiteX7" fmla="*/ 554462 w 987701"/>
                    <a:gd name="connsiteY7" fmla="*/ 1001888 h 1108371"/>
                    <a:gd name="connsiteX8" fmla="*/ 756754 w 987701"/>
                    <a:gd name="connsiteY8" fmla="*/ 1069102 h 1108371"/>
                    <a:gd name="connsiteX9" fmla="*/ 820186 w 987701"/>
                    <a:gd name="connsiteY9" fmla="*/ 892654 h 1108371"/>
                    <a:gd name="connsiteX10" fmla="*/ 987701 w 987701"/>
                    <a:gd name="connsiteY10" fmla="*/ 0 h 1108371"/>
                    <a:gd name="connsiteX0" fmla="*/ 0 w 973414"/>
                    <a:gd name="connsiteY0" fmla="*/ 1108371 h 1108371"/>
                    <a:gd name="connsiteX1" fmla="*/ 101631 w 973414"/>
                    <a:gd name="connsiteY1" fmla="*/ 436942 h 1108371"/>
                    <a:gd name="connsiteX2" fmla="*/ 183276 w 973414"/>
                    <a:gd name="connsiteY2" fmla="*/ 118286 h 1108371"/>
                    <a:gd name="connsiteX3" fmla="*/ 273764 w 973414"/>
                    <a:gd name="connsiteY3" fmla="*/ 17695 h 1108371"/>
                    <a:gd name="connsiteX4" fmla="*/ 360384 w 973414"/>
                    <a:gd name="connsiteY4" fmla="*/ 33863 h 1108371"/>
                    <a:gd name="connsiteX5" fmla="*/ 402310 w 973414"/>
                    <a:gd name="connsiteY5" fmla="*/ 104304 h 1108371"/>
                    <a:gd name="connsiteX6" fmla="*/ 441249 w 973414"/>
                    <a:gd name="connsiteY6" fmla="*/ 298770 h 1108371"/>
                    <a:gd name="connsiteX7" fmla="*/ 540175 w 973414"/>
                    <a:gd name="connsiteY7" fmla="*/ 1001888 h 1108371"/>
                    <a:gd name="connsiteX8" fmla="*/ 742467 w 973414"/>
                    <a:gd name="connsiteY8" fmla="*/ 1069102 h 1108371"/>
                    <a:gd name="connsiteX9" fmla="*/ 805899 w 973414"/>
                    <a:gd name="connsiteY9" fmla="*/ 892654 h 1108371"/>
                    <a:gd name="connsiteX10" fmla="*/ 973414 w 973414"/>
                    <a:gd name="connsiteY10" fmla="*/ 0 h 1108371"/>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94844"/>
                    <a:gd name="connsiteY0" fmla="*/ 1142503 h 1142503"/>
                    <a:gd name="connsiteX1" fmla="*/ 123061 w 994844"/>
                    <a:gd name="connsiteY1" fmla="*/ 436942 h 1142503"/>
                    <a:gd name="connsiteX2" fmla="*/ 204706 w 994844"/>
                    <a:gd name="connsiteY2" fmla="*/ 118286 h 1142503"/>
                    <a:gd name="connsiteX3" fmla="*/ 295194 w 994844"/>
                    <a:gd name="connsiteY3" fmla="*/ 17695 h 1142503"/>
                    <a:gd name="connsiteX4" fmla="*/ 381814 w 994844"/>
                    <a:gd name="connsiteY4" fmla="*/ 33863 h 1142503"/>
                    <a:gd name="connsiteX5" fmla="*/ 423740 w 994844"/>
                    <a:gd name="connsiteY5" fmla="*/ 104304 h 1142503"/>
                    <a:gd name="connsiteX6" fmla="*/ 462679 w 994844"/>
                    <a:gd name="connsiteY6" fmla="*/ 298770 h 1142503"/>
                    <a:gd name="connsiteX7" fmla="*/ 561605 w 994844"/>
                    <a:gd name="connsiteY7" fmla="*/ 1001888 h 1142503"/>
                    <a:gd name="connsiteX8" fmla="*/ 763897 w 994844"/>
                    <a:gd name="connsiteY8" fmla="*/ 1069102 h 1142503"/>
                    <a:gd name="connsiteX9" fmla="*/ 827329 w 994844"/>
                    <a:gd name="connsiteY9" fmla="*/ 892654 h 1142503"/>
                    <a:gd name="connsiteX10" fmla="*/ 994844 w 994844"/>
                    <a:gd name="connsiteY10" fmla="*/ 0 h 1142503"/>
                    <a:gd name="connsiteX0" fmla="*/ 0 w 1006751"/>
                    <a:gd name="connsiteY0" fmla="*/ 1142503 h 1142503"/>
                    <a:gd name="connsiteX1" fmla="*/ 134968 w 1006751"/>
                    <a:gd name="connsiteY1" fmla="*/ 436942 h 1142503"/>
                    <a:gd name="connsiteX2" fmla="*/ 216613 w 1006751"/>
                    <a:gd name="connsiteY2" fmla="*/ 118286 h 1142503"/>
                    <a:gd name="connsiteX3" fmla="*/ 307101 w 1006751"/>
                    <a:gd name="connsiteY3" fmla="*/ 17695 h 1142503"/>
                    <a:gd name="connsiteX4" fmla="*/ 393721 w 1006751"/>
                    <a:gd name="connsiteY4" fmla="*/ 33863 h 1142503"/>
                    <a:gd name="connsiteX5" fmla="*/ 435647 w 1006751"/>
                    <a:gd name="connsiteY5" fmla="*/ 104304 h 1142503"/>
                    <a:gd name="connsiteX6" fmla="*/ 474586 w 1006751"/>
                    <a:gd name="connsiteY6" fmla="*/ 298770 h 1142503"/>
                    <a:gd name="connsiteX7" fmla="*/ 573512 w 1006751"/>
                    <a:gd name="connsiteY7" fmla="*/ 1001888 h 1142503"/>
                    <a:gd name="connsiteX8" fmla="*/ 775804 w 1006751"/>
                    <a:gd name="connsiteY8" fmla="*/ 1069102 h 1142503"/>
                    <a:gd name="connsiteX9" fmla="*/ 839236 w 1006751"/>
                    <a:gd name="connsiteY9" fmla="*/ 892654 h 1142503"/>
                    <a:gd name="connsiteX10" fmla="*/ 1006751 w 1006751"/>
                    <a:gd name="connsiteY10" fmla="*/ 0 h 1142503"/>
                    <a:gd name="connsiteX0" fmla="*/ 0 w 1016276"/>
                    <a:gd name="connsiteY0" fmla="*/ 1153881 h 1153881"/>
                    <a:gd name="connsiteX1" fmla="*/ 144493 w 1016276"/>
                    <a:gd name="connsiteY1" fmla="*/ 436942 h 1153881"/>
                    <a:gd name="connsiteX2" fmla="*/ 226138 w 1016276"/>
                    <a:gd name="connsiteY2" fmla="*/ 118286 h 1153881"/>
                    <a:gd name="connsiteX3" fmla="*/ 316626 w 1016276"/>
                    <a:gd name="connsiteY3" fmla="*/ 17695 h 1153881"/>
                    <a:gd name="connsiteX4" fmla="*/ 403246 w 1016276"/>
                    <a:gd name="connsiteY4" fmla="*/ 33863 h 1153881"/>
                    <a:gd name="connsiteX5" fmla="*/ 445172 w 1016276"/>
                    <a:gd name="connsiteY5" fmla="*/ 104304 h 1153881"/>
                    <a:gd name="connsiteX6" fmla="*/ 484111 w 1016276"/>
                    <a:gd name="connsiteY6" fmla="*/ 298770 h 1153881"/>
                    <a:gd name="connsiteX7" fmla="*/ 583037 w 1016276"/>
                    <a:gd name="connsiteY7" fmla="*/ 1001888 h 1153881"/>
                    <a:gd name="connsiteX8" fmla="*/ 785329 w 1016276"/>
                    <a:gd name="connsiteY8" fmla="*/ 1069102 h 1153881"/>
                    <a:gd name="connsiteX9" fmla="*/ 848761 w 1016276"/>
                    <a:gd name="connsiteY9" fmla="*/ 892654 h 1153881"/>
                    <a:gd name="connsiteX10" fmla="*/ 1016276 w 1016276"/>
                    <a:gd name="connsiteY10" fmla="*/ 0 h 1153881"/>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11513"/>
                    <a:gd name="connsiteY0" fmla="*/ 1161467 h 1161467"/>
                    <a:gd name="connsiteX1" fmla="*/ 125442 w 1011513"/>
                    <a:gd name="connsiteY1" fmla="*/ 425564 h 1161467"/>
                    <a:gd name="connsiteX2" fmla="*/ 214232 w 1011513"/>
                    <a:gd name="connsiteY2" fmla="*/ 110702 h 1161467"/>
                    <a:gd name="connsiteX3" fmla="*/ 311863 w 1011513"/>
                    <a:gd name="connsiteY3" fmla="*/ 17695 h 1161467"/>
                    <a:gd name="connsiteX4" fmla="*/ 398483 w 1011513"/>
                    <a:gd name="connsiteY4" fmla="*/ 33863 h 1161467"/>
                    <a:gd name="connsiteX5" fmla="*/ 440409 w 1011513"/>
                    <a:gd name="connsiteY5" fmla="*/ 104304 h 1161467"/>
                    <a:gd name="connsiteX6" fmla="*/ 479348 w 1011513"/>
                    <a:gd name="connsiteY6" fmla="*/ 298770 h 1161467"/>
                    <a:gd name="connsiteX7" fmla="*/ 578274 w 1011513"/>
                    <a:gd name="connsiteY7" fmla="*/ 1001888 h 1161467"/>
                    <a:gd name="connsiteX8" fmla="*/ 780566 w 1011513"/>
                    <a:gd name="connsiteY8" fmla="*/ 1069102 h 1161467"/>
                    <a:gd name="connsiteX9" fmla="*/ 843998 w 1011513"/>
                    <a:gd name="connsiteY9" fmla="*/ 892654 h 1161467"/>
                    <a:gd name="connsiteX10" fmla="*/ 1011513 w 1011513"/>
                    <a:gd name="connsiteY10" fmla="*/ 0 h 1161467"/>
                    <a:gd name="connsiteX0" fmla="*/ 0 w 1011513"/>
                    <a:gd name="connsiteY0" fmla="*/ 1134919 h 1134919"/>
                    <a:gd name="connsiteX1" fmla="*/ 125442 w 1011513"/>
                    <a:gd name="connsiteY1" fmla="*/ 425564 h 1134919"/>
                    <a:gd name="connsiteX2" fmla="*/ 214232 w 1011513"/>
                    <a:gd name="connsiteY2" fmla="*/ 110702 h 1134919"/>
                    <a:gd name="connsiteX3" fmla="*/ 311863 w 1011513"/>
                    <a:gd name="connsiteY3" fmla="*/ 17695 h 1134919"/>
                    <a:gd name="connsiteX4" fmla="*/ 398483 w 1011513"/>
                    <a:gd name="connsiteY4" fmla="*/ 33863 h 1134919"/>
                    <a:gd name="connsiteX5" fmla="*/ 440409 w 1011513"/>
                    <a:gd name="connsiteY5" fmla="*/ 104304 h 1134919"/>
                    <a:gd name="connsiteX6" fmla="*/ 479348 w 1011513"/>
                    <a:gd name="connsiteY6" fmla="*/ 298770 h 1134919"/>
                    <a:gd name="connsiteX7" fmla="*/ 578274 w 1011513"/>
                    <a:gd name="connsiteY7" fmla="*/ 1001888 h 1134919"/>
                    <a:gd name="connsiteX8" fmla="*/ 780566 w 1011513"/>
                    <a:gd name="connsiteY8" fmla="*/ 1069102 h 1134919"/>
                    <a:gd name="connsiteX9" fmla="*/ 843998 w 1011513"/>
                    <a:gd name="connsiteY9" fmla="*/ 892654 h 1134919"/>
                    <a:gd name="connsiteX10" fmla="*/ 1011513 w 1011513"/>
                    <a:gd name="connsiteY10" fmla="*/ 0 h 1134919"/>
                    <a:gd name="connsiteX0" fmla="*/ 0 w 1004369"/>
                    <a:gd name="connsiteY0" fmla="*/ 1100785 h 1100785"/>
                    <a:gd name="connsiteX1" fmla="*/ 118298 w 1004369"/>
                    <a:gd name="connsiteY1" fmla="*/ 425564 h 1100785"/>
                    <a:gd name="connsiteX2" fmla="*/ 207088 w 1004369"/>
                    <a:gd name="connsiteY2" fmla="*/ 110702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7089 w 1004369"/>
                    <a:gd name="connsiteY2" fmla="*/ 9173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9132"/>
                    <a:gd name="connsiteY0" fmla="*/ 1123539 h 1123539"/>
                    <a:gd name="connsiteX1" fmla="*/ 123061 w 1009132"/>
                    <a:gd name="connsiteY1" fmla="*/ 425564 h 1123539"/>
                    <a:gd name="connsiteX2" fmla="*/ 211852 w 1009132"/>
                    <a:gd name="connsiteY2" fmla="*/ 91739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87947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58286 w 1009132"/>
                    <a:gd name="connsiteY9" fmla="*/ 892655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72573 w 1009132"/>
                    <a:gd name="connsiteY9" fmla="*/ 900241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23591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23591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1517 w 1009132"/>
                    <a:gd name="connsiteY8" fmla="*/ 1046346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1517 w 1009132"/>
                    <a:gd name="connsiteY8" fmla="*/ 1046346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19799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29710 w 1009132"/>
                    <a:gd name="connsiteY9" fmla="*/ 866107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6279 w 1009132"/>
                    <a:gd name="connsiteY8" fmla="*/ 1057725 h 1123539"/>
                    <a:gd name="connsiteX9" fmla="*/ 829710 w 1009132"/>
                    <a:gd name="connsiteY9" fmla="*/ 866107 h 1123539"/>
                    <a:gd name="connsiteX10" fmla="*/ 1009132 w 1009132"/>
                    <a:gd name="connsiteY10" fmla="*/ 0 h 1123539"/>
                    <a:gd name="connsiteX0" fmla="*/ 0 w 961507"/>
                    <a:gd name="connsiteY0" fmla="*/ 1119747 h 1119747"/>
                    <a:gd name="connsiteX1" fmla="*/ 123061 w 961507"/>
                    <a:gd name="connsiteY1" fmla="*/ 421772 h 1119747"/>
                    <a:gd name="connsiteX2" fmla="*/ 209471 w 961507"/>
                    <a:gd name="connsiteY2" fmla="*/ 72779 h 1119747"/>
                    <a:gd name="connsiteX3" fmla="*/ 316626 w 961507"/>
                    <a:gd name="connsiteY3" fmla="*/ 13903 h 1119747"/>
                    <a:gd name="connsiteX4" fmla="*/ 396102 w 961507"/>
                    <a:gd name="connsiteY4" fmla="*/ 41449 h 1119747"/>
                    <a:gd name="connsiteX5" fmla="*/ 435647 w 961507"/>
                    <a:gd name="connsiteY5" fmla="*/ 108098 h 1119747"/>
                    <a:gd name="connsiteX6" fmla="*/ 474585 w 961507"/>
                    <a:gd name="connsiteY6" fmla="*/ 294978 h 1119747"/>
                    <a:gd name="connsiteX7" fmla="*/ 575893 w 961507"/>
                    <a:gd name="connsiteY7" fmla="*/ 998096 h 1119747"/>
                    <a:gd name="connsiteX8" fmla="*/ 766279 w 961507"/>
                    <a:gd name="connsiteY8" fmla="*/ 1053933 h 1119747"/>
                    <a:gd name="connsiteX9" fmla="*/ 829710 w 961507"/>
                    <a:gd name="connsiteY9" fmla="*/ 862315 h 1119747"/>
                    <a:gd name="connsiteX10" fmla="*/ 961507 w 961507"/>
                    <a:gd name="connsiteY10" fmla="*/ 0 h 1119747"/>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6279 w 937695"/>
                    <a:gd name="connsiteY8" fmla="*/ 1061519 h 1127333"/>
                    <a:gd name="connsiteX9" fmla="*/ 829710 w 937695"/>
                    <a:gd name="connsiteY9" fmla="*/ 869901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6279 w 937695"/>
                    <a:gd name="connsiteY8" fmla="*/ 1061519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3898 w 937695"/>
                    <a:gd name="connsiteY8" fmla="*/ 1050141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56754 w 937695"/>
                    <a:gd name="connsiteY8" fmla="*/ 1019801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46349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57727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57727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0085 w 937695"/>
                    <a:gd name="connsiteY8" fmla="*/ 1034971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798753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808278 w 937695"/>
                    <a:gd name="connsiteY9" fmla="*/ 854730 h 1127333"/>
                    <a:gd name="connsiteX10" fmla="*/ 937695 w 937695"/>
                    <a:gd name="connsiteY10" fmla="*/ 0 h 1127333"/>
                    <a:gd name="connsiteX0" fmla="*/ 0 w 913883"/>
                    <a:gd name="connsiteY0" fmla="*/ 1142503 h 1142503"/>
                    <a:gd name="connsiteX1" fmla="*/ 123061 w 913883"/>
                    <a:gd name="connsiteY1" fmla="*/ 444528 h 1142503"/>
                    <a:gd name="connsiteX2" fmla="*/ 209471 w 913883"/>
                    <a:gd name="connsiteY2" fmla="*/ 95535 h 1142503"/>
                    <a:gd name="connsiteX3" fmla="*/ 316626 w 913883"/>
                    <a:gd name="connsiteY3" fmla="*/ 36659 h 1142503"/>
                    <a:gd name="connsiteX4" fmla="*/ 396102 w 913883"/>
                    <a:gd name="connsiteY4" fmla="*/ 64205 h 1142503"/>
                    <a:gd name="connsiteX5" fmla="*/ 435647 w 913883"/>
                    <a:gd name="connsiteY5" fmla="*/ 130854 h 1142503"/>
                    <a:gd name="connsiteX6" fmla="*/ 474585 w 913883"/>
                    <a:gd name="connsiteY6" fmla="*/ 317734 h 1142503"/>
                    <a:gd name="connsiteX7" fmla="*/ 575893 w 913883"/>
                    <a:gd name="connsiteY7" fmla="*/ 1020852 h 1142503"/>
                    <a:gd name="connsiteX8" fmla="*/ 747228 w 913883"/>
                    <a:gd name="connsiteY8" fmla="*/ 1084273 h 1142503"/>
                    <a:gd name="connsiteX9" fmla="*/ 808278 w 913883"/>
                    <a:gd name="connsiteY9" fmla="*/ 869900 h 1142503"/>
                    <a:gd name="connsiteX10" fmla="*/ 913883 w 913883"/>
                    <a:gd name="connsiteY10" fmla="*/ 0 h 1142503"/>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7228 w 930552"/>
                    <a:gd name="connsiteY8" fmla="*/ 1091857 h 1150087"/>
                    <a:gd name="connsiteX9" fmla="*/ 808278 w 930552"/>
                    <a:gd name="connsiteY9" fmla="*/ 87748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7228 w 930552"/>
                    <a:gd name="connsiteY8" fmla="*/ 1091857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4847 w 930552"/>
                    <a:gd name="connsiteY8" fmla="*/ 108047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4847 w 930552"/>
                    <a:gd name="connsiteY8" fmla="*/ 108047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6530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829797 w 930552"/>
                    <a:gd name="connsiteY10" fmla="*/ 694500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9973 w 930552"/>
                    <a:gd name="connsiteY8" fmla="*/ 1064005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37468 w 930552"/>
                    <a:gd name="connsiteY8" fmla="*/ 1079920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37468 w 930552"/>
                    <a:gd name="connsiteY8" fmla="*/ 1079920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4983 w 930552"/>
                    <a:gd name="connsiteY8" fmla="*/ 1060025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795903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8389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85910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790916 w 930552"/>
                    <a:gd name="connsiteY10" fmla="*/ 854284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74585 w 930552"/>
                    <a:gd name="connsiteY5" fmla="*/ 325318 h 1150087"/>
                    <a:gd name="connsiteX6" fmla="*/ 595177 w 930552"/>
                    <a:gd name="connsiteY6" fmla="*/ 1001327 h 1150087"/>
                    <a:gd name="connsiteX7" fmla="*/ 734970 w 930552"/>
                    <a:gd name="connsiteY7" fmla="*/ 1091858 h 1150087"/>
                    <a:gd name="connsiteX8" fmla="*/ 834559 w 930552"/>
                    <a:gd name="connsiteY8" fmla="*/ 686914 h 1150087"/>
                    <a:gd name="connsiteX9" fmla="*/ 930552 w 930552"/>
                    <a:gd name="connsiteY9"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74585 w 930552"/>
                    <a:gd name="connsiteY5" fmla="*/ 325318 h 1150087"/>
                    <a:gd name="connsiteX6" fmla="*/ 595177 w 930552"/>
                    <a:gd name="connsiteY6" fmla="*/ 1001327 h 1150087"/>
                    <a:gd name="connsiteX7" fmla="*/ 734970 w 930552"/>
                    <a:gd name="connsiteY7" fmla="*/ 1091858 h 1150087"/>
                    <a:gd name="connsiteX8" fmla="*/ 834559 w 930552"/>
                    <a:gd name="connsiteY8" fmla="*/ 686914 h 1150087"/>
                    <a:gd name="connsiteX9" fmla="*/ 930552 w 930552"/>
                    <a:gd name="connsiteY9"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96102 w 930552"/>
                    <a:gd name="connsiteY3" fmla="*/ 71789 h 1150087"/>
                    <a:gd name="connsiteX4" fmla="*/ 474585 w 930552"/>
                    <a:gd name="connsiteY4" fmla="*/ 325318 h 1150087"/>
                    <a:gd name="connsiteX5" fmla="*/ 595177 w 930552"/>
                    <a:gd name="connsiteY5" fmla="*/ 1001327 h 1150087"/>
                    <a:gd name="connsiteX6" fmla="*/ 734970 w 930552"/>
                    <a:gd name="connsiteY6" fmla="*/ 1091858 h 1150087"/>
                    <a:gd name="connsiteX7" fmla="*/ 834559 w 930552"/>
                    <a:gd name="connsiteY7" fmla="*/ 686914 h 1150087"/>
                    <a:gd name="connsiteX8" fmla="*/ 930552 w 930552"/>
                    <a:gd name="connsiteY8" fmla="*/ 0 h 1150087"/>
                    <a:gd name="connsiteX0" fmla="*/ 0 w 897279"/>
                    <a:gd name="connsiteY0" fmla="*/ 1155452 h 1155452"/>
                    <a:gd name="connsiteX1" fmla="*/ 89788 w 897279"/>
                    <a:gd name="connsiteY1" fmla="*/ 452112 h 1155452"/>
                    <a:gd name="connsiteX2" fmla="*/ 176198 w 897279"/>
                    <a:gd name="connsiteY2" fmla="*/ 103119 h 1155452"/>
                    <a:gd name="connsiteX3" fmla="*/ 362829 w 897279"/>
                    <a:gd name="connsiteY3" fmla="*/ 71789 h 1155452"/>
                    <a:gd name="connsiteX4" fmla="*/ 441312 w 897279"/>
                    <a:gd name="connsiteY4" fmla="*/ 325318 h 1155452"/>
                    <a:gd name="connsiteX5" fmla="*/ 561904 w 897279"/>
                    <a:gd name="connsiteY5" fmla="*/ 1001327 h 1155452"/>
                    <a:gd name="connsiteX6" fmla="*/ 701697 w 897279"/>
                    <a:gd name="connsiteY6" fmla="*/ 1091858 h 1155452"/>
                    <a:gd name="connsiteX7" fmla="*/ 801286 w 897279"/>
                    <a:gd name="connsiteY7" fmla="*/ 686914 h 1155452"/>
                    <a:gd name="connsiteX8" fmla="*/ 897279 w 897279"/>
                    <a:gd name="connsiteY8" fmla="*/ 0 h 1155452"/>
                    <a:gd name="connsiteX0" fmla="*/ 0 w 894507"/>
                    <a:gd name="connsiteY0" fmla="*/ 1150089 h 1150089"/>
                    <a:gd name="connsiteX1" fmla="*/ 87016 w 894507"/>
                    <a:gd name="connsiteY1" fmla="*/ 452112 h 1150089"/>
                    <a:gd name="connsiteX2" fmla="*/ 173426 w 894507"/>
                    <a:gd name="connsiteY2" fmla="*/ 103119 h 1150089"/>
                    <a:gd name="connsiteX3" fmla="*/ 360057 w 894507"/>
                    <a:gd name="connsiteY3" fmla="*/ 71789 h 1150089"/>
                    <a:gd name="connsiteX4" fmla="*/ 438540 w 894507"/>
                    <a:gd name="connsiteY4" fmla="*/ 325318 h 1150089"/>
                    <a:gd name="connsiteX5" fmla="*/ 559132 w 894507"/>
                    <a:gd name="connsiteY5" fmla="*/ 1001327 h 1150089"/>
                    <a:gd name="connsiteX6" fmla="*/ 698925 w 894507"/>
                    <a:gd name="connsiteY6" fmla="*/ 1091858 h 1150089"/>
                    <a:gd name="connsiteX7" fmla="*/ 798514 w 894507"/>
                    <a:gd name="connsiteY7" fmla="*/ 686914 h 1150089"/>
                    <a:gd name="connsiteX8" fmla="*/ 894507 w 894507"/>
                    <a:gd name="connsiteY8" fmla="*/ 0 h 1150089"/>
                    <a:gd name="connsiteX0" fmla="*/ 0 w 894507"/>
                    <a:gd name="connsiteY0" fmla="*/ 1150089 h 1150089"/>
                    <a:gd name="connsiteX1" fmla="*/ 87016 w 894507"/>
                    <a:gd name="connsiteY1" fmla="*/ 452112 h 1150089"/>
                    <a:gd name="connsiteX2" fmla="*/ 173426 w 894507"/>
                    <a:gd name="connsiteY2" fmla="*/ 103119 h 1150089"/>
                    <a:gd name="connsiteX3" fmla="*/ 360057 w 894507"/>
                    <a:gd name="connsiteY3" fmla="*/ 71789 h 1150089"/>
                    <a:gd name="connsiteX4" fmla="*/ 438540 w 894507"/>
                    <a:gd name="connsiteY4" fmla="*/ 325318 h 1150089"/>
                    <a:gd name="connsiteX5" fmla="*/ 559132 w 894507"/>
                    <a:gd name="connsiteY5" fmla="*/ 1001327 h 1150089"/>
                    <a:gd name="connsiteX6" fmla="*/ 698925 w 894507"/>
                    <a:gd name="connsiteY6" fmla="*/ 1091858 h 1150089"/>
                    <a:gd name="connsiteX7" fmla="*/ 798514 w 894507"/>
                    <a:gd name="connsiteY7" fmla="*/ 686914 h 1150089"/>
                    <a:gd name="connsiteX8" fmla="*/ 878328 w 894507"/>
                    <a:gd name="connsiteY8" fmla="*/ 114237 h 1150089"/>
                    <a:gd name="connsiteX9" fmla="*/ 894507 w 894507"/>
                    <a:gd name="connsiteY9" fmla="*/ 0 h 1150089"/>
                    <a:gd name="connsiteX0" fmla="*/ 0 w 976019"/>
                    <a:gd name="connsiteY0" fmla="*/ 1101536 h 1101536"/>
                    <a:gd name="connsiteX1" fmla="*/ 87016 w 976019"/>
                    <a:gd name="connsiteY1" fmla="*/ 403559 h 1101536"/>
                    <a:gd name="connsiteX2" fmla="*/ 173426 w 976019"/>
                    <a:gd name="connsiteY2" fmla="*/ 54566 h 1101536"/>
                    <a:gd name="connsiteX3" fmla="*/ 360057 w 976019"/>
                    <a:gd name="connsiteY3" fmla="*/ 23236 h 1101536"/>
                    <a:gd name="connsiteX4" fmla="*/ 438540 w 976019"/>
                    <a:gd name="connsiteY4" fmla="*/ 276765 h 1101536"/>
                    <a:gd name="connsiteX5" fmla="*/ 559132 w 976019"/>
                    <a:gd name="connsiteY5" fmla="*/ 952774 h 1101536"/>
                    <a:gd name="connsiteX6" fmla="*/ 698925 w 976019"/>
                    <a:gd name="connsiteY6" fmla="*/ 1043305 h 1101536"/>
                    <a:gd name="connsiteX7" fmla="*/ 798514 w 976019"/>
                    <a:gd name="connsiteY7" fmla="*/ 638361 h 1101536"/>
                    <a:gd name="connsiteX8" fmla="*/ 878328 w 976019"/>
                    <a:gd name="connsiteY8" fmla="*/ 65684 h 1101536"/>
                    <a:gd name="connsiteX9" fmla="*/ 976019 w 976019"/>
                    <a:gd name="connsiteY9" fmla="*/ 8917 h 1101536"/>
                    <a:gd name="connsiteX0" fmla="*/ 0 w 976019"/>
                    <a:gd name="connsiteY0" fmla="*/ 1101536 h 1101536"/>
                    <a:gd name="connsiteX1" fmla="*/ 87016 w 976019"/>
                    <a:gd name="connsiteY1" fmla="*/ 403559 h 1101536"/>
                    <a:gd name="connsiteX2" fmla="*/ 173426 w 976019"/>
                    <a:gd name="connsiteY2" fmla="*/ 54566 h 1101536"/>
                    <a:gd name="connsiteX3" fmla="*/ 360057 w 976019"/>
                    <a:gd name="connsiteY3" fmla="*/ 23236 h 1101536"/>
                    <a:gd name="connsiteX4" fmla="*/ 438540 w 976019"/>
                    <a:gd name="connsiteY4" fmla="*/ 276765 h 1101536"/>
                    <a:gd name="connsiteX5" fmla="*/ 559132 w 976019"/>
                    <a:gd name="connsiteY5" fmla="*/ 952774 h 1101536"/>
                    <a:gd name="connsiteX6" fmla="*/ 698925 w 976019"/>
                    <a:gd name="connsiteY6" fmla="*/ 1043305 h 1101536"/>
                    <a:gd name="connsiteX7" fmla="*/ 798514 w 976019"/>
                    <a:gd name="connsiteY7" fmla="*/ 638361 h 1101536"/>
                    <a:gd name="connsiteX8" fmla="*/ 894631 w 976019"/>
                    <a:gd name="connsiteY8" fmla="*/ 72068 h 1101536"/>
                    <a:gd name="connsiteX9" fmla="*/ 976019 w 976019"/>
                    <a:gd name="connsiteY9" fmla="*/ 8917 h 1101536"/>
                    <a:gd name="connsiteX0" fmla="*/ 0 w 995583"/>
                    <a:gd name="connsiteY0" fmla="*/ 1101536 h 1101536"/>
                    <a:gd name="connsiteX1" fmla="*/ 87016 w 995583"/>
                    <a:gd name="connsiteY1" fmla="*/ 403559 h 1101536"/>
                    <a:gd name="connsiteX2" fmla="*/ 173426 w 995583"/>
                    <a:gd name="connsiteY2" fmla="*/ 54566 h 1101536"/>
                    <a:gd name="connsiteX3" fmla="*/ 360057 w 995583"/>
                    <a:gd name="connsiteY3" fmla="*/ 23236 h 1101536"/>
                    <a:gd name="connsiteX4" fmla="*/ 438540 w 995583"/>
                    <a:gd name="connsiteY4" fmla="*/ 276765 h 1101536"/>
                    <a:gd name="connsiteX5" fmla="*/ 559132 w 995583"/>
                    <a:gd name="connsiteY5" fmla="*/ 952774 h 1101536"/>
                    <a:gd name="connsiteX6" fmla="*/ 698925 w 995583"/>
                    <a:gd name="connsiteY6" fmla="*/ 1043305 h 1101536"/>
                    <a:gd name="connsiteX7" fmla="*/ 798514 w 995583"/>
                    <a:gd name="connsiteY7" fmla="*/ 638361 h 1101536"/>
                    <a:gd name="connsiteX8" fmla="*/ 894631 w 995583"/>
                    <a:gd name="connsiteY8" fmla="*/ 72068 h 1101536"/>
                    <a:gd name="connsiteX9" fmla="*/ 995583 w 995583"/>
                    <a:gd name="connsiteY9" fmla="*/ 28071 h 1101536"/>
                    <a:gd name="connsiteX0" fmla="*/ 0 w 995583"/>
                    <a:gd name="connsiteY0" fmla="*/ 1101536 h 1101536"/>
                    <a:gd name="connsiteX1" fmla="*/ 87016 w 995583"/>
                    <a:gd name="connsiteY1" fmla="*/ 403559 h 1101536"/>
                    <a:gd name="connsiteX2" fmla="*/ 173426 w 995583"/>
                    <a:gd name="connsiteY2" fmla="*/ 54566 h 1101536"/>
                    <a:gd name="connsiteX3" fmla="*/ 360057 w 995583"/>
                    <a:gd name="connsiteY3" fmla="*/ 23236 h 1101536"/>
                    <a:gd name="connsiteX4" fmla="*/ 438540 w 995583"/>
                    <a:gd name="connsiteY4" fmla="*/ 276765 h 1101536"/>
                    <a:gd name="connsiteX5" fmla="*/ 529788 w 995583"/>
                    <a:gd name="connsiteY5" fmla="*/ 971931 h 1101536"/>
                    <a:gd name="connsiteX6" fmla="*/ 698925 w 995583"/>
                    <a:gd name="connsiteY6" fmla="*/ 1043305 h 1101536"/>
                    <a:gd name="connsiteX7" fmla="*/ 798514 w 995583"/>
                    <a:gd name="connsiteY7" fmla="*/ 638361 h 1101536"/>
                    <a:gd name="connsiteX8" fmla="*/ 894631 w 995583"/>
                    <a:gd name="connsiteY8" fmla="*/ 72068 h 1101536"/>
                    <a:gd name="connsiteX9" fmla="*/ 995583 w 995583"/>
                    <a:gd name="connsiteY9" fmla="*/ 28071 h 1101536"/>
                    <a:gd name="connsiteX0" fmla="*/ 0 w 995583"/>
                    <a:gd name="connsiteY0" fmla="*/ 1101536 h 1101536"/>
                    <a:gd name="connsiteX1" fmla="*/ 87016 w 995583"/>
                    <a:gd name="connsiteY1" fmla="*/ 403559 h 1101536"/>
                    <a:gd name="connsiteX2" fmla="*/ 173426 w 995583"/>
                    <a:gd name="connsiteY2" fmla="*/ 54566 h 1101536"/>
                    <a:gd name="connsiteX3" fmla="*/ 360057 w 995583"/>
                    <a:gd name="connsiteY3" fmla="*/ 23236 h 1101536"/>
                    <a:gd name="connsiteX4" fmla="*/ 438540 w 995583"/>
                    <a:gd name="connsiteY4" fmla="*/ 276765 h 1101536"/>
                    <a:gd name="connsiteX5" fmla="*/ 513486 w 995583"/>
                    <a:gd name="connsiteY5" fmla="*/ 971931 h 1101536"/>
                    <a:gd name="connsiteX6" fmla="*/ 698925 w 995583"/>
                    <a:gd name="connsiteY6" fmla="*/ 1043305 h 1101536"/>
                    <a:gd name="connsiteX7" fmla="*/ 798514 w 995583"/>
                    <a:gd name="connsiteY7" fmla="*/ 638361 h 1101536"/>
                    <a:gd name="connsiteX8" fmla="*/ 894631 w 995583"/>
                    <a:gd name="connsiteY8" fmla="*/ 72068 h 1101536"/>
                    <a:gd name="connsiteX9" fmla="*/ 995583 w 995583"/>
                    <a:gd name="connsiteY9" fmla="*/ 28071 h 1101536"/>
                    <a:gd name="connsiteX0" fmla="*/ 0 w 995583"/>
                    <a:gd name="connsiteY0" fmla="*/ 1101536 h 1101536"/>
                    <a:gd name="connsiteX1" fmla="*/ 87016 w 995583"/>
                    <a:gd name="connsiteY1" fmla="*/ 403559 h 1101536"/>
                    <a:gd name="connsiteX2" fmla="*/ 173426 w 995583"/>
                    <a:gd name="connsiteY2" fmla="*/ 54566 h 1101536"/>
                    <a:gd name="connsiteX3" fmla="*/ 360057 w 995583"/>
                    <a:gd name="connsiteY3" fmla="*/ 23236 h 1101536"/>
                    <a:gd name="connsiteX4" fmla="*/ 428758 w 995583"/>
                    <a:gd name="connsiteY4" fmla="*/ 283149 h 1101536"/>
                    <a:gd name="connsiteX5" fmla="*/ 513486 w 995583"/>
                    <a:gd name="connsiteY5" fmla="*/ 971931 h 1101536"/>
                    <a:gd name="connsiteX6" fmla="*/ 698925 w 995583"/>
                    <a:gd name="connsiteY6" fmla="*/ 1043305 h 1101536"/>
                    <a:gd name="connsiteX7" fmla="*/ 798514 w 995583"/>
                    <a:gd name="connsiteY7" fmla="*/ 638361 h 1101536"/>
                    <a:gd name="connsiteX8" fmla="*/ 894631 w 995583"/>
                    <a:gd name="connsiteY8" fmla="*/ 72068 h 1101536"/>
                    <a:gd name="connsiteX9" fmla="*/ 995583 w 995583"/>
                    <a:gd name="connsiteY9" fmla="*/ 28071 h 110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5583" h="1101536">
                      <a:moveTo>
                        <a:pt x="0" y="1101536"/>
                      </a:moveTo>
                      <a:cubicBezTo>
                        <a:pt x="24709" y="944133"/>
                        <a:pt x="58112" y="578054"/>
                        <a:pt x="87016" y="403559"/>
                      </a:cubicBezTo>
                      <a:cubicBezTo>
                        <a:pt x="115920" y="229064"/>
                        <a:pt x="127919" y="117953"/>
                        <a:pt x="173426" y="54566"/>
                      </a:cubicBezTo>
                      <a:cubicBezTo>
                        <a:pt x="218933" y="-8821"/>
                        <a:pt x="315871" y="-13797"/>
                        <a:pt x="360057" y="23236"/>
                      </a:cubicBezTo>
                      <a:cubicBezTo>
                        <a:pt x="386383" y="70082"/>
                        <a:pt x="395579" y="128226"/>
                        <a:pt x="428758" y="283149"/>
                      </a:cubicBezTo>
                      <a:lnTo>
                        <a:pt x="513486" y="971931"/>
                      </a:lnTo>
                      <a:cubicBezTo>
                        <a:pt x="536290" y="1094984"/>
                        <a:pt x="686690" y="1084267"/>
                        <a:pt x="698925" y="1043305"/>
                      </a:cubicBezTo>
                      <a:cubicBezTo>
                        <a:pt x="738822" y="990903"/>
                        <a:pt x="765917" y="820337"/>
                        <a:pt x="798514" y="638361"/>
                      </a:cubicBezTo>
                      <a:cubicBezTo>
                        <a:pt x="828414" y="475424"/>
                        <a:pt x="878632" y="186554"/>
                        <a:pt x="894631" y="72068"/>
                      </a:cubicBezTo>
                      <a:cubicBezTo>
                        <a:pt x="910630" y="-42418"/>
                        <a:pt x="992887" y="47110"/>
                        <a:pt x="995583" y="28071"/>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60" name="Straight Connector 259">
                  <a:extLst>
                    <a:ext uri="{FF2B5EF4-FFF2-40B4-BE49-F238E27FC236}">
                      <a16:creationId xmlns:a16="http://schemas.microsoft.com/office/drawing/2014/main" id="{5118BA4A-66D1-C8BF-9408-6BEE8E239F45}"/>
                    </a:ext>
                  </a:extLst>
                </p:cNvPr>
                <p:cNvCxnSpPr/>
                <p:nvPr/>
              </p:nvCxnSpPr>
              <p:spPr>
                <a:xfrm flipH="1">
                  <a:off x="4552348" y="2276769"/>
                  <a:ext cx="2288" cy="1280160"/>
                </a:xfrm>
                <a:prstGeom prst="line">
                  <a:avLst/>
                </a:prstGeom>
                <a:noFill/>
                <a:ln w="12700" cap="rnd" cmpd="sng" algn="ctr">
                  <a:solidFill>
                    <a:srgbClr val="00407A"/>
                  </a:solidFill>
                  <a:prstDash val="sysDash"/>
                  <a:round/>
                </a:ln>
                <a:effectLst/>
              </p:spPr>
            </p:cxnSp>
            <p:sp>
              <p:nvSpPr>
                <p:cNvPr id="261" name="TextBox 260">
                  <a:extLst>
                    <a:ext uri="{FF2B5EF4-FFF2-40B4-BE49-F238E27FC236}">
                      <a16:creationId xmlns:a16="http://schemas.microsoft.com/office/drawing/2014/main" id="{895FAE0A-AB97-2656-D48B-2AC60D40FD28}"/>
                    </a:ext>
                  </a:extLst>
                </p:cNvPr>
                <p:cNvSpPr txBox="1"/>
                <p:nvPr/>
              </p:nvSpPr>
              <p:spPr>
                <a:xfrm rot="16200000">
                  <a:off x="4292496" y="2694651"/>
                  <a:ext cx="577261"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262" name="Straight Connector 261">
                  <a:extLst>
                    <a:ext uri="{FF2B5EF4-FFF2-40B4-BE49-F238E27FC236}">
                      <a16:creationId xmlns:a16="http://schemas.microsoft.com/office/drawing/2014/main" id="{598DAEE3-1050-F215-01A3-10E1E602D94B}"/>
                    </a:ext>
                  </a:extLst>
                </p:cNvPr>
                <p:cNvCxnSpPr/>
                <p:nvPr/>
              </p:nvCxnSpPr>
              <p:spPr>
                <a:xfrm>
                  <a:off x="4370779" y="3580476"/>
                  <a:ext cx="877121" cy="1603"/>
                </a:xfrm>
                <a:prstGeom prst="line">
                  <a:avLst/>
                </a:prstGeom>
                <a:noFill/>
                <a:ln w="25400" cap="rnd" cmpd="sng" algn="ctr">
                  <a:solidFill>
                    <a:srgbClr val="00407A"/>
                  </a:solidFill>
                  <a:prstDash val="solid"/>
                  <a:round/>
                  <a:tailEnd type="triangle"/>
                </a:ln>
                <a:effectLst/>
              </p:spPr>
            </p:cxnSp>
            <p:sp>
              <p:nvSpPr>
                <p:cNvPr id="263" name="TextBox 262">
                  <a:extLst>
                    <a:ext uri="{FF2B5EF4-FFF2-40B4-BE49-F238E27FC236}">
                      <a16:creationId xmlns:a16="http://schemas.microsoft.com/office/drawing/2014/main" id="{B258E3D4-7DDC-D996-38E1-8154A3EFE981}"/>
                    </a:ext>
                  </a:extLst>
                </p:cNvPr>
                <p:cNvSpPr txBox="1"/>
                <p:nvPr/>
              </p:nvSpPr>
              <p:spPr>
                <a:xfrm>
                  <a:off x="4766542" y="3523250"/>
                  <a:ext cx="36576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4</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64" name="TextBox 263">
                  <a:extLst>
                    <a:ext uri="{FF2B5EF4-FFF2-40B4-BE49-F238E27FC236}">
                      <a16:creationId xmlns:a16="http://schemas.microsoft.com/office/drawing/2014/main" id="{4B35AC7A-8512-576E-FFEF-C12F7C032A4E}"/>
                    </a:ext>
                  </a:extLst>
                </p:cNvPr>
                <p:cNvSpPr txBox="1"/>
                <p:nvPr/>
              </p:nvSpPr>
              <p:spPr>
                <a:xfrm>
                  <a:off x="5507822" y="1589393"/>
                  <a:ext cx="625042"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2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PSO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65" name="TextBox 264">
                  <a:extLst>
                    <a:ext uri="{FF2B5EF4-FFF2-40B4-BE49-F238E27FC236}">
                      <a16:creationId xmlns:a16="http://schemas.microsoft.com/office/drawing/2014/main" id="{B561CAE8-02A8-C792-A7AC-BBE8E7C6085D}"/>
                    </a:ext>
                  </a:extLst>
                </p:cNvPr>
                <p:cNvSpPr txBox="1"/>
                <p:nvPr/>
              </p:nvSpPr>
              <p:spPr>
                <a:xfrm rot="16727788">
                  <a:off x="4986703" y="1641098"/>
                  <a:ext cx="550481"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2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PSO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66" name="TextBox 265">
                  <a:extLst>
                    <a:ext uri="{FF2B5EF4-FFF2-40B4-BE49-F238E27FC236}">
                      <a16:creationId xmlns:a16="http://schemas.microsoft.com/office/drawing/2014/main" id="{E757176D-A87B-1E43-4155-DCD8FC7B8C10}"/>
                    </a:ext>
                  </a:extLst>
                </p:cNvPr>
                <p:cNvSpPr txBox="1"/>
                <p:nvPr/>
              </p:nvSpPr>
              <p:spPr>
                <a:xfrm>
                  <a:off x="4953759" y="2539850"/>
                  <a:ext cx="743782" cy="80021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Pre-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Charge Path</a:t>
                  </a:r>
                  <a:endParaRPr kumimoji="0" lang="en-US" sz="1200" b="1" i="0" u="none" strike="noStrike" kern="0" cap="none" spc="0" normalizeH="0" baseline="-25000" noProof="0" smtClean="0">
                    <a:ln>
                      <a:noFill/>
                    </a:ln>
                    <a:solidFill>
                      <a:srgbClr val="00B05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267" name="TextBox 266">
                  <a:extLst>
                    <a:ext uri="{FF2B5EF4-FFF2-40B4-BE49-F238E27FC236}">
                      <a16:creationId xmlns:a16="http://schemas.microsoft.com/office/drawing/2014/main" id="{5DD5BA95-8E0C-FFF4-02C6-C9647D4FCA7C}"/>
                    </a:ext>
                  </a:extLst>
                </p:cNvPr>
                <p:cNvSpPr txBox="1"/>
                <p:nvPr/>
              </p:nvSpPr>
              <p:spPr>
                <a:xfrm rot="5400000">
                  <a:off x="5448505" y="2714775"/>
                  <a:ext cx="516631"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I</a:t>
                  </a:r>
                  <a:r>
                    <a:rPr kumimoji="0" lang="en-US" sz="1000" b="1" i="0" u="none" strike="noStrike" kern="0" cap="none" spc="0" normalizeH="0" baseline="-25000" noProof="0" smtClean="0">
                      <a:ln>
                        <a:noFill/>
                      </a:ln>
                      <a:solidFill>
                        <a:srgbClr val="00B050"/>
                      </a:solidFill>
                      <a:effectLst/>
                      <a:uLnTx/>
                      <a:uFillTx/>
                      <a:latin typeface="Times New Roman" panose="02020603050405020304" pitchFamily="18" charset="0"/>
                      <a:cs typeface="Times New Roman" panose="02020603050405020304" pitchFamily="18" charset="0"/>
                    </a:rPr>
                    <a:t>PRE_C</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268" name="TextBox 267">
                  <a:extLst>
                    <a:ext uri="{FF2B5EF4-FFF2-40B4-BE49-F238E27FC236}">
                      <a16:creationId xmlns:a16="http://schemas.microsoft.com/office/drawing/2014/main" id="{04EC3CEB-A9E3-B819-8553-7C977026B5AD}"/>
                    </a:ext>
                  </a:extLst>
                </p:cNvPr>
                <p:cNvSpPr txBox="1"/>
                <p:nvPr/>
              </p:nvSpPr>
              <p:spPr>
                <a:xfrm>
                  <a:off x="6058658" y="2703977"/>
                  <a:ext cx="516631"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I</a:t>
                  </a:r>
                  <a:r>
                    <a:rPr kumimoji="0" lang="en-US" sz="1200" b="1" i="0" u="none" strike="noStrike" kern="0" cap="none" spc="0" normalizeH="0" baseline="-25000" noProof="0" smtClean="0">
                      <a:ln>
                        <a:noFill/>
                      </a:ln>
                      <a:solidFill>
                        <a:srgbClr val="FF0000"/>
                      </a:solidFill>
                      <a:effectLst/>
                      <a:uLnTx/>
                      <a:uFillTx/>
                      <a:latin typeface="Times New Roman" panose="02020603050405020304" pitchFamily="18" charset="0"/>
                      <a:cs typeface="Times New Roman" panose="02020603050405020304" pitchFamily="18" charset="0"/>
                    </a:rPr>
                    <a:t>CHA</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69" name="TextBox 268">
                  <a:extLst>
                    <a:ext uri="{FF2B5EF4-FFF2-40B4-BE49-F238E27FC236}">
                      <a16:creationId xmlns:a16="http://schemas.microsoft.com/office/drawing/2014/main" id="{6F16A3E4-23A1-5E74-E640-B34DBBBF72D2}"/>
                    </a:ext>
                  </a:extLst>
                </p:cNvPr>
                <p:cNvSpPr txBox="1"/>
                <p:nvPr/>
              </p:nvSpPr>
              <p:spPr>
                <a:xfrm rot="5400000">
                  <a:off x="6399933" y="2519667"/>
                  <a:ext cx="63909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Output</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270" name="Straight Connector 269">
                  <a:extLst>
                    <a:ext uri="{FF2B5EF4-FFF2-40B4-BE49-F238E27FC236}">
                      <a16:creationId xmlns:a16="http://schemas.microsoft.com/office/drawing/2014/main" id="{A0EF744C-88EC-5E69-DB38-8B7216F8C3E8}"/>
                    </a:ext>
                  </a:extLst>
                </p:cNvPr>
                <p:cNvCxnSpPr/>
                <p:nvPr/>
              </p:nvCxnSpPr>
              <p:spPr>
                <a:xfrm flipV="1">
                  <a:off x="4612144" y="3238684"/>
                  <a:ext cx="182880" cy="0"/>
                </a:xfrm>
                <a:prstGeom prst="line">
                  <a:avLst/>
                </a:prstGeom>
                <a:noFill/>
                <a:ln w="12700" cap="rnd" cmpd="sng" algn="ctr">
                  <a:solidFill>
                    <a:srgbClr val="00407A"/>
                  </a:solidFill>
                  <a:prstDash val="solid"/>
                  <a:round/>
                </a:ln>
                <a:effectLst/>
              </p:spPr>
            </p:cxnSp>
            <p:sp>
              <p:nvSpPr>
                <p:cNvPr id="271" name="Oval 270">
                  <a:extLst>
                    <a:ext uri="{FF2B5EF4-FFF2-40B4-BE49-F238E27FC236}">
                      <a16:creationId xmlns:a16="http://schemas.microsoft.com/office/drawing/2014/main" id="{A9CD9D6E-341B-698D-8925-59A47B01B9DC}"/>
                    </a:ext>
                  </a:extLst>
                </p:cNvPr>
                <p:cNvSpPr/>
                <p:nvPr/>
              </p:nvSpPr>
              <p:spPr>
                <a:xfrm>
                  <a:off x="5948630" y="2628880"/>
                  <a:ext cx="71179" cy="69470"/>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72" name="Oval 271">
                  <a:extLst>
                    <a:ext uri="{FF2B5EF4-FFF2-40B4-BE49-F238E27FC236}">
                      <a16:creationId xmlns:a16="http://schemas.microsoft.com/office/drawing/2014/main" id="{901EBBCD-AEC9-F7CC-1929-4B1DA01A2426}"/>
                    </a:ext>
                  </a:extLst>
                </p:cNvPr>
                <p:cNvSpPr/>
                <p:nvPr/>
              </p:nvSpPr>
              <p:spPr>
                <a:xfrm>
                  <a:off x="4593405" y="3212858"/>
                  <a:ext cx="53444" cy="45719"/>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73" name="Oval 272">
                  <a:extLst>
                    <a:ext uri="{FF2B5EF4-FFF2-40B4-BE49-F238E27FC236}">
                      <a16:creationId xmlns:a16="http://schemas.microsoft.com/office/drawing/2014/main" id="{29FA80C3-5DD8-FEFB-C0C3-9356ACBF854C}"/>
                    </a:ext>
                  </a:extLst>
                </p:cNvPr>
                <p:cNvSpPr/>
                <p:nvPr/>
              </p:nvSpPr>
              <p:spPr>
                <a:xfrm>
                  <a:off x="4782545" y="3215383"/>
                  <a:ext cx="52720" cy="52744"/>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74" name="Straight Connector 273">
                  <a:extLst>
                    <a:ext uri="{FF2B5EF4-FFF2-40B4-BE49-F238E27FC236}">
                      <a16:creationId xmlns:a16="http://schemas.microsoft.com/office/drawing/2014/main" id="{56672595-6B86-EF62-873E-882D91F9381F}"/>
                    </a:ext>
                  </a:extLst>
                </p:cNvPr>
                <p:cNvCxnSpPr/>
                <p:nvPr/>
              </p:nvCxnSpPr>
              <p:spPr>
                <a:xfrm flipV="1">
                  <a:off x="5632973" y="2554798"/>
                  <a:ext cx="482969" cy="0"/>
                </a:xfrm>
                <a:prstGeom prst="line">
                  <a:avLst/>
                </a:prstGeom>
                <a:noFill/>
                <a:ln w="31750" cap="rnd" cmpd="sng" algn="ctr">
                  <a:solidFill>
                    <a:srgbClr val="00B050"/>
                  </a:solidFill>
                  <a:prstDash val="solid"/>
                </a:ln>
                <a:effectLst/>
              </p:spPr>
            </p:cxnSp>
            <p:sp>
              <p:nvSpPr>
                <p:cNvPr id="275" name="TextBox 274">
                  <a:extLst>
                    <a:ext uri="{FF2B5EF4-FFF2-40B4-BE49-F238E27FC236}">
                      <a16:creationId xmlns:a16="http://schemas.microsoft.com/office/drawing/2014/main" id="{1DD0C0DC-DF19-4F55-60A0-8A84C6E5223B}"/>
                    </a:ext>
                  </a:extLst>
                </p:cNvPr>
                <p:cNvSpPr txBox="1"/>
                <p:nvPr/>
              </p:nvSpPr>
              <p:spPr>
                <a:xfrm>
                  <a:off x="4463772" y="3007012"/>
                  <a:ext cx="365760"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X</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276" name="Straight Connector 275">
                  <a:extLst>
                    <a:ext uri="{FF2B5EF4-FFF2-40B4-BE49-F238E27FC236}">
                      <a16:creationId xmlns:a16="http://schemas.microsoft.com/office/drawing/2014/main" id="{B76C66E2-2F79-7DFD-6B32-10789D671563}"/>
                    </a:ext>
                  </a:extLst>
                </p:cNvPr>
                <p:cNvCxnSpPr/>
                <p:nvPr/>
              </p:nvCxnSpPr>
              <p:spPr>
                <a:xfrm>
                  <a:off x="5924550" y="2722563"/>
                  <a:ext cx="640080" cy="0"/>
                </a:xfrm>
                <a:prstGeom prst="line">
                  <a:avLst/>
                </a:prstGeom>
                <a:noFill/>
                <a:ln w="31750" cap="rnd" cmpd="sng" algn="ctr">
                  <a:solidFill>
                    <a:srgbClr val="FF0000"/>
                  </a:solidFill>
                  <a:prstDash val="solid"/>
                </a:ln>
                <a:effectLst/>
              </p:spPr>
            </p:cxnSp>
            <p:cxnSp>
              <p:nvCxnSpPr>
                <p:cNvPr id="277" name="Straight Connector 276">
                  <a:extLst>
                    <a:ext uri="{FF2B5EF4-FFF2-40B4-BE49-F238E27FC236}">
                      <a16:creationId xmlns:a16="http://schemas.microsoft.com/office/drawing/2014/main" id="{F8177423-FD51-0D69-C0E3-D04868F0BC88}"/>
                    </a:ext>
                  </a:extLst>
                </p:cNvPr>
                <p:cNvCxnSpPr/>
                <p:nvPr/>
              </p:nvCxnSpPr>
              <p:spPr>
                <a:xfrm>
                  <a:off x="6130230" y="2153241"/>
                  <a:ext cx="0" cy="402336"/>
                </a:xfrm>
                <a:prstGeom prst="line">
                  <a:avLst/>
                </a:prstGeom>
                <a:noFill/>
                <a:ln w="31750" cap="rnd" cmpd="sng" algn="ctr">
                  <a:solidFill>
                    <a:srgbClr val="00B050"/>
                  </a:solidFill>
                  <a:prstDash val="solid"/>
                </a:ln>
                <a:effectLst/>
              </p:spPr>
            </p:cxnSp>
            <p:cxnSp>
              <p:nvCxnSpPr>
                <p:cNvPr id="278" name="Straight Connector 277">
                  <a:extLst>
                    <a:ext uri="{FF2B5EF4-FFF2-40B4-BE49-F238E27FC236}">
                      <a16:creationId xmlns:a16="http://schemas.microsoft.com/office/drawing/2014/main" id="{84A42CC9-9330-4F6B-652E-CA056E267E5B}"/>
                    </a:ext>
                  </a:extLst>
                </p:cNvPr>
                <p:cNvCxnSpPr/>
                <p:nvPr/>
              </p:nvCxnSpPr>
              <p:spPr>
                <a:xfrm>
                  <a:off x="5633604" y="2559641"/>
                  <a:ext cx="0" cy="771707"/>
                </a:xfrm>
                <a:prstGeom prst="line">
                  <a:avLst/>
                </a:prstGeom>
                <a:noFill/>
                <a:ln w="31750" cap="rnd" cmpd="sng" algn="ctr">
                  <a:solidFill>
                    <a:srgbClr val="00B050"/>
                  </a:solidFill>
                  <a:prstDash val="solid"/>
                </a:ln>
                <a:effectLst/>
              </p:spPr>
            </p:cxnSp>
            <p:cxnSp>
              <p:nvCxnSpPr>
                <p:cNvPr id="279" name="Straight Connector 278">
                  <a:extLst>
                    <a:ext uri="{FF2B5EF4-FFF2-40B4-BE49-F238E27FC236}">
                      <a16:creationId xmlns:a16="http://schemas.microsoft.com/office/drawing/2014/main" id="{785BDD71-84E2-82AD-662A-6366308484AE}"/>
                    </a:ext>
                  </a:extLst>
                </p:cNvPr>
                <p:cNvCxnSpPr/>
                <p:nvPr/>
              </p:nvCxnSpPr>
              <p:spPr>
                <a:xfrm>
                  <a:off x="5693145" y="2105617"/>
                  <a:ext cx="0" cy="182880"/>
                </a:xfrm>
                <a:prstGeom prst="line">
                  <a:avLst/>
                </a:prstGeom>
                <a:noFill/>
                <a:ln w="31750" cap="rnd" cmpd="sng" algn="ctr">
                  <a:solidFill>
                    <a:srgbClr val="FF0000"/>
                  </a:solidFill>
                  <a:prstDash val="solid"/>
                </a:ln>
                <a:effectLst/>
              </p:spPr>
            </p:cxnSp>
            <p:cxnSp>
              <p:nvCxnSpPr>
                <p:cNvPr id="280" name="Straight Connector 279">
                  <a:extLst>
                    <a:ext uri="{FF2B5EF4-FFF2-40B4-BE49-F238E27FC236}">
                      <a16:creationId xmlns:a16="http://schemas.microsoft.com/office/drawing/2014/main" id="{0DE7F265-3575-56F9-415A-D9C8DAF83BE8}"/>
                    </a:ext>
                  </a:extLst>
                </p:cNvPr>
                <p:cNvCxnSpPr/>
                <p:nvPr/>
              </p:nvCxnSpPr>
              <p:spPr>
                <a:xfrm>
                  <a:off x="5692775" y="2290763"/>
                  <a:ext cx="228600" cy="0"/>
                </a:xfrm>
                <a:prstGeom prst="line">
                  <a:avLst/>
                </a:prstGeom>
                <a:noFill/>
                <a:ln w="31750" cap="rnd" cmpd="sng" algn="ctr">
                  <a:solidFill>
                    <a:srgbClr val="FF0000"/>
                  </a:solidFill>
                  <a:prstDash val="solid"/>
                </a:ln>
                <a:effectLst/>
              </p:spPr>
            </p:cxnSp>
            <p:cxnSp>
              <p:nvCxnSpPr>
                <p:cNvPr id="281" name="Straight Connector 280">
                  <a:extLst>
                    <a:ext uri="{FF2B5EF4-FFF2-40B4-BE49-F238E27FC236}">
                      <a16:creationId xmlns:a16="http://schemas.microsoft.com/office/drawing/2014/main" id="{B378D408-EA23-9780-D1A1-4A85501A0C83}"/>
                    </a:ext>
                  </a:extLst>
                </p:cNvPr>
                <p:cNvCxnSpPr/>
                <p:nvPr/>
              </p:nvCxnSpPr>
              <p:spPr>
                <a:xfrm>
                  <a:off x="6571789" y="2727917"/>
                  <a:ext cx="0" cy="429768"/>
                </a:xfrm>
                <a:prstGeom prst="line">
                  <a:avLst/>
                </a:prstGeom>
                <a:noFill/>
                <a:ln w="31750" cap="rnd" cmpd="sng" algn="ctr">
                  <a:solidFill>
                    <a:srgbClr val="FF0000"/>
                  </a:solidFill>
                  <a:prstDash val="solid"/>
                  <a:tailEnd type="triangle"/>
                </a:ln>
                <a:effectLst/>
              </p:spPr>
            </p:cxnSp>
            <p:cxnSp>
              <p:nvCxnSpPr>
                <p:cNvPr id="282" name="Straight Connector 281">
                  <a:extLst>
                    <a:ext uri="{FF2B5EF4-FFF2-40B4-BE49-F238E27FC236}">
                      <a16:creationId xmlns:a16="http://schemas.microsoft.com/office/drawing/2014/main" id="{14D46486-C1F3-D3CE-E81F-28E35BE27808}"/>
                    </a:ext>
                  </a:extLst>
                </p:cNvPr>
                <p:cNvCxnSpPr/>
                <p:nvPr/>
              </p:nvCxnSpPr>
              <p:spPr>
                <a:xfrm>
                  <a:off x="5924920" y="2292942"/>
                  <a:ext cx="0" cy="429768"/>
                </a:xfrm>
                <a:prstGeom prst="line">
                  <a:avLst/>
                </a:prstGeom>
                <a:noFill/>
                <a:ln w="31750" cap="rnd" cmpd="sng" algn="ctr">
                  <a:solidFill>
                    <a:srgbClr val="FF0000"/>
                  </a:solidFill>
                  <a:prstDash val="solid"/>
                </a:ln>
                <a:effectLst/>
              </p:spPr>
            </p:cxnSp>
            <p:cxnSp>
              <p:nvCxnSpPr>
                <p:cNvPr id="283" name="Straight Connector 282">
                  <a:extLst>
                    <a:ext uri="{FF2B5EF4-FFF2-40B4-BE49-F238E27FC236}">
                      <a16:creationId xmlns:a16="http://schemas.microsoft.com/office/drawing/2014/main" id="{63E7B526-36DD-2E2F-F859-941E30CFB925}"/>
                    </a:ext>
                  </a:extLst>
                </p:cNvPr>
                <p:cNvCxnSpPr/>
                <p:nvPr/>
              </p:nvCxnSpPr>
              <p:spPr>
                <a:xfrm>
                  <a:off x="6632962" y="2682197"/>
                  <a:ext cx="0" cy="548640"/>
                </a:xfrm>
                <a:prstGeom prst="line">
                  <a:avLst/>
                </a:prstGeom>
                <a:noFill/>
                <a:ln w="25400" cap="rnd" cmpd="sng" algn="ctr">
                  <a:solidFill>
                    <a:srgbClr val="00407A"/>
                  </a:solidFill>
                  <a:prstDash val="solid"/>
                </a:ln>
                <a:effectLst/>
              </p:spPr>
            </p:cxnSp>
            <p:sp>
              <p:nvSpPr>
                <p:cNvPr id="284" name="Freeform 284">
                  <a:extLst>
                    <a:ext uri="{FF2B5EF4-FFF2-40B4-BE49-F238E27FC236}">
                      <a16:creationId xmlns:a16="http://schemas.microsoft.com/office/drawing/2014/main" id="{B86716F3-6458-BEA3-47C1-A13FDFD49270}"/>
                    </a:ext>
                  </a:extLst>
                </p:cNvPr>
                <p:cNvSpPr/>
                <p:nvPr/>
              </p:nvSpPr>
              <p:spPr>
                <a:xfrm rot="10800000" flipH="1">
                  <a:off x="6929129" y="2959669"/>
                  <a:ext cx="806543" cy="411265"/>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56857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49714 w 1047232"/>
                    <a:gd name="connsiteY7" fmla="*/ 941210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35426 w 1047232"/>
                    <a:gd name="connsiteY7" fmla="*/ 94879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2212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6850 w 1047232"/>
                    <a:gd name="connsiteY7" fmla="*/ 98292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590181 w 1047232"/>
                    <a:gd name="connsiteY7" fmla="*/ 990513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4468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816284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81269"/>
                    <a:gd name="connsiteX1" fmla="*/ 144493 w 1047232"/>
                    <a:gd name="connsiteY1" fmla="*/ 417980 h 1081269"/>
                    <a:gd name="connsiteX2" fmla="*/ 247569 w 1047232"/>
                    <a:gd name="connsiteY2" fmla="*/ 84154 h 1081269"/>
                    <a:gd name="connsiteX3" fmla="*/ 347582 w 1047232"/>
                    <a:gd name="connsiteY3" fmla="*/ 10109 h 1081269"/>
                    <a:gd name="connsiteX4" fmla="*/ 434202 w 1047232"/>
                    <a:gd name="connsiteY4" fmla="*/ 33863 h 1081269"/>
                    <a:gd name="connsiteX5" fmla="*/ 485652 w 1047232"/>
                    <a:gd name="connsiteY5" fmla="*/ 111888 h 1081269"/>
                    <a:gd name="connsiteX6" fmla="*/ 526974 w 1047232"/>
                    <a:gd name="connsiteY6" fmla="*/ 298770 h 1081269"/>
                    <a:gd name="connsiteX7" fmla="*/ 597324 w 1047232"/>
                    <a:gd name="connsiteY7" fmla="*/ 1009475 h 1081269"/>
                    <a:gd name="connsiteX8" fmla="*/ 816284 w 1047232"/>
                    <a:gd name="connsiteY8" fmla="*/ 1057723 h 1081269"/>
                    <a:gd name="connsiteX9" fmla="*/ 879717 w 1047232"/>
                    <a:gd name="connsiteY9" fmla="*/ 892654 h 1081269"/>
                    <a:gd name="connsiteX10" fmla="*/ 1047232 w 1047232"/>
                    <a:gd name="connsiteY10" fmla="*/ 0 h 1081269"/>
                    <a:gd name="connsiteX0" fmla="*/ 0 w 1047232"/>
                    <a:gd name="connsiteY0" fmla="*/ 1078033 h 1090524"/>
                    <a:gd name="connsiteX1" fmla="*/ 144493 w 1047232"/>
                    <a:gd name="connsiteY1" fmla="*/ 417980 h 1090524"/>
                    <a:gd name="connsiteX2" fmla="*/ 247569 w 1047232"/>
                    <a:gd name="connsiteY2" fmla="*/ 84154 h 1090524"/>
                    <a:gd name="connsiteX3" fmla="*/ 347582 w 1047232"/>
                    <a:gd name="connsiteY3" fmla="*/ 10109 h 1090524"/>
                    <a:gd name="connsiteX4" fmla="*/ 434202 w 1047232"/>
                    <a:gd name="connsiteY4" fmla="*/ 33863 h 1090524"/>
                    <a:gd name="connsiteX5" fmla="*/ 485652 w 1047232"/>
                    <a:gd name="connsiteY5" fmla="*/ 111888 h 1090524"/>
                    <a:gd name="connsiteX6" fmla="*/ 526974 w 1047232"/>
                    <a:gd name="connsiteY6" fmla="*/ 298770 h 1090524"/>
                    <a:gd name="connsiteX7" fmla="*/ 597324 w 1047232"/>
                    <a:gd name="connsiteY7" fmla="*/ 1009475 h 1090524"/>
                    <a:gd name="connsiteX8" fmla="*/ 821046 w 1047232"/>
                    <a:gd name="connsiteY8" fmla="*/ 1076687 h 1090524"/>
                    <a:gd name="connsiteX9" fmla="*/ 879717 w 1047232"/>
                    <a:gd name="connsiteY9" fmla="*/ 892654 h 1090524"/>
                    <a:gd name="connsiteX10" fmla="*/ 1047232 w 1047232"/>
                    <a:gd name="connsiteY10" fmla="*/ 0 h 1090524"/>
                    <a:gd name="connsiteX0" fmla="*/ 0 w 1047232"/>
                    <a:gd name="connsiteY0" fmla="*/ 1078033 h 1098229"/>
                    <a:gd name="connsiteX1" fmla="*/ 144493 w 1047232"/>
                    <a:gd name="connsiteY1" fmla="*/ 417980 h 1098229"/>
                    <a:gd name="connsiteX2" fmla="*/ 247569 w 1047232"/>
                    <a:gd name="connsiteY2" fmla="*/ 84154 h 1098229"/>
                    <a:gd name="connsiteX3" fmla="*/ 347582 w 1047232"/>
                    <a:gd name="connsiteY3" fmla="*/ 10109 h 1098229"/>
                    <a:gd name="connsiteX4" fmla="*/ 434202 w 1047232"/>
                    <a:gd name="connsiteY4" fmla="*/ 33863 h 1098229"/>
                    <a:gd name="connsiteX5" fmla="*/ 485652 w 1047232"/>
                    <a:gd name="connsiteY5" fmla="*/ 111888 h 1098229"/>
                    <a:gd name="connsiteX6" fmla="*/ 526974 w 1047232"/>
                    <a:gd name="connsiteY6" fmla="*/ 298770 h 1098229"/>
                    <a:gd name="connsiteX7" fmla="*/ 597324 w 1047232"/>
                    <a:gd name="connsiteY7" fmla="*/ 1009475 h 1098229"/>
                    <a:gd name="connsiteX8" fmla="*/ 821046 w 1047232"/>
                    <a:gd name="connsiteY8" fmla="*/ 1076687 h 1098229"/>
                    <a:gd name="connsiteX9" fmla="*/ 879717 w 1047232"/>
                    <a:gd name="connsiteY9" fmla="*/ 892654 h 1098229"/>
                    <a:gd name="connsiteX10" fmla="*/ 1047232 w 1047232"/>
                    <a:gd name="connsiteY10" fmla="*/ 0 h 1098229"/>
                    <a:gd name="connsiteX0" fmla="*/ 0 w 1047232"/>
                    <a:gd name="connsiteY0" fmla="*/ 1078033 h 1102894"/>
                    <a:gd name="connsiteX1" fmla="*/ 144493 w 1047232"/>
                    <a:gd name="connsiteY1" fmla="*/ 417980 h 1102894"/>
                    <a:gd name="connsiteX2" fmla="*/ 247569 w 1047232"/>
                    <a:gd name="connsiteY2" fmla="*/ 84154 h 1102894"/>
                    <a:gd name="connsiteX3" fmla="*/ 347582 w 1047232"/>
                    <a:gd name="connsiteY3" fmla="*/ 10109 h 1102894"/>
                    <a:gd name="connsiteX4" fmla="*/ 434202 w 1047232"/>
                    <a:gd name="connsiteY4" fmla="*/ 33863 h 1102894"/>
                    <a:gd name="connsiteX5" fmla="*/ 485652 w 1047232"/>
                    <a:gd name="connsiteY5" fmla="*/ 111888 h 1102894"/>
                    <a:gd name="connsiteX6" fmla="*/ 526974 w 1047232"/>
                    <a:gd name="connsiteY6" fmla="*/ 298770 h 1102894"/>
                    <a:gd name="connsiteX7" fmla="*/ 597324 w 1047232"/>
                    <a:gd name="connsiteY7" fmla="*/ 1009475 h 1102894"/>
                    <a:gd name="connsiteX8" fmla="*/ 825809 w 1047232"/>
                    <a:gd name="connsiteY8" fmla="*/ 1084272 h 1102894"/>
                    <a:gd name="connsiteX9" fmla="*/ 879717 w 1047232"/>
                    <a:gd name="connsiteY9" fmla="*/ 892654 h 1102894"/>
                    <a:gd name="connsiteX10" fmla="*/ 1047232 w 1047232"/>
                    <a:gd name="connsiteY10" fmla="*/ 0 h 1102894"/>
                    <a:gd name="connsiteX0" fmla="*/ 0 w 1047232"/>
                    <a:gd name="connsiteY0" fmla="*/ 1078033 h 1118575"/>
                    <a:gd name="connsiteX1" fmla="*/ 144493 w 1047232"/>
                    <a:gd name="connsiteY1" fmla="*/ 417980 h 1118575"/>
                    <a:gd name="connsiteX2" fmla="*/ 247569 w 1047232"/>
                    <a:gd name="connsiteY2" fmla="*/ 84154 h 1118575"/>
                    <a:gd name="connsiteX3" fmla="*/ 347582 w 1047232"/>
                    <a:gd name="connsiteY3" fmla="*/ 10109 h 1118575"/>
                    <a:gd name="connsiteX4" fmla="*/ 434202 w 1047232"/>
                    <a:gd name="connsiteY4" fmla="*/ 33863 h 1118575"/>
                    <a:gd name="connsiteX5" fmla="*/ 485652 w 1047232"/>
                    <a:gd name="connsiteY5" fmla="*/ 111888 h 1118575"/>
                    <a:gd name="connsiteX6" fmla="*/ 526974 w 1047232"/>
                    <a:gd name="connsiteY6" fmla="*/ 298770 h 1118575"/>
                    <a:gd name="connsiteX7" fmla="*/ 587799 w 1047232"/>
                    <a:gd name="connsiteY7" fmla="*/ 1043607 h 1118575"/>
                    <a:gd name="connsiteX8" fmla="*/ 825809 w 1047232"/>
                    <a:gd name="connsiteY8" fmla="*/ 1084272 h 1118575"/>
                    <a:gd name="connsiteX9" fmla="*/ 879717 w 1047232"/>
                    <a:gd name="connsiteY9" fmla="*/ 892654 h 1118575"/>
                    <a:gd name="connsiteX10" fmla="*/ 1047232 w 1047232"/>
                    <a:gd name="connsiteY10" fmla="*/ 0 h 1118575"/>
                    <a:gd name="connsiteX0" fmla="*/ 0 w 1047232"/>
                    <a:gd name="connsiteY0" fmla="*/ 1078033 h 1115281"/>
                    <a:gd name="connsiteX1" fmla="*/ 144493 w 1047232"/>
                    <a:gd name="connsiteY1" fmla="*/ 417980 h 1115281"/>
                    <a:gd name="connsiteX2" fmla="*/ 247569 w 1047232"/>
                    <a:gd name="connsiteY2" fmla="*/ 84154 h 1115281"/>
                    <a:gd name="connsiteX3" fmla="*/ 347582 w 1047232"/>
                    <a:gd name="connsiteY3" fmla="*/ 10109 h 1115281"/>
                    <a:gd name="connsiteX4" fmla="*/ 434202 w 1047232"/>
                    <a:gd name="connsiteY4" fmla="*/ 33863 h 1115281"/>
                    <a:gd name="connsiteX5" fmla="*/ 485652 w 1047232"/>
                    <a:gd name="connsiteY5" fmla="*/ 111888 h 1115281"/>
                    <a:gd name="connsiteX6" fmla="*/ 526974 w 1047232"/>
                    <a:gd name="connsiteY6" fmla="*/ 298770 h 1115281"/>
                    <a:gd name="connsiteX7" fmla="*/ 587799 w 1047232"/>
                    <a:gd name="connsiteY7" fmla="*/ 1043607 h 1115281"/>
                    <a:gd name="connsiteX8" fmla="*/ 818666 w 1047232"/>
                    <a:gd name="connsiteY8" fmla="*/ 1076686 h 1115281"/>
                    <a:gd name="connsiteX9" fmla="*/ 879717 w 1047232"/>
                    <a:gd name="connsiteY9" fmla="*/ 892654 h 1115281"/>
                    <a:gd name="connsiteX10" fmla="*/ 1047232 w 1047232"/>
                    <a:gd name="connsiteY10" fmla="*/ 0 h 1115281"/>
                    <a:gd name="connsiteX0" fmla="*/ 0 w 1047232"/>
                    <a:gd name="connsiteY0" fmla="*/ 1078033 h 1103237"/>
                    <a:gd name="connsiteX1" fmla="*/ 144493 w 1047232"/>
                    <a:gd name="connsiteY1" fmla="*/ 417980 h 1103237"/>
                    <a:gd name="connsiteX2" fmla="*/ 247569 w 1047232"/>
                    <a:gd name="connsiteY2" fmla="*/ 84154 h 1103237"/>
                    <a:gd name="connsiteX3" fmla="*/ 347582 w 1047232"/>
                    <a:gd name="connsiteY3" fmla="*/ 10109 h 1103237"/>
                    <a:gd name="connsiteX4" fmla="*/ 434202 w 1047232"/>
                    <a:gd name="connsiteY4" fmla="*/ 33863 h 1103237"/>
                    <a:gd name="connsiteX5" fmla="*/ 485652 w 1047232"/>
                    <a:gd name="connsiteY5" fmla="*/ 111888 h 1103237"/>
                    <a:gd name="connsiteX6" fmla="*/ 526974 w 1047232"/>
                    <a:gd name="connsiteY6" fmla="*/ 298770 h 1103237"/>
                    <a:gd name="connsiteX7" fmla="*/ 597324 w 1047232"/>
                    <a:gd name="connsiteY7" fmla="*/ 1020852 h 1103237"/>
                    <a:gd name="connsiteX8" fmla="*/ 818666 w 1047232"/>
                    <a:gd name="connsiteY8" fmla="*/ 1076686 h 1103237"/>
                    <a:gd name="connsiteX9" fmla="*/ 879717 w 1047232"/>
                    <a:gd name="connsiteY9" fmla="*/ 892654 h 1103237"/>
                    <a:gd name="connsiteX10" fmla="*/ 1047232 w 1047232"/>
                    <a:gd name="connsiteY10" fmla="*/ 0 h 1103237"/>
                    <a:gd name="connsiteX0" fmla="*/ 0 w 1047232"/>
                    <a:gd name="connsiteY0" fmla="*/ 1078033 h 1099818"/>
                    <a:gd name="connsiteX1" fmla="*/ 144493 w 1047232"/>
                    <a:gd name="connsiteY1" fmla="*/ 417980 h 1099818"/>
                    <a:gd name="connsiteX2" fmla="*/ 247569 w 1047232"/>
                    <a:gd name="connsiteY2" fmla="*/ 84154 h 1099818"/>
                    <a:gd name="connsiteX3" fmla="*/ 347582 w 1047232"/>
                    <a:gd name="connsiteY3" fmla="*/ 10109 h 1099818"/>
                    <a:gd name="connsiteX4" fmla="*/ 434202 w 1047232"/>
                    <a:gd name="connsiteY4" fmla="*/ 33863 h 1099818"/>
                    <a:gd name="connsiteX5" fmla="*/ 485652 w 1047232"/>
                    <a:gd name="connsiteY5" fmla="*/ 111888 h 1099818"/>
                    <a:gd name="connsiteX6" fmla="*/ 526974 w 1047232"/>
                    <a:gd name="connsiteY6" fmla="*/ 298770 h 1099818"/>
                    <a:gd name="connsiteX7" fmla="*/ 606849 w 1047232"/>
                    <a:gd name="connsiteY7" fmla="*/ 1013267 h 1099818"/>
                    <a:gd name="connsiteX8" fmla="*/ 818666 w 1047232"/>
                    <a:gd name="connsiteY8" fmla="*/ 1076686 h 1099818"/>
                    <a:gd name="connsiteX9" fmla="*/ 879717 w 1047232"/>
                    <a:gd name="connsiteY9" fmla="*/ 892654 h 1099818"/>
                    <a:gd name="connsiteX10" fmla="*/ 1047232 w 1047232"/>
                    <a:gd name="connsiteY10" fmla="*/ 0 h 1099818"/>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26974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19830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1365 w 1047232"/>
                    <a:gd name="connsiteY5" fmla="*/ 111888 h 1090645"/>
                    <a:gd name="connsiteX6" fmla="*/ 519830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71365 w 1047232"/>
                    <a:gd name="connsiteY5" fmla="*/ 111888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75449 w 1047232"/>
                    <a:gd name="connsiteY1" fmla="*/ 436942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75449 w 1047232"/>
                    <a:gd name="connsiteY1" fmla="*/ 436942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18657"/>
                    <a:gd name="connsiteY0" fmla="*/ 1100787 h 1100787"/>
                    <a:gd name="connsiteX1" fmla="*/ 146874 w 1018657"/>
                    <a:gd name="connsiteY1" fmla="*/ 436942 h 1100787"/>
                    <a:gd name="connsiteX2" fmla="*/ 228519 w 1018657"/>
                    <a:gd name="connsiteY2" fmla="*/ 118286 h 1100787"/>
                    <a:gd name="connsiteX3" fmla="*/ 319007 w 1018657"/>
                    <a:gd name="connsiteY3" fmla="*/ 17695 h 1100787"/>
                    <a:gd name="connsiteX4" fmla="*/ 405627 w 1018657"/>
                    <a:gd name="connsiteY4" fmla="*/ 33863 h 1100787"/>
                    <a:gd name="connsiteX5" fmla="*/ 447553 w 1018657"/>
                    <a:gd name="connsiteY5" fmla="*/ 104304 h 1100787"/>
                    <a:gd name="connsiteX6" fmla="*/ 486492 w 1018657"/>
                    <a:gd name="connsiteY6" fmla="*/ 298770 h 1100787"/>
                    <a:gd name="connsiteX7" fmla="*/ 585418 w 1018657"/>
                    <a:gd name="connsiteY7" fmla="*/ 1001888 h 1100787"/>
                    <a:gd name="connsiteX8" fmla="*/ 787710 w 1018657"/>
                    <a:gd name="connsiteY8" fmla="*/ 1069102 h 1100787"/>
                    <a:gd name="connsiteX9" fmla="*/ 851142 w 1018657"/>
                    <a:gd name="connsiteY9" fmla="*/ 892654 h 1100787"/>
                    <a:gd name="connsiteX10" fmla="*/ 1018657 w 1018657"/>
                    <a:gd name="connsiteY10" fmla="*/ 0 h 1100787"/>
                    <a:gd name="connsiteX0" fmla="*/ 0 w 987701"/>
                    <a:gd name="connsiteY0" fmla="*/ 1108371 h 1108371"/>
                    <a:gd name="connsiteX1" fmla="*/ 115918 w 987701"/>
                    <a:gd name="connsiteY1" fmla="*/ 436942 h 1108371"/>
                    <a:gd name="connsiteX2" fmla="*/ 197563 w 987701"/>
                    <a:gd name="connsiteY2" fmla="*/ 118286 h 1108371"/>
                    <a:gd name="connsiteX3" fmla="*/ 288051 w 987701"/>
                    <a:gd name="connsiteY3" fmla="*/ 17695 h 1108371"/>
                    <a:gd name="connsiteX4" fmla="*/ 374671 w 987701"/>
                    <a:gd name="connsiteY4" fmla="*/ 33863 h 1108371"/>
                    <a:gd name="connsiteX5" fmla="*/ 416597 w 987701"/>
                    <a:gd name="connsiteY5" fmla="*/ 104304 h 1108371"/>
                    <a:gd name="connsiteX6" fmla="*/ 455536 w 987701"/>
                    <a:gd name="connsiteY6" fmla="*/ 298770 h 1108371"/>
                    <a:gd name="connsiteX7" fmla="*/ 554462 w 987701"/>
                    <a:gd name="connsiteY7" fmla="*/ 1001888 h 1108371"/>
                    <a:gd name="connsiteX8" fmla="*/ 756754 w 987701"/>
                    <a:gd name="connsiteY8" fmla="*/ 1069102 h 1108371"/>
                    <a:gd name="connsiteX9" fmla="*/ 820186 w 987701"/>
                    <a:gd name="connsiteY9" fmla="*/ 892654 h 1108371"/>
                    <a:gd name="connsiteX10" fmla="*/ 987701 w 987701"/>
                    <a:gd name="connsiteY10" fmla="*/ 0 h 1108371"/>
                    <a:gd name="connsiteX0" fmla="*/ 0 w 973414"/>
                    <a:gd name="connsiteY0" fmla="*/ 1108371 h 1108371"/>
                    <a:gd name="connsiteX1" fmla="*/ 101631 w 973414"/>
                    <a:gd name="connsiteY1" fmla="*/ 436942 h 1108371"/>
                    <a:gd name="connsiteX2" fmla="*/ 183276 w 973414"/>
                    <a:gd name="connsiteY2" fmla="*/ 118286 h 1108371"/>
                    <a:gd name="connsiteX3" fmla="*/ 273764 w 973414"/>
                    <a:gd name="connsiteY3" fmla="*/ 17695 h 1108371"/>
                    <a:gd name="connsiteX4" fmla="*/ 360384 w 973414"/>
                    <a:gd name="connsiteY4" fmla="*/ 33863 h 1108371"/>
                    <a:gd name="connsiteX5" fmla="*/ 402310 w 973414"/>
                    <a:gd name="connsiteY5" fmla="*/ 104304 h 1108371"/>
                    <a:gd name="connsiteX6" fmla="*/ 441249 w 973414"/>
                    <a:gd name="connsiteY6" fmla="*/ 298770 h 1108371"/>
                    <a:gd name="connsiteX7" fmla="*/ 540175 w 973414"/>
                    <a:gd name="connsiteY7" fmla="*/ 1001888 h 1108371"/>
                    <a:gd name="connsiteX8" fmla="*/ 742467 w 973414"/>
                    <a:gd name="connsiteY8" fmla="*/ 1069102 h 1108371"/>
                    <a:gd name="connsiteX9" fmla="*/ 805899 w 973414"/>
                    <a:gd name="connsiteY9" fmla="*/ 892654 h 1108371"/>
                    <a:gd name="connsiteX10" fmla="*/ 973414 w 973414"/>
                    <a:gd name="connsiteY10" fmla="*/ 0 h 1108371"/>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94844"/>
                    <a:gd name="connsiteY0" fmla="*/ 1142503 h 1142503"/>
                    <a:gd name="connsiteX1" fmla="*/ 123061 w 994844"/>
                    <a:gd name="connsiteY1" fmla="*/ 436942 h 1142503"/>
                    <a:gd name="connsiteX2" fmla="*/ 204706 w 994844"/>
                    <a:gd name="connsiteY2" fmla="*/ 118286 h 1142503"/>
                    <a:gd name="connsiteX3" fmla="*/ 295194 w 994844"/>
                    <a:gd name="connsiteY3" fmla="*/ 17695 h 1142503"/>
                    <a:gd name="connsiteX4" fmla="*/ 381814 w 994844"/>
                    <a:gd name="connsiteY4" fmla="*/ 33863 h 1142503"/>
                    <a:gd name="connsiteX5" fmla="*/ 423740 w 994844"/>
                    <a:gd name="connsiteY5" fmla="*/ 104304 h 1142503"/>
                    <a:gd name="connsiteX6" fmla="*/ 462679 w 994844"/>
                    <a:gd name="connsiteY6" fmla="*/ 298770 h 1142503"/>
                    <a:gd name="connsiteX7" fmla="*/ 561605 w 994844"/>
                    <a:gd name="connsiteY7" fmla="*/ 1001888 h 1142503"/>
                    <a:gd name="connsiteX8" fmla="*/ 763897 w 994844"/>
                    <a:gd name="connsiteY8" fmla="*/ 1069102 h 1142503"/>
                    <a:gd name="connsiteX9" fmla="*/ 827329 w 994844"/>
                    <a:gd name="connsiteY9" fmla="*/ 892654 h 1142503"/>
                    <a:gd name="connsiteX10" fmla="*/ 994844 w 994844"/>
                    <a:gd name="connsiteY10" fmla="*/ 0 h 1142503"/>
                    <a:gd name="connsiteX0" fmla="*/ 0 w 1006751"/>
                    <a:gd name="connsiteY0" fmla="*/ 1142503 h 1142503"/>
                    <a:gd name="connsiteX1" fmla="*/ 134968 w 1006751"/>
                    <a:gd name="connsiteY1" fmla="*/ 436942 h 1142503"/>
                    <a:gd name="connsiteX2" fmla="*/ 216613 w 1006751"/>
                    <a:gd name="connsiteY2" fmla="*/ 118286 h 1142503"/>
                    <a:gd name="connsiteX3" fmla="*/ 307101 w 1006751"/>
                    <a:gd name="connsiteY3" fmla="*/ 17695 h 1142503"/>
                    <a:gd name="connsiteX4" fmla="*/ 393721 w 1006751"/>
                    <a:gd name="connsiteY4" fmla="*/ 33863 h 1142503"/>
                    <a:gd name="connsiteX5" fmla="*/ 435647 w 1006751"/>
                    <a:gd name="connsiteY5" fmla="*/ 104304 h 1142503"/>
                    <a:gd name="connsiteX6" fmla="*/ 474586 w 1006751"/>
                    <a:gd name="connsiteY6" fmla="*/ 298770 h 1142503"/>
                    <a:gd name="connsiteX7" fmla="*/ 573512 w 1006751"/>
                    <a:gd name="connsiteY7" fmla="*/ 1001888 h 1142503"/>
                    <a:gd name="connsiteX8" fmla="*/ 775804 w 1006751"/>
                    <a:gd name="connsiteY8" fmla="*/ 1069102 h 1142503"/>
                    <a:gd name="connsiteX9" fmla="*/ 839236 w 1006751"/>
                    <a:gd name="connsiteY9" fmla="*/ 892654 h 1142503"/>
                    <a:gd name="connsiteX10" fmla="*/ 1006751 w 1006751"/>
                    <a:gd name="connsiteY10" fmla="*/ 0 h 1142503"/>
                    <a:gd name="connsiteX0" fmla="*/ 0 w 1016276"/>
                    <a:gd name="connsiteY0" fmla="*/ 1153881 h 1153881"/>
                    <a:gd name="connsiteX1" fmla="*/ 144493 w 1016276"/>
                    <a:gd name="connsiteY1" fmla="*/ 436942 h 1153881"/>
                    <a:gd name="connsiteX2" fmla="*/ 226138 w 1016276"/>
                    <a:gd name="connsiteY2" fmla="*/ 118286 h 1153881"/>
                    <a:gd name="connsiteX3" fmla="*/ 316626 w 1016276"/>
                    <a:gd name="connsiteY3" fmla="*/ 17695 h 1153881"/>
                    <a:gd name="connsiteX4" fmla="*/ 403246 w 1016276"/>
                    <a:gd name="connsiteY4" fmla="*/ 33863 h 1153881"/>
                    <a:gd name="connsiteX5" fmla="*/ 445172 w 1016276"/>
                    <a:gd name="connsiteY5" fmla="*/ 104304 h 1153881"/>
                    <a:gd name="connsiteX6" fmla="*/ 484111 w 1016276"/>
                    <a:gd name="connsiteY6" fmla="*/ 298770 h 1153881"/>
                    <a:gd name="connsiteX7" fmla="*/ 583037 w 1016276"/>
                    <a:gd name="connsiteY7" fmla="*/ 1001888 h 1153881"/>
                    <a:gd name="connsiteX8" fmla="*/ 785329 w 1016276"/>
                    <a:gd name="connsiteY8" fmla="*/ 1069102 h 1153881"/>
                    <a:gd name="connsiteX9" fmla="*/ 848761 w 1016276"/>
                    <a:gd name="connsiteY9" fmla="*/ 892654 h 1153881"/>
                    <a:gd name="connsiteX10" fmla="*/ 1016276 w 1016276"/>
                    <a:gd name="connsiteY10" fmla="*/ 0 h 1153881"/>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11513"/>
                    <a:gd name="connsiteY0" fmla="*/ 1161467 h 1161467"/>
                    <a:gd name="connsiteX1" fmla="*/ 125442 w 1011513"/>
                    <a:gd name="connsiteY1" fmla="*/ 425564 h 1161467"/>
                    <a:gd name="connsiteX2" fmla="*/ 214232 w 1011513"/>
                    <a:gd name="connsiteY2" fmla="*/ 110702 h 1161467"/>
                    <a:gd name="connsiteX3" fmla="*/ 311863 w 1011513"/>
                    <a:gd name="connsiteY3" fmla="*/ 17695 h 1161467"/>
                    <a:gd name="connsiteX4" fmla="*/ 398483 w 1011513"/>
                    <a:gd name="connsiteY4" fmla="*/ 33863 h 1161467"/>
                    <a:gd name="connsiteX5" fmla="*/ 440409 w 1011513"/>
                    <a:gd name="connsiteY5" fmla="*/ 104304 h 1161467"/>
                    <a:gd name="connsiteX6" fmla="*/ 479348 w 1011513"/>
                    <a:gd name="connsiteY6" fmla="*/ 298770 h 1161467"/>
                    <a:gd name="connsiteX7" fmla="*/ 578274 w 1011513"/>
                    <a:gd name="connsiteY7" fmla="*/ 1001888 h 1161467"/>
                    <a:gd name="connsiteX8" fmla="*/ 780566 w 1011513"/>
                    <a:gd name="connsiteY8" fmla="*/ 1069102 h 1161467"/>
                    <a:gd name="connsiteX9" fmla="*/ 843998 w 1011513"/>
                    <a:gd name="connsiteY9" fmla="*/ 892654 h 1161467"/>
                    <a:gd name="connsiteX10" fmla="*/ 1011513 w 1011513"/>
                    <a:gd name="connsiteY10" fmla="*/ 0 h 1161467"/>
                    <a:gd name="connsiteX0" fmla="*/ 0 w 1011513"/>
                    <a:gd name="connsiteY0" fmla="*/ 1134919 h 1134919"/>
                    <a:gd name="connsiteX1" fmla="*/ 125442 w 1011513"/>
                    <a:gd name="connsiteY1" fmla="*/ 425564 h 1134919"/>
                    <a:gd name="connsiteX2" fmla="*/ 214232 w 1011513"/>
                    <a:gd name="connsiteY2" fmla="*/ 110702 h 1134919"/>
                    <a:gd name="connsiteX3" fmla="*/ 311863 w 1011513"/>
                    <a:gd name="connsiteY3" fmla="*/ 17695 h 1134919"/>
                    <a:gd name="connsiteX4" fmla="*/ 398483 w 1011513"/>
                    <a:gd name="connsiteY4" fmla="*/ 33863 h 1134919"/>
                    <a:gd name="connsiteX5" fmla="*/ 440409 w 1011513"/>
                    <a:gd name="connsiteY5" fmla="*/ 104304 h 1134919"/>
                    <a:gd name="connsiteX6" fmla="*/ 479348 w 1011513"/>
                    <a:gd name="connsiteY6" fmla="*/ 298770 h 1134919"/>
                    <a:gd name="connsiteX7" fmla="*/ 578274 w 1011513"/>
                    <a:gd name="connsiteY7" fmla="*/ 1001888 h 1134919"/>
                    <a:gd name="connsiteX8" fmla="*/ 780566 w 1011513"/>
                    <a:gd name="connsiteY8" fmla="*/ 1069102 h 1134919"/>
                    <a:gd name="connsiteX9" fmla="*/ 843998 w 1011513"/>
                    <a:gd name="connsiteY9" fmla="*/ 892654 h 1134919"/>
                    <a:gd name="connsiteX10" fmla="*/ 1011513 w 1011513"/>
                    <a:gd name="connsiteY10" fmla="*/ 0 h 1134919"/>
                    <a:gd name="connsiteX0" fmla="*/ 0 w 1004369"/>
                    <a:gd name="connsiteY0" fmla="*/ 1100785 h 1100785"/>
                    <a:gd name="connsiteX1" fmla="*/ 118298 w 1004369"/>
                    <a:gd name="connsiteY1" fmla="*/ 425564 h 1100785"/>
                    <a:gd name="connsiteX2" fmla="*/ 207088 w 1004369"/>
                    <a:gd name="connsiteY2" fmla="*/ 110702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7089 w 1004369"/>
                    <a:gd name="connsiteY2" fmla="*/ 9173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9132"/>
                    <a:gd name="connsiteY0" fmla="*/ 1123539 h 1123539"/>
                    <a:gd name="connsiteX1" fmla="*/ 123061 w 1009132"/>
                    <a:gd name="connsiteY1" fmla="*/ 425564 h 1123539"/>
                    <a:gd name="connsiteX2" fmla="*/ 211852 w 1009132"/>
                    <a:gd name="connsiteY2" fmla="*/ 91739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87947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58286 w 1009132"/>
                    <a:gd name="connsiteY9" fmla="*/ 892655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72573 w 1009132"/>
                    <a:gd name="connsiteY9" fmla="*/ 900241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23591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23591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1517 w 1009132"/>
                    <a:gd name="connsiteY8" fmla="*/ 1046346 h 1123539"/>
                    <a:gd name="connsiteX9" fmla="*/ 824948 w 1009132"/>
                    <a:gd name="connsiteY9" fmla="*/ 858522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1517 w 1009132"/>
                    <a:gd name="connsiteY8" fmla="*/ 1046346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51992 w 1009132"/>
                    <a:gd name="connsiteY8" fmla="*/ 1019799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15423 w 1009132"/>
                    <a:gd name="connsiteY9" fmla="*/ 84714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3898 w 1009132"/>
                    <a:gd name="connsiteY8" fmla="*/ 1046347 h 1123539"/>
                    <a:gd name="connsiteX9" fmla="*/ 829710 w 1009132"/>
                    <a:gd name="connsiteY9" fmla="*/ 866107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66279 w 1009132"/>
                    <a:gd name="connsiteY8" fmla="*/ 1057725 h 1123539"/>
                    <a:gd name="connsiteX9" fmla="*/ 829710 w 1009132"/>
                    <a:gd name="connsiteY9" fmla="*/ 866107 h 1123539"/>
                    <a:gd name="connsiteX10" fmla="*/ 1009132 w 1009132"/>
                    <a:gd name="connsiteY10" fmla="*/ 0 h 1123539"/>
                    <a:gd name="connsiteX0" fmla="*/ 0 w 961507"/>
                    <a:gd name="connsiteY0" fmla="*/ 1119747 h 1119747"/>
                    <a:gd name="connsiteX1" fmla="*/ 123061 w 961507"/>
                    <a:gd name="connsiteY1" fmla="*/ 421772 h 1119747"/>
                    <a:gd name="connsiteX2" fmla="*/ 209471 w 961507"/>
                    <a:gd name="connsiteY2" fmla="*/ 72779 h 1119747"/>
                    <a:gd name="connsiteX3" fmla="*/ 316626 w 961507"/>
                    <a:gd name="connsiteY3" fmla="*/ 13903 h 1119747"/>
                    <a:gd name="connsiteX4" fmla="*/ 396102 w 961507"/>
                    <a:gd name="connsiteY4" fmla="*/ 41449 h 1119747"/>
                    <a:gd name="connsiteX5" fmla="*/ 435647 w 961507"/>
                    <a:gd name="connsiteY5" fmla="*/ 108098 h 1119747"/>
                    <a:gd name="connsiteX6" fmla="*/ 474585 w 961507"/>
                    <a:gd name="connsiteY6" fmla="*/ 294978 h 1119747"/>
                    <a:gd name="connsiteX7" fmla="*/ 575893 w 961507"/>
                    <a:gd name="connsiteY7" fmla="*/ 998096 h 1119747"/>
                    <a:gd name="connsiteX8" fmla="*/ 766279 w 961507"/>
                    <a:gd name="connsiteY8" fmla="*/ 1053933 h 1119747"/>
                    <a:gd name="connsiteX9" fmla="*/ 829710 w 961507"/>
                    <a:gd name="connsiteY9" fmla="*/ 862315 h 1119747"/>
                    <a:gd name="connsiteX10" fmla="*/ 961507 w 961507"/>
                    <a:gd name="connsiteY10" fmla="*/ 0 h 1119747"/>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6279 w 937695"/>
                    <a:gd name="connsiteY8" fmla="*/ 1061519 h 1127333"/>
                    <a:gd name="connsiteX9" fmla="*/ 829710 w 937695"/>
                    <a:gd name="connsiteY9" fmla="*/ 869901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6279 w 937695"/>
                    <a:gd name="connsiteY8" fmla="*/ 1061519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3898 w 937695"/>
                    <a:gd name="connsiteY8" fmla="*/ 1050141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56754 w 937695"/>
                    <a:gd name="connsiteY8" fmla="*/ 1019801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46349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57727 h 1127333"/>
                    <a:gd name="connsiteX9" fmla="*/ 815422 w 937695"/>
                    <a:gd name="connsiteY9" fmla="*/ 866108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61517 w 937695"/>
                    <a:gd name="connsiteY8" fmla="*/ 1057727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0085 w 937695"/>
                    <a:gd name="connsiteY8" fmla="*/ 1034971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791609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5393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805897 w 937695"/>
                    <a:gd name="connsiteY9" fmla="*/ 862316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798753 w 937695"/>
                    <a:gd name="connsiteY9" fmla="*/ 858523 h 1127333"/>
                    <a:gd name="connsiteX10" fmla="*/ 937695 w 937695"/>
                    <a:gd name="connsiteY10" fmla="*/ 0 h 1127333"/>
                    <a:gd name="connsiteX0" fmla="*/ 0 w 937695"/>
                    <a:gd name="connsiteY0" fmla="*/ 1127333 h 1127333"/>
                    <a:gd name="connsiteX1" fmla="*/ 123061 w 937695"/>
                    <a:gd name="connsiteY1" fmla="*/ 429358 h 1127333"/>
                    <a:gd name="connsiteX2" fmla="*/ 209471 w 937695"/>
                    <a:gd name="connsiteY2" fmla="*/ 80365 h 1127333"/>
                    <a:gd name="connsiteX3" fmla="*/ 316626 w 937695"/>
                    <a:gd name="connsiteY3" fmla="*/ 21489 h 1127333"/>
                    <a:gd name="connsiteX4" fmla="*/ 396102 w 937695"/>
                    <a:gd name="connsiteY4" fmla="*/ 49035 h 1127333"/>
                    <a:gd name="connsiteX5" fmla="*/ 435647 w 937695"/>
                    <a:gd name="connsiteY5" fmla="*/ 115684 h 1127333"/>
                    <a:gd name="connsiteX6" fmla="*/ 474585 w 937695"/>
                    <a:gd name="connsiteY6" fmla="*/ 302564 h 1127333"/>
                    <a:gd name="connsiteX7" fmla="*/ 575893 w 937695"/>
                    <a:gd name="connsiteY7" fmla="*/ 1005682 h 1127333"/>
                    <a:gd name="connsiteX8" fmla="*/ 747228 w 937695"/>
                    <a:gd name="connsiteY8" fmla="*/ 1069103 h 1127333"/>
                    <a:gd name="connsiteX9" fmla="*/ 808278 w 937695"/>
                    <a:gd name="connsiteY9" fmla="*/ 854730 h 1127333"/>
                    <a:gd name="connsiteX10" fmla="*/ 937695 w 937695"/>
                    <a:gd name="connsiteY10" fmla="*/ 0 h 1127333"/>
                    <a:gd name="connsiteX0" fmla="*/ 0 w 913883"/>
                    <a:gd name="connsiteY0" fmla="*/ 1142503 h 1142503"/>
                    <a:gd name="connsiteX1" fmla="*/ 123061 w 913883"/>
                    <a:gd name="connsiteY1" fmla="*/ 444528 h 1142503"/>
                    <a:gd name="connsiteX2" fmla="*/ 209471 w 913883"/>
                    <a:gd name="connsiteY2" fmla="*/ 95535 h 1142503"/>
                    <a:gd name="connsiteX3" fmla="*/ 316626 w 913883"/>
                    <a:gd name="connsiteY3" fmla="*/ 36659 h 1142503"/>
                    <a:gd name="connsiteX4" fmla="*/ 396102 w 913883"/>
                    <a:gd name="connsiteY4" fmla="*/ 64205 h 1142503"/>
                    <a:gd name="connsiteX5" fmla="*/ 435647 w 913883"/>
                    <a:gd name="connsiteY5" fmla="*/ 130854 h 1142503"/>
                    <a:gd name="connsiteX6" fmla="*/ 474585 w 913883"/>
                    <a:gd name="connsiteY6" fmla="*/ 317734 h 1142503"/>
                    <a:gd name="connsiteX7" fmla="*/ 575893 w 913883"/>
                    <a:gd name="connsiteY7" fmla="*/ 1020852 h 1142503"/>
                    <a:gd name="connsiteX8" fmla="*/ 747228 w 913883"/>
                    <a:gd name="connsiteY8" fmla="*/ 1084273 h 1142503"/>
                    <a:gd name="connsiteX9" fmla="*/ 808278 w 913883"/>
                    <a:gd name="connsiteY9" fmla="*/ 869900 h 1142503"/>
                    <a:gd name="connsiteX10" fmla="*/ 913883 w 913883"/>
                    <a:gd name="connsiteY10" fmla="*/ 0 h 1142503"/>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7228 w 930552"/>
                    <a:gd name="connsiteY8" fmla="*/ 1091857 h 1150087"/>
                    <a:gd name="connsiteX9" fmla="*/ 808278 w 930552"/>
                    <a:gd name="connsiteY9" fmla="*/ 87748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7228 w 930552"/>
                    <a:gd name="connsiteY8" fmla="*/ 1091857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75893 w 930552"/>
                    <a:gd name="connsiteY7" fmla="*/ 1028436 h 1150087"/>
                    <a:gd name="connsiteX8" fmla="*/ 744847 w 930552"/>
                    <a:gd name="connsiteY8" fmla="*/ 108047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4847 w 930552"/>
                    <a:gd name="connsiteY8" fmla="*/ 108047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65309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10659 w 930552"/>
                    <a:gd name="connsiteY9" fmla="*/ 881277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829797 w 930552"/>
                    <a:gd name="connsiteY10" fmla="*/ 694500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42465 w 930552"/>
                    <a:gd name="connsiteY8" fmla="*/ 1091858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9973 w 930552"/>
                    <a:gd name="connsiteY8" fmla="*/ 1064005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37468 w 930552"/>
                    <a:gd name="connsiteY8" fmla="*/ 1079920 h 1150087"/>
                    <a:gd name="connsiteX9" fmla="*/ 805896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37468 w 930552"/>
                    <a:gd name="connsiteY8" fmla="*/ 1079920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4983 w 930552"/>
                    <a:gd name="connsiteY8" fmla="*/ 1060025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783411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795903 w 930552"/>
                    <a:gd name="connsiteY9" fmla="*/ 869526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71962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17482 w 930552"/>
                    <a:gd name="connsiteY8" fmla="*/ 108389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803398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0180 w 930552"/>
                    <a:gd name="connsiteY7" fmla="*/ 1013266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24977 w 930552"/>
                    <a:gd name="connsiteY8" fmla="*/ 1087879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8341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602672 w 930552"/>
                    <a:gd name="connsiteY7" fmla="*/ 997349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8401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85910 w 930552"/>
                    <a:gd name="connsiteY9" fmla="*/ 865548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790916 w 930552"/>
                    <a:gd name="connsiteY10" fmla="*/ 854284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0907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798411 w 930552"/>
                    <a:gd name="connsiteY10" fmla="*/ 858263 h 1150087"/>
                    <a:gd name="connsiteX11" fmla="*/ 834559 w 930552"/>
                    <a:gd name="connsiteY11" fmla="*/ 686914 h 1150087"/>
                    <a:gd name="connsiteX12" fmla="*/ 930552 w 930552"/>
                    <a:gd name="connsiteY12"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795903 w 930552"/>
                    <a:gd name="connsiteY9" fmla="*/ 877485 h 1150087"/>
                    <a:gd name="connsiteX10" fmla="*/ 834559 w 930552"/>
                    <a:gd name="connsiteY10" fmla="*/ 686914 h 1150087"/>
                    <a:gd name="connsiteX11" fmla="*/ 930552 w 930552"/>
                    <a:gd name="connsiteY11"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35647 w 930552"/>
                    <a:gd name="connsiteY5" fmla="*/ 138438 h 1150087"/>
                    <a:gd name="connsiteX6" fmla="*/ 474585 w 930552"/>
                    <a:gd name="connsiteY6" fmla="*/ 325318 h 1150087"/>
                    <a:gd name="connsiteX7" fmla="*/ 595177 w 930552"/>
                    <a:gd name="connsiteY7" fmla="*/ 1001327 h 1150087"/>
                    <a:gd name="connsiteX8" fmla="*/ 734970 w 930552"/>
                    <a:gd name="connsiteY8" fmla="*/ 1091858 h 1150087"/>
                    <a:gd name="connsiteX9" fmla="*/ 834559 w 930552"/>
                    <a:gd name="connsiteY9" fmla="*/ 686914 h 1150087"/>
                    <a:gd name="connsiteX10" fmla="*/ 930552 w 930552"/>
                    <a:gd name="connsiteY10"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74585 w 930552"/>
                    <a:gd name="connsiteY5" fmla="*/ 325318 h 1150087"/>
                    <a:gd name="connsiteX6" fmla="*/ 595177 w 930552"/>
                    <a:gd name="connsiteY6" fmla="*/ 1001327 h 1150087"/>
                    <a:gd name="connsiteX7" fmla="*/ 734970 w 930552"/>
                    <a:gd name="connsiteY7" fmla="*/ 1091858 h 1150087"/>
                    <a:gd name="connsiteX8" fmla="*/ 834559 w 930552"/>
                    <a:gd name="connsiteY8" fmla="*/ 686914 h 1150087"/>
                    <a:gd name="connsiteX9" fmla="*/ 930552 w 930552"/>
                    <a:gd name="connsiteY9"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16626 w 930552"/>
                    <a:gd name="connsiteY3" fmla="*/ 44243 h 1150087"/>
                    <a:gd name="connsiteX4" fmla="*/ 396102 w 930552"/>
                    <a:gd name="connsiteY4" fmla="*/ 71789 h 1150087"/>
                    <a:gd name="connsiteX5" fmla="*/ 474585 w 930552"/>
                    <a:gd name="connsiteY5" fmla="*/ 325318 h 1150087"/>
                    <a:gd name="connsiteX6" fmla="*/ 595177 w 930552"/>
                    <a:gd name="connsiteY6" fmla="*/ 1001327 h 1150087"/>
                    <a:gd name="connsiteX7" fmla="*/ 734970 w 930552"/>
                    <a:gd name="connsiteY7" fmla="*/ 1091858 h 1150087"/>
                    <a:gd name="connsiteX8" fmla="*/ 834559 w 930552"/>
                    <a:gd name="connsiteY8" fmla="*/ 686914 h 1150087"/>
                    <a:gd name="connsiteX9" fmla="*/ 930552 w 930552"/>
                    <a:gd name="connsiteY9" fmla="*/ 0 h 1150087"/>
                    <a:gd name="connsiteX0" fmla="*/ 0 w 930552"/>
                    <a:gd name="connsiteY0" fmla="*/ 1150087 h 1150087"/>
                    <a:gd name="connsiteX1" fmla="*/ 123061 w 930552"/>
                    <a:gd name="connsiteY1" fmla="*/ 452112 h 1150087"/>
                    <a:gd name="connsiteX2" fmla="*/ 209471 w 930552"/>
                    <a:gd name="connsiteY2" fmla="*/ 103119 h 1150087"/>
                    <a:gd name="connsiteX3" fmla="*/ 396102 w 930552"/>
                    <a:gd name="connsiteY3" fmla="*/ 71789 h 1150087"/>
                    <a:gd name="connsiteX4" fmla="*/ 474585 w 930552"/>
                    <a:gd name="connsiteY4" fmla="*/ 325318 h 1150087"/>
                    <a:gd name="connsiteX5" fmla="*/ 595177 w 930552"/>
                    <a:gd name="connsiteY5" fmla="*/ 1001327 h 1150087"/>
                    <a:gd name="connsiteX6" fmla="*/ 734970 w 930552"/>
                    <a:gd name="connsiteY6" fmla="*/ 1091858 h 1150087"/>
                    <a:gd name="connsiteX7" fmla="*/ 834559 w 930552"/>
                    <a:gd name="connsiteY7" fmla="*/ 686914 h 1150087"/>
                    <a:gd name="connsiteX8" fmla="*/ 930552 w 930552"/>
                    <a:gd name="connsiteY8" fmla="*/ 0 h 1150087"/>
                    <a:gd name="connsiteX0" fmla="*/ 0 w 897279"/>
                    <a:gd name="connsiteY0" fmla="*/ 1155452 h 1155452"/>
                    <a:gd name="connsiteX1" fmla="*/ 89788 w 897279"/>
                    <a:gd name="connsiteY1" fmla="*/ 452112 h 1155452"/>
                    <a:gd name="connsiteX2" fmla="*/ 176198 w 897279"/>
                    <a:gd name="connsiteY2" fmla="*/ 103119 h 1155452"/>
                    <a:gd name="connsiteX3" fmla="*/ 362829 w 897279"/>
                    <a:gd name="connsiteY3" fmla="*/ 71789 h 1155452"/>
                    <a:gd name="connsiteX4" fmla="*/ 441312 w 897279"/>
                    <a:gd name="connsiteY4" fmla="*/ 325318 h 1155452"/>
                    <a:gd name="connsiteX5" fmla="*/ 561904 w 897279"/>
                    <a:gd name="connsiteY5" fmla="*/ 1001327 h 1155452"/>
                    <a:gd name="connsiteX6" fmla="*/ 701697 w 897279"/>
                    <a:gd name="connsiteY6" fmla="*/ 1091858 h 1155452"/>
                    <a:gd name="connsiteX7" fmla="*/ 801286 w 897279"/>
                    <a:gd name="connsiteY7" fmla="*/ 686914 h 1155452"/>
                    <a:gd name="connsiteX8" fmla="*/ 897279 w 897279"/>
                    <a:gd name="connsiteY8" fmla="*/ 0 h 1155452"/>
                    <a:gd name="connsiteX0" fmla="*/ 0 w 894507"/>
                    <a:gd name="connsiteY0" fmla="*/ 1150089 h 1150089"/>
                    <a:gd name="connsiteX1" fmla="*/ 87016 w 894507"/>
                    <a:gd name="connsiteY1" fmla="*/ 452112 h 1150089"/>
                    <a:gd name="connsiteX2" fmla="*/ 173426 w 894507"/>
                    <a:gd name="connsiteY2" fmla="*/ 103119 h 1150089"/>
                    <a:gd name="connsiteX3" fmla="*/ 360057 w 894507"/>
                    <a:gd name="connsiteY3" fmla="*/ 71789 h 1150089"/>
                    <a:gd name="connsiteX4" fmla="*/ 438540 w 894507"/>
                    <a:gd name="connsiteY4" fmla="*/ 325318 h 1150089"/>
                    <a:gd name="connsiteX5" fmla="*/ 559132 w 894507"/>
                    <a:gd name="connsiteY5" fmla="*/ 1001327 h 1150089"/>
                    <a:gd name="connsiteX6" fmla="*/ 698925 w 894507"/>
                    <a:gd name="connsiteY6" fmla="*/ 1091858 h 1150089"/>
                    <a:gd name="connsiteX7" fmla="*/ 798514 w 894507"/>
                    <a:gd name="connsiteY7" fmla="*/ 686914 h 1150089"/>
                    <a:gd name="connsiteX8" fmla="*/ 894507 w 894507"/>
                    <a:gd name="connsiteY8" fmla="*/ 0 h 1150089"/>
                    <a:gd name="connsiteX0" fmla="*/ 0 w 943367"/>
                    <a:gd name="connsiteY0" fmla="*/ 1221857 h 1221857"/>
                    <a:gd name="connsiteX1" fmla="*/ 87016 w 943367"/>
                    <a:gd name="connsiteY1" fmla="*/ 523880 h 1221857"/>
                    <a:gd name="connsiteX2" fmla="*/ 173426 w 943367"/>
                    <a:gd name="connsiteY2" fmla="*/ 174887 h 1221857"/>
                    <a:gd name="connsiteX3" fmla="*/ 360057 w 943367"/>
                    <a:gd name="connsiteY3" fmla="*/ 143557 h 1221857"/>
                    <a:gd name="connsiteX4" fmla="*/ 438540 w 943367"/>
                    <a:gd name="connsiteY4" fmla="*/ 397086 h 1221857"/>
                    <a:gd name="connsiteX5" fmla="*/ 559132 w 943367"/>
                    <a:gd name="connsiteY5" fmla="*/ 1073095 h 1221857"/>
                    <a:gd name="connsiteX6" fmla="*/ 698925 w 943367"/>
                    <a:gd name="connsiteY6" fmla="*/ 1163626 h 1221857"/>
                    <a:gd name="connsiteX7" fmla="*/ 798514 w 943367"/>
                    <a:gd name="connsiteY7" fmla="*/ 758682 h 1221857"/>
                    <a:gd name="connsiteX8" fmla="*/ 943367 w 943367"/>
                    <a:gd name="connsiteY8" fmla="*/ 0 h 1221857"/>
                    <a:gd name="connsiteX0" fmla="*/ 0 w 949440"/>
                    <a:gd name="connsiteY0" fmla="*/ 1252650 h 1252650"/>
                    <a:gd name="connsiteX1" fmla="*/ 87016 w 949440"/>
                    <a:gd name="connsiteY1" fmla="*/ 554673 h 1252650"/>
                    <a:gd name="connsiteX2" fmla="*/ 173426 w 949440"/>
                    <a:gd name="connsiteY2" fmla="*/ 205680 h 1252650"/>
                    <a:gd name="connsiteX3" fmla="*/ 360057 w 949440"/>
                    <a:gd name="connsiteY3" fmla="*/ 174350 h 1252650"/>
                    <a:gd name="connsiteX4" fmla="*/ 438540 w 949440"/>
                    <a:gd name="connsiteY4" fmla="*/ 427879 h 1252650"/>
                    <a:gd name="connsiteX5" fmla="*/ 559132 w 949440"/>
                    <a:gd name="connsiteY5" fmla="*/ 1103888 h 1252650"/>
                    <a:gd name="connsiteX6" fmla="*/ 698925 w 949440"/>
                    <a:gd name="connsiteY6" fmla="*/ 1194419 h 1252650"/>
                    <a:gd name="connsiteX7" fmla="*/ 798514 w 949440"/>
                    <a:gd name="connsiteY7" fmla="*/ 789475 h 1252650"/>
                    <a:gd name="connsiteX8" fmla="*/ 943367 w 949440"/>
                    <a:gd name="connsiteY8" fmla="*/ 30793 h 1252650"/>
                    <a:gd name="connsiteX9" fmla="*/ 921665 w 949440"/>
                    <a:gd name="connsiteY9" fmla="*/ 150975 h 1252650"/>
                    <a:gd name="connsiteX0" fmla="*/ 0 w 1013208"/>
                    <a:gd name="connsiteY0" fmla="*/ 1274143 h 1274143"/>
                    <a:gd name="connsiteX1" fmla="*/ 87016 w 1013208"/>
                    <a:gd name="connsiteY1" fmla="*/ 576166 h 1274143"/>
                    <a:gd name="connsiteX2" fmla="*/ 173426 w 1013208"/>
                    <a:gd name="connsiteY2" fmla="*/ 227173 h 1274143"/>
                    <a:gd name="connsiteX3" fmla="*/ 360057 w 1013208"/>
                    <a:gd name="connsiteY3" fmla="*/ 195843 h 1274143"/>
                    <a:gd name="connsiteX4" fmla="*/ 438540 w 1013208"/>
                    <a:gd name="connsiteY4" fmla="*/ 449372 h 1274143"/>
                    <a:gd name="connsiteX5" fmla="*/ 559132 w 1013208"/>
                    <a:gd name="connsiteY5" fmla="*/ 1125381 h 1274143"/>
                    <a:gd name="connsiteX6" fmla="*/ 698925 w 1013208"/>
                    <a:gd name="connsiteY6" fmla="*/ 1215912 h 1274143"/>
                    <a:gd name="connsiteX7" fmla="*/ 798514 w 1013208"/>
                    <a:gd name="connsiteY7" fmla="*/ 810968 h 1274143"/>
                    <a:gd name="connsiteX8" fmla="*/ 1010549 w 1013208"/>
                    <a:gd name="connsiteY8" fmla="*/ 28363 h 1274143"/>
                    <a:gd name="connsiteX9" fmla="*/ 921665 w 1013208"/>
                    <a:gd name="connsiteY9" fmla="*/ 172468 h 1274143"/>
                    <a:gd name="connsiteX0" fmla="*/ 0 w 1012755"/>
                    <a:gd name="connsiteY0" fmla="*/ 1284888 h 1284888"/>
                    <a:gd name="connsiteX1" fmla="*/ 87016 w 1012755"/>
                    <a:gd name="connsiteY1" fmla="*/ 586911 h 1284888"/>
                    <a:gd name="connsiteX2" fmla="*/ 173426 w 1012755"/>
                    <a:gd name="connsiteY2" fmla="*/ 237918 h 1284888"/>
                    <a:gd name="connsiteX3" fmla="*/ 360057 w 1012755"/>
                    <a:gd name="connsiteY3" fmla="*/ 206588 h 1284888"/>
                    <a:gd name="connsiteX4" fmla="*/ 438540 w 1012755"/>
                    <a:gd name="connsiteY4" fmla="*/ 460117 h 1284888"/>
                    <a:gd name="connsiteX5" fmla="*/ 559132 w 1012755"/>
                    <a:gd name="connsiteY5" fmla="*/ 1136126 h 1284888"/>
                    <a:gd name="connsiteX6" fmla="*/ 698925 w 1012755"/>
                    <a:gd name="connsiteY6" fmla="*/ 1226657 h 1284888"/>
                    <a:gd name="connsiteX7" fmla="*/ 798514 w 1012755"/>
                    <a:gd name="connsiteY7" fmla="*/ 821713 h 1284888"/>
                    <a:gd name="connsiteX8" fmla="*/ 1010549 w 1012755"/>
                    <a:gd name="connsiteY8" fmla="*/ 39108 h 1284888"/>
                    <a:gd name="connsiteX9" fmla="*/ 897235 w 1012755"/>
                    <a:gd name="connsiteY9" fmla="*/ 99482 h 1284888"/>
                    <a:gd name="connsiteX0" fmla="*/ 0 w 1251534"/>
                    <a:gd name="connsiteY0" fmla="*/ 1569978 h 1569978"/>
                    <a:gd name="connsiteX1" fmla="*/ 87016 w 1251534"/>
                    <a:gd name="connsiteY1" fmla="*/ 872001 h 1569978"/>
                    <a:gd name="connsiteX2" fmla="*/ 173426 w 1251534"/>
                    <a:gd name="connsiteY2" fmla="*/ 523008 h 1569978"/>
                    <a:gd name="connsiteX3" fmla="*/ 360057 w 1251534"/>
                    <a:gd name="connsiteY3" fmla="*/ 491678 h 1569978"/>
                    <a:gd name="connsiteX4" fmla="*/ 438540 w 1251534"/>
                    <a:gd name="connsiteY4" fmla="*/ 745207 h 1569978"/>
                    <a:gd name="connsiteX5" fmla="*/ 559132 w 1251534"/>
                    <a:gd name="connsiteY5" fmla="*/ 1421216 h 1569978"/>
                    <a:gd name="connsiteX6" fmla="*/ 698925 w 1251534"/>
                    <a:gd name="connsiteY6" fmla="*/ 1511747 h 1569978"/>
                    <a:gd name="connsiteX7" fmla="*/ 798514 w 1251534"/>
                    <a:gd name="connsiteY7" fmla="*/ 1106803 h 1569978"/>
                    <a:gd name="connsiteX8" fmla="*/ 1010549 w 1251534"/>
                    <a:gd name="connsiteY8" fmla="*/ 324198 h 1569978"/>
                    <a:gd name="connsiteX9" fmla="*/ 1251467 w 1251534"/>
                    <a:gd name="connsiteY9" fmla="*/ 1810 h 1569978"/>
                    <a:gd name="connsiteX0" fmla="*/ 0 w 1251534"/>
                    <a:gd name="connsiteY0" fmla="*/ 1569978 h 1569978"/>
                    <a:gd name="connsiteX1" fmla="*/ 87016 w 1251534"/>
                    <a:gd name="connsiteY1" fmla="*/ 872001 h 1569978"/>
                    <a:gd name="connsiteX2" fmla="*/ 173426 w 1251534"/>
                    <a:gd name="connsiteY2" fmla="*/ 523008 h 1569978"/>
                    <a:gd name="connsiteX3" fmla="*/ 360057 w 1251534"/>
                    <a:gd name="connsiteY3" fmla="*/ 491678 h 1569978"/>
                    <a:gd name="connsiteX4" fmla="*/ 438540 w 1251534"/>
                    <a:gd name="connsiteY4" fmla="*/ 745207 h 1569978"/>
                    <a:gd name="connsiteX5" fmla="*/ 559132 w 1251534"/>
                    <a:gd name="connsiteY5" fmla="*/ 1421216 h 1569978"/>
                    <a:gd name="connsiteX6" fmla="*/ 698925 w 1251534"/>
                    <a:gd name="connsiteY6" fmla="*/ 1511747 h 1569978"/>
                    <a:gd name="connsiteX7" fmla="*/ 798514 w 1251534"/>
                    <a:gd name="connsiteY7" fmla="*/ 1106803 h 1569978"/>
                    <a:gd name="connsiteX8" fmla="*/ 915556 w 1251534"/>
                    <a:gd name="connsiteY8" fmla="*/ 384578 h 1569978"/>
                    <a:gd name="connsiteX9" fmla="*/ 1010549 w 1251534"/>
                    <a:gd name="connsiteY9" fmla="*/ 324198 h 1569978"/>
                    <a:gd name="connsiteX10" fmla="*/ 1251467 w 1251534"/>
                    <a:gd name="connsiteY10" fmla="*/ 1810 h 1569978"/>
                    <a:gd name="connsiteX0" fmla="*/ 0 w 1251539"/>
                    <a:gd name="connsiteY0" fmla="*/ 1570383 h 1570383"/>
                    <a:gd name="connsiteX1" fmla="*/ 87016 w 1251539"/>
                    <a:gd name="connsiteY1" fmla="*/ 872406 h 1570383"/>
                    <a:gd name="connsiteX2" fmla="*/ 173426 w 1251539"/>
                    <a:gd name="connsiteY2" fmla="*/ 523413 h 1570383"/>
                    <a:gd name="connsiteX3" fmla="*/ 360057 w 1251539"/>
                    <a:gd name="connsiteY3" fmla="*/ 492083 h 1570383"/>
                    <a:gd name="connsiteX4" fmla="*/ 438540 w 1251539"/>
                    <a:gd name="connsiteY4" fmla="*/ 745612 h 1570383"/>
                    <a:gd name="connsiteX5" fmla="*/ 559132 w 1251539"/>
                    <a:gd name="connsiteY5" fmla="*/ 1421621 h 1570383"/>
                    <a:gd name="connsiteX6" fmla="*/ 698925 w 1251539"/>
                    <a:gd name="connsiteY6" fmla="*/ 1512152 h 1570383"/>
                    <a:gd name="connsiteX7" fmla="*/ 798514 w 1251539"/>
                    <a:gd name="connsiteY7" fmla="*/ 1107208 h 1570383"/>
                    <a:gd name="connsiteX8" fmla="*/ 915556 w 1251539"/>
                    <a:gd name="connsiteY8" fmla="*/ 384983 h 1570383"/>
                    <a:gd name="connsiteX9" fmla="*/ 1028872 w 1251539"/>
                    <a:gd name="connsiteY9" fmla="*/ 276758 h 1570383"/>
                    <a:gd name="connsiteX10" fmla="*/ 1251467 w 1251539"/>
                    <a:gd name="connsiteY10" fmla="*/ 2215 h 1570383"/>
                    <a:gd name="connsiteX0" fmla="*/ 0 w 1028872"/>
                    <a:gd name="connsiteY0" fmla="*/ 1293625 h 1293625"/>
                    <a:gd name="connsiteX1" fmla="*/ 87016 w 1028872"/>
                    <a:gd name="connsiteY1" fmla="*/ 595648 h 1293625"/>
                    <a:gd name="connsiteX2" fmla="*/ 173426 w 1028872"/>
                    <a:gd name="connsiteY2" fmla="*/ 246655 h 1293625"/>
                    <a:gd name="connsiteX3" fmla="*/ 360057 w 1028872"/>
                    <a:gd name="connsiteY3" fmla="*/ 215325 h 1293625"/>
                    <a:gd name="connsiteX4" fmla="*/ 438540 w 1028872"/>
                    <a:gd name="connsiteY4" fmla="*/ 468854 h 1293625"/>
                    <a:gd name="connsiteX5" fmla="*/ 559132 w 1028872"/>
                    <a:gd name="connsiteY5" fmla="*/ 1144863 h 1293625"/>
                    <a:gd name="connsiteX6" fmla="*/ 698925 w 1028872"/>
                    <a:gd name="connsiteY6" fmla="*/ 1235394 h 1293625"/>
                    <a:gd name="connsiteX7" fmla="*/ 798514 w 1028872"/>
                    <a:gd name="connsiteY7" fmla="*/ 830450 h 1293625"/>
                    <a:gd name="connsiteX8" fmla="*/ 915556 w 1028872"/>
                    <a:gd name="connsiteY8" fmla="*/ 108225 h 1293625"/>
                    <a:gd name="connsiteX9" fmla="*/ 1028872 w 1028872"/>
                    <a:gd name="connsiteY9" fmla="*/ 0 h 1293625"/>
                    <a:gd name="connsiteX0" fmla="*/ 0 w 1047194"/>
                    <a:gd name="connsiteY0" fmla="*/ 1238770 h 1238770"/>
                    <a:gd name="connsiteX1" fmla="*/ 87016 w 1047194"/>
                    <a:gd name="connsiteY1" fmla="*/ 540793 h 1238770"/>
                    <a:gd name="connsiteX2" fmla="*/ 173426 w 1047194"/>
                    <a:gd name="connsiteY2" fmla="*/ 191800 h 1238770"/>
                    <a:gd name="connsiteX3" fmla="*/ 360057 w 1047194"/>
                    <a:gd name="connsiteY3" fmla="*/ 160470 h 1238770"/>
                    <a:gd name="connsiteX4" fmla="*/ 438540 w 1047194"/>
                    <a:gd name="connsiteY4" fmla="*/ 413999 h 1238770"/>
                    <a:gd name="connsiteX5" fmla="*/ 559132 w 1047194"/>
                    <a:gd name="connsiteY5" fmla="*/ 1090008 h 1238770"/>
                    <a:gd name="connsiteX6" fmla="*/ 698925 w 1047194"/>
                    <a:gd name="connsiteY6" fmla="*/ 1180539 h 1238770"/>
                    <a:gd name="connsiteX7" fmla="*/ 798514 w 1047194"/>
                    <a:gd name="connsiteY7" fmla="*/ 775595 h 1238770"/>
                    <a:gd name="connsiteX8" fmla="*/ 915556 w 1047194"/>
                    <a:gd name="connsiteY8" fmla="*/ 53370 h 1238770"/>
                    <a:gd name="connsiteX9" fmla="*/ 1047194 w 1047194"/>
                    <a:gd name="connsiteY9" fmla="*/ 4950 h 1238770"/>
                    <a:gd name="connsiteX0" fmla="*/ 0 w 1047194"/>
                    <a:gd name="connsiteY0" fmla="*/ 1233820 h 1233820"/>
                    <a:gd name="connsiteX1" fmla="*/ 87016 w 1047194"/>
                    <a:gd name="connsiteY1" fmla="*/ 535843 h 1233820"/>
                    <a:gd name="connsiteX2" fmla="*/ 173426 w 1047194"/>
                    <a:gd name="connsiteY2" fmla="*/ 186850 h 1233820"/>
                    <a:gd name="connsiteX3" fmla="*/ 360057 w 1047194"/>
                    <a:gd name="connsiteY3" fmla="*/ 155520 h 1233820"/>
                    <a:gd name="connsiteX4" fmla="*/ 438540 w 1047194"/>
                    <a:gd name="connsiteY4" fmla="*/ 409049 h 1233820"/>
                    <a:gd name="connsiteX5" fmla="*/ 559132 w 1047194"/>
                    <a:gd name="connsiteY5" fmla="*/ 1085058 h 1233820"/>
                    <a:gd name="connsiteX6" fmla="*/ 698925 w 1047194"/>
                    <a:gd name="connsiteY6" fmla="*/ 1175589 h 1233820"/>
                    <a:gd name="connsiteX7" fmla="*/ 798514 w 1047194"/>
                    <a:gd name="connsiteY7" fmla="*/ 770645 h 1233820"/>
                    <a:gd name="connsiteX8" fmla="*/ 909449 w 1047194"/>
                    <a:gd name="connsiteY8" fmla="*/ 72342 h 1233820"/>
                    <a:gd name="connsiteX9" fmla="*/ 1047194 w 1047194"/>
                    <a:gd name="connsiteY9" fmla="*/ 0 h 1233820"/>
                    <a:gd name="connsiteX0" fmla="*/ 0 w 1047194"/>
                    <a:gd name="connsiteY0" fmla="*/ 1209798 h 1209798"/>
                    <a:gd name="connsiteX1" fmla="*/ 87016 w 1047194"/>
                    <a:gd name="connsiteY1" fmla="*/ 511821 h 1209798"/>
                    <a:gd name="connsiteX2" fmla="*/ 173426 w 1047194"/>
                    <a:gd name="connsiteY2" fmla="*/ 162828 h 1209798"/>
                    <a:gd name="connsiteX3" fmla="*/ 360057 w 1047194"/>
                    <a:gd name="connsiteY3" fmla="*/ 131498 h 1209798"/>
                    <a:gd name="connsiteX4" fmla="*/ 438540 w 1047194"/>
                    <a:gd name="connsiteY4" fmla="*/ 385027 h 1209798"/>
                    <a:gd name="connsiteX5" fmla="*/ 559132 w 1047194"/>
                    <a:gd name="connsiteY5" fmla="*/ 1061036 h 1209798"/>
                    <a:gd name="connsiteX6" fmla="*/ 698925 w 1047194"/>
                    <a:gd name="connsiteY6" fmla="*/ 1151567 h 1209798"/>
                    <a:gd name="connsiteX7" fmla="*/ 798514 w 1047194"/>
                    <a:gd name="connsiteY7" fmla="*/ 746623 h 1209798"/>
                    <a:gd name="connsiteX8" fmla="*/ 909449 w 1047194"/>
                    <a:gd name="connsiteY8" fmla="*/ 48320 h 1209798"/>
                    <a:gd name="connsiteX9" fmla="*/ 1047194 w 1047194"/>
                    <a:gd name="connsiteY9" fmla="*/ 23823 h 1209798"/>
                    <a:gd name="connsiteX0" fmla="*/ 0 w 1047194"/>
                    <a:gd name="connsiteY0" fmla="*/ 1185975 h 1185975"/>
                    <a:gd name="connsiteX1" fmla="*/ 87016 w 1047194"/>
                    <a:gd name="connsiteY1" fmla="*/ 487998 h 1185975"/>
                    <a:gd name="connsiteX2" fmla="*/ 173426 w 1047194"/>
                    <a:gd name="connsiteY2" fmla="*/ 139005 h 1185975"/>
                    <a:gd name="connsiteX3" fmla="*/ 360057 w 1047194"/>
                    <a:gd name="connsiteY3" fmla="*/ 107675 h 1185975"/>
                    <a:gd name="connsiteX4" fmla="*/ 438540 w 1047194"/>
                    <a:gd name="connsiteY4" fmla="*/ 361204 h 1185975"/>
                    <a:gd name="connsiteX5" fmla="*/ 559132 w 1047194"/>
                    <a:gd name="connsiteY5" fmla="*/ 1037213 h 1185975"/>
                    <a:gd name="connsiteX6" fmla="*/ 698925 w 1047194"/>
                    <a:gd name="connsiteY6" fmla="*/ 1127744 h 1185975"/>
                    <a:gd name="connsiteX7" fmla="*/ 798514 w 1047194"/>
                    <a:gd name="connsiteY7" fmla="*/ 722800 h 1185975"/>
                    <a:gd name="connsiteX8" fmla="*/ 909449 w 1047194"/>
                    <a:gd name="connsiteY8" fmla="*/ 24497 h 1185975"/>
                    <a:gd name="connsiteX9" fmla="*/ 1047194 w 1047194"/>
                    <a:gd name="connsiteY9" fmla="*/ 0 h 1185975"/>
                    <a:gd name="connsiteX0" fmla="*/ 0 w 1047194"/>
                    <a:gd name="connsiteY0" fmla="*/ 1185975 h 1185975"/>
                    <a:gd name="connsiteX1" fmla="*/ 87016 w 1047194"/>
                    <a:gd name="connsiteY1" fmla="*/ 487998 h 1185975"/>
                    <a:gd name="connsiteX2" fmla="*/ 173426 w 1047194"/>
                    <a:gd name="connsiteY2" fmla="*/ 139005 h 1185975"/>
                    <a:gd name="connsiteX3" fmla="*/ 360057 w 1047194"/>
                    <a:gd name="connsiteY3" fmla="*/ 107675 h 1185975"/>
                    <a:gd name="connsiteX4" fmla="*/ 438540 w 1047194"/>
                    <a:gd name="connsiteY4" fmla="*/ 361204 h 1185975"/>
                    <a:gd name="connsiteX5" fmla="*/ 559132 w 1047194"/>
                    <a:gd name="connsiteY5" fmla="*/ 1037213 h 1185975"/>
                    <a:gd name="connsiteX6" fmla="*/ 698925 w 1047194"/>
                    <a:gd name="connsiteY6" fmla="*/ 1127744 h 1185975"/>
                    <a:gd name="connsiteX7" fmla="*/ 798514 w 1047194"/>
                    <a:gd name="connsiteY7" fmla="*/ 722800 h 1185975"/>
                    <a:gd name="connsiteX8" fmla="*/ 909449 w 1047194"/>
                    <a:gd name="connsiteY8" fmla="*/ 17347 h 1185975"/>
                    <a:gd name="connsiteX9" fmla="*/ 1047194 w 1047194"/>
                    <a:gd name="connsiteY9" fmla="*/ 0 h 1185975"/>
                    <a:gd name="connsiteX0" fmla="*/ 0 w 1047194"/>
                    <a:gd name="connsiteY0" fmla="*/ 1168628 h 1168628"/>
                    <a:gd name="connsiteX1" fmla="*/ 87016 w 1047194"/>
                    <a:gd name="connsiteY1" fmla="*/ 470651 h 1168628"/>
                    <a:gd name="connsiteX2" fmla="*/ 173426 w 1047194"/>
                    <a:gd name="connsiteY2" fmla="*/ 121658 h 1168628"/>
                    <a:gd name="connsiteX3" fmla="*/ 360057 w 1047194"/>
                    <a:gd name="connsiteY3" fmla="*/ 90328 h 1168628"/>
                    <a:gd name="connsiteX4" fmla="*/ 438540 w 1047194"/>
                    <a:gd name="connsiteY4" fmla="*/ 343857 h 1168628"/>
                    <a:gd name="connsiteX5" fmla="*/ 559132 w 1047194"/>
                    <a:gd name="connsiteY5" fmla="*/ 1019866 h 1168628"/>
                    <a:gd name="connsiteX6" fmla="*/ 698925 w 1047194"/>
                    <a:gd name="connsiteY6" fmla="*/ 1110397 h 1168628"/>
                    <a:gd name="connsiteX7" fmla="*/ 798514 w 1047194"/>
                    <a:gd name="connsiteY7" fmla="*/ 705453 h 1168628"/>
                    <a:gd name="connsiteX8" fmla="*/ 909449 w 1047194"/>
                    <a:gd name="connsiteY8" fmla="*/ 0 h 1168628"/>
                    <a:gd name="connsiteX9" fmla="*/ 1047194 w 1047194"/>
                    <a:gd name="connsiteY9" fmla="*/ 4101 h 1168628"/>
                    <a:gd name="connsiteX0" fmla="*/ 0 w 1048823"/>
                    <a:gd name="connsiteY0" fmla="*/ 1168628 h 1168628"/>
                    <a:gd name="connsiteX1" fmla="*/ 87016 w 1048823"/>
                    <a:gd name="connsiteY1" fmla="*/ 470651 h 1168628"/>
                    <a:gd name="connsiteX2" fmla="*/ 173426 w 1048823"/>
                    <a:gd name="connsiteY2" fmla="*/ 121658 h 1168628"/>
                    <a:gd name="connsiteX3" fmla="*/ 360057 w 1048823"/>
                    <a:gd name="connsiteY3" fmla="*/ 90328 h 1168628"/>
                    <a:gd name="connsiteX4" fmla="*/ 438540 w 1048823"/>
                    <a:gd name="connsiteY4" fmla="*/ 343857 h 1168628"/>
                    <a:gd name="connsiteX5" fmla="*/ 559132 w 1048823"/>
                    <a:gd name="connsiteY5" fmla="*/ 1019866 h 1168628"/>
                    <a:gd name="connsiteX6" fmla="*/ 698925 w 1048823"/>
                    <a:gd name="connsiteY6" fmla="*/ 1110397 h 1168628"/>
                    <a:gd name="connsiteX7" fmla="*/ 798514 w 1048823"/>
                    <a:gd name="connsiteY7" fmla="*/ 705453 h 1168628"/>
                    <a:gd name="connsiteX8" fmla="*/ 909449 w 1048823"/>
                    <a:gd name="connsiteY8" fmla="*/ 0 h 1168628"/>
                    <a:gd name="connsiteX9" fmla="*/ 1047194 w 1048823"/>
                    <a:gd name="connsiteY9" fmla="*/ 4101 h 1168628"/>
                    <a:gd name="connsiteX10" fmla="*/ 984074 w 1048823"/>
                    <a:gd name="connsiteY10" fmla="*/ 9418 h 1168628"/>
                    <a:gd name="connsiteX0" fmla="*/ 0 w 1048823"/>
                    <a:gd name="connsiteY0" fmla="*/ 1180706 h 1180706"/>
                    <a:gd name="connsiteX1" fmla="*/ 87016 w 1048823"/>
                    <a:gd name="connsiteY1" fmla="*/ 482729 h 1180706"/>
                    <a:gd name="connsiteX2" fmla="*/ 173426 w 1048823"/>
                    <a:gd name="connsiteY2" fmla="*/ 133736 h 1180706"/>
                    <a:gd name="connsiteX3" fmla="*/ 360057 w 1048823"/>
                    <a:gd name="connsiteY3" fmla="*/ 102406 h 1180706"/>
                    <a:gd name="connsiteX4" fmla="*/ 438540 w 1048823"/>
                    <a:gd name="connsiteY4" fmla="*/ 355935 h 1180706"/>
                    <a:gd name="connsiteX5" fmla="*/ 559132 w 1048823"/>
                    <a:gd name="connsiteY5" fmla="*/ 1031944 h 1180706"/>
                    <a:gd name="connsiteX6" fmla="*/ 698925 w 1048823"/>
                    <a:gd name="connsiteY6" fmla="*/ 1122475 h 1180706"/>
                    <a:gd name="connsiteX7" fmla="*/ 798514 w 1048823"/>
                    <a:gd name="connsiteY7" fmla="*/ 717531 h 1180706"/>
                    <a:gd name="connsiteX8" fmla="*/ 909449 w 1048823"/>
                    <a:gd name="connsiteY8" fmla="*/ 12078 h 1180706"/>
                    <a:gd name="connsiteX9" fmla="*/ 1047194 w 1048823"/>
                    <a:gd name="connsiteY9" fmla="*/ 16179 h 1180706"/>
                    <a:gd name="connsiteX10" fmla="*/ 984073 w 1048823"/>
                    <a:gd name="connsiteY10" fmla="*/ 48 h 1180706"/>
                    <a:gd name="connsiteX0" fmla="*/ 0 w 1048823"/>
                    <a:gd name="connsiteY0" fmla="*/ 1180693 h 1180693"/>
                    <a:gd name="connsiteX1" fmla="*/ 87016 w 1048823"/>
                    <a:gd name="connsiteY1" fmla="*/ 482716 h 1180693"/>
                    <a:gd name="connsiteX2" fmla="*/ 173426 w 1048823"/>
                    <a:gd name="connsiteY2" fmla="*/ 133723 h 1180693"/>
                    <a:gd name="connsiteX3" fmla="*/ 360057 w 1048823"/>
                    <a:gd name="connsiteY3" fmla="*/ 102393 h 1180693"/>
                    <a:gd name="connsiteX4" fmla="*/ 438540 w 1048823"/>
                    <a:gd name="connsiteY4" fmla="*/ 355922 h 1180693"/>
                    <a:gd name="connsiteX5" fmla="*/ 559132 w 1048823"/>
                    <a:gd name="connsiteY5" fmla="*/ 1031931 h 1180693"/>
                    <a:gd name="connsiteX6" fmla="*/ 698925 w 1048823"/>
                    <a:gd name="connsiteY6" fmla="*/ 1122462 h 1180693"/>
                    <a:gd name="connsiteX7" fmla="*/ 798514 w 1048823"/>
                    <a:gd name="connsiteY7" fmla="*/ 717518 h 1180693"/>
                    <a:gd name="connsiteX8" fmla="*/ 909449 w 1048823"/>
                    <a:gd name="connsiteY8" fmla="*/ 12065 h 1180693"/>
                    <a:gd name="connsiteX9" fmla="*/ 1047194 w 1048823"/>
                    <a:gd name="connsiteY9" fmla="*/ 23314 h 1180693"/>
                    <a:gd name="connsiteX10" fmla="*/ 984073 w 1048823"/>
                    <a:gd name="connsiteY10" fmla="*/ 35 h 1180693"/>
                    <a:gd name="connsiteX0" fmla="*/ 0 w 1048823"/>
                    <a:gd name="connsiteY0" fmla="*/ 1194978 h 1194978"/>
                    <a:gd name="connsiteX1" fmla="*/ 87016 w 1048823"/>
                    <a:gd name="connsiteY1" fmla="*/ 497001 h 1194978"/>
                    <a:gd name="connsiteX2" fmla="*/ 173426 w 1048823"/>
                    <a:gd name="connsiteY2" fmla="*/ 148008 h 1194978"/>
                    <a:gd name="connsiteX3" fmla="*/ 360057 w 1048823"/>
                    <a:gd name="connsiteY3" fmla="*/ 116678 h 1194978"/>
                    <a:gd name="connsiteX4" fmla="*/ 438540 w 1048823"/>
                    <a:gd name="connsiteY4" fmla="*/ 370207 h 1194978"/>
                    <a:gd name="connsiteX5" fmla="*/ 559132 w 1048823"/>
                    <a:gd name="connsiteY5" fmla="*/ 1046216 h 1194978"/>
                    <a:gd name="connsiteX6" fmla="*/ 698925 w 1048823"/>
                    <a:gd name="connsiteY6" fmla="*/ 1136747 h 1194978"/>
                    <a:gd name="connsiteX7" fmla="*/ 798514 w 1048823"/>
                    <a:gd name="connsiteY7" fmla="*/ 731803 h 1194978"/>
                    <a:gd name="connsiteX8" fmla="*/ 909449 w 1048823"/>
                    <a:gd name="connsiteY8" fmla="*/ 26350 h 1194978"/>
                    <a:gd name="connsiteX9" fmla="*/ 1047194 w 1048823"/>
                    <a:gd name="connsiteY9" fmla="*/ 37599 h 1194978"/>
                    <a:gd name="connsiteX10" fmla="*/ 984073 w 1048823"/>
                    <a:gd name="connsiteY10" fmla="*/ 21 h 1194978"/>
                    <a:gd name="connsiteX0" fmla="*/ 0 w 1047194"/>
                    <a:gd name="connsiteY0" fmla="*/ 1168628 h 1168628"/>
                    <a:gd name="connsiteX1" fmla="*/ 87016 w 1047194"/>
                    <a:gd name="connsiteY1" fmla="*/ 470651 h 1168628"/>
                    <a:gd name="connsiteX2" fmla="*/ 173426 w 1047194"/>
                    <a:gd name="connsiteY2" fmla="*/ 121658 h 1168628"/>
                    <a:gd name="connsiteX3" fmla="*/ 360057 w 1047194"/>
                    <a:gd name="connsiteY3" fmla="*/ 90328 h 1168628"/>
                    <a:gd name="connsiteX4" fmla="*/ 438540 w 1047194"/>
                    <a:gd name="connsiteY4" fmla="*/ 343857 h 1168628"/>
                    <a:gd name="connsiteX5" fmla="*/ 559132 w 1047194"/>
                    <a:gd name="connsiteY5" fmla="*/ 1019866 h 1168628"/>
                    <a:gd name="connsiteX6" fmla="*/ 698925 w 1047194"/>
                    <a:gd name="connsiteY6" fmla="*/ 1110397 h 1168628"/>
                    <a:gd name="connsiteX7" fmla="*/ 798514 w 1047194"/>
                    <a:gd name="connsiteY7" fmla="*/ 705453 h 1168628"/>
                    <a:gd name="connsiteX8" fmla="*/ 909449 w 1047194"/>
                    <a:gd name="connsiteY8" fmla="*/ 0 h 1168628"/>
                    <a:gd name="connsiteX9" fmla="*/ 1047194 w 1047194"/>
                    <a:gd name="connsiteY9" fmla="*/ 11249 h 1168628"/>
                    <a:gd name="connsiteX0" fmla="*/ 0 w 1047194"/>
                    <a:gd name="connsiteY0" fmla="*/ 1168628 h 1168628"/>
                    <a:gd name="connsiteX1" fmla="*/ 87016 w 1047194"/>
                    <a:gd name="connsiteY1" fmla="*/ 470651 h 1168628"/>
                    <a:gd name="connsiteX2" fmla="*/ 173426 w 1047194"/>
                    <a:gd name="connsiteY2" fmla="*/ 121658 h 1168628"/>
                    <a:gd name="connsiteX3" fmla="*/ 360057 w 1047194"/>
                    <a:gd name="connsiteY3" fmla="*/ 90328 h 1168628"/>
                    <a:gd name="connsiteX4" fmla="*/ 438540 w 1047194"/>
                    <a:gd name="connsiteY4" fmla="*/ 343857 h 1168628"/>
                    <a:gd name="connsiteX5" fmla="*/ 559132 w 1047194"/>
                    <a:gd name="connsiteY5" fmla="*/ 1019866 h 1168628"/>
                    <a:gd name="connsiteX6" fmla="*/ 698925 w 1047194"/>
                    <a:gd name="connsiteY6" fmla="*/ 1110397 h 1168628"/>
                    <a:gd name="connsiteX7" fmla="*/ 798514 w 1047194"/>
                    <a:gd name="connsiteY7" fmla="*/ 705453 h 1168628"/>
                    <a:gd name="connsiteX8" fmla="*/ 909449 w 1047194"/>
                    <a:gd name="connsiteY8" fmla="*/ 0 h 1168628"/>
                    <a:gd name="connsiteX9" fmla="*/ 969472 w 1047194"/>
                    <a:gd name="connsiteY9" fmla="*/ 2269 h 1168628"/>
                    <a:gd name="connsiteX10" fmla="*/ 1047194 w 1047194"/>
                    <a:gd name="connsiteY10" fmla="*/ 11249 h 1168628"/>
                    <a:gd name="connsiteX0" fmla="*/ 0 w 1047194"/>
                    <a:gd name="connsiteY0" fmla="*/ 1188075 h 1188075"/>
                    <a:gd name="connsiteX1" fmla="*/ 87016 w 1047194"/>
                    <a:gd name="connsiteY1" fmla="*/ 490098 h 1188075"/>
                    <a:gd name="connsiteX2" fmla="*/ 173426 w 1047194"/>
                    <a:gd name="connsiteY2" fmla="*/ 141105 h 1188075"/>
                    <a:gd name="connsiteX3" fmla="*/ 360057 w 1047194"/>
                    <a:gd name="connsiteY3" fmla="*/ 109775 h 1188075"/>
                    <a:gd name="connsiteX4" fmla="*/ 438540 w 1047194"/>
                    <a:gd name="connsiteY4" fmla="*/ 363304 h 1188075"/>
                    <a:gd name="connsiteX5" fmla="*/ 559132 w 1047194"/>
                    <a:gd name="connsiteY5" fmla="*/ 1039313 h 1188075"/>
                    <a:gd name="connsiteX6" fmla="*/ 698925 w 1047194"/>
                    <a:gd name="connsiteY6" fmla="*/ 1129844 h 1188075"/>
                    <a:gd name="connsiteX7" fmla="*/ 798514 w 1047194"/>
                    <a:gd name="connsiteY7" fmla="*/ 724900 h 1188075"/>
                    <a:gd name="connsiteX8" fmla="*/ 909449 w 1047194"/>
                    <a:gd name="connsiteY8" fmla="*/ 19447 h 1188075"/>
                    <a:gd name="connsiteX9" fmla="*/ 969472 w 1047194"/>
                    <a:gd name="connsiteY9" fmla="*/ 268 h 1188075"/>
                    <a:gd name="connsiteX10" fmla="*/ 1047194 w 1047194"/>
                    <a:gd name="connsiteY10" fmla="*/ 30696 h 1188075"/>
                    <a:gd name="connsiteX0" fmla="*/ 0 w 1047194"/>
                    <a:gd name="connsiteY0" fmla="*/ 1188075 h 1188075"/>
                    <a:gd name="connsiteX1" fmla="*/ 87016 w 1047194"/>
                    <a:gd name="connsiteY1" fmla="*/ 490098 h 1188075"/>
                    <a:gd name="connsiteX2" fmla="*/ 173426 w 1047194"/>
                    <a:gd name="connsiteY2" fmla="*/ 141105 h 1188075"/>
                    <a:gd name="connsiteX3" fmla="*/ 360057 w 1047194"/>
                    <a:gd name="connsiteY3" fmla="*/ 109775 h 1188075"/>
                    <a:gd name="connsiteX4" fmla="*/ 438540 w 1047194"/>
                    <a:gd name="connsiteY4" fmla="*/ 363304 h 1188075"/>
                    <a:gd name="connsiteX5" fmla="*/ 559132 w 1047194"/>
                    <a:gd name="connsiteY5" fmla="*/ 1039313 h 1188075"/>
                    <a:gd name="connsiteX6" fmla="*/ 698925 w 1047194"/>
                    <a:gd name="connsiteY6" fmla="*/ 1129844 h 1188075"/>
                    <a:gd name="connsiteX7" fmla="*/ 798514 w 1047194"/>
                    <a:gd name="connsiteY7" fmla="*/ 724900 h 1188075"/>
                    <a:gd name="connsiteX8" fmla="*/ 909449 w 1047194"/>
                    <a:gd name="connsiteY8" fmla="*/ 19447 h 1188075"/>
                    <a:gd name="connsiteX9" fmla="*/ 969472 w 1047194"/>
                    <a:gd name="connsiteY9" fmla="*/ 268 h 1188075"/>
                    <a:gd name="connsiteX10" fmla="*/ 1047194 w 1047194"/>
                    <a:gd name="connsiteY10" fmla="*/ 44992 h 1188075"/>
                    <a:gd name="connsiteX0" fmla="*/ 0 w 1047194"/>
                    <a:gd name="connsiteY0" fmla="*/ 1181022 h 1181022"/>
                    <a:gd name="connsiteX1" fmla="*/ 87016 w 1047194"/>
                    <a:gd name="connsiteY1" fmla="*/ 483045 h 1181022"/>
                    <a:gd name="connsiteX2" fmla="*/ 173426 w 1047194"/>
                    <a:gd name="connsiteY2" fmla="*/ 134052 h 1181022"/>
                    <a:gd name="connsiteX3" fmla="*/ 360057 w 1047194"/>
                    <a:gd name="connsiteY3" fmla="*/ 102722 h 1181022"/>
                    <a:gd name="connsiteX4" fmla="*/ 438540 w 1047194"/>
                    <a:gd name="connsiteY4" fmla="*/ 356251 h 1181022"/>
                    <a:gd name="connsiteX5" fmla="*/ 559132 w 1047194"/>
                    <a:gd name="connsiteY5" fmla="*/ 1032260 h 1181022"/>
                    <a:gd name="connsiteX6" fmla="*/ 698925 w 1047194"/>
                    <a:gd name="connsiteY6" fmla="*/ 1122791 h 1181022"/>
                    <a:gd name="connsiteX7" fmla="*/ 798514 w 1047194"/>
                    <a:gd name="connsiteY7" fmla="*/ 717847 h 1181022"/>
                    <a:gd name="connsiteX8" fmla="*/ 909449 w 1047194"/>
                    <a:gd name="connsiteY8" fmla="*/ 12394 h 1181022"/>
                    <a:gd name="connsiteX9" fmla="*/ 969472 w 1047194"/>
                    <a:gd name="connsiteY9" fmla="*/ 364 h 1181022"/>
                    <a:gd name="connsiteX10" fmla="*/ 1047194 w 1047194"/>
                    <a:gd name="connsiteY10" fmla="*/ 37939 h 1181022"/>
                    <a:gd name="connsiteX0" fmla="*/ 0 w 1047194"/>
                    <a:gd name="connsiteY0" fmla="*/ 1180834 h 1180834"/>
                    <a:gd name="connsiteX1" fmla="*/ 87016 w 1047194"/>
                    <a:gd name="connsiteY1" fmla="*/ 482857 h 1180834"/>
                    <a:gd name="connsiteX2" fmla="*/ 173426 w 1047194"/>
                    <a:gd name="connsiteY2" fmla="*/ 133864 h 1180834"/>
                    <a:gd name="connsiteX3" fmla="*/ 360057 w 1047194"/>
                    <a:gd name="connsiteY3" fmla="*/ 102534 h 1180834"/>
                    <a:gd name="connsiteX4" fmla="*/ 438540 w 1047194"/>
                    <a:gd name="connsiteY4" fmla="*/ 356063 h 1180834"/>
                    <a:gd name="connsiteX5" fmla="*/ 559132 w 1047194"/>
                    <a:gd name="connsiteY5" fmla="*/ 1032072 h 1180834"/>
                    <a:gd name="connsiteX6" fmla="*/ 698925 w 1047194"/>
                    <a:gd name="connsiteY6" fmla="*/ 1122603 h 1180834"/>
                    <a:gd name="connsiteX7" fmla="*/ 798514 w 1047194"/>
                    <a:gd name="connsiteY7" fmla="*/ 717659 h 1180834"/>
                    <a:gd name="connsiteX8" fmla="*/ 909449 w 1047194"/>
                    <a:gd name="connsiteY8" fmla="*/ 33651 h 1180834"/>
                    <a:gd name="connsiteX9" fmla="*/ 969472 w 1047194"/>
                    <a:gd name="connsiteY9" fmla="*/ 176 h 1180834"/>
                    <a:gd name="connsiteX10" fmla="*/ 1047194 w 1047194"/>
                    <a:gd name="connsiteY10" fmla="*/ 37751 h 1180834"/>
                    <a:gd name="connsiteX0" fmla="*/ 0 w 1047194"/>
                    <a:gd name="connsiteY0" fmla="*/ 1166627 h 1166627"/>
                    <a:gd name="connsiteX1" fmla="*/ 87016 w 1047194"/>
                    <a:gd name="connsiteY1" fmla="*/ 468650 h 1166627"/>
                    <a:gd name="connsiteX2" fmla="*/ 173426 w 1047194"/>
                    <a:gd name="connsiteY2" fmla="*/ 119657 h 1166627"/>
                    <a:gd name="connsiteX3" fmla="*/ 360057 w 1047194"/>
                    <a:gd name="connsiteY3" fmla="*/ 88327 h 1166627"/>
                    <a:gd name="connsiteX4" fmla="*/ 438540 w 1047194"/>
                    <a:gd name="connsiteY4" fmla="*/ 341856 h 1166627"/>
                    <a:gd name="connsiteX5" fmla="*/ 559132 w 1047194"/>
                    <a:gd name="connsiteY5" fmla="*/ 1017865 h 1166627"/>
                    <a:gd name="connsiteX6" fmla="*/ 698925 w 1047194"/>
                    <a:gd name="connsiteY6" fmla="*/ 1108396 h 1166627"/>
                    <a:gd name="connsiteX7" fmla="*/ 798514 w 1047194"/>
                    <a:gd name="connsiteY7" fmla="*/ 703452 h 1166627"/>
                    <a:gd name="connsiteX8" fmla="*/ 909449 w 1047194"/>
                    <a:gd name="connsiteY8" fmla="*/ 19444 h 1166627"/>
                    <a:gd name="connsiteX9" fmla="*/ 969472 w 1047194"/>
                    <a:gd name="connsiteY9" fmla="*/ 268 h 1166627"/>
                    <a:gd name="connsiteX10" fmla="*/ 1047194 w 1047194"/>
                    <a:gd name="connsiteY10" fmla="*/ 23544 h 1166627"/>
                    <a:gd name="connsiteX0" fmla="*/ 0 w 1047194"/>
                    <a:gd name="connsiteY0" fmla="*/ 1166627 h 1166627"/>
                    <a:gd name="connsiteX1" fmla="*/ 87016 w 1047194"/>
                    <a:gd name="connsiteY1" fmla="*/ 468650 h 1166627"/>
                    <a:gd name="connsiteX2" fmla="*/ 173426 w 1047194"/>
                    <a:gd name="connsiteY2" fmla="*/ 119657 h 1166627"/>
                    <a:gd name="connsiteX3" fmla="*/ 360057 w 1047194"/>
                    <a:gd name="connsiteY3" fmla="*/ 88327 h 1166627"/>
                    <a:gd name="connsiteX4" fmla="*/ 438540 w 1047194"/>
                    <a:gd name="connsiteY4" fmla="*/ 341856 h 1166627"/>
                    <a:gd name="connsiteX5" fmla="*/ 559132 w 1047194"/>
                    <a:gd name="connsiteY5" fmla="*/ 1017865 h 1166627"/>
                    <a:gd name="connsiteX6" fmla="*/ 698925 w 1047194"/>
                    <a:gd name="connsiteY6" fmla="*/ 1108396 h 1166627"/>
                    <a:gd name="connsiteX7" fmla="*/ 798514 w 1047194"/>
                    <a:gd name="connsiteY7" fmla="*/ 703452 h 1166627"/>
                    <a:gd name="connsiteX8" fmla="*/ 909449 w 1047194"/>
                    <a:gd name="connsiteY8" fmla="*/ 19444 h 1166627"/>
                    <a:gd name="connsiteX9" fmla="*/ 969472 w 1047194"/>
                    <a:gd name="connsiteY9" fmla="*/ 268 h 1166627"/>
                    <a:gd name="connsiteX10" fmla="*/ 1047194 w 1047194"/>
                    <a:gd name="connsiteY10" fmla="*/ 30694 h 1166627"/>
                    <a:gd name="connsiteX0" fmla="*/ 0 w 1100368"/>
                    <a:gd name="connsiteY0" fmla="*/ 1166627 h 1166627"/>
                    <a:gd name="connsiteX1" fmla="*/ 87016 w 1100368"/>
                    <a:gd name="connsiteY1" fmla="*/ 468650 h 1166627"/>
                    <a:gd name="connsiteX2" fmla="*/ 173426 w 1100368"/>
                    <a:gd name="connsiteY2" fmla="*/ 119657 h 1166627"/>
                    <a:gd name="connsiteX3" fmla="*/ 360057 w 1100368"/>
                    <a:gd name="connsiteY3" fmla="*/ 88327 h 1166627"/>
                    <a:gd name="connsiteX4" fmla="*/ 438540 w 1100368"/>
                    <a:gd name="connsiteY4" fmla="*/ 341856 h 1166627"/>
                    <a:gd name="connsiteX5" fmla="*/ 559132 w 1100368"/>
                    <a:gd name="connsiteY5" fmla="*/ 1017865 h 1166627"/>
                    <a:gd name="connsiteX6" fmla="*/ 698925 w 1100368"/>
                    <a:gd name="connsiteY6" fmla="*/ 1108396 h 1166627"/>
                    <a:gd name="connsiteX7" fmla="*/ 798514 w 1100368"/>
                    <a:gd name="connsiteY7" fmla="*/ 703452 h 1166627"/>
                    <a:gd name="connsiteX8" fmla="*/ 909449 w 1100368"/>
                    <a:gd name="connsiteY8" fmla="*/ 19444 h 1166627"/>
                    <a:gd name="connsiteX9" fmla="*/ 969472 w 1100368"/>
                    <a:gd name="connsiteY9" fmla="*/ 268 h 1166627"/>
                    <a:gd name="connsiteX10" fmla="*/ 1100368 w 1100368"/>
                    <a:gd name="connsiteY10" fmla="*/ 30694 h 1166627"/>
                    <a:gd name="connsiteX0" fmla="*/ 0 w 1119704"/>
                    <a:gd name="connsiteY0" fmla="*/ 1166627 h 1166627"/>
                    <a:gd name="connsiteX1" fmla="*/ 87016 w 1119704"/>
                    <a:gd name="connsiteY1" fmla="*/ 468650 h 1166627"/>
                    <a:gd name="connsiteX2" fmla="*/ 173426 w 1119704"/>
                    <a:gd name="connsiteY2" fmla="*/ 119657 h 1166627"/>
                    <a:gd name="connsiteX3" fmla="*/ 360057 w 1119704"/>
                    <a:gd name="connsiteY3" fmla="*/ 88327 h 1166627"/>
                    <a:gd name="connsiteX4" fmla="*/ 438540 w 1119704"/>
                    <a:gd name="connsiteY4" fmla="*/ 341856 h 1166627"/>
                    <a:gd name="connsiteX5" fmla="*/ 559132 w 1119704"/>
                    <a:gd name="connsiteY5" fmla="*/ 1017865 h 1166627"/>
                    <a:gd name="connsiteX6" fmla="*/ 698925 w 1119704"/>
                    <a:gd name="connsiteY6" fmla="*/ 1108396 h 1166627"/>
                    <a:gd name="connsiteX7" fmla="*/ 798514 w 1119704"/>
                    <a:gd name="connsiteY7" fmla="*/ 703452 h 1166627"/>
                    <a:gd name="connsiteX8" fmla="*/ 909449 w 1119704"/>
                    <a:gd name="connsiteY8" fmla="*/ 19444 h 1166627"/>
                    <a:gd name="connsiteX9" fmla="*/ 969472 w 1119704"/>
                    <a:gd name="connsiteY9" fmla="*/ 268 h 1166627"/>
                    <a:gd name="connsiteX10" fmla="*/ 1119704 w 1119704"/>
                    <a:gd name="connsiteY10" fmla="*/ 11759 h 1166627"/>
                    <a:gd name="connsiteX0" fmla="*/ 0 w 1119704"/>
                    <a:gd name="connsiteY0" fmla="*/ 1166627 h 1166627"/>
                    <a:gd name="connsiteX1" fmla="*/ 87016 w 1119704"/>
                    <a:gd name="connsiteY1" fmla="*/ 468650 h 1166627"/>
                    <a:gd name="connsiteX2" fmla="*/ 173426 w 1119704"/>
                    <a:gd name="connsiteY2" fmla="*/ 119657 h 1166627"/>
                    <a:gd name="connsiteX3" fmla="*/ 360057 w 1119704"/>
                    <a:gd name="connsiteY3" fmla="*/ 88327 h 1166627"/>
                    <a:gd name="connsiteX4" fmla="*/ 438540 w 1119704"/>
                    <a:gd name="connsiteY4" fmla="*/ 341856 h 1166627"/>
                    <a:gd name="connsiteX5" fmla="*/ 559132 w 1119704"/>
                    <a:gd name="connsiteY5" fmla="*/ 1017865 h 1166627"/>
                    <a:gd name="connsiteX6" fmla="*/ 698925 w 1119704"/>
                    <a:gd name="connsiteY6" fmla="*/ 1108396 h 1166627"/>
                    <a:gd name="connsiteX7" fmla="*/ 798514 w 1119704"/>
                    <a:gd name="connsiteY7" fmla="*/ 703452 h 1166627"/>
                    <a:gd name="connsiteX8" fmla="*/ 909449 w 1119704"/>
                    <a:gd name="connsiteY8" fmla="*/ 19444 h 1166627"/>
                    <a:gd name="connsiteX9" fmla="*/ 969472 w 1119704"/>
                    <a:gd name="connsiteY9" fmla="*/ 268 h 1166627"/>
                    <a:gd name="connsiteX10" fmla="*/ 1119704 w 1119704"/>
                    <a:gd name="connsiteY10" fmla="*/ 11759 h 1166627"/>
                    <a:gd name="connsiteX0" fmla="*/ 0 w 1123860"/>
                    <a:gd name="connsiteY0" fmla="*/ 1166627 h 1166627"/>
                    <a:gd name="connsiteX1" fmla="*/ 87016 w 1123860"/>
                    <a:gd name="connsiteY1" fmla="*/ 468650 h 1166627"/>
                    <a:gd name="connsiteX2" fmla="*/ 173426 w 1123860"/>
                    <a:gd name="connsiteY2" fmla="*/ 119657 h 1166627"/>
                    <a:gd name="connsiteX3" fmla="*/ 360057 w 1123860"/>
                    <a:gd name="connsiteY3" fmla="*/ 88327 h 1166627"/>
                    <a:gd name="connsiteX4" fmla="*/ 438540 w 1123860"/>
                    <a:gd name="connsiteY4" fmla="*/ 341856 h 1166627"/>
                    <a:gd name="connsiteX5" fmla="*/ 559132 w 1123860"/>
                    <a:gd name="connsiteY5" fmla="*/ 1017865 h 1166627"/>
                    <a:gd name="connsiteX6" fmla="*/ 698925 w 1123860"/>
                    <a:gd name="connsiteY6" fmla="*/ 1108396 h 1166627"/>
                    <a:gd name="connsiteX7" fmla="*/ 798514 w 1123860"/>
                    <a:gd name="connsiteY7" fmla="*/ 703452 h 1166627"/>
                    <a:gd name="connsiteX8" fmla="*/ 909449 w 1123860"/>
                    <a:gd name="connsiteY8" fmla="*/ 19444 h 1166627"/>
                    <a:gd name="connsiteX9" fmla="*/ 969472 w 1123860"/>
                    <a:gd name="connsiteY9" fmla="*/ 268 h 1166627"/>
                    <a:gd name="connsiteX10" fmla="*/ 1119704 w 1123860"/>
                    <a:gd name="connsiteY10" fmla="*/ 11759 h 1166627"/>
                    <a:gd name="connsiteX11" fmla="*/ 1080951 w 1123860"/>
                    <a:gd name="connsiteY11" fmla="*/ 8383 h 1166627"/>
                    <a:gd name="connsiteX0" fmla="*/ 0 w 1119372"/>
                    <a:gd name="connsiteY0" fmla="*/ 1166627 h 1166627"/>
                    <a:gd name="connsiteX1" fmla="*/ 87016 w 1119372"/>
                    <a:gd name="connsiteY1" fmla="*/ 468650 h 1166627"/>
                    <a:gd name="connsiteX2" fmla="*/ 173426 w 1119372"/>
                    <a:gd name="connsiteY2" fmla="*/ 119657 h 1166627"/>
                    <a:gd name="connsiteX3" fmla="*/ 360057 w 1119372"/>
                    <a:gd name="connsiteY3" fmla="*/ 88327 h 1166627"/>
                    <a:gd name="connsiteX4" fmla="*/ 438540 w 1119372"/>
                    <a:gd name="connsiteY4" fmla="*/ 341856 h 1166627"/>
                    <a:gd name="connsiteX5" fmla="*/ 559132 w 1119372"/>
                    <a:gd name="connsiteY5" fmla="*/ 1017865 h 1166627"/>
                    <a:gd name="connsiteX6" fmla="*/ 698925 w 1119372"/>
                    <a:gd name="connsiteY6" fmla="*/ 1108396 h 1166627"/>
                    <a:gd name="connsiteX7" fmla="*/ 798514 w 1119372"/>
                    <a:gd name="connsiteY7" fmla="*/ 703452 h 1166627"/>
                    <a:gd name="connsiteX8" fmla="*/ 909449 w 1119372"/>
                    <a:gd name="connsiteY8" fmla="*/ 19444 h 1166627"/>
                    <a:gd name="connsiteX9" fmla="*/ 969472 w 1119372"/>
                    <a:gd name="connsiteY9" fmla="*/ 268 h 1166627"/>
                    <a:gd name="connsiteX10" fmla="*/ 1114871 w 1119372"/>
                    <a:gd name="connsiteY10" fmla="*/ 49629 h 1166627"/>
                    <a:gd name="connsiteX11" fmla="*/ 1080951 w 1119372"/>
                    <a:gd name="connsiteY11" fmla="*/ 8383 h 1166627"/>
                    <a:gd name="connsiteX0" fmla="*/ 0 w 1119372"/>
                    <a:gd name="connsiteY0" fmla="*/ 1186648 h 1186648"/>
                    <a:gd name="connsiteX1" fmla="*/ 87016 w 1119372"/>
                    <a:gd name="connsiteY1" fmla="*/ 488671 h 1186648"/>
                    <a:gd name="connsiteX2" fmla="*/ 173426 w 1119372"/>
                    <a:gd name="connsiteY2" fmla="*/ 139678 h 1186648"/>
                    <a:gd name="connsiteX3" fmla="*/ 360057 w 1119372"/>
                    <a:gd name="connsiteY3" fmla="*/ 108348 h 1186648"/>
                    <a:gd name="connsiteX4" fmla="*/ 438540 w 1119372"/>
                    <a:gd name="connsiteY4" fmla="*/ 361877 h 1186648"/>
                    <a:gd name="connsiteX5" fmla="*/ 559132 w 1119372"/>
                    <a:gd name="connsiteY5" fmla="*/ 1037886 h 1186648"/>
                    <a:gd name="connsiteX6" fmla="*/ 698925 w 1119372"/>
                    <a:gd name="connsiteY6" fmla="*/ 1128417 h 1186648"/>
                    <a:gd name="connsiteX7" fmla="*/ 798514 w 1119372"/>
                    <a:gd name="connsiteY7" fmla="*/ 723473 h 1186648"/>
                    <a:gd name="connsiteX8" fmla="*/ 909449 w 1119372"/>
                    <a:gd name="connsiteY8" fmla="*/ 39465 h 1186648"/>
                    <a:gd name="connsiteX9" fmla="*/ 969472 w 1119372"/>
                    <a:gd name="connsiteY9" fmla="*/ 20289 h 1186648"/>
                    <a:gd name="connsiteX10" fmla="*/ 1114871 w 1119372"/>
                    <a:gd name="connsiteY10" fmla="*/ 69650 h 1186648"/>
                    <a:gd name="connsiteX11" fmla="*/ 1080951 w 1119372"/>
                    <a:gd name="connsiteY11" fmla="*/ 0 h 1186648"/>
                    <a:gd name="connsiteX0" fmla="*/ 0 w 1144921"/>
                    <a:gd name="connsiteY0" fmla="*/ 1166627 h 1166627"/>
                    <a:gd name="connsiteX1" fmla="*/ 87016 w 1144921"/>
                    <a:gd name="connsiteY1" fmla="*/ 468650 h 1166627"/>
                    <a:gd name="connsiteX2" fmla="*/ 173426 w 1144921"/>
                    <a:gd name="connsiteY2" fmla="*/ 119657 h 1166627"/>
                    <a:gd name="connsiteX3" fmla="*/ 360057 w 1144921"/>
                    <a:gd name="connsiteY3" fmla="*/ 88327 h 1166627"/>
                    <a:gd name="connsiteX4" fmla="*/ 438540 w 1144921"/>
                    <a:gd name="connsiteY4" fmla="*/ 341856 h 1166627"/>
                    <a:gd name="connsiteX5" fmla="*/ 559132 w 1144921"/>
                    <a:gd name="connsiteY5" fmla="*/ 1017865 h 1166627"/>
                    <a:gd name="connsiteX6" fmla="*/ 698925 w 1144921"/>
                    <a:gd name="connsiteY6" fmla="*/ 1108396 h 1166627"/>
                    <a:gd name="connsiteX7" fmla="*/ 798514 w 1144921"/>
                    <a:gd name="connsiteY7" fmla="*/ 703452 h 1166627"/>
                    <a:gd name="connsiteX8" fmla="*/ 909449 w 1144921"/>
                    <a:gd name="connsiteY8" fmla="*/ 19444 h 1166627"/>
                    <a:gd name="connsiteX9" fmla="*/ 969472 w 1144921"/>
                    <a:gd name="connsiteY9" fmla="*/ 268 h 1166627"/>
                    <a:gd name="connsiteX10" fmla="*/ 1114871 w 1144921"/>
                    <a:gd name="connsiteY10" fmla="*/ 49629 h 1166627"/>
                    <a:gd name="connsiteX11" fmla="*/ 1142901 w 1144921"/>
                    <a:gd name="connsiteY11" fmla="*/ 241787 h 1166627"/>
                    <a:gd name="connsiteX0" fmla="*/ 0 w 1144920"/>
                    <a:gd name="connsiteY0" fmla="*/ 1166627 h 1166627"/>
                    <a:gd name="connsiteX1" fmla="*/ 87016 w 1144920"/>
                    <a:gd name="connsiteY1" fmla="*/ 468650 h 1166627"/>
                    <a:gd name="connsiteX2" fmla="*/ 173426 w 1144920"/>
                    <a:gd name="connsiteY2" fmla="*/ 119657 h 1166627"/>
                    <a:gd name="connsiteX3" fmla="*/ 360057 w 1144920"/>
                    <a:gd name="connsiteY3" fmla="*/ 88327 h 1166627"/>
                    <a:gd name="connsiteX4" fmla="*/ 438540 w 1144920"/>
                    <a:gd name="connsiteY4" fmla="*/ 341856 h 1166627"/>
                    <a:gd name="connsiteX5" fmla="*/ 559132 w 1144920"/>
                    <a:gd name="connsiteY5" fmla="*/ 1017865 h 1166627"/>
                    <a:gd name="connsiteX6" fmla="*/ 698925 w 1144920"/>
                    <a:gd name="connsiteY6" fmla="*/ 1108396 h 1166627"/>
                    <a:gd name="connsiteX7" fmla="*/ 798514 w 1144920"/>
                    <a:gd name="connsiteY7" fmla="*/ 703452 h 1166627"/>
                    <a:gd name="connsiteX8" fmla="*/ 909449 w 1144920"/>
                    <a:gd name="connsiteY8" fmla="*/ 19444 h 1166627"/>
                    <a:gd name="connsiteX9" fmla="*/ 969472 w 1144920"/>
                    <a:gd name="connsiteY9" fmla="*/ 268 h 1166627"/>
                    <a:gd name="connsiteX10" fmla="*/ 1114870 w 1144920"/>
                    <a:gd name="connsiteY10" fmla="*/ 11314 h 1166627"/>
                    <a:gd name="connsiteX11" fmla="*/ 1142901 w 1144920"/>
                    <a:gd name="connsiteY11" fmla="*/ 241787 h 1166627"/>
                    <a:gd name="connsiteX0" fmla="*/ 0 w 1144920"/>
                    <a:gd name="connsiteY0" fmla="*/ 1166627 h 1166627"/>
                    <a:gd name="connsiteX1" fmla="*/ 87016 w 1144920"/>
                    <a:gd name="connsiteY1" fmla="*/ 468650 h 1166627"/>
                    <a:gd name="connsiteX2" fmla="*/ 173426 w 1144920"/>
                    <a:gd name="connsiteY2" fmla="*/ 119657 h 1166627"/>
                    <a:gd name="connsiteX3" fmla="*/ 360057 w 1144920"/>
                    <a:gd name="connsiteY3" fmla="*/ 88327 h 1166627"/>
                    <a:gd name="connsiteX4" fmla="*/ 438540 w 1144920"/>
                    <a:gd name="connsiteY4" fmla="*/ 341856 h 1166627"/>
                    <a:gd name="connsiteX5" fmla="*/ 559132 w 1144920"/>
                    <a:gd name="connsiteY5" fmla="*/ 1017865 h 1166627"/>
                    <a:gd name="connsiteX6" fmla="*/ 698925 w 1144920"/>
                    <a:gd name="connsiteY6" fmla="*/ 1108396 h 1166627"/>
                    <a:gd name="connsiteX7" fmla="*/ 798514 w 1144920"/>
                    <a:gd name="connsiteY7" fmla="*/ 703452 h 1166627"/>
                    <a:gd name="connsiteX8" fmla="*/ 909449 w 1144920"/>
                    <a:gd name="connsiteY8" fmla="*/ 19444 h 1166627"/>
                    <a:gd name="connsiteX9" fmla="*/ 969472 w 1144920"/>
                    <a:gd name="connsiteY9" fmla="*/ 268 h 1166627"/>
                    <a:gd name="connsiteX10" fmla="*/ 1114870 w 1144920"/>
                    <a:gd name="connsiteY10" fmla="*/ 11314 h 1166627"/>
                    <a:gd name="connsiteX11" fmla="*/ 1142901 w 1144920"/>
                    <a:gd name="connsiteY11" fmla="*/ 241787 h 1166627"/>
                    <a:gd name="connsiteX0" fmla="*/ 0 w 1143888"/>
                    <a:gd name="connsiteY0" fmla="*/ 1166627 h 1166627"/>
                    <a:gd name="connsiteX1" fmla="*/ 87016 w 1143888"/>
                    <a:gd name="connsiteY1" fmla="*/ 468650 h 1166627"/>
                    <a:gd name="connsiteX2" fmla="*/ 173426 w 1143888"/>
                    <a:gd name="connsiteY2" fmla="*/ 119657 h 1166627"/>
                    <a:gd name="connsiteX3" fmla="*/ 360057 w 1143888"/>
                    <a:gd name="connsiteY3" fmla="*/ 88327 h 1166627"/>
                    <a:gd name="connsiteX4" fmla="*/ 438540 w 1143888"/>
                    <a:gd name="connsiteY4" fmla="*/ 341856 h 1166627"/>
                    <a:gd name="connsiteX5" fmla="*/ 559132 w 1143888"/>
                    <a:gd name="connsiteY5" fmla="*/ 1017865 h 1166627"/>
                    <a:gd name="connsiteX6" fmla="*/ 698925 w 1143888"/>
                    <a:gd name="connsiteY6" fmla="*/ 1108396 h 1166627"/>
                    <a:gd name="connsiteX7" fmla="*/ 798514 w 1143888"/>
                    <a:gd name="connsiteY7" fmla="*/ 703452 h 1166627"/>
                    <a:gd name="connsiteX8" fmla="*/ 909449 w 1143888"/>
                    <a:gd name="connsiteY8" fmla="*/ 19444 h 1166627"/>
                    <a:gd name="connsiteX9" fmla="*/ 969472 w 1143888"/>
                    <a:gd name="connsiteY9" fmla="*/ 268 h 1166627"/>
                    <a:gd name="connsiteX10" fmla="*/ 1088786 w 1143888"/>
                    <a:gd name="connsiteY10" fmla="*/ 11314 h 1166627"/>
                    <a:gd name="connsiteX11" fmla="*/ 1142901 w 1143888"/>
                    <a:gd name="connsiteY11" fmla="*/ 241787 h 1166627"/>
                    <a:gd name="connsiteX0" fmla="*/ 0 w 1143609"/>
                    <a:gd name="connsiteY0" fmla="*/ 1166627 h 1166627"/>
                    <a:gd name="connsiteX1" fmla="*/ 87016 w 1143609"/>
                    <a:gd name="connsiteY1" fmla="*/ 468650 h 1166627"/>
                    <a:gd name="connsiteX2" fmla="*/ 173426 w 1143609"/>
                    <a:gd name="connsiteY2" fmla="*/ 119657 h 1166627"/>
                    <a:gd name="connsiteX3" fmla="*/ 360057 w 1143609"/>
                    <a:gd name="connsiteY3" fmla="*/ 88327 h 1166627"/>
                    <a:gd name="connsiteX4" fmla="*/ 438540 w 1143609"/>
                    <a:gd name="connsiteY4" fmla="*/ 341856 h 1166627"/>
                    <a:gd name="connsiteX5" fmla="*/ 559132 w 1143609"/>
                    <a:gd name="connsiteY5" fmla="*/ 1017865 h 1166627"/>
                    <a:gd name="connsiteX6" fmla="*/ 698925 w 1143609"/>
                    <a:gd name="connsiteY6" fmla="*/ 1108396 h 1166627"/>
                    <a:gd name="connsiteX7" fmla="*/ 798514 w 1143609"/>
                    <a:gd name="connsiteY7" fmla="*/ 703452 h 1166627"/>
                    <a:gd name="connsiteX8" fmla="*/ 909449 w 1143609"/>
                    <a:gd name="connsiteY8" fmla="*/ 19444 h 1166627"/>
                    <a:gd name="connsiteX9" fmla="*/ 969472 w 1143609"/>
                    <a:gd name="connsiteY9" fmla="*/ 268 h 1166627"/>
                    <a:gd name="connsiteX10" fmla="*/ 1069222 w 1143609"/>
                    <a:gd name="connsiteY10" fmla="*/ 11314 h 1166627"/>
                    <a:gd name="connsiteX11" fmla="*/ 1142901 w 1143609"/>
                    <a:gd name="connsiteY11" fmla="*/ 241787 h 1166627"/>
                    <a:gd name="connsiteX0" fmla="*/ 0 w 1121132"/>
                    <a:gd name="connsiteY0" fmla="*/ 1166627 h 1166627"/>
                    <a:gd name="connsiteX1" fmla="*/ 87016 w 1121132"/>
                    <a:gd name="connsiteY1" fmla="*/ 468650 h 1166627"/>
                    <a:gd name="connsiteX2" fmla="*/ 173426 w 1121132"/>
                    <a:gd name="connsiteY2" fmla="*/ 119657 h 1166627"/>
                    <a:gd name="connsiteX3" fmla="*/ 360057 w 1121132"/>
                    <a:gd name="connsiteY3" fmla="*/ 88327 h 1166627"/>
                    <a:gd name="connsiteX4" fmla="*/ 438540 w 1121132"/>
                    <a:gd name="connsiteY4" fmla="*/ 341856 h 1166627"/>
                    <a:gd name="connsiteX5" fmla="*/ 559132 w 1121132"/>
                    <a:gd name="connsiteY5" fmla="*/ 1017865 h 1166627"/>
                    <a:gd name="connsiteX6" fmla="*/ 698925 w 1121132"/>
                    <a:gd name="connsiteY6" fmla="*/ 1108396 h 1166627"/>
                    <a:gd name="connsiteX7" fmla="*/ 798514 w 1121132"/>
                    <a:gd name="connsiteY7" fmla="*/ 703452 h 1166627"/>
                    <a:gd name="connsiteX8" fmla="*/ 909449 w 1121132"/>
                    <a:gd name="connsiteY8" fmla="*/ 19444 h 1166627"/>
                    <a:gd name="connsiteX9" fmla="*/ 969472 w 1121132"/>
                    <a:gd name="connsiteY9" fmla="*/ 268 h 1166627"/>
                    <a:gd name="connsiteX10" fmla="*/ 1069222 w 1121132"/>
                    <a:gd name="connsiteY10" fmla="*/ 11314 h 1166627"/>
                    <a:gd name="connsiteX11" fmla="*/ 1120077 w 1121132"/>
                    <a:gd name="connsiteY11" fmla="*/ 126846 h 1166627"/>
                    <a:gd name="connsiteX0" fmla="*/ 0 w 1137162"/>
                    <a:gd name="connsiteY0" fmla="*/ 1166627 h 1166627"/>
                    <a:gd name="connsiteX1" fmla="*/ 87016 w 1137162"/>
                    <a:gd name="connsiteY1" fmla="*/ 468650 h 1166627"/>
                    <a:gd name="connsiteX2" fmla="*/ 173426 w 1137162"/>
                    <a:gd name="connsiteY2" fmla="*/ 119657 h 1166627"/>
                    <a:gd name="connsiteX3" fmla="*/ 360057 w 1137162"/>
                    <a:gd name="connsiteY3" fmla="*/ 88327 h 1166627"/>
                    <a:gd name="connsiteX4" fmla="*/ 438540 w 1137162"/>
                    <a:gd name="connsiteY4" fmla="*/ 341856 h 1166627"/>
                    <a:gd name="connsiteX5" fmla="*/ 559132 w 1137162"/>
                    <a:gd name="connsiteY5" fmla="*/ 1017865 h 1166627"/>
                    <a:gd name="connsiteX6" fmla="*/ 698925 w 1137162"/>
                    <a:gd name="connsiteY6" fmla="*/ 1108396 h 1166627"/>
                    <a:gd name="connsiteX7" fmla="*/ 798514 w 1137162"/>
                    <a:gd name="connsiteY7" fmla="*/ 703452 h 1166627"/>
                    <a:gd name="connsiteX8" fmla="*/ 909449 w 1137162"/>
                    <a:gd name="connsiteY8" fmla="*/ 19444 h 1166627"/>
                    <a:gd name="connsiteX9" fmla="*/ 969472 w 1137162"/>
                    <a:gd name="connsiteY9" fmla="*/ 268 h 1166627"/>
                    <a:gd name="connsiteX10" fmla="*/ 1069222 w 1137162"/>
                    <a:gd name="connsiteY10" fmla="*/ 11314 h 1166627"/>
                    <a:gd name="connsiteX11" fmla="*/ 1136380 w 1137162"/>
                    <a:gd name="connsiteY11" fmla="*/ 248172 h 1166627"/>
                    <a:gd name="connsiteX0" fmla="*/ 0 w 1137162"/>
                    <a:gd name="connsiteY0" fmla="*/ 1166627 h 1166627"/>
                    <a:gd name="connsiteX1" fmla="*/ 87016 w 1137162"/>
                    <a:gd name="connsiteY1" fmla="*/ 468650 h 1166627"/>
                    <a:gd name="connsiteX2" fmla="*/ 173426 w 1137162"/>
                    <a:gd name="connsiteY2" fmla="*/ 119657 h 1166627"/>
                    <a:gd name="connsiteX3" fmla="*/ 360057 w 1137162"/>
                    <a:gd name="connsiteY3" fmla="*/ 88327 h 1166627"/>
                    <a:gd name="connsiteX4" fmla="*/ 438540 w 1137162"/>
                    <a:gd name="connsiteY4" fmla="*/ 341856 h 1166627"/>
                    <a:gd name="connsiteX5" fmla="*/ 559132 w 1137162"/>
                    <a:gd name="connsiteY5" fmla="*/ 1017865 h 1166627"/>
                    <a:gd name="connsiteX6" fmla="*/ 698925 w 1137162"/>
                    <a:gd name="connsiteY6" fmla="*/ 1108396 h 1166627"/>
                    <a:gd name="connsiteX7" fmla="*/ 798514 w 1137162"/>
                    <a:gd name="connsiteY7" fmla="*/ 703452 h 1166627"/>
                    <a:gd name="connsiteX8" fmla="*/ 909449 w 1137162"/>
                    <a:gd name="connsiteY8" fmla="*/ 19444 h 1166627"/>
                    <a:gd name="connsiteX9" fmla="*/ 969472 w 1137162"/>
                    <a:gd name="connsiteY9" fmla="*/ 268 h 1166627"/>
                    <a:gd name="connsiteX10" fmla="*/ 1069222 w 1137162"/>
                    <a:gd name="connsiteY10" fmla="*/ 49629 h 1166627"/>
                    <a:gd name="connsiteX11" fmla="*/ 1136380 w 1137162"/>
                    <a:gd name="connsiteY11" fmla="*/ 248172 h 1166627"/>
                    <a:gd name="connsiteX0" fmla="*/ 0 w 1137162"/>
                    <a:gd name="connsiteY0" fmla="*/ 1147183 h 1147183"/>
                    <a:gd name="connsiteX1" fmla="*/ 87016 w 1137162"/>
                    <a:gd name="connsiteY1" fmla="*/ 449206 h 1147183"/>
                    <a:gd name="connsiteX2" fmla="*/ 173426 w 1137162"/>
                    <a:gd name="connsiteY2" fmla="*/ 100213 h 1147183"/>
                    <a:gd name="connsiteX3" fmla="*/ 360057 w 1137162"/>
                    <a:gd name="connsiteY3" fmla="*/ 68883 h 1147183"/>
                    <a:gd name="connsiteX4" fmla="*/ 438540 w 1137162"/>
                    <a:gd name="connsiteY4" fmla="*/ 322412 h 1147183"/>
                    <a:gd name="connsiteX5" fmla="*/ 559132 w 1137162"/>
                    <a:gd name="connsiteY5" fmla="*/ 998421 h 1147183"/>
                    <a:gd name="connsiteX6" fmla="*/ 698925 w 1137162"/>
                    <a:gd name="connsiteY6" fmla="*/ 1088952 h 1147183"/>
                    <a:gd name="connsiteX7" fmla="*/ 798514 w 1137162"/>
                    <a:gd name="connsiteY7" fmla="*/ 684008 h 1147183"/>
                    <a:gd name="connsiteX8" fmla="*/ 909449 w 1137162"/>
                    <a:gd name="connsiteY8" fmla="*/ 0 h 1147183"/>
                    <a:gd name="connsiteX9" fmla="*/ 969472 w 1137162"/>
                    <a:gd name="connsiteY9" fmla="*/ 19139 h 1147183"/>
                    <a:gd name="connsiteX10" fmla="*/ 1069222 w 1137162"/>
                    <a:gd name="connsiteY10" fmla="*/ 30185 h 1147183"/>
                    <a:gd name="connsiteX11" fmla="*/ 1136380 w 1137162"/>
                    <a:gd name="connsiteY11" fmla="*/ 228728 h 1147183"/>
                    <a:gd name="connsiteX0" fmla="*/ 0 w 1137162"/>
                    <a:gd name="connsiteY0" fmla="*/ 1128396 h 1128396"/>
                    <a:gd name="connsiteX1" fmla="*/ 87016 w 1137162"/>
                    <a:gd name="connsiteY1" fmla="*/ 430419 h 1128396"/>
                    <a:gd name="connsiteX2" fmla="*/ 173426 w 1137162"/>
                    <a:gd name="connsiteY2" fmla="*/ 81426 h 1128396"/>
                    <a:gd name="connsiteX3" fmla="*/ 360057 w 1137162"/>
                    <a:gd name="connsiteY3" fmla="*/ 50096 h 1128396"/>
                    <a:gd name="connsiteX4" fmla="*/ 438540 w 1137162"/>
                    <a:gd name="connsiteY4" fmla="*/ 303625 h 1128396"/>
                    <a:gd name="connsiteX5" fmla="*/ 559132 w 1137162"/>
                    <a:gd name="connsiteY5" fmla="*/ 979634 h 1128396"/>
                    <a:gd name="connsiteX6" fmla="*/ 698925 w 1137162"/>
                    <a:gd name="connsiteY6" fmla="*/ 1070165 h 1128396"/>
                    <a:gd name="connsiteX7" fmla="*/ 798514 w 1137162"/>
                    <a:gd name="connsiteY7" fmla="*/ 665221 h 1128396"/>
                    <a:gd name="connsiteX8" fmla="*/ 906188 w 1137162"/>
                    <a:gd name="connsiteY8" fmla="*/ 13140 h 1128396"/>
                    <a:gd name="connsiteX9" fmla="*/ 969472 w 1137162"/>
                    <a:gd name="connsiteY9" fmla="*/ 352 h 1128396"/>
                    <a:gd name="connsiteX10" fmla="*/ 1069222 w 1137162"/>
                    <a:gd name="connsiteY10" fmla="*/ 11398 h 1128396"/>
                    <a:gd name="connsiteX11" fmla="*/ 1136380 w 1137162"/>
                    <a:gd name="connsiteY11" fmla="*/ 209941 h 1128396"/>
                    <a:gd name="connsiteX0" fmla="*/ 0 w 1137162"/>
                    <a:gd name="connsiteY0" fmla="*/ 1128262 h 1128262"/>
                    <a:gd name="connsiteX1" fmla="*/ 87016 w 1137162"/>
                    <a:gd name="connsiteY1" fmla="*/ 430285 h 1128262"/>
                    <a:gd name="connsiteX2" fmla="*/ 173426 w 1137162"/>
                    <a:gd name="connsiteY2" fmla="*/ 81292 h 1128262"/>
                    <a:gd name="connsiteX3" fmla="*/ 360057 w 1137162"/>
                    <a:gd name="connsiteY3" fmla="*/ 49962 h 1128262"/>
                    <a:gd name="connsiteX4" fmla="*/ 438540 w 1137162"/>
                    <a:gd name="connsiteY4" fmla="*/ 303491 h 1128262"/>
                    <a:gd name="connsiteX5" fmla="*/ 559132 w 1137162"/>
                    <a:gd name="connsiteY5" fmla="*/ 979500 h 1128262"/>
                    <a:gd name="connsiteX6" fmla="*/ 698925 w 1137162"/>
                    <a:gd name="connsiteY6" fmla="*/ 1070031 h 1128262"/>
                    <a:gd name="connsiteX7" fmla="*/ 798514 w 1137162"/>
                    <a:gd name="connsiteY7" fmla="*/ 665087 h 1128262"/>
                    <a:gd name="connsiteX8" fmla="*/ 909450 w 1137162"/>
                    <a:gd name="connsiteY8" fmla="*/ 25776 h 1128262"/>
                    <a:gd name="connsiteX9" fmla="*/ 969472 w 1137162"/>
                    <a:gd name="connsiteY9" fmla="*/ 218 h 1128262"/>
                    <a:gd name="connsiteX10" fmla="*/ 1069222 w 1137162"/>
                    <a:gd name="connsiteY10" fmla="*/ 11264 h 1128262"/>
                    <a:gd name="connsiteX11" fmla="*/ 1136380 w 1137162"/>
                    <a:gd name="connsiteY11" fmla="*/ 209807 h 1128262"/>
                    <a:gd name="connsiteX0" fmla="*/ 0 w 1137162"/>
                    <a:gd name="connsiteY0" fmla="*/ 1118874 h 1118874"/>
                    <a:gd name="connsiteX1" fmla="*/ 87016 w 1137162"/>
                    <a:gd name="connsiteY1" fmla="*/ 420897 h 1118874"/>
                    <a:gd name="connsiteX2" fmla="*/ 173426 w 1137162"/>
                    <a:gd name="connsiteY2" fmla="*/ 71904 h 1118874"/>
                    <a:gd name="connsiteX3" fmla="*/ 360057 w 1137162"/>
                    <a:gd name="connsiteY3" fmla="*/ 40574 h 1118874"/>
                    <a:gd name="connsiteX4" fmla="*/ 438540 w 1137162"/>
                    <a:gd name="connsiteY4" fmla="*/ 294103 h 1118874"/>
                    <a:gd name="connsiteX5" fmla="*/ 559132 w 1137162"/>
                    <a:gd name="connsiteY5" fmla="*/ 970112 h 1118874"/>
                    <a:gd name="connsiteX6" fmla="*/ 698925 w 1137162"/>
                    <a:gd name="connsiteY6" fmla="*/ 1060643 h 1118874"/>
                    <a:gd name="connsiteX7" fmla="*/ 798514 w 1137162"/>
                    <a:gd name="connsiteY7" fmla="*/ 655699 h 1118874"/>
                    <a:gd name="connsiteX8" fmla="*/ 909450 w 1137162"/>
                    <a:gd name="connsiteY8" fmla="*/ 16388 h 1118874"/>
                    <a:gd name="connsiteX9" fmla="*/ 975993 w 1137162"/>
                    <a:gd name="connsiteY9" fmla="*/ 16372 h 1118874"/>
                    <a:gd name="connsiteX10" fmla="*/ 1069222 w 1137162"/>
                    <a:gd name="connsiteY10" fmla="*/ 1876 h 1118874"/>
                    <a:gd name="connsiteX11" fmla="*/ 1136380 w 1137162"/>
                    <a:gd name="connsiteY11" fmla="*/ 200419 h 1118874"/>
                    <a:gd name="connsiteX0" fmla="*/ 0 w 1137204"/>
                    <a:gd name="connsiteY0" fmla="*/ 1103406 h 1103406"/>
                    <a:gd name="connsiteX1" fmla="*/ 87016 w 1137204"/>
                    <a:gd name="connsiteY1" fmla="*/ 405429 h 1103406"/>
                    <a:gd name="connsiteX2" fmla="*/ 173426 w 1137204"/>
                    <a:gd name="connsiteY2" fmla="*/ 56436 h 1103406"/>
                    <a:gd name="connsiteX3" fmla="*/ 360057 w 1137204"/>
                    <a:gd name="connsiteY3" fmla="*/ 25106 h 1103406"/>
                    <a:gd name="connsiteX4" fmla="*/ 438540 w 1137204"/>
                    <a:gd name="connsiteY4" fmla="*/ 278635 h 1103406"/>
                    <a:gd name="connsiteX5" fmla="*/ 559132 w 1137204"/>
                    <a:gd name="connsiteY5" fmla="*/ 954644 h 1103406"/>
                    <a:gd name="connsiteX6" fmla="*/ 698925 w 1137204"/>
                    <a:gd name="connsiteY6" fmla="*/ 1045175 h 1103406"/>
                    <a:gd name="connsiteX7" fmla="*/ 798514 w 1137204"/>
                    <a:gd name="connsiteY7" fmla="*/ 640231 h 1103406"/>
                    <a:gd name="connsiteX8" fmla="*/ 909450 w 1137204"/>
                    <a:gd name="connsiteY8" fmla="*/ 920 h 1103406"/>
                    <a:gd name="connsiteX9" fmla="*/ 975993 w 1137204"/>
                    <a:gd name="connsiteY9" fmla="*/ 904 h 1103406"/>
                    <a:gd name="connsiteX10" fmla="*/ 1072482 w 1137204"/>
                    <a:gd name="connsiteY10" fmla="*/ 18336 h 1103406"/>
                    <a:gd name="connsiteX11" fmla="*/ 1136380 w 1137204"/>
                    <a:gd name="connsiteY11" fmla="*/ 184951 h 1103406"/>
                    <a:gd name="connsiteX0" fmla="*/ 0 w 1137252"/>
                    <a:gd name="connsiteY0" fmla="*/ 1106970 h 1106970"/>
                    <a:gd name="connsiteX1" fmla="*/ 87016 w 1137252"/>
                    <a:gd name="connsiteY1" fmla="*/ 408993 h 1106970"/>
                    <a:gd name="connsiteX2" fmla="*/ 173426 w 1137252"/>
                    <a:gd name="connsiteY2" fmla="*/ 60000 h 1106970"/>
                    <a:gd name="connsiteX3" fmla="*/ 360057 w 1137252"/>
                    <a:gd name="connsiteY3" fmla="*/ 28670 h 1106970"/>
                    <a:gd name="connsiteX4" fmla="*/ 438540 w 1137252"/>
                    <a:gd name="connsiteY4" fmla="*/ 282199 h 1106970"/>
                    <a:gd name="connsiteX5" fmla="*/ 559132 w 1137252"/>
                    <a:gd name="connsiteY5" fmla="*/ 958208 h 1106970"/>
                    <a:gd name="connsiteX6" fmla="*/ 698925 w 1137252"/>
                    <a:gd name="connsiteY6" fmla="*/ 1048739 h 1106970"/>
                    <a:gd name="connsiteX7" fmla="*/ 798514 w 1137252"/>
                    <a:gd name="connsiteY7" fmla="*/ 643795 h 1106970"/>
                    <a:gd name="connsiteX8" fmla="*/ 909450 w 1137252"/>
                    <a:gd name="connsiteY8" fmla="*/ 4484 h 1106970"/>
                    <a:gd name="connsiteX9" fmla="*/ 975993 w 1137252"/>
                    <a:gd name="connsiteY9" fmla="*/ 4468 h 1106970"/>
                    <a:gd name="connsiteX10" fmla="*/ 1075742 w 1137252"/>
                    <a:gd name="connsiteY10" fmla="*/ 2743 h 1106970"/>
                    <a:gd name="connsiteX11" fmla="*/ 1136380 w 1137252"/>
                    <a:gd name="connsiteY11" fmla="*/ 188515 h 1106970"/>
                    <a:gd name="connsiteX0" fmla="*/ 0 w 1137123"/>
                    <a:gd name="connsiteY0" fmla="*/ 1103406 h 1103406"/>
                    <a:gd name="connsiteX1" fmla="*/ 87016 w 1137123"/>
                    <a:gd name="connsiteY1" fmla="*/ 405429 h 1103406"/>
                    <a:gd name="connsiteX2" fmla="*/ 173426 w 1137123"/>
                    <a:gd name="connsiteY2" fmla="*/ 56436 h 1103406"/>
                    <a:gd name="connsiteX3" fmla="*/ 360057 w 1137123"/>
                    <a:gd name="connsiteY3" fmla="*/ 25106 h 1103406"/>
                    <a:gd name="connsiteX4" fmla="*/ 438540 w 1137123"/>
                    <a:gd name="connsiteY4" fmla="*/ 278635 h 1103406"/>
                    <a:gd name="connsiteX5" fmla="*/ 559132 w 1137123"/>
                    <a:gd name="connsiteY5" fmla="*/ 954644 h 1103406"/>
                    <a:gd name="connsiteX6" fmla="*/ 698925 w 1137123"/>
                    <a:gd name="connsiteY6" fmla="*/ 1045175 h 1103406"/>
                    <a:gd name="connsiteX7" fmla="*/ 798514 w 1137123"/>
                    <a:gd name="connsiteY7" fmla="*/ 640231 h 1103406"/>
                    <a:gd name="connsiteX8" fmla="*/ 909450 w 1137123"/>
                    <a:gd name="connsiteY8" fmla="*/ 920 h 1103406"/>
                    <a:gd name="connsiteX9" fmla="*/ 975993 w 1137123"/>
                    <a:gd name="connsiteY9" fmla="*/ 904 h 1103406"/>
                    <a:gd name="connsiteX10" fmla="*/ 1065961 w 1137123"/>
                    <a:gd name="connsiteY10" fmla="*/ 5564 h 1103406"/>
                    <a:gd name="connsiteX11" fmla="*/ 1136380 w 1137123"/>
                    <a:gd name="connsiteY11" fmla="*/ 184951 h 1103406"/>
                    <a:gd name="connsiteX0" fmla="*/ 0 w 1105229"/>
                    <a:gd name="connsiteY0" fmla="*/ 1103406 h 1103406"/>
                    <a:gd name="connsiteX1" fmla="*/ 87016 w 1105229"/>
                    <a:gd name="connsiteY1" fmla="*/ 405429 h 1103406"/>
                    <a:gd name="connsiteX2" fmla="*/ 173426 w 1105229"/>
                    <a:gd name="connsiteY2" fmla="*/ 56436 h 1103406"/>
                    <a:gd name="connsiteX3" fmla="*/ 360057 w 1105229"/>
                    <a:gd name="connsiteY3" fmla="*/ 25106 h 1103406"/>
                    <a:gd name="connsiteX4" fmla="*/ 438540 w 1105229"/>
                    <a:gd name="connsiteY4" fmla="*/ 278635 h 1103406"/>
                    <a:gd name="connsiteX5" fmla="*/ 559132 w 1105229"/>
                    <a:gd name="connsiteY5" fmla="*/ 954644 h 1103406"/>
                    <a:gd name="connsiteX6" fmla="*/ 698925 w 1105229"/>
                    <a:gd name="connsiteY6" fmla="*/ 1045175 h 1103406"/>
                    <a:gd name="connsiteX7" fmla="*/ 798514 w 1105229"/>
                    <a:gd name="connsiteY7" fmla="*/ 640231 h 1103406"/>
                    <a:gd name="connsiteX8" fmla="*/ 909450 w 1105229"/>
                    <a:gd name="connsiteY8" fmla="*/ 920 h 1103406"/>
                    <a:gd name="connsiteX9" fmla="*/ 975993 w 1105229"/>
                    <a:gd name="connsiteY9" fmla="*/ 904 h 1103406"/>
                    <a:gd name="connsiteX10" fmla="*/ 1065961 w 1105229"/>
                    <a:gd name="connsiteY10" fmla="*/ 5564 h 1103406"/>
                    <a:gd name="connsiteX11" fmla="*/ 1103775 w 1105229"/>
                    <a:gd name="connsiteY11" fmla="*/ 108324 h 1103406"/>
                    <a:gd name="connsiteX0" fmla="*/ 0 w 1099043"/>
                    <a:gd name="connsiteY0" fmla="*/ 1103406 h 1103406"/>
                    <a:gd name="connsiteX1" fmla="*/ 87016 w 1099043"/>
                    <a:gd name="connsiteY1" fmla="*/ 405429 h 1103406"/>
                    <a:gd name="connsiteX2" fmla="*/ 173426 w 1099043"/>
                    <a:gd name="connsiteY2" fmla="*/ 56436 h 1103406"/>
                    <a:gd name="connsiteX3" fmla="*/ 360057 w 1099043"/>
                    <a:gd name="connsiteY3" fmla="*/ 25106 h 1103406"/>
                    <a:gd name="connsiteX4" fmla="*/ 438540 w 1099043"/>
                    <a:gd name="connsiteY4" fmla="*/ 278635 h 1103406"/>
                    <a:gd name="connsiteX5" fmla="*/ 559132 w 1099043"/>
                    <a:gd name="connsiteY5" fmla="*/ 954644 h 1103406"/>
                    <a:gd name="connsiteX6" fmla="*/ 698925 w 1099043"/>
                    <a:gd name="connsiteY6" fmla="*/ 1045175 h 1103406"/>
                    <a:gd name="connsiteX7" fmla="*/ 798514 w 1099043"/>
                    <a:gd name="connsiteY7" fmla="*/ 640231 h 1103406"/>
                    <a:gd name="connsiteX8" fmla="*/ 909450 w 1099043"/>
                    <a:gd name="connsiteY8" fmla="*/ 920 h 1103406"/>
                    <a:gd name="connsiteX9" fmla="*/ 975993 w 1099043"/>
                    <a:gd name="connsiteY9" fmla="*/ 904 h 1103406"/>
                    <a:gd name="connsiteX10" fmla="*/ 1065961 w 1099043"/>
                    <a:gd name="connsiteY10" fmla="*/ 5564 h 1103406"/>
                    <a:gd name="connsiteX11" fmla="*/ 1097253 w 1099043"/>
                    <a:gd name="connsiteY11" fmla="*/ 89169 h 1103406"/>
                    <a:gd name="connsiteX0" fmla="*/ 0 w 1090155"/>
                    <a:gd name="connsiteY0" fmla="*/ 1103406 h 1103406"/>
                    <a:gd name="connsiteX1" fmla="*/ 87016 w 1090155"/>
                    <a:gd name="connsiteY1" fmla="*/ 405429 h 1103406"/>
                    <a:gd name="connsiteX2" fmla="*/ 173426 w 1090155"/>
                    <a:gd name="connsiteY2" fmla="*/ 56436 h 1103406"/>
                    <a:gd name="connsiteX3" fmla="*/ 360057 w 1090155"/>
                    <a:gd name="connsiteY3" fmla="*/ 25106 h 1103406"/>
                    <a:gd name="connsiteX4" fmla="*/ 438540 w 1090155"/>
                    <a:gd name="connsiteY4" fmla="*/ 278635 h 1103406"/>
                    <a:gd name="connsiteX5" fmla="*/ 559132 w 1090155"/>
                    <a:gd name="connsiteY5" fmla="*/ 954644 h 1103406"/>
                    <a:gd name="connsiteX6" fmla="*/ 698925 w 1090155"/>
                    <a:gd name="connsiteY6" fmla="*/ 1045175 h 1103406"/>
                    <a:gd name="connsiteX7" fmla="*/ 798514 w 1090155"/>
                    <a:gd name="connsiteY7" fmla="*/ 640231 h 1103406"/>
                    <a:gd name="connsiteX8" fmla="*/ 909450 w 1090155"/>
                    <a:gd name="connsiteY8" fmla="*/ 920 h 1103406"/>
                    <a:gd name="connsiteX9" fmla="*/ 975993 w 1090155"/>
                    <a:gd name="connsiteY9" fmla="*/ 904 h 1103406"/>
                    <a:gd name="connsiteX10" fmla="*/ 1065961 w 1090155"/>
                    <a:gd name="connsiteY10" fmla="*/ 5564 h 1103406"/>
                    <a:gd name="connsiteX11" fmla="*/ 1087472 w 1090155"/>
                    <a:gd name="connsiteY11" fmla="*/ 63627 h 1103406"/>
                    <a:gd name="connsiteX0" fmla="*/ 0 w 1090155"/>
                    <a:gd name="connsiteY0" fmla="*/ 1102854 h 1102854"/>
                    <a:gd name="connsiteX1" fmla="*/ 87016 w 1090155"/>
                    <a:gd name="connsiteY1" fmla="*/ 404877 h 1102854"/>
                    <a:gd name="connsiteX2" fmla="*/ 173426 w 1090155"/>
                    <a:gd name="connsiteY2" fmla="*/ 55884 h 1102854"/>
                    <a:gd name="connsiteX3" fmla="*/ 360057 w 1090155"/>
                    <a:gd name="connsiteY3" fmla="*/ 24554 h 1102854"/>
                    <a:gd name="connsiteX4" fmla="*/ 438540 w 1090155"/>
                    <a:gd name="connsiteY4" fmla="*/ 278083 h 1102854"/>
                    <a:gd name="connsiteX5" fmla="*/ 559132 w 1090155"/>
                    <a:gd name="connsiteY5" fmla="*/ 954092 h 1102854"/>
                    <a:gd name="connsiteX6" fmla="*/ 698925 w 1090155"/>
                    <a:gd name="connsiteY6" fmla="*/ 1044623 h 1102854"/>
                    <a:gd name="connsiteX7" fmla="*/ 798514 w 1090155"/>
                    <a:gd name="connsiteY7" fmla="*/ 639679 h 1102854"/>
                    <a:gd name="connsiteX8" fmla="*/ 909450 w 1090155"/>
                    <a:gd name="connsiteY8" fmla="*/ 13140 h 1102854"/>
                    <a:gd name="connsiteX9" fmla="*/ 975993 w 1090155"/>
                    <a:gd name="connsiteY9" fmla="*/ 352 h 1102854"/>
                    <a:gd name="connsiteX10" fmla="*/ 1065961 w 1090155"/>
                    <a:gd name="connsiteY10" fmla="*/ 5012 h 1102854"/>
                    <a:gd name="connsiteX11" fmla="*/ 1087472 w 1090155"/>
                    <a:gd name="connsiteY11" fmla="*/ 63075 h 1102854"/>
                    <a:gd name="connsiteX0" fmla="*/ 0 w 1098676"/>
                    <a:gd name="connsiteY0" fmla="*/ 1102854 h 1102854"/>
                    <a:gd name="connsiteX1" fmla="*/ 87016 w 1098676"/>
                    <a:gd name="connsiteY1" fmla="*/ 404877 h 1102854"/>
                    <a:gd name="connsiteX2" fmla="*/ 173426 w 1098676"/>
                    <a:gd name="connsiteY2" fmla="*/ 55884 h 1102854"/>
                    <a:gd name="connsiteX3" fmla="*/ 360057 w 1098676"/>
                    <a:gd name="connsiteY3" fmla="*/ 24554 h 1102854"/>
                    <a:gd name="connsiteX4" fmla="*/ 438540 w 1098676"/>
                    <a:gd name="connsiteY4" fmla="*/ 278083 h 1102854"/>
                    <a:gd name="connsiteX5" fmla="*/ 559132 w 1098676"/>
                    <a:gd name="connsiteY5" fmla="*/ 954092 h 1102854"/>
                    <a:gd name="connsiteX6" fmla="*/ 698925 w 1098676"/>
                    <a:gd name="connsiteY6" fmla="*/ 1044623 h 1102854"/>
                    <a:gd name="connsiteX7" fmla="*/ 798514 w 1098676"/>
                    <a:gd name="connsiteY7" fmla="*/ 639679 h 1102854"/>
                    <a:gd name="connsiteX8" fmla="*/ 909450 w 1098676"/>
                    <a:gd name="connsiteY8" fmla="*/ 13140 h 1102854"/>
                    <a:gd name="connsiteX9" fmla="*/ 975993 w 1098676"/>
                    <a:gd name="connsiteY9" fmla="*/ 352 h 1102854"/>
                    <a:gd name="connsiteX10" fmla="*/ 1088783 w 1098676"/>
                    <a:gd name="connsiteY10" fmla="*/ 5012 h 1102854"/>
                    <a:gd name="connsiteX11" fmla="*/ 1087472 w 1098676"/>
                    <a:gd name="connsiteY11" fmla="*/ 63075 h 1102854"/>
                    <a:gd name="connsiteX0" fmla="*/ 0 w 1107617"/>
                    <a:gd name="connsiteY0" fmla="*/ 1102854 h 1102854"/>
                    <a:gd name="connsiteX1" fmla="*/ 87016 w 1107617"/>
                    <a:gd name="connsiteY1" fmla="*/ 404877 h 1102854"/>
                    <a:gd name="connsiteX2" fmla="*/ 173426 w 1107617"/>
                    <a:gd name="connsiteY2" fmla="*/ 55884 h 1102854"/>
                    <a:gd name="connsiteX3" fmla="*/ 360057 w 1107617"/>
                    <a:gd name="connsiteY3" fmla="*/ 24554 h 1102854"/>
                    <a:gd name="connsiteX4" fmla="*/ 438540 w 1107617"/>
                    <a:gd name="connsiteY4" fmla="*/ 278083 h 1102854"/>
                    <a:gd name="connsiteX5" fmla="*/ 559132 w 1107617"/>
                    <a:gd name="connsiteY5" fmla="*/ 954092 h 1102854"/>
                    <a:gd name="connsiteX6" fmla="*/ 698925 w 1107617"/>
                    <a:gd name="connsiteY6" fmla="*/ 1044623 h 1102854"/>
                    <a:gd name="connsiteX7" fmla="*/ 798514 w 1107617"/>
                    <a:gd name="connsiteY7" fmla="*/ 639679 h 1102854"/>
                    <a:gd name="connsiteX8" fmla="*/ 909450 w 1107617"/>
                    <a:gd name="connsiteY8" fmla="*/ 13140 h 1102854"/>
                    <a:gd name="connsiteX9" fmla="*/ 975993 w 1107617"/>
                    <a:gd name="connsiteY9" fmla="*/ 352 h 1102854"/>
                    <a:gd name="connsiteX10" fmla="*/ 1088783 w 1107617"/>
                    <a:gd name="connsiteY10" fmla="*/ 5012 h 1102854"/>
                    <a:gd name="connsiteX11" fmla="*/ 1103774 w 1107617"/>
                    <a:gd name="connsiteY11" fmla="*/ 69459 h 1102854"/>
                    <a:gd name="connsiteX0" fmla="*/ 0 w 1124942"/>
                    <a:gd name="connsiteY0" fmla="*/ 1102854 h 1102854"/>
                    <a:gd name="connsiteX1" fmla="*/ 87016 w 1124942"/>
                    <a:gd name="connsiteY1" fmla="*/ 404877 h 1102854"/>
                    <a:gd name="connsiteX2" fmla="*/ 173426 w 1124942"/>
                    <a:gd name="connsiteY2" fmla="*/ 55884 h 1102854"/>
                    <a:gd name="connsiteX3" fmla="*/ 360057 w 1124942"/>
                    <a:gd name="connsiteY3" fmla="*/ 24554 h 1102854"/>
                    <a:gd name="connsiteX4" fmla="*/ 438540 w 1124942"/>
                    <a:gd name="connsiteY4" fmla="*/ 278083 h 1102854"/>
                    <a:gd name="connsiteX5" fmla="*/ 559132 w 1124942"/>
                    <a:gd name="connsiteY5" fmla="*/ 954092 h 1102854"/>
                    <a:gd name="connsiteX6" fmla="*/ 698925 w 1124942"/>
                    <a:gd name="connsiteY6" fmla="*/ 1044623 h 1102854"/>
                    <a:gd name="connsiteX7" fmla="*/ 798514 w 1124942"/>
                    <a:gd name="connsiteY7" fmla="*/ 639679 h 1102854"/>
                    <a:gd name="connsiteX8" fmla="*/ 909450 w 1124942"/>
                    <a:gd name="connsiteY8" fmla="*/ 13140 h 1102854"/>
                    <a:gd name="connsiteX9" fmla="*/ 975993 w 1124942"/>
                    <a:gd name="connsiteY9" fmla="*/ 352 h 1102854"/>
                    <a:gd name="connsiteX10" fmla="*/ 1088783 w 1124942"/>
                    <a:gd name="connsiteY10" fmla="*/ 5012 h 1102854"/>
                    <a:gd name="connsiteX11" fmla="*/ 1123336 w 1124942"/>
                    <a:gd name="connsiteY11" fmla="*/ 69459 h 1102854"/>
                    <a:gd name="connsiteX0" fmla="*/ 0 w 1126020"/>
                    <a:gd name="connsiteY0" fmla="*/ 1106970 h 1106970"/>
                    <a:gd name="connsiteX1" fmla="*/ 87016 w 1126020"/>
                    <a:gd name="connsiteY1" fmla="*/ 408993 h 1106970"/>
                    <a:gd name="connsiteX2" fmla="*/ 173426 w 1126020"/>
                    <a:gd name="connsiteY2" fmla="*/ 60000 h 1106970"/>
                    <a:gd name="connsiteX3" fmla="*/ 360057 w 1126020"/>
                    <a:gd name="connsiteY3" fmla="*/ 28670 h 1106970"/>
                    <a:gd name="connsiteX4" fmla="*/ 438540 w 1126020"/>
                    <a:gd name="connsiteY4" fmla="*/ 282199 h 1106970"/>
                    <a:gd name="connsiteX5" fmla="*/ 559132 w 1126020"/>
                    <a:gd name="connsiteY5" fmla="*/ 958208 h 1106970"/>
                    <a:gd name="connsiteX6" fmla="*/ 698925 w 1126020"/>
                    <a:gd name="connsiteY6" fmla="*/ 1048739 h 1106970"/>
                    <a:gd name="connsiteX7" fmla="*/ 798514 w 1126020"/>
                    <a:gd name="connsiteY7" fmla="*/ 643795 h 1106970"/>
                    <a:gd name="connsiteX8" fmla="*/ 909450 w 1126020"/>
                    <a:gd name="connsiteY8" fmla="*/ 17256 h 1106970"/>
                    <a:gd name="connsiteX9" fmla="*/ 975993 w 1126020"/>
                    <a:gd name="connsiteY9" fmla="*/ 4468 h 1106970"/>
                    <a:gd name="connsiteX10" fmla="*/ 1101825 w 1126020"/>
                    <a:gd name="connsiteY10" fmla="*/ 2743 h 1106970"/>
                    <a:gd name="connsiteX11" fmla="*/ 1123336 w 1126020"/>
                    <a:gd name="connsiteY11" fmla="*/ 73575 h 1106970"/>
                    <a:gd name="connsiteX0" fmla="*/ 0 w 1125643"/>
                    <a:gd name="connsiteY0" fmla="*/ 1102854 h 1102854"/>
                    <a:gd name="connsiteX1" fmla="*/ 87016 w 1125643"/>
                    <a:gd name="connsiteY1" fmla="*/ 404877 h 1102854"/>
                    <a:gd name="connsiteX2" fmla="*/ 173426 w 1125643"/>
                    <a:gd name="connsiteY2" fmla="*/ 55884 h 1102854"/>
                    <a:gd name="connsiteX3" fmla="*/ 360057 w 1125643"/>
                    <a:gd name="connsiteY3" fmla="*/ 24554 h 1102854"/>
                    <a:gd name="connsiteX4" fmla="*/ 438540 w 1125643"/>
                    <a:gd name="connsiteY4" fmla="*/ 278083 h 1102854"/>
                    <a:gd name="connsiteX5" fmla="*/ 559132 w 1125643"/>
                    <a:gd name="connsiteY5" fmla="*/ 954092 h 1102854"/>
                    <a:gd name="connsiteX6" fmla="*/ 698925 w 1125643"/>
                    <a:gd name="connsiteY6" fmla="*/ 1044623 h 1102854"/>
                    <a:gd name="connsiteX7" fmla="*/ 798514 w 1125643"/>
                    <a:gd name="connsiteY7" fmla="*/ 639679 h 1102854"/>
                    <a:gd name="connsiteX8" fmla="*/ 909450 w 1125643"/>
                    <a:gd name="connsiteY8" fmla="*/ 13140 h 1102854"/>
                    <a:gd name="connsiteX9" fmla="*/ 975993 w 1125643"/>
                    <a:gd name="connsiteY9" fmla="*/ 352 h 1102854"/>
                    <a:gd name="connsiteX10" fmla="*/ 1098564 w 1125643"/>
                    <a:gd name="connsiteY10" fmla="*/ 11400 h 1102854"/>
                    <a:gd name="connsiteX11" fmla="*/ 1123336 w 1125643"/>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798514 w 1125644"/>
                    <a:gd name="connsiteY7" fmla="*/ 639679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14817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798514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01774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21749 w 1125644"/>
                    <a:gd name="connsiteY6" fmla="*/ 1051008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9132 w 1125644"/>
                    <a:gd name="connsiteY5" fmla="*/ 954092 h 1102854"/>
                    <a:gd name="connsiteX6" fmla="*/ 741311 w 1125644"/>
                    <a:gd name="connsiteY6" fmla="*/ 1057393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5872 w 1125644"/>
                    <a:gd name="connsiteY5" fmla="*/ 1005176 h 1102854"/>
                    <a:gd name="connsiteX6" fmla="*/ 741311 w 1125644"/>
                    <a:gd name="connsiteY6" fmla="*/ 1057393 h 1102854"/>
                    <a:gd name="connsiteX7" fmla="*/ 824598 w 1125644"/>
                    <a:gd name="connsiteY7" fmla="*/ 639680 h 1102854"/>
                    <a:gd name="connsiteX8" fmla="*/ 909450 w 1125644"/>
                    <a:gd name="connsiteY8" fmla="*/ 13140 h 1102854"/>
                    <a:gd name="connsiteX9" fmla="*/ 975993 w 1125644"/>
                    <a:gd name="connsiteY9" fmla="*/ 352 h 1102854"/>
                    <a:gd name="connsiteX10" fmla="*/ 1098564 w 1125644"/>
                    <a:gd name="connsiteY10" fmla="*/ 11400 h 1102854"/>
                    <a:gd name="connsiteX11" fmla="*/ 1123336 w 1125644"/>
                    <a:gd name="connsiteY11" fmla="*/ 69459 h 1102854"/>
                    <a:gd name="connsiteX0" fmla="*/ 0 w 1125644"/>
                    <a:gd name="connsiteY0" fmla="*/ 1102854 h 1102854"/>
                    <a:gd name="connsiteX1" fmla="*/ 87016 w 1125644"/>
                    <a:gd name="connsiteY1" fmla="*/ 404877 h 1102854"/>
                    <a:gd name="connsiteX2" fmla="*/ 173426 w 1125644"/>
                    <a:gd name="connsiteY2" fmla="*/ 55884 h 1102854"/>
                    <a:gd name="connsiteX3" fmla="*/ 360057 w 1125644"/>
                    <a:gd name="connsiteY3" fmla="*/ 24554 h 1102854"/>
                    <a:gd name="connsiteX4" fmla="*/ 438540 w 1125644"/>
                    <a:gd name="connsiteY4" fmla="*/ 278083 h 1102854"/>
                    <a:gd name="connsiteX5" fmla="*/ 555872 w 1125644"/>
                    <a:gd name="connsiteY5" fmla="*/ 1005176 h 1102854"/>
                    <a:gd name="connsiteX6" fmla="*/ 741311 w 1125644"/>
                    <a:gd name="connsiteY6" fmla="*/ 1057393 h 1102854"/>
                    <a:gd name="connsiteX7" fmla="*/ 909450 w 1125644"/>
                    <a:gd name="connsiteY7" fmla="*/ 13140 h 1102854"/>
                    <a:gd name="connsiteX8" fmla="*/ 975993 w 1125644"/>
                    <a:gd name="connsiteY8" fmla="*/ 352 h 1102854"/>
                    <a:gd name="connsiteX9" fmla="*/ 1098564 w 1125644"/>
                    <a:gd name="connsiteY9" fmla="*/ 11400 h 1102854"/>
                    <a:gd name="connsiteX10" fmla="*/ 1123336 w 1125644"/>
                    <a:gd name="connsiteY10" fmla="*/ 69459 h 1102854"/>
                    <a:gd name="connsiteX0" fmla="*/ 0 w 1098565"/>
                    <a:gd name="connsiteY0" fmla="*/ 1102854 h 1102854"/>
                    <a:gd name="connsiteX1" fmla="*/ 87016 w 1098565"/>
                    <a:gd name="connsiteY1" fmla="*/ 404877 h 1102854"/>
                    <a:gd name="connsiteX2" fmla="*/ 173426 w 1098565"/>
                    <a:gd name="connsiteY2" fmla="*/ 55884 h 1102854"/>
                    <a:gd name="connsiteX3" fmla="*/ 360057 w 1098565"/>
                    <a:gd name="connsiteY3" fmla="*/ 24554 h 1102854"/>
                    <a:gd name="connsiteX4" fmla="*/ 438540 w 1098565"/>
                    <a:gd name="connsiteY4" fmla="*/ 278083 h 1102854"/>
                    <a:gd name="connsiteX5" fmla="*/ 555872 w 1098565"/>
                    <a:gd name="connsiteY5" fmla="*/ 1005176 h 1102854"/>
                    <a:gd name="connsiteX6" fmla="*/ 741311 w 1098565"/>
                    <a:gd name="connsiteY6" fmla="*/ 1057393 h 1102854"/>
                    <a:gd name="connsiteX7" fmla="*/ 909450 w 1098565"/>
                    <a:gd name="connsiteY7" fmla="*/ 13140 h 1102854"/>
                    <a:gd name="connsiteX8" fmla="*/ 975993 w 1098565"/>
                    <a:gd name="connsiteY8" fmla="*/ 352 h 1102854"/>
                    <a:gd name="connsiteX9" fmla="*/ 1098564 w 1098565"/>
                    <a:gd name="connsiteY9" fmla="*/ 11400 h 1102854"/>
                    <a:gd name="connsiteX0" fmla="*/ 0 w 975993"/>
                    <a:gd name="connsiteY0" fmla="*/ 1102854 h 1102854"/>
                    <a:gd name="connsiteX1" fmla="*/ 87016 w 975993"/>
                    <a:gd name="connsiteY1" fmla="*/ 404877 h 1102854"/>
                    <a:gd name="connsiteX2" fmla="*/ 173426 w 975993"/>
                    <a:gd name="connsiteY2" fmla="*/ 55884 h 1102854"/>
                    <a:gd name="connsiteX3" fmla="*/ 360057 w 975993"/>
                    <a:gd name="connsiteY3" fmla="*/ 24554 h 1102854"/>
                    <a:gd name="connsiteX4" fmla="*/ 438540 w 975993"/>
                    <a:gd name="connsiteY4" fmla="*/ 278083 h 1102854"/>
                    <a:gd name="connsiteX5" fmla="*/ 555872 w 975993"/>
                    <a:gd name="connsiteY5" fmla="*/ 1005176 h 1102854"/>
                    <a:gd name="connsiteX6" fmla="*/ 741311 w 975993"/>
                    <a:gd name="connsiteY6" fmla="*/ 1057393 h 1102854"/>
                    <a:gd name="connsiteX7" fmla="*/ 909450 w 975993"/>
                    <a:gd name="connsiteY7" fmla="*/ 13140 h 1102854"/>
                    <a:gd name="connsiteX8" fmla="*/ 975993 w 975993"/>
                    <a:gd name="connsiteY8" fmla="*/ 352 h 1102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5993" h="1102854">
                      <a:moveTo>
                        <a:pt x="0" y="1102854"/>
                      </a:moveTo>
                      <a:cubicBezTo>
                        <a:pt x="24709" y="945451"/>
                        <a:pt x="58112" y="579372"/>
                        <a:pt x="87016" y="404877"/>
                      </a:cubicBezTo>
                      <a:cubicBezTo>
                        <a:pt x="115920" y="230382"/>
                        <a:pt x="127919" y="119271"/>
                        <a:pt x="173426" y="55884"/>
                      </a:cubicBezTo>
                      <a:cubicBezTo>
                        <a:pt x="218933" y="-7503"/>
                        <a:pt x="315871" y="-12479"/>
                        <a:pt x="360057" y="24554"/>
                      </a:cubicBezTo>
                      <a:cubicBezTo>
                        <a:pt x="386383" y="71400"/>
                        <a:pt x="405361" y="123160"/>
                        <a:pt x="438540" y="278083"/>
                      </a:cubicBezTo>
                      <a:lnTo>
                        <a:pt x="555872" y="1005176"/>
                      </a:lnTo>
                      <a:cubicBezTo>
                        <a:pt x="578676" y="1128229"/>
                        <a:pt x="729076" y="1098355"/>
                        <a:pt x="741311" y="1057393"/>
                      </a:cubicBezTo>
                      <a:cubicBezTo>
                        <a:pt x="800241" y="892054"/>
                        <a:pt x="870336" y="189314"/>
                        <a:pt x="909450" y="13140"/>
                      </a:cubicBezTo>
                      <a:cubicBezTo>
                        <a:pt x="929458" y="16279"/>
                        <a:pt x="955985" y="-2787"/>
                        <a:pt x="975993" y="352"/>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85" name="Straight Connector 284">
                  <a:extLst>
                    <a:ext uri="{FF2B5EF4-FFF2-40B4-BE49-F238E27FC236}">
                      <a16:creationId xmlns:a16="http://schemas.microsoft.com/office/drawing/2014/main" id="{50F5254A-72A8-AB11-C37B-FA72D52FC239}"/>
                    </a:ext>
                  </a:extLst>
                </p:cNvPr>
                <p:cNvCxnSpPr>
                  <a:stCxn id="284" idx="1"/>
                </p:cNvCxnSpPr>
                <p:nvPr/>
              </p:nvCxnSpPr>
              <p:spPr>
                <a:xfrm flipV="1">
                  <a:off x="7001041" y="3161622"/>
                  <a:ext cx="607259" cy="0"/>
                </a:xfrm>
                <a:prstGeom prst="line">
                  <a:avLst/>
                </a:prstGeom>
                <a:noFill/>
                <a:ln w="12700" cap="rnd" cmpd="sng" algn="ctr">
                  <a:solidFill>
                    <a:srgbClr val="FFFFFF">
                      <a:lumMod val="50000"/>
                    </a:srgbClr>
                  </a:solidFill>
                  <a:prstDash val="solid"/>
                  <a:round/>
                </a:ln>
                <a:effectLst/>
              </p:spPr>
            </p:cxnSp>
            <p:sp>
              <p:nvSpPr>
                <p:cNvPr id="286" name="TextBox 285">
                  <a:extLst>
                    <a:ext uri="{FF2B5EF4-FFF2-40B4-BE49-F238E27FC236}">
                      <a16:creationId xmlns:a16="http://schemas.microsoft.com/office/drawing/2014/main" id="{36F40559-EFB6-B5BD-2FBC-CAE3A78A04E9}"/>
                    </a:ext>
                  </a:extLst>
                </p:cNvPr>
                <p:cNvSpPr txBox="1"/>
                <p:nvPr/>
              </p:nvSpPr>
              <p:spPr>
                <a:xfrm rot="3976291">
                  <a:off x="7211883" y="3003857"/>
                  <a:ext cx="967193"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2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O_PSO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287" name="Straight Connector 286">
                  <a:extLst>
                    <a:ext uri="{FF2B5EF4-FFF2-40B4-BE49-F238E27FC236}">
                      <a16:creationId xmlns:a16="http://schemas.microsoft.com/office/drawing/2014/main" id="{00649AD9-F245-C0C8-1065-43322A2C4012}"/>
                    </a:ext>
                  </a:extLst>
                </p:cNvPr>
                <p:cNvCxnSpPr/>
                <p:nvPr/>
              </p:nvCxnSpPr>
              <p:spPr>
                <a:xfrm>
                  <a:off x="6280239" y="2722726"/>
                  <a:ext cx="79598" cy="0"/>
                </a:xfrm>
                <a:prstGeom prst="line">
                  <a:avLst/>
                </a:prstGeom>
                <a:noFill/>
                <a:ln w="31750" cap="rnd" cmpd="sng" algn="ctr">
                  <a:solidFill>
                    <a:srgbClr val="FF0000"/>
                  </a:solidFill>
                  <a:prstDash val="solid"/>
                  <a:tailEnd type="triangle"/>
                </a:ln>
                <a:effectLst/>
              </p:spPr>
            </p:cxnSp>
            <p:cxnSp>
              <p:nvCxnSpPr>
                <p:cNvPr id="288" name="Straight Connector 287">
                  <a:extLst>
                    <a:ext uri="{FF2B5EF4-FFF2-40B4-BE49-F238E27FC236}">
                      <a16:creationId xmlns:a16="http://schemas.microsoft.com/office/drawing/2014/main" id="{BB149168-93CB-8C17-9E48-2E33F7F763CE}"/>
                    </a:ext>
                  </a:extLst>
                </p:cNvPr>
                <p:cNvCxnSpPr/>
                <p:nvPr/>
              </p:nvCxnSpPr>
              <p:spPr>
                <a:xfrm flipV="1">
                  <a:off x="5635569" y="2711211"/>
                  <a:ext cx="0" cy="88674"/>
                </a:xfrm>
                <a:prstGeom prst="line">
                  <a:avLst/>
                </a:prstGeom>
                <a:noFill/>
                <a:ln w="31750" cap="rnd" cmpd="sng" algn="ctr">
                  <a:solidFill>
                    <a:srgbClr val="00B050"/>
                  </a:solidFill>
                  <a:prstDash val="solid"/>
                  <a:tailEnd type="triangle"/>
                </a:ln>
                <a:effectLst/>
              </p:spPr>
            </p:cxnSp>
            <p:sp>
              <p:nvSpPr>
                <p:cNvPr id="289" name="Oval 288">
                  <a:extLst>
                    <a:ext uri="{FF2B5EF4-FFF2-40B4-BE49-F238E27FC236}">
                      <a16:creationId xmlns:a16="http://schemas.microsoft.com/office/drawing/2014/main" id="{ED0FEE61-A44A-C910-01D3-25ACFDD57EA3}"/>
                    </a:ext>
                  </a:extLst>
                </p:cNvPr>
                <p:cNvSpPr/>
                <p:nvPr/>
              </p:nvSpPr>
              <p:spPr>
                <a:xfrm>
                  <a:off x="5949894" y="1665437"/>
                  <a:ext cx="71179" cy="69470"/>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290" name="Straight Connector 289">
                  <a:extLst>
                    <a:ext uri="{FF2B5EF4-FFF2-40B4-BE49-F238E27FC236}">
                      <a16:creationId xmlns:a16="http://schemas.microsoft.com/office/drawing/2014/main" id="{55A838EC-6C60-CF0D-F1FB-791F5BA21DB2}"/>
                    </a:ext>
                  </a:extLst>
                </p:cNvPr>
                <p:cNvCxnSpPr/>
                <p:nvPr/>
              </p:nvCxnSpPr>
              <p:spPr>
                <a:xfrm flipV="1">
                  <a:off x="6141497" y="2153423"/>
                  <a:ext cx="548640" cy="0"/>
                </a:xfrm>
                <a:prstGeom prst="line">
                  <a:avLst/>
                </a:prstGeom>
                <a:noFill/>
                <a:ln w="31750" cap="rnd" cmpd="sng" algn="ctr">
                  <a:solidFill>
                    <a:srgbClr val="00B050"/>
                  </a:solidFill>
                  <a:prstDash val="solid"/>
                </a:ln>
                <a:effectLst/>
              </p:spPr>
            </p:cxnSp>
            <p:cxnSp>
              <p:nvCxnSpPr>
                <p:cNvPr id="291" name="Straight Arrow Connector 290">
                  <a:extLst>
                    <a:ext uri="{FF2B5EF4-FFF2-40B4-BE49-F238E27FC236}">
                      <a16:creationId xmlns:a16="http://schemas.microsoft.com/office/drawing/2014/main" id="{212A241E-9B3A-CB5E-B392-C5065B84998B}"/>
                    </a:ext>
                  </a:extLst>
                </p:cNvPr>
                <p:cNvCxnSpPr/>
                <p:nvPr/>
              </p:nvCxnSpPr>
              <p:spPr>
                <a:xfrm flipV="1">
                  <a:off x="5581244" y="2508921"/>
                  <a:ext cx="494882" cy="0"/>
                </a:xfrm>
                <a:prstGeom prst="straightConnector1">
                  <a:avLst/>
                </a:prstGeom>
                <a:noFill/>
                <a:ln w="25400" cap="rnd" cmpd="sng" algn="ctr">
                  <a:solidFill>
                    <a:srgbClr val="FFFFFF">
                      <a:lumMod val="50000"/>
                    </a:srgbClr>
                  </a:solidFill>
                  <a:prstDash val="solid"/>
                  <a:headEnd type="none"/>
                  <a:tailEnd type="none"/>
                </a:ln>
                <a:effectLst/>
              </p:spPr>
            </p:cxnSp>
          </p:grpSp>
          <p:sp>
            <p:nvSpPr>
              <p:cNvPr id="193" name="TextBox 192">
                <a:extLst>
                  <a:ext uri="{FF2B5EF4-FFF2-40B4-BE49-F238E27FC236}">
                    <a16:creationId xmlns:a16="http://schemas.microsoft.com/office/drawing/2014/main" id="{221B1A8E-B8BF-8CB5-A5FC-686AF9EAD589}"/>
                  </a:ext>
                </a:extLst>
              </p:cNvPr>
              <p:cNvSpPr txBox="1"/>
              <p:nvPr/>
            </p:nvSpPr>
            <p:spPr>
              <a:xfrm>
                <a:off x="6181534" y="3588653"/>
                <a:ext cx="1589072"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Proposed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PC-PSO</a:t>
                </a:r>
              </a:p>
            </p:txBody>
          </p:sp>
          <p:sp>
            <p:nvSpPr>
              <p:cNvPr id="194" name="TextBox 193">
                <a:extLst>
                  <a:ext uri="{FF2B5EF4-FFF2-40B4-BE49-F238E27FC236}">
                    <a16:creationId xmlns:a16="http://schemas.microsoft.com/office/drawing/2014/main" id="{5B86F0C8-4501-12B2-3B2E-E05B954113E4}"/>
                  </a:ext>
                </a:extLst>
              </p:cNvPr>
              <p:cNvSpPr txBox="1"/>
              <p:nvPr/>
            </p:nvSpPr>
            <p:spPr>
              <a:xfrm rot="16200000">
                <a:off x="4210680" y="2530634"/>
                <a:ext cx="707142"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8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SKEW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195" name="Straight Connector 194">
                <a:extLst>
                  <a:ext uri="{FF2B5EF4-FFF2-40B4-BE49-F238E27FC236}">
                    <a16:creationId xmlns:a16="http://schemas.microsoft.com/office/drawing/2014/main" id="{2F33BBC6-44BC-4E75-D483-D098FACD8473}"/>
                  </a:ext>
                </a:extLst>
              </p:cNvPr>
              <p:cNvCxnSpPr/>
              <p:nvPr/>
            </p:nvCxnSpPr>
            <p:spPr>
              <a:xfrm>
                <a:off x="5056272" y="2225913"/>
                <a:ext cx="0" cy="1280160"/>
              </a:xfrm>
              <a:prstGeom prst="line">
                <a:avLst/>
              </a:prstGeom>
              <a:noFill/>
              <a:ln w="12700" cap="rnd" cmpd="sng" algn="ctr">
                <a:solidFill>
                  <a:srgbClr val="00407A"/>
                </a:solidFill>
                <a:prstDash val="sysDash"/>
                <a:round/>
              </a:ln>
              <a:effectLst/>
            </p:spPr>
          </p:cxnSp>
          <p:sp>
            <p:nvSpPr>
              <p:cNvPr id="196" name="Oval 195">
                <a:extLst>
                  <a:ext uri="{FF2B5EF4-FFF2-40B4-BE49-F238E27FC236}">
                    <a16:creationId xmlns:a16="http://schemas.microsoft.com/office/drawing/2014/main" id="{A120D2A3-4C04-9566-498A-E9D1793555F9}"/>
                  </a:ext>
                </a:extLst>
              </p:cNvPr>
              <p:cNvSpPr/>
              <p:nvPr/>
            </p:nvSpPr>
            <p:spPr>
              <a:xfrm>
                <a:off x="4517451" y="2245277"/>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97" name="Oval 196">
                <a:extLst>
                  <a:ext uri="{FF2B5EF4-FFF2-40B4-BE49-F238E27FC236}">
                    <a16:creationId xmlns:a16="http://schemas.microsoft.com/office/drawing/2014/main" id="{20BA51CB-2BE3-5A24-FD7C-41198A853EE7}"/>
                  </a:ext>
                </a:extLst>
              </p:cNvPr>
              <p:cNvSpPr/>
              <p:nvPr/>
            </p:nvSpPr>
            <p:spPr>
              <a:xfrm>
                <a:off x="4400148" y="2144499"/>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98" name="Oval 197">
                <a:extLst>
                  <a:ext uri="{FF2B5EF4-FFF2-40B4-BE49-F238E27FC236}">
                    <a16:creationId xmlns:a16="http://schemas.microsoft.com/office/drawing/2014/main" id="{59228F7D-C856-7D43-7235-1CA9849C4D1A}"/>
                  </a:ext>
                </a:extLst>
              </p:cNvPr>
              <p:cNvSpPr/>
              <p:nvPr/>
            </p:nvSpPr>
            <p:spPr>
              <a:xfrm>
                <a:off x="4718234" y="1865462"/>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99" name="Oval 198">
                <a:extLst>
                  <a:ext uri="{FF2B5EF4-FFF2-40B4-BE49-F238E27FC236}">
                    <a16:creationId xmlns:a16="http://schemas.microsoft.com/office/drawing/2014/main" id="{B1589EF0-6EAC-494C-BC42-2F325D95A2BD}"/>
                  </a:ext>
                </a:extLst>
              </p:cNvPr>
              <p:cNvSpPr/>
              <p:nvPr/>
            </p:nvSpPr>
            <p:spPr>
              <a:xfrm>
                <a:off x="4893313" y="1879576"/>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0" name="Oval 199">
                <a:extLst>
                  <a:ext uri="{FF2B5EF4-FFF2-40B4-BE49-F238E27FC236}">
                    <a16:creationId xmlns:a16="http://schemas.microsoft.com/office/drawing/2014/main" id="{4944E4D4-F52E-B30E-62E3-B0228730D231}"/>
                  </a:ext>
                </a:extLst>
              </p:cNvPr>
              <p:cNvSpPr/>
              <p:nvPr/>
            </p:nvSpPr>
            <p:spPr>
              <a:xfrm>
                <a:off x="5026825" y="2222125"/>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1" name="Oval 200">
                <a:extLst>
                  <a:ext uri="{FF2B5EF4-FFF2-40B4-BE49-F238E27FC236}">
                    <a16:creationId xmlns:a16="http://schemas.microsoft.com/office/drawing/2014/main" id="{F3453A74-800D-5C0B-B8E8-39364157BFF6}"/>
                  </a:ext>
                </a:extLst>
              </p:cNvPr>
              <p:cNvSpPr/>
              <p:nvPr/>
            </p:nvSpPr>
            <p:spPr>
              <a:xfrm>
                <a:off x="5031360" y="3468122"/>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2" name="Oval 201">
                <a:extLst>
                  <a:ext uri="{FF2B5EF4-FFF2-40B4-BE49-F238E27FC236}">
                    <a16:creationId xmlns:a16="http://schemas.microsoft.com/office/drawing/2014/main" id="{52ADBC21-D388-957B-30FB-F1BB1195359D}"/>
                  </a:ext>
                </a:extLst>
              </p:cNvPr>
              <p:cNvSpPr/>
              <p:nvPr/>
            </p:nvSpPr>
            <p:spPr>
              <a:xfrm>
                <a:off x="4888826" y="3491617"/>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3" name="Oval 202">
                <a:extLst>
                  <a:ext uri="{FF2B5EF4-FFF2-40B4-BE49-F238E27FC236}">
                    <a16:creationId xmlns:a16="http://schemas.microsoft.com/office/drawing/2014/main" id="{AE77BEA1-156B-F63E-226E-32B0442272B4}"/>
                  </a:ext>
                </a:extLst>
              </p:cNvPr>
              <p:cNvSpPr/>
              <p:nvPr/>
            </p:nvSpPr>
            <p:spPr>
              <a:xfrm>
                <a:off x="4726336" y="3132047"/>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4" name="Oval 203">
                <a:extLst>
                  <a:ext uri="{FF2B5EF4-FFF2-40B4-BE49-F238E27FC236}">
                    <a16:creationId xmlns:a16="http://schemas.microsoft.com/office/drawing/2014/main" id="{4204C0E7-7011-FE65-36A3-DCB4848E0AD5}"/>
                  </a:ext>
                </a:extLst>
              </p:cNvPr>
              <p:cNvSpPr/>
              <p:nvPr/>
            </p:nvSpPr>
            <p:spPr>
              <a:xfrm>
                <a:off x="4523617" y="3351645"/>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5" name="Oval 204">
                <a:extLst>
                  <a:ext uri="{FF2B5EF4-FFF2-40B4-BE49-F238E27FC236}">
                    <a16:creationId xmlns:a16="http://schemas.microsoft.com/office/drawing/2014/main" id="{F794A062-9866-DD70-47D9-328C874E5B67}"/>
                  </a:ext>
                </a:extLst>
              </p:cNvPr>
              <p:cNvSpPr/>
              <p:nvPr/>
            </p:nvSpPr>
            <p:spPr>
              <a:xfrm>
                <a:off x="4394305" y="3505505"/>
                <a:ext cx="71179" cy="69470"/>
              </a:xfrm>
              <a:prstGeom prst="ellipse">
                <a:avLst/>
              </a:prstGeom>
              <a:solidFill>
                <a:srgbClr val="FF0000"/>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6" name="Oval 205">
                <a:extLst>
                  <a:ext uri="{FF2B5EF4-FFF2-40B4-BE49-F238E27FC236}">
                    <a16:creationId xmlns:a16="http://schemas.microsoft.com/office/drawing/2014/main" id="{BFB3274E-AF96-BAAF-D1E4-C97EDABDC752}"/>
                  </a:ext>
                </a:extLst>
              </p:cNvPr>
              <p:cNvSpPr/>
              <p:nvPr/>
            </p:nvSpPr>
            <p:spPr>
              <a:xfrm>
                <a:off x="5930909" y="3637894"/>
                <a:ext cx="71179" cy="69470"/>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07" name="Right Brace 206">
                <a:extLst>
                  <a:ext uri="{FF2B5EF4-FFF2-40B4-BE49-F238E27FC236}">
                    <a16:creationId xmlns:a16="http://schemas.microsoft.com/office/drawing/2014/main" id="{8772E104-AEE8-E3F5-9B50-CB2C81CB8275}"/>
                  </a:ext>
                </a:extLst>
              </p:cNvPr>
              <p:cNvSpPr/>
              <p:nvPr/>
            </p:nvSpPr>
            <p:spPr>
              <a:xfrm rot="16200000">
                <a:off x="7247090" y="2805617"/>
                <a:ext cx="103319" cy="608690"/>
              </a:xfrm>
              <a:prstGeom prst="rightBrace">
                <a:avLst>
                  <a:gd name="adj1" fmla="val 73170"/>
                  <a:gd name="adj2" fmla="val 50000"/>
                </a:avLst>
              </a:prstGeom>
              <a:noFill/>
              <a:ln w="25400"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208" name="Right Brace 207">
                <a:extLst>
                  <a:ext uri="{FF2B5EF4-FFF2-40B4-BE49-F238E27FC236}">
                    <a16:creationId xmlns:a16="http://schemas.microsoft.com/office/drawing/2014/main" id="{53D10CBA-22A9-6D2D-FA91-6A2B4AE68033}"/>
                  </a:ext>
                </a:extLst>
              </p:cNvPr>
              <p:cNvSpPr/>
              <p:nvPr/>
            </p:nvSpPr>
            <p:spPr>
              <a:xfrm rot="16200000">
                <a:off x="7205740" y="2004049"/>
                <a:ext cx="103319" cy="525997"/>
              </a:xfrm>
              <a:prstGeom prst="rightBrace">
                <a:avLst>
                  <a:gd name="adj1" fmla="val 73170"/>
                  <a:gd name="adj2" fmla="val 50000"/>
                </a:avLst>
              </a:prstGeom>
              <a:noFill/>
              <a:ln w="25400"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209" name="Rectangle 272">
                <a:extLst>
                  <a:ext uri="{FF2B5EF4-FFF2-40B4-BE49-F238E27FC236}">
                    <a16:creationId xmlns:a16="http://schemas.microsoft.com/office/drawing/2014/main" id="{4F750352-229A-68F4-768F-81B4386E5C21}"/>
                  </a:ext>
                </a:extLst>
              </p:cNvPr>
              <p:cNvSpPr>
                <a:spLocks noChangeArrowheads="1"/>
              </p:cNvSpPr>
              <p:nvPr/>
            </p:nvSpPr>
            <p:spPr bwMode="auto">
              <a:xfrm>
                <a:off x="6765717" y="1532862"/>
                <a:ext cx="866866" cy="45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P1  </a:t>
                </a: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&gt;T</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10" name="Rectangle 272">
                <a:extLst>
                  <a:ext uri="{FF2B5EF4-FFF2-40B4-BE49-F238E27FC236}">
                    <a16:creationId xmlns:a16="http://schemas.microsoft.com/office/drawing/2014/main" id="{7C7E38DB-02DC-EB6C-CF42-2C791592939D}"/>
                  </a:ext>
                </a:extLst>
              </p:cNvPr>
              <p:cNvSpPr>
                <a:spLocks noChangeArrowheads="1"/>
              </p:cNvSpPr>
              <p:nvPr/>
            </p:nvSpPr>
            <p:spPr bwMode="auto">
              <a:xfrm>
                <a:off x="6986268" y="1944367"/>
                <a:ext cx="8668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P2</a:t>
                </a:r>
              </a:p>
            </p:txBody>
          </p:sp>
          <p:sp>
            <p:nvSpPr>
              <p:cNvPr id="211" name="Rectangle 210">
                <a:extLst>
                  <a:ext uri="{FF2B5EF4-FFF2-40B4-BE49-F238E27FC236}">
                    <a16:creationId xmlns:a16="http://schemas.microsoft.com/office/drawing/2014/main" id="{8BDFEF26-9294-3ACD-1F6A-2B82FEDFA5AF}"/>
                  </a:ext>
                </a:extLst>
              </p:cNvPr>
              <p:cNvSpPr/>
              <p:nvPr/>
            </p:nvSpPr>
            <p:spPr>
              <a:xfrm>
                <a:off x="6945044" y="2730164"/>
                <a:ext cx="510076"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8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P1</a:t>
                </a:r>
              </a:p>
            </p:txBody>
          </p:sp>
          <p:sp>
            <p:nvSpPr>
              <p:cNvPr id="212" name="TextBox 211">
                <a:extLst>
                  <a:ext uri="{FF2B5EF4-FFF2-40B4-BE49-F238E27FC236}">
                    <a16:creationId xmlns:a16="http://schemas.microsoft.com/office/drawing/2014/main" id="{C8EA089D-5575-A3B8-158D-D281D07E9B5F}"/>
                  </a:ext>
                </a:extLst>
              </p:cNvPr>
              <p:cNvSpPr txBox="1"/>
              <p:nvPr/>
            </p:nvSpPr>
            <p:spPr>
              <a:xfrm>
                <a:off x="5033357" y="3347173"/>
                <a:ext cx="468225"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13" name="TextBox 212">
                <a:extLst>
                  <a:ext uri="{FF2B5EF4-FFF2-40B4-BE49-F238E27FC236}">
                    <a16:creationId xmlns:a16="http://schemas.microsoft.com/office/drawing/2014/main" id="{26EDB983-13F8-AFE5-04E7-BDF94C322E8D}"/>
                  </a:ext>
                </a:extLst>
              </p:cNvPr>
              <p:cNvSpPr txBox="1"/>
              <p:nvPr/>
            </p:nvSpPr>
            <p:spPr>
              <a:xfrm rot="16200000">
                <a:off x="4037545" y="2121421"/>
                <a:ext cx="1791173"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High-resistance</a:t>
                </a:r>
                <a:endParaRPr kumimoji="0" lang="en-US" sz="7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214" name="TextBox 213">
                <a:extLst>
                  <a:ext uri="{FF2B5EF4-FFF2-40B4-BE49-F238E27FC236}">
                    <a16:creationId xmlns:a16="http://schemas.microsoft.com/office/drawing/2014/main" id="{5250C137-47EE-3A98-BF9D-B934A2421EDB}"/>
                  </a:ext>
                </a:extLst>
              </p:cNvPr>
              <p:cNvSpPr txBox="1"/>
              <p:nvPr/>
            </p:nvSpPr>
            <p:spPr>
              <a:xfrm rot="16200000">
                <a:off x="3802433" y="2042788"/>
                <a:ext cx="1791173" cy="30777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Low-resistance</a:t>
                </a:r>
                <a:endParaRPr kumimoji="0" lang="en-US" sz="7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7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cxnSp>
          <p:nvCxnSpPr>
            <p:cNvPr id="162" name="Straight Connector 161">
              <a:extLst>
                <a:ext uri="{FF2B5EF4-FFF2-40B4-BE49-F238E27FC236}">
                  <a16:creationId xmlns:a16="http://schemas.microsoft.com/office/drawing/2014/main" id="{0C11B0EF-6371-34D2-A47C-EE24B2A0BBAD}"/>
                </a:ext>
              </a:extLst>
            </p:cNvPr>
            <p:cNvCxnSpPr/>
            <p:nvPr/>
          </p:nvCxnSpPr>
          <p:spPr>
            <a:xfrm flipV="1">
              <a:off x="4317708" y="2322836"/>
              <a:ext cx="1025682" cy="2846"/>
            </a:xfrm>
            <a:prstGeom prst="line">
              <a:avLst/>
            </a:prstGeom>
            <a:noFill/>
            <a:ln w="25400" cap="rnd" cmpd="sng" algn="ctr">
              <a:solidFill>
                <a:srgbClr val="00407A"/>
              </a:solidFill>
              <a:prstDash val="solid"/>
              <a:round/>
              <a:tailEnd type="triangle"/>
            </a:ln>
            <a:effectLst/>
          </p:spPr>
        </p:cxnSp>
        <p:cxnSp>
          <p:nvCxnSpPr>
            <p:cNvPr id="163" name="Straight Connector 162">
              <a:extLst>
                <a:ext uri="{FF2B5EF4-FFF2-40B4-BE49-F238E27FC236}">
                  <a16:creationId xmlns:a16="http://schemas.microsoft.com/office/drawing/2014/main" id="{6144F751-F26A-358B-3DB6-542FECB73E36}"/>
                </a:ext>
              </a:extLst>
            </p:cNvPr>
            <p:cNvCxnSpPr/>
            <p:nvPr/>
          </p:nvCxnSpPr>
          <p:spPr>
            <a:xfrm flipV="1">
              <a:off x="4342297" y="1620927"/>
              <a:ext cx="0" cy="704685"/>
            </a:xfrm>
            <a:prstGeom prst="line">
              <a:avLst/>
            </a:prstGeom>
            <a:noFill/>
            <a:ln w="25400" cap="rnd" cmpd="sng" algn="ctr">
              <a:solidFill>
                <a:srgbClr val="00407A"/>
              </a:solidFill>
              <a:prstDash val="solid"/>
              <a:round/>
              <a:tailEnd type="triangle"/>
            </a:ln>
            <a:effectLst/>
          </p:spPr>
        </p:cxnSp>
        <p:cxnSp>
          <p:nvCxnSpPr>
            <p:cNvPr id="164" name="Straight Connector 163">
              <a:extLst>
                <a:ext uri="{FF2B5EF4-FFF2-40B4-BE49-F238E27FC236}">
                  <a16:creationId xmlns:a16="http://schemas.microsoft.com/office/drawing/2014/main" id="{A29F8037-8E8E-8B7D-1233-47AC9B932487}"/>
                </a:ext>
              </a:extLst>
            </p:cNvPr>
            <p:cNvCxnSpPr/>
            <p:nvPr/>
          </p:nvCxnSpPr>
          <p:spPr>
            <a:xfrm flipV="1">
              <a:off x="4331773" y="2873673"/>
              <a:ext cx="0" cy="704685"/>
            </a:xfrm>
            <a:prstGeom prst="line">
              <a:avLst/>
            </a:prstGeom>
            <a:noFill/>
            <a:ln w="25400" cap="rnd" cmpd="sng" algn="ctr">
              <a:solidFill>
                <a:srgbClr val="00407A"/>
              </a:solidFill>
              <a:prstDash val="solid"/>
              <a:round/>
              <a:tailEnd type="triangle"/>
            </a:ln>
            <a:effectLst/>
          </p:spPr>
        </p:cxnSp>
        <p:sp>
          <p:nvSpPr>
            <p:cNvPr id="165" name="TextBox 164">
              <a:extLst>
                <a:ext uri="{FF2B5EF4-FFF2-40B4-BE49-F238E27FC236}">
                  <a16:creationId xmlns:a16="http://schemas.microsoft.com/office/drawing/2014/main" id="{C6A11A96-C844-2878-D6C3-E201D5154258}"/>
                </a:ext>
              </a:extLst>
            </p:cNvPr>
            <p:cNvSpPr txBox="1"/>
            <p:nvPr/>
          </p:nvSpPr>
          <p:spPr>
            <a:xfrm rot="16200000">
              <a:off x="3889615" y="3016872"/>
              <a:ext cx="703269"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66" name="TextBox 165">
              <a:extLst>
                <a:ext uri="{FF2B5EF4-FFF2-40B4-BE49-F238E27FC236}">
                  <a16:creationId xmlns:a16="http://schemas.microsoft.com/office/drawing/2014/main" id="{188C25B5-9B6C-F3B2-8296-43C44538DAE6}"/>
                </a:ext>
              </a:extLst>
            </p:cNvPr>
            <p:cNvSpPr txBox="1"/>
            <p:nvPr/>
          </p:nvSpPr>
          <p:spPr>
            <a:xfrm rot="16200000">
              <a:off x="3915230" y="1781233"/>
              <a:ext cx="680608"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67" name="TextBox 166">
              <a:extLst>
                <a:ext uri="{FF2B5EF4-FFF2-40B4-BE49-F238E27FC236}">
                  <a16:creationId xmlns:a16="http://schemas.microsoft.com/office/drawing/2014/main" id="{3AE2EEB8-0D4D-85DA-7550-4923ABED47D9}"/>
                </a:ext>
              </a:extLst>
            </p:cNvPr>
            <p:cNvSpPr txBox="1"/>
            <p:nvPr/>
          </p:nvSpPr>
          <p:spPr>
            <a:xfrm>
              <a:off x="4915932" y="3569076"/>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68" name="TextBox 167">
              <a:extLst>
                <a:ext uri="{FF2B5EF4-FFF2-40B4-BE49-F238E27FC236}">
                  <a16:creationId xmlns:a16="http://schemas.microsoft.com/office/drawing/2014/main" id="{D0F78E6F-875C-FE58-E972-C195284CC020}"/>
                </a:ext>
              </a:extLst>
            </p:cNvPr>
            <p:cNvSpPr txBox="1"/>
            <p:nvPr/>
          </p:nvSpPr>
          <p:spPr>
            <a:xfrm>
              <a:off x="4980345" y="2273092"/>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169" name="Straight Connector 168">
              <a:extLst>
                <a:ext uri="{FF2B5EF4-FFF2-40B4-BE49-F238E27FC236}">
                  <a16:creationId xmlns:a16="http://schemas.microsoft.com/office/drawing/2014/main" id="{5E8FD5BC-696F-1BA6-20B3-2520FD847960}"/>
                </a:ext>
              </a:extLst>
            </p:cNvPr>
            <p:cNvCxnSpPr/>
            <p:nvPr/>
          </p:nvCxnSpPr>
          <p:spPr>
            <a:xfrm>
              <a:off x="6860336" y="2619114"/>
              <a:ext cx="825394" cy="0"/>
            </a:xfrm>
            <a:prstGeom prst="line">
              <a:avLst/>
            </a:prstGeom>
            <a:noFill/>
            <a:ln w="25400" cap="rnd" cmpd="sng" algn="ctr">
              <a:solidFill>
                <a:srgbClr val="00407A"/>
              </a:solidFill>
              <a:prstDash val="solid"/>
              <a:round/>
              <a:tailEnd type="triangle"/>
            </a:ln>
            <a:effectLst/>
          </p:spPr>
        </p:cxnSp>
        <p:cxnSp>
          <p:nvCxnSpPr>
            <p:cNvPr id="170" name="Straight Connector 169">
              <a:extLst>
                <a:ext uri="{FF2B5EF4-FFF2-40B4-BE49-F238E27FC236}">
                  <a16:creationId xmlns:a16="http://schemas.microsoft.com/office/drawing/2014/main" id="{B2BBBA5F-6E30-5A60-A1D0-D0E53BD4E9C2}"/>
                </a:ext>
              </a:extLst>
            </p:cNvPr>
            <p:cNvCxnSpPr/>
            <p:nvPr/>
          </p:nvCxnSpPr>
          <p:spPr>
            <a:xfrm flipV="1">
              <a:off x="6884925" y="1914359"/>
              <a:ext cx="0" cy="704685"/>
            </a:xfrm>
            <a:prstGeom prst="line">
              <a:avLst/>
            </a:prstGeom>
            <a:noFill/>
            <a:ln w="25400" cap="rnd" cmpd="sng" algn="ctr">
              <a:solidFill>
                <a:srgbClr val="00407A"/>
              </a:solidFill>
              <a:prstDash val="solid"/>
              <a:round/>
              <a:tailEnd type="triangle"/>
            </a:ln>
            <a:effectLst/>
          </p:spPr>
        </p:cxnSp>
        <p:sp>
          <p:nvSpPr>
            <p:cNvPr id="171" name="TextBox 170">
              <a:extLst>
                <a:ext uri="{FF2B5EF4-FFF2-40B4-BE49-F238E27FC236}">
                  <a16:creationId xmlns:a16="http://schemas.microsoft.com/office/drawing/2014/main" id="{613C9F6C-9D2E-1350-7E48-88E5474800A3}"/>
                </a:ext>
              </a:extLst>
            </p:cNvPr>
            <p:cNvSpPr txBox="1"/>
            <p:nvPr/>
          </p:nvSpPr>
          <p:spPr>
            <a:xfrm rot="16200000">
              <a:off x="6457858" y="2074665"/>
              <a:ext cx="680608"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72" name="TextBox 171">
              <a:extLst>
                <a:ext uri="{FF2B5EF4-FFF2-40B4-BE49-F238E27FC236}">
                  <a16:creationId xmlns:a16="http://schemas.microsoft.com/office/drawing/2014/main" id="{CEFDFBBB-8C25-C830-2640-3F9E0E7AC364}"/>
                </a:ext>
              </a:extLst>
            </p:cNvPr>
            <p:cNvSpPr txBox="1"/>
            <p:nvPr/>
          </p:nvSpPr>
          <p:spPr>
            <a:xfrm>
              <a:off x="7249108" y="2589316"/>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173" name="Straight Connector 172">
              <a:extLst>
                <a:ext uri="{FF2B5EF4-FFF2-40B4-BE49-F238E27FC236}">
                  <a16:creationId xmlns:a16="http://schemas.microsoft.com/office/drawing/2014/main" id="{54CC493B-E715-54A7-1A2E-FCD8500B32F0}"/>
                </a:ext>
              </a:extLst>
            </p:cNvPr>
            <p:cNvCxnSpPr/>
            <p:nvPr/>
          </p:nvCxnSpPr>
          <p:spPr>
            <a:xfrm flipV="1">
              <a:off x="6845816" y="3448093"/>
              <a:ext cx="900644" cy="0"/>
            </a:xfrm>
            <a:prstGeom prst="line">
              <a:avLst/>
            </a:prstGeom>
            <a:noFill/>
            <a:ln w="25400" cap="rnd" cmpd="sng" algn="ctr">
              <a:solidFill>
                <a:srgbClr val="00407A"/>
              </a:solidFill>
              <a:prstDash val="solid"/>
              <a:round/>
              <a:tailEnd type="triangle"/>
            </a:ln>
            <a:effectLst/>
          </p:spPr>
        </p:cxnSp>
        <p:cxnSp>
          <p:nvCxnSpPr>
            <p:cNvPr id="174" name="Straight Connector 173">
              <a:extLst>
                <a:ext uri="{FF2B5EF4-FFF2-40B4-BE49-F238E27FC236}">
                  <a16:creationId xmlns:a16="http://schemas.microsoft.com/office/drawing/2014/main" id="{EB0C1354-6775-9B51-EACB-7A0675F4A2A5}"/>
                </a:ext>
              </a:extLst>
            </p:cNvPr>
            <p:cNvCxnSpPr/>
            <p:nvPr/>
          </p:nvCxnSpPr>
          <p:spPr>
            <a:xfrm flipV="1">
              <a:off x="6888333" y="2837760"/>
              <a:ext cx="0" cy="704685"/>
            </a:xfrm>
            <a:prstGeom prst="line">
              <a:avLst/>
            </a:prstGeom>
            <a:noFill/>
            <a:ln w="25400" cap="rnd" cmpd="sng" algn="ctr">
              <a:solidFill>
                <a:srgbClr val="00407A"/>
              </a:solidFill>
              <a:prstDash val="solid"/>
              <a:round/>
              <a:tailEnd type="triangle"/>
            </a:ln>
            <a:effectLst/>
          </p:spPr>
        </p:cxnSp>
        <p:sp>
          <p:nvSpPr>
            <p:cNvPr id="175" name="TextBox 174">
              <a:extLst>
                <a:ext uri="{FF2B5EF4-FFF2-40B4-BE49-F238E27FC236}">
                  <a16:creationId xmlns:a16="http://schemas.microsoft.com/office/drawing/2014/main" id="{E2C61E01-30DB-6549-F1E9-5CE715CB4BB2}"/>
                </a:ext>
              </a:extLst>
            </p:cNvPr>
            <p:cNvSpPr txBox="1"/>
            <p:nvPr/>
          </p:nvSpPr>
          <p:spPr>
            <a:xfrm rot="16200000">
              <a:off x="6461266" y="2998066"/>
              <a:ext cx="680608"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76" name="TextBox 175">
              <a:extLst>
                <a:ext uri="{FF2B5EF4-FFF2-40B4-BE49-F238E27FC236}">
                  <a16:creationId xmlns:a16="http://schemas.microsoft.com/office/drawing/2014/main" id="{916DA038-0788-A942-261E-38B1F96368D6}"/>
                </a:ext>
              </a:extLst>
            </p:cNvPr>
            <p:cNvSpPr txBox="1"/>
            <p:nvPr/>
          </p:nvSpPr>
          <p:spPr>
            <a:xfrm>
              <a:off x="7306795" y="3427729"/>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177" name="TextBox 176">
              <a:extLst>
                <a:ext uri="{FF2B5EF4-FFF2-40B4-BE49-F238E27FC236}">
                  <a16:creationId xmlns:a16="http://schemas.microsoft.com/office/drawing/2014/main" id="{AE0337A4-3AA3-73A1-1305-5DEEE0D66A84}"/>
                </a:ext>
              </a:extLst>
            </p:cNvPr>
            <p:cNvSpPr txBox="1"/>
            <p:nvPr/>
          </p:nvSpPr>
          <p:spPr>
            <a:xfrm>
              <a:off x="6062252" y="2404328"/>
              <a:ext cx="401417"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A</a:t>
              </a:r>
              <a:endParaRPr kumimoji="0" lang="en-US" sz="14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nvGrpSpPr>
            <p:cNvPr id="178" name="Group 177">
              <a:extLst>
                <a:ext uri="{FF2B5EF4-FFF2-40B4-BE49-F238E27FC236}">
                  <a16:creationId xmlns:a16="http://schemas.microsoft.com/office/drawing/2014/main" id="{CB2C39BC-2A5C-1E87-DE55-2DF6530046FC}"/>
                </a:ext>
              </a:extLst>
            </p:cNvPr>
            <p:cNvGrpSpPr/>
            <p:nvPr/>
          </p:nvGrpSpPr>
          <p:grpSpPr>
            <a:xfrm>
              <a:off x="7289224" y="3631811"/>
              <a:ext cx="468225" cy="492443"/>
              <a:chOff x="4951111" y="6450319"/>
              <a:chExt cx="468225" cy="492443"/>
            </a:xfrm>
          </p:grpSpPr>
          <p:sp>
            <p:nvSpPr>
              <p:cNvPr id="189" name="Oval 188">
                <a:extLst>
                  <a:ext uri="{FF2B5EF4-FFF2-40B4-BE49-F238E27FC236}">
                    <a16:creationId xmlns:a16="http://schemas.microsoft.com/office/drawing/2014/main" id="{DDD976B8-B83B-AC85-BD10-FEEC11B8B224}"/>
                  </a:ext>
                </a:extLst>
              </p:cNvPr>
              <p:cNvSpPr/>
              <p:nvPr/>
            </p:nvSpPr>
            <p:spPr>
              <a:xfrm>
                <a:off x="5000720" y="6516444"/>
                <a:ext cx="227706" cy="228596"/>
              </a:xfrm>
              <a:prstGeom prst="ellipse">
                <a:avLst/>
              </a:prstGeom>
              <a:solidFill>
                <a:srgbClr val="FFFFFF"/>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90" name="TextBox 189">
                <a:extLst>
                  <a:ext uri="{FF2B5EF4-FFF2-40B4-BE49-F238E27FC236}">
                    <a16:creationId xmlns:a16="http://schemas.microsoft.com/office/drawing/2014/main" id="{D3F757F9-0B2C-1A01-3159-AFBA5E13A7A2}"/>
                  </a:ext>
                </a:extLst>
              </p:cNvPr>
              <p:cNvSpPr txBox="1"/>
              <p:nvPr/>
            </p:nvSpPr>
            <p:spPr>
              <a:xfrm>
                <a:off x="4951111" y="6450319"/>
                <a:ext cx="468225" cy="492443"/>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B</a:t>
                </a:r>
                <a:endParaRPr kumimoji="0" lang="en-US" sz="16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grpSp>
          <p:nvGrpSpPr>
            <p:cNvPr id="179" name="Group 178">
              <a:extLst>
                <a:ext uri="{FF2B5EF4-FFF2-40B4-BE49-F238E27FC236}">
                  <a16:creationId xmlns:a16="http://schemas.microsoft.com/office/drawing/2014/main" id="{B949213B-B092-FE92-E01F-39E3CA824941}"/>
                </a:ext>
              </a:extLst>
            </p:cNvPr>
            <p:cNvGrpSpPr/>
            <p:nvPr/>
          </p:nvGrpSpPr>
          <p:grpSpPr>
            <a:xfrm>
              <a:off x="6223590" y="3706031"/>
              <a:ext cx="489628" cy="463869"/>
              <a:chOff x="4376591" y="6340248"/>
              <a:chExt cx="489628" cy="463869"/>
            </a:xfrm>
          </p:grpSpPr>
          <p:grpSp>
            <p:nvGrpSpPr>
              <p:cNvPr id="185" name="Group 184">
                <a:extLst>
                  <a:ext uri="{FF2B5EF4-FFF2-40B4-BE49-F238E27FC236}">
                    <a16:creationId xmlns:a16="http://schemas.microsoft.com/office/drawing/2014/main" id="{CE92FAE8-E7AB-8882-82F2-A414311351FC}"/>
                  </a:ext>
                </a:extLst>
              </p:cNvPr>
              <p:cNvGrpSpPr/>
              <p:nvPr/>
            </p:nvGrpSpPr>
            <p:grpSpPr>
              <a:xfrm>
                <a:off x="4397994" y="6340248"/>
                <a:ext cx="468225" cy="294721"/>
                <a:chOff x="4951111" y="6450319"/>
                <a:chExt cx="468225" cy="294721"/>
              </a:xfrm>
            </p:grpSpPr>
            <p:sp>
              <p:nvSpPr>
                <p:cNvPr id="187" name="Oval 186">
                  <a:extLst>
                    <a:ext uri="{FF2B5EF4-FFF2-40B4-BE49-F238E27FC236}">
                      <a16:creationId xmlns:a16="http://schemas.microsoft.com/office/drawing/2014/main" id="{F7B65581-55A3-DF93-8120-1784F1393EEA}"/>
                    </a:ext>
                  </a:extLst>
                </p:cNvPr>
                <p:cNvSpPr/>
                <p:nvPr/>
              </p:nvSpPr>
              <p:spPr>
                <a:xfrm>
                  <a:off x="5000720" y="6516444"/>
                  <a:ext cx="227706" cy="228596"/>
                </a:xfrm>
                <a:prstGeom prst="ellipse">
                  <a:avLst/>
                </a:prstGeom>
                <a:solidFill>
                  <a:srgbClr val="FFFFFF"/>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88" name="TextBox 187">
                  <a:extLst>
                    <a:ext uri="{FF2B5EF4-FFF2-40B4-BE49-F238E27FC236}">
                      <a16:creationId xmlns:a16="http://schemas.microsoft.com/office/drawing/2014/main" id="{8A87DE60-A55F-8293-0E07-B7CC9E9208BD}"/>
                    </a:ext>
                  </a:extLst>
                </p:cNvPr>
                <p:cNvSpPr txBox="1"/>
                <p:nvPr/>
              </p:nvSpPr>
              <p:spPr>
                <a:xfrm>
                  <a:off x="4951111" y="6450319"/>
                  <a:ext cx="468225"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sp>
            <p:nvSpPr>
              <p:cNvPr id="186" name="TextBox 185">
                <a:extLst>
                  <a:ext uri="{FF2B5EF4-FFF2-40B4-BE49-F238E27FC236}">
                    <a16:creationId xmlns:a16="http://schemas.microsoft.com/office/drawing/2014/main" id="{1C77C1FF-EED2-A548-69BF-D11250E5620D}"/>
                  </a:ext>
                </a:extLst>
              </p:cNvPr>
              <p:cNvSpPr txBox="1"/>
              <p:nvPr/>
            </p:nvSpPr>
            <p:spPr>
              <a:xfrm>
                <a:off x="4376591" y="6342452"/>
                <a:ext cx="46822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b</a:t>
                </a:r>
                <a:r>
                  <a:rPr kumimoji="0" lang="en-US" sz="14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2</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grpSp>
          <p:nvGrpSpPr>
            <p:cNvPr id="180" name="Group 179">
              <a:extLst>
                <a:ext uri="{FF2B5EF4-FFF2-40B4-BE49-F238E27FC236}">
                  <a16:creationId xmlns:a16="http://schemas.microsoft.com/office/drawing/2014/main" id="{D8676C10-DD22-A750-B695-36A22CB3500F}"/>
                </a:ext>
              </a:extLst>
            </p:cNvPr>
            <p:cNvGrpSpPr/>
            <p:nvPr/>
          </p:nvGrpSpPr>
          <p:grpSpPr>
            <a:xfrm>
              <a:off x="4358859" y="3711169"/>
              <a:ext cx="489628" cy="463869"/>
              <a:chOff x="4376591" y="6340248"/>
              <a:chExt cx="489628" cy="463869"/>
            </a:xfrm>
          </p:grpSpPr>
          <p:grpSp>
            <p:nvGrpSpPr>
              <p:cNvPr id="181" name="Group 180">
                <a:extLst>
                  <a:ext uri="{FF2B5EF4-FFF2-40B4-BE49-F238E27FC236}">
                    <a16:creationId xmlns:a16="http://schemas.microsoft.com/office/drawing/2014/main" id="{48E8EC71-24B4-E86F-FC97-39FAC47E3BD9}"/>
                  </a:ext>
                </a:extLst>
              </p:cNvPr>
              <p:cNvGrpSpPr/>
              <p:nvPr/>
            </p:nvGrpSpPr>
            <p:grpSpPr>
              <a:xfrm>
                <a:off x="4397994" y="6340248"/>
                <a:ext cx="468225" cy="294721"/>
                <a:chOff x="4951111" y="6450319"/>
                <a:chExt cx="468225" cy="294721"/>
              </a:xfrm>
            </p:grpSpPr>
            <p:sp>
              <p:nvSpPr>
                <p:cNvPr id="183" name="Oval 182">
                  <a:extLst>
                    <a:ext uri="{FF2B5EF4-FFF2-40B4-BE49-F238E27FC236}">
                      <a16:creationId xmlns:a16="http://schemas.microsoft.com/office/drawing/2014/main" id="{7E4A2F35-2B52-604C-0048-CD38DA1B5F24}"/>
                    </a:ext>
                  </a:extLst>
                </p:cNvPr>
                <p:cNvSpPr/>
                <p:nvPr/>
              </p:nvSpPr>
              <p:spPr>
                <a:xfrm>
                  <a:off x="5000720" y="6516444"/>
                  <a:ext cx="227706" cy="228596"/>
                </a:xfrm>
                <a:prstGeom prst="ellipse">
                  <a:avLst/>
                </a:prstGeom>
                <a:solidFill>
                  <a:srgbClr val="FFFFFF"/>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84" name="TextBox 183">
                  <a:extLst>
                    <a:ext uri="{FF2B5EF4-FFF2-40B4-BE49-F238E27FC236}">
                      <a16:creationId xmlns:a16="http://schemas.microsoft.com/office/drawing/2014/main" id="{52024803-41C3-E1CF-2EFA-7A3ADB86C3A4}"/>
                    </a:ext>
                  </a:extLst>
                </p:cNvPr>
                <p:cNvSpPr txBox="1"/>
                <p:nvPr/>
              </p:nvSpPr>
              <p:spPr>
                <a:xfrm>
                  <a:off x="4951111" y="6450319"/>
                  <a:ext cx="468225"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sp>
            <p:nvSpPr>
              <p:cNvPr id="182" name="TextBox 181">
                <a:extLst>
                  <a:ext uri="{FF2B5EF4-FFF2-40B4-BE49-F238E27FC236}">
                    <a16:creationId xmlns:a16="http://schemas.microsoft.com/office/drawing/2014/main" id="{EEEA2434-3482-858E-F400-CD03F87219B1}"/>
                  </a:ext>
                </a:extLst>
              </p:cNvPr>
              <p:cNvSpPr txBox="1"/>
              <p:nvPr/>
            </p:nvSpPr>
            <p:spPr>
              <a:xfrm>
                <a:off x="4376591" y="6342452"/>
                <a:ext cx="46822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b</a:t>
                </a:r>
                <a:r>
                  <a:rPr kumimoji="0" lang="en-US" sz="14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1</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grpSp>
      <p:grpSp>
        <p:nvGrpSpPr>
          <p:cNvPr id="313" name="Group 312">
            <a:extLst>
              <a:ext uri="{FF2B5EF4-FFF2-40B4-BE49-F238E27FC236}">
                <a16:creationId xmlns:a16="http://schemas.microsoft.com/office/drawing/2014/main" id="{E0CC62CE-26D5-F570-7AF8-23535D0F5592}"/>
              </a:ext>
            </a:extLst>
          </p:cNvPr>
          <p:cNvGrpSpPr/>
          <p:nvPr/>
        </p:nvGrpSpPr>
        <p:grpSpPr>
          <a:xfrm>
            <a:off x="8266273" y="750321"/>
            <a:ext cx="3812201" cy="2971028"/>
            <a:chOff x="7536806" y="1462035"/>
            <a:chExt cx="3812201" cy="2971028"/>
          </a:xfrm>
        </p:grpSpPr>
        <p:sp>
          <p:nvSpPr>
            <p:cNvPr id="314" name="Rounded Rectangle 314">
              <a:extLst>
                <a:ext uri="{FF2B5EF4-FFF2-40B4-BE49-F238E27FC236}">
                  <a16:creationId xmlns:a16="http://schemas.microsoft.com/office/drawing/2014/main" id="{20C1D920-4B80-22CC-D267-AE483F93A906}"/>
                </a:ext>
              </a:extLst>
            </p:cNvPr>
            <p:cNvSpPr/>
            <p:nvPr/>
          </p:nvSpPr>
          <p:spPr>
            <a:xfrm>
              <a:off x="7590394" y="1462035"/>
              <a:ext cx="3658632" cy="2840420"/>
            </a:xfrm>
            <a:prstGeom prst="roundRect">
              <a:avLst/>
            </a:prstGeom>
            <a:solidFill>
              <a:srgbClr val="FBE5D6"/>
            </a:solidFill>
            <a:ln w="25400"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315" name="Straight Connector 314">
              <a:extLst>
                <a:ext uri="{FF2B5EF4-FFF2-40B4-BE49-F238E27FC236}">
                  <a16:creationId xmlns:a16="http://schemas.microsoft.com/office/drawing/2014/main" id="{3C2FB4FB-6630-E935-9D15-280CD1387E71}"/>
                </a:ext>
              </a:extLst>
            </p:cNvPr>
            <p:cNvCxnSpPr/>
            <p:nvPr/>
          </p:nvCxnSpPr>
          <p:spPr>
            <a:xfrm flipV="1">
              <a:off x="10490427" y="3348002"/>
              <a:ext cx="714517" cy="0"/>
            </a:xfrm>
            <a:prstGeom prst="line">
              <a:avLst/>
            </a:prstGeom>
            <a:noFill/>
            <a:ln w="12700" cap="flat" cmpd="sng" algn="ctr">
              <a:solidFill>
                <a:srgbClr val="FF0000"/>
              </a:solidFill>
              <a:prstDash val="solid"/>
            </a:ln>
            <a:effectLst/>
          </p:spPr>
        </p:cxnSp>
        <p:sp>
          <p:nvSpPr>
            <p:cNvPr id="316" name="TextBox 315">
              <a:extLst>
                <a:ext uri="{FF2B5EF4-FFF2-40B4-BE49-F238E27FC236}">
                  <a16:creationId xmlns:a16="http://schemas.microsoft.com/office/drawing/2014/main" id="{58ED3537-6A1F-2EF4-B35B-083F97647DA2}"/>
                </a:ext>
              </a:extLst>
            </p:cNvPr>
            <p:cNvSpPr txBox="1"/>
            <p:nvPr/>
          </p:nvSpPr>
          <p:spPr>
            <a:xfrm>
              <a:off x="9659925" y="3879065"/>
              <a:ext cx="1017599" cy="553998"/>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Pre-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Discharge Path</a:t>
              </a:r>
              <a:endParaRPr kumimoji="0" lang="en-US" sz="1000" b="1" i="0" u="none" strike="noStrike" kern="0" cap="none" spc="0" normalizeH="0" baseline="-25000" noProof="0" smtClean="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grpSp>
          <p:nvGrpSpPr>
            <p:cNvPr id="317" name="Group 316">
              <a:extLst>
                <a:ext uri="{FF2B5EF4-FFF2-40B4-BE49-F238E27FC236}">
                  <a16:creationId xmlns:a16="http://schemas.microsoft.com/office/drawing/2014/main" id="{7C24D32E-1719-5EAE-E88D-4763AB7F4B54}"/>
                </a:ext>
              </a:extLst>
            </p:cNvPr>
            <p:cNvGrpSpPr/>
            <p:nvPr/>
          </p:nvGrpSpPr>
          <p:grpSpPr>
            <a:xfrm>
              <a:off x="8610700" y="1487951"/>
              <a:ext cx="1837699" cy="2723528"/>
              <a:chOff x="4384189" y="608227"/>
              <a:chExt cx="1388728" cy="2058157"/>
            </a:xfrm>
          </p:grpSpPr>
          <p:sp>
            <p:nvSpPr>
              <p:cNvPr id="419" name="Rectangle 272">
                <a:extLst>
                  <a:ext uri="{FF2B5EF4-FFF2-40B4-BE49-F238E27FC236}">
                    <a16:creationId xmlns:a16="http://schemas.microsoft.com/office/drawing/2014/main" id="{EBFB0B62-4287-AFCF-C50B-23DC281A2078}"/>
                  </a:ext>
                </a:extLst>
              </p:cNvPr>
              <p:cNvSpPr>
                <a:spLocks noChangeArrowheads="1"/>
              </p:cNvSpPr>
              <p:nvPr/>
            </p:nvSpPr>
            <p:spPr bwMode="auto">
              <a:xfrm>
                <a:off x="5179529" y="2007698"/>
                <a:ext cx="535340" cy="23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PD</a:t>
                </a:r>
              </a:p>
            </p:txBody>
          </p:sp>
          <p:grpSp>
            <p:nvGrpSpPr>
              <p:cNvPr id="420" name="Group 419">
                <a:extLst>
                  <a:ext uri="{FF2B5EF4-FFF2-40B4-BE49-F238E27FC236}">
                    <a16:creationId xmlns:a16="http://schemas.microsoft.com/office/drawing/2014/main" id="{CCC53667-9F7B-95C2-17E7-6BD9108C9025}"/>
                  </a:ext>
                </a:extLst>
              </p:cNvPr>
              <p:cNvGrpSpPr/>
              <p:nvPr/>
            </p:nvGrpSpPr>
            <p:grpSpPr>
              <a:xfrm>
                <a:off x="4384189" y="608227"/>
                <a:ext cx="1388728" cy="2058157"/>
                <a:chOff x="4384189" y="608227"/>
                <a:chExt cx="1388728" cy="2058157"/>
              </a:xfrm>
            </p:grpSpPr>
            <p:grpSp>
              <p:nvGrpSpPr>
                <p:cNvPr id="421" name="Group 420">
                  <a:extLst>
                    <a:ext uri="{FF2B5EF4-FFF2-40B4-BE49-F238E27FC236}">
                      <a16:creationId xmlns:a16="http://schemas.microsoft.com/office/drawing/2014/main" id="{F2BA1901-B16C-9407-09B9-9A08140D3632}"/>
                    </a:ext>
                  </a:extLst>
                </p:cNvPr>
                <p:cNvGrpSpPr/>
                <p:nvPr/>
              </p:nvGrpSpPr>
              <p:grpSpPr>
                <a:xfrm>
                  <a:off x="4384189" y="608227"/>
                  <a:ext cx="1388728" cy="2058157"/>
                  <a:chOff x="3282901" y="608227"/>
                  <a:chExt cx="1388728" cy="2058157"/>
                </a:xfrm>
              </p:grpSpPr>
              <p:grpSp>
                <p:nvGrpSpPr>
                  <p:cNvPr id="434" name="Group 433">
                    <a:extLst>
                      <a:ext uri="{FF2B5EF4-FFF2-40B4-BE49-F238E27FC236}">
                        <a16:creationId xmlns:a16="http://schemas.microsoft.com/office/drawing/2014/main" id="{63D6A58D-0B6A-A5DC-E6E8-E07C824E7900}"/>
                      </a:ext>
                    </a:extLst>
                  </p:cNvPr>
                  <p:cNvGrpSpPr/>
                  <p:nvPr/>
                </p:nvGrpSpPr>
                <p:grpSpPr>
                  <a:xfrm>
                    <a:off x="4090429" y="908887"/>
                    <a:ext cx="581200" cy="336216"/>
                    <a:chOff x="4090429" y="908887"/>
                    <a:chExt cx="581200" cy="336216"/>
                  </a:xfrm>
                </p:grpSpPr>
                <p:cxnSp>
                  <p:nvCxnSpPr>
                    <p:cNvPr id="467" name="Straight Arrow Connector 466">
                      <a:extLst>
                        <a:ext uri="{FF2B5EF4-FFF2-40B4-BE49-F238E27FC236}">
                          <a16:creationId xmlns:a16="http://schemas.microsoft.com/office/drawing/2014/main" id="{47808ADF-2E67-49E6-7A87-C74AC8608460}"/>
                        </a:ext>
                      </a:extLst>
                    </p:cNvPr>
                    <p:cNvCxnSpPr/>
                    <p:nvPr/>
                  </p:nvCxnSpPr>
                  <p:spPr>
                    <a:xfrm>
                      <a:off x="4128374" y="956918"/>
                      <a:ext cx="151780" cy="0"/>
                    </a:xfrm>
                    <a:prstGeom prst="straightConnector1">
                      <a:avLst/>
                    </a:prstGeom>
                    <a:noFill/>
                    <a:ln w="25400" cap="rnd" cmpd="sng" algn="ctr">
                      <a:solidFill>
                        <a:srgbClr val="00407A"/>
                      </a:solidFill>
                      <a:prstDash val="solid"/>
                      <a:headEnd type="triangle" w="med" len="med"/>
                    </a:ln>
                    <a:effectLst/>
                  </p:spPr>
                </p:cxnSp>
                <p:cxnSp>
                  <p:nvCxnSpPr>
                    <p:cNvPr id="468" name="Straight Arrow Connector 467">
                      <a:extLst>
                        <a:ext uri="{FF2B5EF4-FFF2-40B4-BE49-F238E27FC236}">
                          <a16:creationId xmlns:a16="http://schemas.microsoft.com/office/drawing/2014/main" id="{F81E5DD9-C2A6-D12D-D873-5B9CB5F96BE2}"/>
                        </a:ext>
                      </a:extLst>
                    </p:cNvPr>
                    <p:cNvCxnSpPr/>
                    <p:nvPr/>
                  </p:nvCxnSpPr>
                  <p:spPr>
                    <a:xfrm>
                      <a:off x="4128374" y="1197072"/>
                      <a:ext cx="151780" cy="0"/>
                    </a:xfrm>
                    <a:prstGeom prst="straightConnector1">
                      <a:avLst/>
                    </a:prstGeom>
                    <a:noFill/>
                    <a:ln w="25400" cap="rnd" cmpd="sng" algn="ctr">
                      <a:solidFill>
                        <a:srgbClr val="00407A"/>
                      </a:solidFill>
                      <a:prstDash val="solid"/>
                      <a:headEnd type="none"/>
                      <a:tailEnd type="none"/>
                    </a:ln>
                    <a:effectLst/>
                  </p:spPr>
                </p:cxnSp>
                <p:cxnSp>
                  <p:nvCxnSpPr>
                    <p:cNvPr id="469" name="Straight Connector 468">
                      <a:extLst>
                        <a:ext uri="{FF2B5EF4-FFF2-40B4-BE49-F238E27FC236}">
                          <a16:creationId xmlns:a16="http://schemas.microsoft.com/office/drawing/2014/main" id="{41723785-F8D0-B674-A6D8-0554E8088CEA}"/>
                        </a:ext>
                      </a:extLst>
                    </p:cNvPr>
                    <p:cNvCxnSpPr/>
                    <p:nvPr/>
                  </p:nvCxnSpPr>
                  <p:spPr>
                    <a:xfrm flipV="1">
                      <a:off x="4090429" y="956918"/>
                      <a:ext cx="0" cy="240154"/>
                    </a:xfrm>
                    <a:prstGeom prst="line">
                      <a:avLst/>
                    </a:prstGeom>
                    <a:noFill/>
                    <a:ln w="25400" cap="rnd" cmpd="sng" algn="ctr">
                      <a:solidFill>
                        <a:srgbClr val="00407A"/>
                      </a:solidFill>
                      <a:prstDash val="solid"/>
                    </a:ln>
                    <a:effectLst/>
                  </p:spPr>
                </p:cxnSp>
                <p:sp>
                  <p:nvSpPr>
                    <p:cNvPr id="470" name="Rectangle 272">
                      <a:extLst>
                        <a:ext uri="{FF2B5EF4-FFF2-40B4-BE49-F238E27FC236}">
                          <a16:creationId xmlns:a16="http://schemas.microsoft.com/office/drawing/2014/main" id="{E92E1056-05D9-CDE1-6B0C-BBEE302A72F8}"/>
                        </a:ext>
                      </a:extLst>
                    </p:cNvPr>
                    <p:cNvSpPr>
                      <a:spLocks noChangeArrowheads="1"/>
                    </p:cNvSpPr>
                    <p:nvPr/>
                  </p:nvSpPr>
                  <p:spPr bwMode="auto">
                    <a:xfrm>
                      <a:off x="4099814" y="940812"/>
                      <a:ext cx="571815" cy="23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PC</a:t>
                      </a:r>
                    </a:p>
                  </p:txBody>
                </p:sp>
                <p:cxnSp>
                  <p:nvCxnSpPr>
                    <p:cNvPr id="471" name="Straight Connector 470">
                      <a:extLst>
                        <a:ext uri="{FF2B5EF4-FFF2-40B4-BE49-F238E27FC236}">
                          <a16:creationId xmlns:a16="http://schemas.microsoft.com/office/drawing/2014/main" id="{0DE25E54-AA73-DD80-DEBC-62E80CE1C07D}"/>
                        </a:ext>
                      </a:extLst>
                    </p:cNvPr>
                    <p:cNvCxnSpPr/>
                    <p:nvPr/>
                  </p:nvCxnSpPr>
                  <p:spPr>
                    <a:xfrm flipV="1">
                      <a:off x="4128374" y="908887"/>
                      <a:ext cx="0" cy="336216"/>
                    </a:xfrm>
                    <a:prstGeom prst="line">
                      <a:avLst/>
                    </a:prstGeom>
                    <a:noFill/>
                    <a:ln w="25400" cap="rnd" cmpd="sng" algn="ctr">
                      <a:solidFill>
                        <a:srgbClr val="00407A"/>
                      </a:solidFill>
                      <a:prstDash val="solid"/>
                    </a:ln>
                    <a:effectLst/>
                  </p:spPr>
                </p:cxnSp>
              </p:grpSp>
              <p:grpSp>
                <p:nvGrpSpPr>
                  <p:cNvPr id="435" name="Group 434">
                    <a:extLst>
                      <a:ext uri="{FF2B5EF4-FFF2-40B4-BE49-F238E27FC236}">
                        <a16:creationId xmlns:a16="http://schemas.microsoft.com/office/drawing/2014/main" id="{65CAC926-91F3-8E94-EC32-3046AAC38426}"/>
                      </a:ext>
                    </a:extLst>
                  </p:cNvPr>
                  <p:cNvGrpSpPr/>
                  <p:nvPr/>
                </p:nvGrpSpPr>
                <p:grpSpPr>
                  <a:xfrm>
                    <a:off x="3282901" y="608227"/>
                    <a:ext cx="1285524" cy="2058157"/>
                    <a:chOff x="3282901" y="608227"/>
                    <a:chExt cx="1285524" cy="2058157"/>
                  </a:xfrm>
                </p:grpSpPr>
                <p:grpSp>
                  <p:nvGrpSpPr>
                    <p:cNvPr id="436" name="Group 435">
                      <a:extLst>
                        <a:ext uri="{FF2B5EF4-FFF2-40B4-BE49-F238E27FC236}">
                          <a16:creationId xmlns:a16="http://schemas.microsoft.com/office/drawing/2014/main" id="{4C52F03C-64DC-6ACE-1465-FF0A23BB83BA}"/>
                        </a:ext>
                      </a:extLst>
                    </p:cNvPr>
                    <p:cNvGrpSpPr/>
                    <p:nvPr/>
                  </p:nvGrpSpPr>
                  <p:grpSpPr>
                    <a:xfrm>
                      <a:off x="3384630" y="608227"/>
                      <a:ext cx="895712" cy="2058157"/>
                      <a:chOff x="1347349" y="594453"/>
                      <a:chExt cx="895712" cy="2058157"/>
                    </a:xfrm>
                  </p:grpSpPr>
                  <p:grpSp>
                    <p:nvGrpSpPr>
                      <p:cNvPr id="447" name="Group 446">
                        <a:extLst>
                          <a:ext uri="{FF2B5EF4-FFF2-40B4-BE49-F238E27FC236}">
                            <a16:creationId xmlns:a16="http://schemas.microsoft.com/office/drawing/2014/main" id="{F3117049-6F2D-C69D-68AF-0B7D20F204CC}"/>
                          </a:ext>
                        </a:extLst>
                      </p:cNvPr>
                      <p:cNvGrpSpPr/>
                      <p:nvPr/>
                    </p:nvGrpSpPr>
                    <p:grpSpPr>
                      <a:xfrm>
                        <a:off x="1347349" y="594453"/>
                        <a:ext cx="669851" cy="2058157"/>
                        <a:chOff x="2652420" y="535979"/>
                        <a:chExt cx="698221" cy="1770161"/>
                      </a:xfrm>
                    </p:grpSpPr>
                    <p:cxnSp>
                      <p:nvCxnSpPr>
                        <p:cNvPr id="451" name="Straight Arrow Connector 450">
                          <a:extLst>
                            <a:ext uri="{FF2B5EF4-FFF2-40B4-BE49-F238E27FC236}">
                              <a16:creationId xmlns:a16="http://schemas.microsoft.com/office/drawing/2014/main" id="{6B5FF110-9AD7-16A4-0317-B4C62072544F}"/>
                            </a:ext>
                          </a:extLst>
                        </p:cNvPr>
                        <p:cNvCxnSpPr/>
                        <p:nvPr/>
                      </p:nvCxnSpPr>
                      <p:spPr>
                        <a:xfrm>
                          <a:off x="3068794" y="839407"/>
                          <a:ext cx="158209" cy="0"/>
                        </a:xfrm>
                        <a:prstGeom prst="straightConnector1">
                          <a:avLst/>
                        </a:prstGeom>
                        <a:noFill/>
                        <a:ln w="25400" cap="rnd" cmpd="sng" algn="ctr">
                          <a:solidFill>
                            <a:srgbClr val="00407A"/>
                          </a:solidFill>
                          <a:prstDash val="solid"/>
                          <a:headEnd type="triangle" w="med" len="med"/>
                        </a:ln>
                        <a:effectLst/>
                      </p:spPr>
                    </p:cxnSp>
                    <p:cxnSp>
                      <p:nvCxnSpPr>
                        <p:cNvPr id="452" name="Straight Connector 451">
                          <a:extLst>
                            <a:ext uri="{FF2B5EF4-FFF2-40B4-BE49-F238E27FC236}">
                              <a16:creationId xmlns:a16="http://schemas.microsoft.com/office/drawing/2014/main" id="{51EEB47B-BCBE-5E58-4614-B06DEE67958C}"/>
                            </a:ext>
                          </a:extLst>
                        </p:cNvPr>
                        <p:cNvCxnSpPr/>
                        <p:nvPr/>
                      </p:nvCxnSpPr>
                      <p:spPr>
                        <a:xfrm flipV="1">
                          <a:off x="3068794" y="798097"/>
                          <a:ext cx="0" cy="289169"/>
                        </a:xfrm>
                        <a:prstGeom prst="line">
                          <a:avLst/>
                        </a:prstGeom>
                        <a:noFill/>
                        <a:ln w="25400" cap="rnd" cmpd="sng" algn="ctr">
                          <a:solidFill>
                            <a:srgbClr val="00407A"/>
                          </a:solidFill>
                          <a:prstDash val="solid"/>
                        </a:ln>
                        <a:effectLst/>
                      </p:spPr>
                    </p:cxnSp>
                    <p:cxnSp>
                      <p:nvCxnSpPr>
                        <p:cNvPr id="453" name="Straight Arrow Connector 452">
                          <a:extLst>
                            <a:ext uri="{FF2B5EF4-FFF2-40B4-BE49-F238E27FC236}">
                              <a16:creationId xmlns:a16="http://schemas.microsoft.com/office/drawing/2014/main" id="{DC6947CC-E7FE-DD5D-94A2-BB5B9D1C5F61}"/>
                            </a:ext>
                          </a:extLst>
                        </p:cNvPr>
                        <p:cNvCxnSpPr/>
                        <p:nvPr/>
                      </p:nvCxnSpPr>
                      <p:spPr>
                        <a:xfrm>
                          <a:off x="3068794" y="1045956"/>
                          <a:ext cx="158209" cy="0"/>
                        </a:xfrm>
                        <a:prstGeom prst="straightConnector1">
                          <a:avLst/>
                        </a:prstGeom>
                        <a:noFill/>
                        <a:ln w="25400" cap="rnd" cmpd="sng" algn="ctr">
                          <a:solidFill>
                            <a:srgbClr val="00407A"/>
                          </a:solidFill>
                          <a:prstDash val="solid"/>
                          <a:headEnd type="none"/>
                          <a:tailEnd type="none"/>
                        </a:ln>
                        <a:effectLst/>
                      </p:spPr>
                    </p:cxnSp>
                    <p:cxnSp>
                      <p:nvCxnSpPr>
                        <p:cNvPr id="454" name="Straight Connector 453">
                          <a:extLst>
                            <a:ext uri="{FF2B5EF4-FFF2-40B4-BE49-F238E27FC236}">
                              <a16:creationId xmlns:a16="http://schemas.microsoft.com/office/drawing/2014/main" id="{ECD2FB53-6B41-CD6A-A0E8-1AFBF86849AA}"/>
                            </a:ext>
                          </a:extLst>
                        </p:cNvPr>
                        <p:cNvCxnSpPr/>
                        <p:nvPr/>
                      </p:nvCxnSpPr>
                      <p:spPr>
                        <a:xfrm flipV="1">
                          <a:off x="3029242" y="839407"/>
                          <a:ext cx="0" cy="206549"/>
                        </a:xfrm>
                        <a:prstGeom prst="line">
                          <a:avLst/>
                        </a:prstGeom>
                        <a:noFill/>
                        <a:ln w="25400" cap="rnd" cmpd="sng" algn="ctr">
                          <a:solidFill>
                            <a:srgbClr val="00407A"/>
                          </a:solidFill>
                          <a:prstDash val="solid"/>
                        </a:ln>
                        <a:effectLst/>
                      </p:spPr>
                    </p:cxnSp>
                    <p:cxnSp>
                      <p:nvCxnSpPr>
                        <p:cNvPr id="455" name="Straight Arrow Connector 454">
                          <a:extLst>
                            <a:ext uri="{FF2B5EF4-FFF2-40B4-BE49-F238E27FC236}">
                              <a16:creationId xmlns:a16="http://schemas.microsoft.com/office/drawing/2014/main" id="{C0560F2C-6CBF-455D-4272-5CE29A655501}"/>
                            </a:ext>
                          </a:extLst>
                        </p:cNvPr>
                        <p:cNvCxnSpPr/>
                        <p:nvPr/>
                      </p:nvCxnSpPr>
                      <p:spPr>
                        <a:xfrm>
                          <a:off x="3068794" y="1750674"/>
                          <a:ext cx="158209" cy="0"/>
                        </a:xfrm>
                        <a:prstGeom prst="straightConnector1">
                          <a:avLst/>
                        </a:prstGeom>
                        <a:noFill/>
                        <a:ln w="25400" cap="rnd" cmpd="sng" algn="ctr">
                          <a:solidFill>
                            <a:srgbClr val="00407A"/>
                          </a:solidFill>
                          <a:prstDash val="solid"/>
                        </a:ln>
                        <a:effectLst/>
                      </p:spPr>
                    </p:cxnSp>
                    <p:cxnSp>
                      <p:nvCxnSpPr>
                        <p:cNvPr id="456" name="Straight Connector 455">
                          <a:extLst>
                            <a:ext uri="{FF2B5EF4-FFF2-40B4-BE49-F238E27FC236}">
                              <a16:creationId xmlns:a16="http://schemas.microsoft.com/office/drawing/2014/main" id="{AB657CEE-4B60-74E0-6C37-206AED965869}"/>
                            </a:ext>
                          </a:extLst>
                        </p:cNvPr>
                        <p:cNvCxnSpPr/>
                        <p:nvPr/>
                      </p:nvCxnSpPr>
                      <p:spPr>
                        <a:xfrm flipV="1">
                          <a:off x="3068794" y="1709365"/>
                          <a:ext cx="0" cy="289169"/>
                        </a:xfrm>
                        <a:prstGeom prst="line">
                          <a:avLst/>
                        </a:prstGeom>
                        <a:noFill/>
                        <a:ln w="25400" cap="rnd" cmpd="sng" algn="ctr">
                          <a:solidFill>
                            <a:srgbClr val="00407A"/>
                          </a:solidFill>
                          <a:prstDash val="solid"/>
                        </a:ln>
                        <a:effectLst/>
                      </p:spPr>
                    </p:cxnSp>
                    <p:cxnSp>
                      <p:nvCxnSpPr>
                        <p:cNvPr id="457" name="Straight Arrow Connector 456">
                          <a:extLst>
                            <a:ext uri="{FF2B5EF4-FFF2-40B4-BE49-F238E27FC236}">
                              <a16:creationId xmlns:a16="http://schemas.microsoft.com/office/drawing/2014/main" id="{2AFEB8EA-249C-747B-1840-F44011EB4C58}"/>
                            </a:ext>
                          </a:extLst>
                        </p:cNvPr>
                        <p:cNvCxnSpPr/>
                        <p:nvPr/>
                      </p:nvCxnSpPr>
                      <p:spPr>
                        <a:xfrm>
                          <a:off x="3068794" y="1957223"/>
                          <a:ext cx="158209" cy="0"/>
                        </a:xfrm>
                        <a:prstGeom prst="straightConnector1">
                          <a:avLst/>
                        </a:prstGeom>
                        <a:noFill/>
                        <a:ln w="25400" cap="rnd" cmpd="sng" algn="ctr">
                          <a:solidFill>
                            <a:srgbClr val="00407A"/>
                          </a:solidFill>
                          <a:prstDash val="solid"/>
                          <a:tailEnd type="triangle"/>
                        </a:ln>
                        <a:effectLst/>
                      </p:spPr>
                    </p:cxnSp>
                    <p:cxnSp>
                      <p:nvCxnSpPr>
                        <p:cNvPr id="458" name="Straight Connector 457">
                          <a:extLst>
                            <a:ext uri="{FF2B5EF4-FFF2-40B4-BE49-F238E27FC236}">
                              <a16:creationId xmlns:a16="http://schemas.microsoft.com/office/drawing/2014/main" id="{8516E001-83FF-EC82-9926-93F92FFE34F4}"/>
                            </a:ext>
                          </a:extLst>
                        </p:cNvPr>
                        <p:cNvCxnSpPr/>
                        <p:nvPr/>
                      </p:nvCxnSpPr>
                      <p:spPr>
                        <a:xfrm flipV="1">
                          <a:off x="3029242" y="1750674"/>
                          <a:ext cx="0" cy="206549"/>
                        </a:xfrm>
                        <a:prstGeom prst="line">
                          <a:avLst/>
                        </a:prstGeom>
                        <a:noFill/>
                        <a:ln w="25400" cap="rnd" cmpd="sng" algn="ctr">
                          <a:solidFill>
                            <a:srgbClr val="00407A"/>
                          </a:solidFill>
                          <a:prstDash val="solid"/>
                        </a:ln>
                        <a:effectLst/>
                      </p:spPr>
                    </p:cxnSp>
                    <p:cxnSp>
                      <p:nvCxnSpPr>
                        <p:cNvPr id="459" name="Straight Connector 458">
                          <a:extLst>
                            <a:ext uri="{FF2B5EF4-FFF2-40B4-BE49-F238E27FC236}">
                              <a16:creationId xmlns:a16="http://schemas.microsoft.com/office/drawing/2014/main" id="{5566C36C-7D87-826E-3608-6414A0EC7227}"/>
                            </a:ext>
                          </a:extLst>
                        </p:cNvPr>
                        <p:cNvCxnSpPr/>
                        <p:nvPr/>
                      </p:nvCxnSpPr>
                      <p:spPr>
                        <a:xfrm>
                          <a:off x="3230684" y="1055370"/>
                          <a:ext cx="0" cy="688966"/>
                        </a:xfrm>
                        <a:prstGeom prst="line">
                          <a:avLst/>
                        </a:prstGeom>
                        <a:noFill/>
                        <a:ln w="25400" cap="rnd" cmpd="sng" algn="ctr">
                          <a:solidFill>
                            <a:srgbClr val="00407A"/>
                          </a:solidFill>
                          <a:prstDash val="solid"/>
                        </a:ln>
                        <a:effectLst/>
                      </p:spPr>
                    </p:cxnSp>
                    <p:cxnSp>
                      <p:nvCxnSpPr>
                        <p:cNvPr id="460" name="Straight Connector 459">
                          <a:extLst>
                            <a:ext uri="{FF2B5EF4-FFF2-40B4-BE49-F238E27FC236}">
                              <a16:creationId xmlns:a16="http://schemas.microsoft.com/office/drawing/2014/main" id="{F2ED78BC-B7F0-E52E-B2D3-81C197FBD62A}"/>
                            </a:ext>
                          </a:extLst>
                        </p:cNvPr>
                        <p:cNvCxnSpPr/>
                        <p:nvPr/>
                      </p:nvCxnSpPr>
                      <p:spPr>
                        <a:xfrm>
                          <a:off x="3226998" y="535979"/>
                          <a:ext cx="2443" cy="297158"/>
                        </a:xfrm>
                        <a:prstGeom prst="line">
                          <a:avLst/>
                        </a:prstGeom>
                        <a:noFill/>
                        <a:ln w="25400" cap="rnd" cmpd="sng" algn="ctr">
                          <a:solidFill>
                            <a:srgbClr val="00407A"/>
                          </a:solidFill>
                          <a:prstDash val="solid"/>
                          <a:round/>
                        </a:ln>
                        <a:effectLst/>
                      </p:spPr>
                    </p:cxnSp>
                    <p:cxnSp>
                      <p:nvCxnSpPr>
                        <p:cNvPr id="461" name="Straight Connector 460">
                          <a:extLst>
                            <a:ext uri="{FF2B5EF4-FFF2-40B4-BE49-F238E27FC236}">
                              <a16:creationId xmlns:a16="http://schemas.microsoft.com/office/drawing/2014/main" id="{B73CC572-02CF-552D-AD2A-709DB17BD3AE}"/>
                            </a:ext>
                          </a:extLst>
                        </p:cNvPr>
                        <p:cNvCxnSpPr/>
                        <p:nvPr/>
                      </p:nvCxnSpPr>
                      <p:spPr>
                        <a:xfrm flipV="1">
                          <a:off x="3220357" y="1965044"/>
                          <a:ext cx="0" cy="306081"/>
                        </a:xfrm>
                        <a:prstGeom prst="line">
                          <a:avLst/>
                        </a:prstGeom>
                        <a:noFill/>
                        <a:ln w="25400" cap="rnd" cmpd="sng" algn="ctr">
                          <a:solidFill>
                            <a:srgbClr val="00407A"/>
                          </a:solidFill>
                          <a:prstDash val="solid"/>
                        </a:ln>
                        <a:effectLst/>
                      </p:spPr>
                    </p:cxnSp>
                    <p:cxnSp>
                      <p:nvCxnSpPr>
                        <p:cNvPr id="462" name="Straight Arrow Connector 461">
                          <a:extLst>
                            <a:ext uri="{FF2B5EF4-FFF2-40B4-BE49-F238E27FC236}">
                              <a16:creationId xmlns:a16="http://schemas.microsoft.com/office/drawing/2014/main" id="{9545F6A0-EA2C-7EC9-6C6D-A2915326AC68}"/>
                            </a:ext>
                          </a:extLst>
                        </p:cNvPr>
                        <p:cNvCxnSpPr/>
                        <p:nvPr/>
                      </p:nvCxnSpPr>
                      <p:spPr>
                        <a:xfrm>
                          <a:off x="2652420" y="1847980"/>
                          <a:ext cx="359865" cy="1304"/>
                        </a:xfrm>
                        <a:prstGeom prst="straightConnector1">
                          <a:avLst/>
                        </a:prstGeom>
                        <a:noFill/>
                        <a:ln w="25400" cap="rnd" cmpd="sng" algn="ctr">
                          <a:solidFill>
                            <a:srgbClr val="00407A"/>
                          </a:solidFill>
                          <a:prstDash val="solid"/>
                          <a:headEnd type="none"/>
                          <a:tailEnd type="none"/>
                        </a:ln>
                        <a:effectLst/>
                      </p:spPr>
                    </p:cxnSp>
                    <p:cxnSp>
                      <p:nvCxnSpPr>
                        <p:cNvPr id="463" name="Straight Connector 462">
                          <a:extLst>
                            <a:ext uri="{FF2B5EF4-FFF2-40B4-BE49-F238E27FC236}">
                              <a16:creationId xmlns:a16="http://schemas.microsoft.com/office/drawing/2014/main" id="{93F4B839-4EA0-A29F-ABF2-AC63BDD7532A}"/>
                            </a:ext>
                          </a:extLst>
                        </p:cNvPr>
                        <p:cNvCxnSpPr/>
                        <p:nvPr/>
                      </p:nvCxnSpPr>
                      <p:spPr bwMode="auto">
                        <a:xfrm flipH="1">
                          <a:off x="2655974" y="931729"/>
                          <a:ext cx="355173" cy="7423"/>
                        </a:xfrm>
                        <a:prstGeom prst="line">
                          <a:avLst/>
                        </a:prstGeom>
                        <a:noFill/>
                        <a:ln w="25400" cap="rnd" cmpd="sng" algn="ctr">
                          <a:solidFill>
                            <a:srgbClr val="00407A"/>
                          </a:solidFill>
                          <a:prstDash val="solid"/>
                          <a:round/>
                        </a:ln>
                        <a:effectLst/>
                      </p:spPr>
                    </p:cxnSp>
                    <p:cxnSp>
                      <p:nvCxnSpPr>
                        <p:cNvPr id="464" name="Straight Arrow Connector 463">
                          <a:extLst>
                            <a:ext uri="{FF2B5EF4-FFF2-40B4-BE49-F238E27FC236}">
                              <a16:creationId xmlns:a16="http://schemas.microsoft.com/office/drawing/2014/main" id="{8A389CB4-3E6A-9477-ACE5-92986507A22C}"/>
                            </a:ext>
                          </a:extLst>
                        </p:cNvPr>
                        <p:cNvCxnSpPr/>
                        <p:nvPr/>
                      </p:nvCxnSpPr>
                      <p:spPr>
                        <a:xfrm>
                          <a:off x="3125894" y="541020"/>
                          <a:ext cx="188925" cy="0"/>
                        </a:xfrm>
                        <a:prstGeom prst="straightConnector1">
                          <a:avLst/>
                        </a:prstGeom>
                        <a:noFill/>
                        <a:ln w="25400" cap="rnd" cmpd="sng" algn="ctr">
                          <a:solidFill>
                            <a:srgbClr val="00407A"/>
                          </a:solidFill>
                          <a:prstDash val="solid"/>
                          <a:round/>
                        </a:ln>
                        <a:effectLst/>
                      </p:spPr>
                    </p:cxnSp>
                    <p:cxnSp>
                      <p:nvCxnSpPr>
                        <p:cNvPr id="465" name="Straight Connector 464">
                          <a:extLst>
                            <a:ext uri="{FF2B5EF4-FFF2-40B4-BE49-F238E27FC236}">
                              <a16:creationId xmlns:a16="http://schemas.microsoft.com/office/drawing/2014/main" id="{B03B6C3A-7145-5202-7074-F7BEE0EA9BE0}"/>
                            </a:ext>
                          </a:extLst>
                        </p:cNvPr>
                        <p:cNvCxnSpPr/>
                        <p:nvPr/>
                      </p:nvCxnSpPr>
                      <p:spPr>
                        <a:xfrm>
                          <a:off x="3096240" y="2271997"/>
                          <a:ext cx="254401" cy="0"/>
                        </a:xfrm>
                        <a:prstGeom prst="line">
                          <a:avLst/>
                        </a:prstGeom>
                        <a:noFill/>
                        <a:ln w="25400" cap="rnd" cmpd="sng" algn="ctr">
                          <a:solidFill>
                            <a:srgbClr val="00407A"/>
                          </a:solidFill>
                          <a:prstDash val="solid"/>
                          <a:round/>
                        </a:ln>
                        <a:effectLst/>
                      </p:spPr>
                    </p:cxnSp>
                    <p:cxnSp>
                      <p:nvCxnSpPr>
                        <p:cNvPr id="466" name="Straight Connector 465">
                          <a:extLst>
                            <a:ext uri="{FF2B5EF4-FFF2-40B4-BE49-F238E27FC236}">
                              <a16:creationId xmlns:a16="http://schemas.microsoft.com/office/drawing/2014/main" id="{68A7D362-48C9-71DC-1D4D-5608A7E07103}"/>
                            </a:ext>
                          </a:extLst>
                        </p:cNvPr>
                        <p:cNvCxnSpPr/>
                        <p:nvPr/>
                      </p:nvCxnSpPr>
                      <p:spPr>
                        <a:xfrm>
                          <a:off x="3143646" y="2306140"/>
                          <a:ext cx="169601" cy="0"/>
                        </a:xfrm>
                        <a:prstGeom prst="line">
                          <a:avLst/>
                        </a:prstGeom>
                        <a:noFill/>
                        <a:ln w="25400" cap="rnd" cmpd="sng" algn="ctr">
                          <a:solidFill>
                            <a:srgbClr val="00407A"/>
                          </a:solidFill>
                          <a:prstDash val="solid"/>
                          <a:round/>
                        </a:ln>
                        <a:effectLst/>
                      </p:spPr>
                    </p:cxnSp>
                  </p:grpSp>
                  <p:grpSp>
                    <p:nvGrpSpPr>
                      <p:cNvPr id="448" name="Group 447">
                        <a:extLst>
                          <a:ext uri="{FF2B5EF4-FFF2-40B4-BE49-F238E27FC236}">
                            <a16:creationId xmlns:a16="http://schemas.microsoft.com/office/drawing/2014/main" id="{218C3BC0-864F-B155-EABA-A598FC933B1A}"/>
                          </a:ext>
                        </a:extLst>
                      </p:cNvPr>
                      <p:cNvGrpSpPr/>
                      <p:nvPr/>
                    </p:nvGrpSpPr>
                    <p:grpSpPr>
                      <a:xfrm>
                        <a:off x="1671246" y="937628"/>
                        <a:ext cx="571815" cy="1296624"/>
                        <a:chOff x="1671246" y="937628"/>
                        <a:chExt cx="571815" cy="1296624"/>
                      </a:xfrm>
                    </p:grpSpPr>
                    <p:sp>
                      <p:nvSpPr>
                        <p:cNvPr id="449" name="Rectangle 272">
                          <a:extLst>
                            <a:ext uri="{FF2B5EF4-FFF2-40B4-BE49-F238E27FC236}">
                              <a16:creationId xmlns:a16="http://schemas.microsoft.com/office/drawing/2014/main" id="{22617540-1F96-15FE-75DB-77E473129450}"/>
                            </a:ext>
                          </a:extLst>
                        </p:cNvPr>
                        <p:cNvSpPr>
                          <a:spLocks noChangeArrowheads="1"/>
                        </p:cNvSpPr>
                        <p:nvPr/>
                      </p:nvSpPr>
                      <p:spPr bwMode="auto">
                        <a:xfrm>
                          <a:off x="1698927" y="2001666"/>
                          <a:ext cx="535340" cy="23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N</a:t>
                          </a:r>
                        </a:p>
                      </p:txBody>
                    </p:sp>
                    <p:sp>
                      <p:nvSpPr>
                        <p:cNvPr id="450" name="Rectangle 272">
                          <a:extLst>
                            <a:ext uri="{FF2B5EF4-FFF2-40B4-BE49-F238E27FC236}">
                              <a16:creationId xmlns:a16="http://schemas.microsoft.com/office/drawing/2014/main" id="{61867AB9-90DB-4EC4-E206-B63BC960C8D9}"/>
                            </a:ext>
                          </a:extLst>
                        </p:cNvPr>
                        <p:cNvSpPr>
                          <a:spLocks noChangeArrowheads="1"/>
                        </p:cNvSpPr>
                        <p:nvPr/>
                      </p:nvSpPr>
                      <p:spPr bwMode="auto">
                        <a:xfrm>
                          <a:off x="1671246" y="937628"/>
                          <a:ext cx="571815" cy="23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407A"/>
                              </a:solidFill>
                              <a:effectLst/>
                              <a:uLnTx/>
                              <a:uFillTx/>
                              <a:latin typeface="Times New Roman" panose="02020603050405020304" pitchFamily="18" charset="0"/>
                              <a:cs typeface="Times New Roman" panose="02020603050405020304" pitchFamily="18" charset="0"/>
                            </a:rPr>
                            <a:t>M</a:t>
                          </a:r>
                          <a:r>
                            <a:rPr kumimoji="0" lang="en-US" sz="1400" b="1" i="0" u="none" strike="noStrike" kern="0" cap="none" spc="0" normalizeH="0" baseline="-25000" noProof="0">
                              <a:ln>
                                <a:noFill/>
                              </a:ln>
                              <a:solidFill>
                                <a:srgbClr val="00407A"/>
                              </a:solidFill>
                              <a:effectLst/>
                              <a:uLnTx/>
                              <a:uFillTx/>
                              <a:latin typeface="Times New Roman" panose="02020603050405020304" pitchFamily="18" charset="0"/>
                              <a:cs typeface="Times New Roman" panose="02020603050405020304" pitchFamily="18" charset="0"/>
                            </a:rPr>
                            <a:t>P</a:t>
                          </a:r>
                        </a:p>
                      </p:txBody>
                    </p:sp>
                  </p:grpSp>
                </p:grpSp>
                <p:sp>
                  <p:nvSpPr>
                    <p:cNvPr id="437" name="Rectangle 436">
                      <a:extLst>
                        <a:ext uri="{FF2B5EF4-FFF2-40B4-BE49-F238E27FC236}">
                          <a16:creationId xmlns:a16="http://schemas.microsoft.com/office/drawing/2014/main" id="{341AFC7A-C8C6-9F6D-6C34-E90D41FF4673}"/>
                        </a:ext>
                      </a:extLst>
                    </p:cNvPr>
                    <p:cNvSpPr/>
                    <p:nvPr/>
                  </p:nvSpPr>
                  <p:spPr>
                    <a:xfrm>
                      <a:off x="3409448" y="1018376"/>
                      <a:ext cx="196159" cy="137363"/>
                    </a:xfrm>
                    <a:prstGeom prst="rect">
                      <a:avLst/>
                    </a:prstGeom>
                    <a:solidFill>
                      <a:srgbClr val="FFFFFF"/>
                    </a:solidFill>
                    <a:ln w="10795" cap="flat" cmpd="sng" algn="ctr">
                      <a:solidFill>
                        <a:srgbClr val="FF4D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smtClean="0">
                        <a:ln>
                          <a:noFill/>
                        </a:ln>
                        <a:solidFill>
                          <a:srgbClr val="00407A"/>
                        </a:solidFill>
                        <a:effectLst/>
                        <a:uLnTx/>
                        <a:uFillTx/>
                        <a:latin typeface="Times New Roman" panose="02020603050405020304" pitchFamily="18" charset="0"/>
                        <a:ea typeface="+mn-ea"/>
                        <a:cs typeface="Times New Roman" panose="02020603050405020304" pitchFamily="18" charset="0"/>
                      </a:endParaRPr>
                    </a:p>
                  </p:txBody>
                </p:sp>
                <p:sp>
                  <p:nvSpPr>
                    <p:cNvPr id="438" name="TextBox 437">
                      <a:extLst>
                        <a:ext uri="{FF2B5EF4-FFF2-40B4-BE49-F238E27FC236}">
                          <a16:creationId xmlns:a16="http://schemas.microsoft.com/office/drawing/2014/main" id="{275E716D-9959-23B3-9410-037B8C2EF055}"/>
                        </a:ext>
                      </a:extLst>
                    </p:cNvPr>
                    <p:cNvSpPr txBox="1"/>
                    <p:nvPr/>
                  </p:nvSpPr>
                  <p:spPr>
                    <a:xfrm>
                      <a:off x="3282901" y="972308"/>
                      <a:ext cx="457200" cy="197698"/>
                    </a:xfrm>
                    <a:prstGeom prst="rect">
                      <a:avLst/>
                    </a:prstGeom>
                    <a:noFill/>
                    <a:ln>
                      <a:no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1" u="none" strike="noStrike" kern="0" cap="none" spc="0" normalizeH="0" baseline="0" noProof="0" err="1" smtClean="0">
                          <a:ln>
                            <a:noFill/>
                          </a:ln>
                          <a:solidFill>
                            <a:srgbClr val="00407A"/>
                          </a:solidFill>
                          <a:effectLst/>
                          <a:uLnTx/>
                          <a:uFillTx/>
                          <a:latin typeface="Times New Roman" panose="02020603050405020304" pitchFamily="18" charset="0"/>
                          <a:cs typeface="Times New Roman" panose="02020603050405020304" pitchFamily="18" charset="0"/>
                        </a:rPr>
                        <a:t>t</a:t>
                      </a:r>
                      <a:r>
                        <a:rPr kumimoji="0" lang="en-US" sz="1100" b="1" i="1" u="none" strike="noStrike" kern="0" cap="none" spc="0" normalizeH="0" baseline="-25000" noProof="0" err="1" smtClean="0">
                          <a:ln>
                            <a:noFill/>
                          </a:ln>
                          <a:solidFill>
                            <a:srgbClr val="00407A"/>
                          </a:solidFill>
                          <a:effectLst/>
                          <a:uLnTx/>
                          <a:uFillTx/>
                          <a:latin typeface="Times New Roman" panose="02020603050405020304" pitchFamily="18" charset="0"/>
                          <a:cs typeface="Times New Roman" panose="02020603050405020304" pitchFamily="18" charset="0"/>
                        </a:rPr>
                        <a:t>skew</a:t>
                      </a:r>
                      <a:endParaRPr kumimoji="0" lang="en-US" sz="1100" b="1" i="1"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439" name="Straight Arrow Connector 438">
                      <a:extLst>
                        <a:ext uri="{FF2B5EF4-FFF2-40B4-BE49-F238E27FC236}">
                          <a16:creationId xmlns:a16="http://schemas.microsoft.com/office/drawing/2014/main" id="{9CF63B0F-1B3F-E5BA-3099-17EF9AD19DE7}"/>
                        </a:ext>
                      </a:extLst>
                    </p:cNvPr>
                    <p:cNvCxnSpPr/>
                    <p:nvPr/>
                  </p:nvCxnSpPr>
                  <p:spPr>
                    <a:xfrm>
                      <a:off x="3565824" y="1380475"/>
                      <a:ext cx="443346" cy="549"/>
                    </a:xfrm>
                    <a:prstGeom prst="straightConnector1">
                      <a:avLst/>
                    </a:prstGeom>
                    <a:noFill/>
                    <a:ln w="25400" cap="rnd" cmpd="sng" algn="ctr">
                      <a:solidFill>
                        <a:srgbClr val="00407A"/>
                      </a:solidFill>
                      <a:prstDash val="solid"/>
                      <a:headEnd type="none"/>
                      <a:tailEnd type="none"/>
                    </a:ln>
                    <a:effectLst/>
                  </p:spPr>
                </p:cxnSp>
                <p:cxnSp>
                  <p:nvCxnSpPr>
                    <p:cNvPr id="440" name="Straight Connector 439">
                      <a:extLst>
                        <a:ext uri="{FF2B5EF4-FFF2-40B4-BE49-F238E27FC236}">
                          <a16:creationId xmlns:a16="http://schemas.microsoft.com/office/drawing/2014/main" id="{DF21DF2B-C808-5588-A99F-C46482B240AB}"/>
                        </a:ext>
                      </a:extLst>
                    </p:cNvPr>
                    <p:cNvCxnSpPr/>
                    <p:nvPr/>
                  </p:nvCxnSpPr>
                  <p:spPr>
                    <a:xfrm>
                      <a:off x="3563499" y="1382786"/>
                      <a:ext cx="1993" cy="741135"/>
                    </a:xfrm>
                    <a:prstGeom prst="line">
                      <a:avLst/>
                    </a:prstGeom>
                    <a:noFill/>
                    <a:ln w="25400" cap="rnd" cmpd="sng" algn="ctr">
                      <a:solidFill>
                        <a:srgbClr val="00407A"/>
                      </a:solidFill>
                      <a:prstDash val="solid"/>
                    </a:ln>
                    <a:effectLst/>
                  </p:spPr>
                </p:cxnSp>
                <p:cxnSp>
                  <p:nvCxnSpPr>
                    <p:cNvPr id="441" name="Straight Arrow Connector 440">
                      <a:extLst>
                        <a:ext uri="{FF2B5EF4-FFF2-40B4-BE49-F238E27FC236}">
                          <a16:creationId xmlns:a16="http://schemas.microsoft.com/office/drawing/2014/main" id="{82BC3E71-9737-A38E-07D9-934C197808BE}"/>
                        </a:ext>
                      </a:extLst>
                    </p:cNvPr>
                    <p:cNvCxnSpPr/>
                    <p:nvPr/>
                  </p:nvCxnSpPr>
                  <p:spPr>
                    <a:xfrm>
                      <a:off x="3945271" y="1603831"/>
                      <a:ext cx="623154" cy="1401"/>
                    </a:xfrm>
                    <a:prstGeom prst="straightConnector1">
                      <a:avLst/>
                    </a:prstGeom>
                    <a:noFill/>
                    <a:ln w="25400" cap="rnd" cmpd="sng" algn="ctr">
                      <a:solidFill>
                        <a:srgbClr val="00407A"/>
                      </a:solidFill>
                      <a:prstDash val="solid"/>
                      <a:headEnd type="none"/>
                      <a:tailEnd type="none"/>
                    </a:ln>
                    <a:effectLst/>
                  </p:spPr>
                </p:cxnSp>
                <p:cxnSp>
                  <p:nvCxnSpPr>
                    <p:cNvPr id="442" name="Straight Connector 441">
                      <a:extLst>
                        <a:ext uri="{FF2B5EF4-FFF2-40B4-BE49-F238E27FC236}">
                          <a16:creationId xmlns:a16="http://schemas.microsoft.com/office/drawing/2014/main" id="{DCAD6156-8797-E6FF-30D4-B574688C9975}"/>
                        </a:ext>
                      </a:extLst>
                    </p:cNvPr>
                    <p:cNvCxnSpPr/>
                    <p:nvPr/>
                  </p:nvCxnSpPr>
                  <p:spPr>
                    <a:xfrm>
                      <a:off x="4283877" y="810263"/>
                      <a:ext cx="3791" cy="141756"/>
                    </a:xfrm>
                    <a:prstGeom prst="line">
                      <a:avLst/>
                    </a:prstGeom>
                    <a:noFill/>
                    <a:ln w="25400" cap="rnd" cmpd="sng" algn="ctr">
                      <a:solidFill>
                        <a:srgbClr val="00407A"/>
                      </a:solidFill>
                      <a:prstDash val="solid"/>
                      <a:round/>
                    </a:ln>
                    <a:effectLst/>
                  </p:spPr>
                </p:cxnSp>
                <p:cxnSp>
                  <p:nvCxnSpPr>
                    <p:cNvPr id="443" name="Straight Arrow Connector 442">
                      <a:extLst>
                        <a:ext uri="{FF2B5EF4-FFF2-40B4-BE49-F238E27FC236}">
                          <a16:creationId xmlns:a16="http://schemas.microsoft.com/office/drawing/2014/main" id="{58F01717-9D35-4ED0-4FA8-15EEB0614849}"/>
                        </a:ext>
                      </a:extLst>
                    </p:cNvPr>
                    <p:cNvCxnSpPr/>
                    <p:nvPr/>
                  </p:nvCxnSpPr>
                  <p:spPr>
                    <a:xfrm>
                      <a:off x="3935861" y="807759"/>
                      <a:ext cx="344293" cy="0"/>
                    </a:xfrm>
                    <a:prstGeom prst="straightConnector1">
                      <a:avLst/>
                    </a:prstGeom>
                    <a:noFill/>
                    <a:ln w="25400" cap="rnd" cmpd="sng" algn="ctr">
                      <a:solidFill>
                        <a:srgbClr val="00407A"/>
                      </a:solidFill>
                      <a:prstDash val="solid"/>
                      <a:round/>
                    </a:ln>
                    <a:effectLst/>
                  </p:spPr>
                </p:cxnSp>
                <p:cxnSp>
                  <p:nvCxnSpPr>
                    <p:cNvPr id="444" name="Straight Arrow Connector 443">
                      <a:extLst>
                        <a:ext uri="{FF2B5EF4-FFF2-40B4-BE49-F238E27FC236}">
                          <a16:creationId xmlns:a16="http://schemas.microsoft.com/office/drawing/2014/main" id="{268EF10F-9BE7-3BFD-8710-DFF933C3CC90}"/>
                        </a:ext>
                      </a:extLst>
                    </p:cNvPr>
                    <p:cNvCxnSpPr/>
                    <p:nvPr/>
                  </p:nvCxnSpPr>
                  <p:spPr>
                    <a:xfrm flipV="1">
                      <a:off x="4010651" y="1058499"/>
                      <a:ext cx="74470" cy="1477"/>
                    </a:xfrm>
                    <a:prstGeom prst="straightConnector1">
                      <a:avLst/>
                    </a:prstGeom>
                    <a:noFill/>
                    <a:ln w="25400" cap="rnd" cmpd="sng" algn="ctr">
                      <a:solidFill>
                        <a:srgbClr val="00407A"/>
                      </a:solidFill>
                      <a:prstDash val="solid"/>
                      <a:headEnd type="none"/>
                      <a:tailEnd type="none"/>
                    </a:ln>
                    <a:effectLst/>
                  </p:spPr>
                </p:cxnSp>
                <p:cxnSp>
                  <p:nvCxnSpPr>
                    <p:cNvPr id="445" name="Straight Connector 444">
                      <a:extLst>
                        <a:ext uri="{FF2B5EF4-FFF2-40B4-BE49-F238E27FC236}">
                          <a16:creationId xmlns:a16="http://schemas.microsoft.com/office/drawing/2014/main" id="{3C086BDB-2BDA-EDA0-BB9D-E3300D572852}"/>
                        </a:ext>
                      </a:extLst>
                    </p:cNvPr>
                    <p:cNvCxnSpPr/>
                    <p:nvPr/>
                  </p:nvCxnSpPr>
                  <p:spPr>
                    <a:xfrm>
                      <a:off x="4007598" y="1058672"/>
                      <a:ext cx="4005" cy="320465"/>
                    </a:xfrm>
                    <a:prstGeom prst="line">
                      <a:avLst/>
                    </a:prstGeom>
                    <a:noFill/>
                    <a:ln w="25400" cap="rnd" cmpd="sng" algn="ctr">
                      <a:solidFill>
                        <a:srgbClr val="00407A"/>
                      </a:solidFill>
                      <a:prstDash val="solid"/>
                    </a:ln>
                    <a:effectLst/>
                  </p:spPr>
                </p:cxnSp>
                <p:cxnSp>
                  <p:nvCxnSpPr>
                    <p:cNvPr id="446" name="Straight Connector 445">
                      <a:extLst>
                        <a:ext uri="{FF2B5EF4-FFF2-40B4-BE49-F238E27FC236}">
                          <a16:creationId xmlns:a16="http://schemas.microsoft.com/office/drawing/2014/main" id="{CC32F661-4F16-A185-11E4-3BA3EADD9D1F}"/>
                        </a:ext>
                      </a:extLst>
                    </p:cNvPr>
                    <p:cNvCxnSpPr/>
                    <p:nvPr/>
                  </p:nvCxnSpPr>
                  <p:spPr>
                    <a:xfrm>
                      <a:off x="4279909" y="1198316"/>
                      <a:ext cx="245" cy="397072"/>
                    </a:xfrm>
                    <a:prstGeom prst="line">
                      <a:avLst/>
                    </a:prstGeom>
                    <a:noFill/>
                    <a:ln w="25400" cap="rnd" cmpd="sng" algn="ctr">
                      <a:solidFill>
                        <a:srgbClr val="00407A"/>
                      </a:solidFill>
                      <a:prstDash val="solid"/>
                    </a:ln>
                    <a:effectLst/>
                  </p:spPr>
                </p:cxnSp>
              </p:grpSp>
            </p:grpSp>
            <p:grpSp>
              <p:nvGrpSpPr>
                <p:cNvPr id="422" name="Group 421">
                  <a:extLst>
                    <a:ext uri="{FF2B5EF4-FFF2-40B4-BE49-F238E27FC236}">
                      <a16:creationId xmlns:a16="http://schemas.microsoft.com/office/drawing/2014/main" id="{4ECAB570-C862-4B18-B3D0-3BE402C81DFD}"/>
                    </a:ext>
                  </a:extLst>
                </p:cNvPr>
                <p:cNvGrpSpPr/>
                <p:nvPr/>
              </p:nvGrpSpPr>
              <p:grpSpPr>
                <a:xfrm>
                  <a:off x="4757746" y="1070223"/>
                  <a:ext cx="803824" cy="1344957"/>
                  <a:chOff x="4815206" y="1067119"/>
                  <a:chExt cx="803824" cy="1344957"/>
                </a:xfrm>
              </p:grpSpPr>
              <p:cxnSp>
                <p:nvCxnSpPr>
                  <p:cNvPr id="423" name="Straight Arrow Connector 422">
                    <a:extLst>
                      <a:ext uri="{FF2B5EF4-FFF2-40B4-BE49-F238E27FC236}">
                        <a16:creationId xmlns:a16="http://schemas.microsoft.com/office/drawing/2014/main" id="{4915282D-9DFF-1FD9-6A88-76C2E63CAA03}"/>
                      </a:ext>
                    </a:extLst>
                  </p:cNvPr>
                  <p:cNvCxnSpPr/>
                  <p:nvPr/>
                </p:nvCxnSpPr>
                <p:spPr>
                  <a:xfrm>
                    <a:off x="5283018" y="2019247"/>
                    <a:ext cx="151780" cy="0"/>
                  </a:xfrm>
                  <a:prstGeom prst="straightConnector1">
                    <a:avLst/>
                  </a:prstGeom>
                  <a:noFill/>
                  <a:ln w="25400" cap="rnd" cmpd="sng" algn="ctr">
                    <a:solidFill>
                      <a:srgbClr val="00407A"/>
                    </a:solidFill>
                    <a:prstDash val="solid"/>
                  </a:ln>
                  <a:effectLst/>
                </p:spPr>
              </p:cxnSp>
              <p:cxnSp>
                <p:nvCxnSpPr>
                  <p:cNvPr id="424" name="Straight Connector 423">
                    <a:extLst>
                      <a:ext uri="{FF2B5EF4-FFF2-40B4-BE49-F238E27FC236}">
                        <a16:creationId xmlns:a16="http://schemas.microsoft.com/office/drawing/2014/main" id="{18D24D59-9D5A-E475-54F7-5AA498F9745D}"/>
                      </a:ext>
                    </a:extLst>
                  </p:cNvPr>
                  <p:cNvCxnSpPr/>
                  <p:nvPr/>
                </p:nvCxnSpPr>
                <p:spPr>
                  <a:xfrm flipV="1">
                    <a:off x="5283018" y="1971217"/>
                    <a:ext cx="0" cy="336216"/>
                  </a:xfrm>
                  <a:prstGeom prst="line">
                    <a:avLst/>
                  </a:prstGeom>
                  <a:noFill/>
                  <a:ln w="25400" cap="rnd" cmpd="sng" algn="ctr">
                    <a:solidFill>
                      <a:srgbClr val="00407A"/>
                    </a:solidFill>
                    <a:prstDash val="solid"/>
                  </a:ln>
                  <a:effectLst/>
                </p:spPr>
              </p:cxnSp>
              <p:cxnSp>
                <p:nvCxnSpPr>
                  <p:cNvPr id="425" name="Straight Arrow Connector 424">
                    <a:extLst>
                      <a:ext uri="{FF2B5EF4-FFF2-40B4-BE49-F238E27FC236}">
                        <a16:creationId xmlns:a16="http://schemas.microsoft.com/office/drawing/2014/main" id="{46E9388D-9939-BBD7-06D7-864A808CB38D}"/>
                      </a:ext>
                    </a:extLst>
                  </p:cNvPr>
                  <p:cNvCxnSpPr/>
                  <p:nvPr/>
                </p:nvCxnSpPr>
                <p:spPr>
                  <a:xfrm>
                    <a:off x="5283018" y="2259401"/>
                    <a:ext cx="189334" cy="0"/>
                  </a:xfrm>
                  <a:prstGeom prst="straightConnector1">
                    <a:avLst/>
                  </a:prstGeom>
                  <a:noFill/>
                  <a:ln w="25400" cap="rnd" cmpd="sng" algn="ctr">
                    <a:solidFill>
                      <a:srgbClr val="00407A"/>
                    </a:solidFill>
                    <a:prstDash val="solid"/>
                    <a:tailEnd type="triangle"/>
                  </a:ln>
                  <a:effectLst/>
                </p:spPr>
              </p:cxnSp>
              <p:cxnSp>
                <p:nvCxnSpPr>
                  <p:cNvPr id="426" name="Straight Connector 425">
                    <a:extLst>
                      <a:ext uri="{FF2B5EF4-FFF2-40B4-BE49-F238E27FC236}">
                        <a16:creationId xmlns:a16="http://schemas.microsoft.com/office/drawing/2014/main" id="{8C2A2194-0B32-582E-F266-AEBDC154BD2C}"/>
                      </a:ext>
                    </a:extLst>
                  </p:cNvPr>
                  <p:cNvCxnSpPr/>
                  <p:nvPr/>
                </p:nvCxnSpPr>
                <p:spPr>
                  <a:xfrm flipV="1">
                    <a:off x="5246915" y="2019248"/>
                    <a:ext cx="0" cy="240154"/>
                  </a:xfrm>
                  <a:prstGeom prst="line">
                    <a:avLst/>
                  </a:prstGeom>
                  <a:noFill/>
                  <a:ln w="25400" cap="rnd" cmpd="sng" algn="ctr">
                    <a:solidFill>
                      <a:srgbClr val="00407A"/>
                    </a:solidFill>
                    <a:prstDash val="solid"/>
                  </a:ln>
                  <a:effectLst/>
                </p:spPr>
              </p:cxnSp>
              <p:cxnSp>
                <p:nvCxnSpPr>
                  <p:cNvPr id="427" name="Straight Arrow Connector 426">
                    <a:extLst>
                      <a:ext uri="{FF2B5EF4-FFF2-40B4-BE49-F238E27FC236}">
                        <a16:creationId xmlns:a16="http://schemas.microsoft.com/office/drawing/2014/main" id="{C21A0D71-76F7-B1D0-3C24-23EDF47F1C50}"/>
                      </a:ext>
                    </a:extLst>
                  </p:cNvPr>
                  <p:cNvCxnSpPr/>
                  <p:nvPr/>
                </p:nvCxnSpPr>
                <p:spPr>
                  <a:xfrm flipV="1">
                    <a:off x="5160067" y="2127544"/>
                    <a:ext cx="74470" cy="1477"/>
                  </a:xfrm>
                  <a:prstGeom prst="straightConnector1">
                    <a:avLst/>
                  </a:prstGeom>
                  <a:noFill/>
                  <a:ln w="25400" cap="rnd" cmpd="sng" algn="ctr">
                    <a:solidFill>
                      <a:srgbClr val="00407A"/>
                    </a:solidFill>
                    <a:prstDash val="solid"/>
                    <a:headEnd type="none"/>
                    <a:tailEnd type="none"/>
                  </a:ln>
                  <a:effectLst/>
                </p:spPr>
              </p:cxnSp>
              <p:cxnSp>
                <p:nvCxnSpPr>
                  <p:cNvPr id="428" name="Straight Connector 427">
                    <a:extLst>
                      <a:ext uri="{FF2B5EF4-FFF2-40B4-BE49-F238E27FC236}">
                        <a16:creationId xmlns:a16="http://schemas.microsoft.com/office/drawing/2014/main" id="{44698087-D1C3-F5B9-A2CB-F2ACF26A5E10}"/>
                      </a:ext>
                    </a:extLst>
                  </p:cNvPr>
                  <p:cNvCxnSpPr/>
                  <p:nvPr/>
                </p:nvCxnSpPr>
                <p:spPr>
                  <a:xfrm>
                    <a:off x="5158059" y="1695532"/>
                    <a:ext cx="0" cy="430471"/>
                  </a:xfrm>
                  <a:prstGeom prst="line">
                    <a:avLst/>
                  </a:prstGeom>
                  <a:noFill/>
                  <a:ln w="25400" cap="rnd" cmpd="sng" algn="ctr">
                    <a:solidFill>
                      <a:srgbClr val="00407A"/>
                    </a:solidFill>
                    <a:prstDash val="solid"/>
                  </a:ln>
                  <a:effectLst/>
                </p:spPr>
              </p:cxnSp>
              <p:cxnSp>
                <p:nvCxnSpPr>
                  <p:cNvPr id="429" name="Straight Arrow Connector 428">
                    <a:extLst>
                      <a:ext uri="{FF2B5EF4-FFF2-40B4-BE49-F238E27FC236}">
                        <a16:creationId xmlns:a16="http://schemas.microsoft.com/office/drawing/2014/main" id="{401BB51F-283E-0BE4-6CA5-515904536343}"/>
                      </a:ext>
                    </a:extLst>
                  </p:cNvPr>
                  <p:cNvCxnSpPr/>
                  <p:nvPr/>
                </p:nvCxnSpPr>
                <p:spPr>
                  <a:xfrm>
                    <a:off x="4818453" y="1689492"/>
                    <a:ext cx="339606" cy="0"/>
                  </a:xfrm>
                  <a:prstGeom prst="straightConnector1">
                    <a:avLst/>
                  </a:prstGeom>
                  <a:noFill/>
                  <a:ln w="25400" cap="rnd" cmpd="sng" algn="ctr">
                    <a:solidFill>
                      <a:srgbClr val="00407A"/>
                    </a:solidFill>
                    <a:prstDash val="solid"/>
                    <a:headEnd type="none"/>
                    <a:tailEnd type="none"/>
                  </a:ln>
                  <a:effectLst/>
                </p:spPr>
              </p:cxnSp>
              <p:cxnSp>
                <p:nvCxnSpPr>
                  <p:cNvPr id="430" name="Straight Connector 429">
                    <a:extLst>
                      <a:ext uri="{FF2B5EF4-FFF2-40B4-BE49-F238E27FC236}">
                        <a16:creationId xmlns:a16="http://schemas.microsoft.com/office/drawing/2014/main" id="{40C7BF72-EB2D-44D2-BC11-A83E39F4E5D5}"/>
                      </a:ext>
                    </a:extLst>
                  </p:cNvPr>
                  <p:cNvCxnSpPr/>
                  <p:nvPr/>
                </p:nvCxnSpPr>
                <p:spPr>
                  <a:xfrm>
                    <a:off x="4815206" y="1067119"/>
                    <a:ext cx="0" cy="618538"/>
                  </a:xfrm>
                  <a:prstGeom prst="line">
                    <a:avLst/>
                  </a:prstGeom>
                  <a:noFill/>
                  <a:ln w="25400" cap="rnd" cmpd="sng" algn="ctr">
                    <a:solidFill>
                      <a:srgbClr val="00407A"/>
                    </a:solidFill>
                    <a:prstDash val="solid"/>
                  </a:ln>
                  <a:effectLst/>
                </p:spPr>
              </p:cxnSp>
              <p:cxnSp>
                <p:nvCxnSpPr>
                  <p:cNvPr id="431" name="Straight Connector 430">
                    <a:extLst>
                      <a:ext uri="{FF2B5EF4-FFF2-40B4-BE49-F238E27FC236}">
                        <a16:creationId xmlns:a16="http://schemas.microsoft.com/office/drawing/2014/main" id="{43744D05-8157-3E11-C580-828CE29A149C}"/>
                      </a:ext>
                    </a:extLst>
                  </p:cNvPr>
                  <p:cNvCxnSpPr/>
                  <p:nvPr/>
                </p:nvCxnSpPr>
                <p:spPr>
                  <a:xfrm flipV="1">
                    <a:off x="5443007" y="1595772"/>
                    <a:ext cx="0" cy="421673"/>
                  </a:xfrm>
                  <a:prstGeom prst="line">
                    <a:avLst/>
                  </a:prstGeom>
                  <a:noFill/>
                  <a:ln w="25400" cap="rnd" cmpd="sng" algn="ctr">
                    <a:solidFill>
                      <a:srgbClr val="00407A"/>
                    </a:solidFill>
                    <a:prstDash val="solid"/>
                  </a:ln>
                  <a:effectLst/>
                </p:spPr>
              </p:cxnSp>
              <p:cxnSp>
                <p:nvCxnSpPr>
                  <p:cNvPr id="432" name="Straight Connector 431">
                    <a:extLst>
                      <a:ext uri="{FF2B5EF4-FFF2-40B4-BE49-F238E27FC236}">
                        <a16:creationId xmlns:a16="http://schemas.microsoft.com/office/drawing/2014/main" id="{EA9A542F-9D20-F174-2E60-BB55619603A3}"/>
                      </a:ext>
                    </a:extLst>
                  </p:cNvPr>
                  <p:cNvCxnSpPr/>
                  <p:nvPr/>
                </p:nvCxnSpPr>
                <p:spPr>
                  <a:xfrm flipV="1">
                    <a:off x="5463950" y="2269645"/>
                    <a:ext cx="0" cy="141277"/>
                  </a:xfrm>
                  <a:prstGeom prst="line">
                    <a:avLst/>
                  </a:prstGeom>
                  <a:noFill/>
                  <a:ln w="25400" cap="rnd" cmpd="sng" algn="ctr">
                    <a:solidFill>
                      <a:srgbClr val="00407A"/>
                    </a:solidFill>
                    <a:prstDash val="solid"/>
                  </a:ln>
                  <a:effectLst/>
                </p:spPr>
              </p:cxnSp>
              <p:cxnSp>
                <p:nvCxnSpPr>
                  <p:cNvPr id="433" name="Straight Arrow Connector 432">
                    <a:extLst>
                      <a:ext uri="{FF2B5EF4-FFF2-40B4-BE49-F238E27FC236}">
                        <a16:creationId xmlns:a16="http://schemas.microsoft.com/office/drawing/2014/main" id="{E160B62E-9FDA-D667-834A-1AC265D392D1}"/>
                      </a:ext>
                    </a:extLst>
                  </p:cNvPr>
                  <p:cNvCxnSpPr>
                    <a:endCxn id="316" idx="0"/>
                  </p:cNvCxnSpPr>
                  <p:nvPr/>
                </p:nvCxnSpPr>
                <p:spPr>
                  <a:xfrm>
                    <a:off x="5087330" y="2412076"/>
                    <a:ext cx="531700" cy="0"/>
                  </a:xfrm>
                  <a:prstGeom prst="straightConnector1">
                    <a:avLst/>
                  </a:prstGeom>
                  <a:noFill/>
                  <a:ln w="25400" cap="rnd" cmpd="sng" algn="ctr">
                    <a:solidFill>
                      <a:srgbClr val="00407A"/>
                    </a:solidFill>
                    <a:prstDash val="solid"/>
                    <a:headEnd type="none"/>
                    <a:tailEnd type="none"/>
                  </a:ln>
                  <a:effectLst/>
                </p:spPr>
              </p:cxnSp>
            </p:grpSp>
          </p:grpSp>
        </p:grpSp>
        <p:sp>
          <p:nvSpPr>
            <p:cNvPr id="318" name="Freeform 318">
              <a:extLst>
                <a:ext uri="{FF2B5EF4-FFF2-40B4-BE49-F238E27FC236}">
                  <a16:creationId xmlns:a16="http://schemas.microsoft.com/office/drawing/2014/main" id="{1B08B554-4E56-4F59-0A8C-074C08B9ADF4}"/>
                </a:ext>
              </a:extLst>
            </p:cNvPr>
            <p:cNvSpPr/>
            <p:nvPr/>
          </p:nvSpPr>
          <p:spPr>
            <a:xfrm rot="10800000">
              <a:off x="7938711" y="3121548"/>
              <a:ext cx="798894" cy="496579"/>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56857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49714 w 1047232"/>
                <a:gd name="connsiteY7" fmla="*/ 941210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35426 w 1047232"/>
                <a:gd name="connsiteY7" fmla="*/ 94879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2212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6850 w 1047232"/>
                <a:gd name="connsiteY7" fmla="*/ 98292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590181 w 1047232"/>
                <a:gd name="connsiteY7" fmla="*/ 990513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4468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816284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81269"/>
                <a:gd name="connsiteX1" fmla="*/ 144493 w 1047232"/>
                <a:gd name="connsiteY1" fmla="*/ 417980 h 1081269"/>
                <a:gd name="connsiteX2" fmla="*/ 247569 w 1047232"/>
                <a:gd name="connsiteY2" fmla="*/ 84154 h 1081269"/>
                <a:gd name="connsiteX3" fmla="*/ 347582 w 1047232"/>
                <a:gd name="connsiteY3" fmla="*/ 10109 h 1081269"/>
                <a:gd name="connsiteX4" fmla="*/ 434202 w 1047232"/>
                <a:gd name="connsiteY4" fmla="*/ 33863 h 1081269"/>
                <a:gd name="connsiteX5" fmla="*/ 485652 w 1047232"/>
                <a:gd name="connsiteY5" fmla="*/ 111888 h 1081269"/>
                <a:gd name="connsiteX6" fmla="*/ 526974 w 1047232"/>
                <a:gd name="connsiteY6" fmla="*/ 298770 h 1081269"/>
                <a:gd name="connsiteX7" fmla="*/ 597324 w 1047232"/>
                <a:gd name="connsiteY7" fmla="*/ 1009475 h 1081269"/>
                <a:gd name="connsiteX8" fmla="*/ 816284 w 1047232"/>
                <a:gd name="connsiteY8" fmla="*/ 1057723 h 1081269"/>
                <a:gd name="connsiteX9" fmla="*/ 879717 w 1047232"/>
                <a:gd name="connsiteY9" fmla="*/ 892654 h 1081269"/>
                <a:gd name="connsiteX10" fmla="*/ 1047232 w 1047232"/>
                <a:gd name="connsiteY10" fmla="*/ 0 h 1081269"/>
                <a:gd name="connsiteX0" fmla="*/ 0 w 1047232"/>
                <a:gd name="connsiteY0" fmla="*/ 1078033 h 1090524"/>
                <a:gd name="connsiteX1" fmla="*/ 144493 w 1047232"/>
                <a:gd name="connsiteY1" fmla="*/ 417980 h 1090524"/>
                <a:gd name="connsiteX2" fmla="*/ 247569 w 1047232"/>
                <a:gd name="connsiteY2" fmla="*/ 84154 h 1090524"/>
                <a:gd name="connsiteX3" fmla="*/ 347582 w 1047232"/>
                <a:gd name="connsiteY3" fmla="*/ 10109 h 1090524"/>
                <a:gd name="connsiteX4" fmla="*/ 434202 w 1047232"/>
                <a:gd name="connsiteY4" fmla="*/ 33863 h 1090524"/>
                <a:gd name="connsiteX5" fmla="*/ 485652 w 1047232"/>
                <a:gd name="connsiteY5" fmla="*/ 111888 h 1090524"/>
                <a:gd name="connsiteX6" fmla="*/ 526974 w 1047232"/>
                <a:gd name="connsiteY6" fmla="*/ 298770 h 1090524"/>
                <a:gd name="connsiteX7" fmla="*/ 597324 w 1047232"/>
                <a:gd name="connsiteY7" fmla="*/ 1009475 h 1090524"/>
                <a:gd name="connsiteX8" fmla="*/ 821046 w 1047232"/>
                <a:gd name="connsiteY8" fmla="*/ 1076687 h 1090524"/>
                <a:gd name="connsiteX9" fmla="*/ 879717 w 1047232"/>
                <a:gd name="connsiteY9" fmla="*/ 892654 h 1090524"/>
                <a:gd name="connsiteX10" fmla="*/ 1047232 w 1047232"/>
                <a:gd name="connsiteY10" fmla="*/ 0 h 1090524"/>
                <a:gd name="connsiteX0" fmla="*/ 0 w 1047232"/>
                <a:gd name="connsiteY0" fmla="*/ 1078033 h 1098229"/>
                <a:gd name="connsiteX1" fmla="*/ 144493 w 1047232"/>
                <a:gd name="connsiteY1" fmla="*/ 417980 h 1098229"/>
                <a:gd name="connsiteX2" fmla="*/ 247569 w 1047232"/>
                <a:gd name="connsiteY2" fmla="*/ 84154 h 1098229"/>
                <a:gd name="connsiteX3" fmla="*/ 347582 w 1047232"/>
                <a:gd name="connsiteY3" fmla="*/ 10109 h 1098229"/>
                <a:gd name="connsiteX4" fmla="*/ 434202 w 1047232"/>
                <a:gd name="connsiteY4" fmla="*/ 33863 h 1098229"/>
                <a:gd name="connsiteX5" fmla="*/ 485652 w 1047232"/>
                <a:gd name="connsiteY5" fmla="*/ 111888 h 1098229"/>
                <a:gd name="connsiteX6" fmla="*/ 526974 w 1047232"/>
                <a:gd name="connsiteY6" fmla="*/ 298770 h 1098229"/>
                <a:gd name="connsiteX7" fmla="*/ 597324 w 1047232"/>
                <a:gd name="connsiteY7" fmla="*/ 1009475 h 1098229"/>
                <a:gd name="connsiteX8" fmla="*/ 821046 w 1047232"/>
                <a:gd name="connsiteY8" fmla="*/ 1076687 h 1098229"/>
                <a:gd name="connsiteX9" fmla="*/ 879717 w 1047232"/>
                <a:gd name="connsiteY9" fmla="*/ 892654 h 1098229"/>
                <a:gd name="connsiteX10" fmla="*/ 1047232 w 1047232"/>
                <a:gd name="connsiteY10" fmla="*/ 0 h 1098229"/>
                <a:gd name="connsiteX0" fmla="*/ 0 w 1047232"/>
                <a:gd name="connsiteY0" fmla="*/ 1078033 h 1102894"/>
                <a:gd name="connsiteX1" fmla="*/ 144493 w 1047232"/>
                <a:gd name="connsiteY1" fmla="*/ 417980 h 1102894"/>
                <a:gd name="connsiteX2" fmla="*/ 247569 w 1047232"/>
                <a:gd name="connsiteY2" fmla="*/ 84154 h 1102894"/>
                <a:gd name="connsiteX3" fmla="*/ 347582 w 1047232"/>
                <a:gd name="connsiteY3" fmla="*/ 10109 h 1102894"/>
                <a:gd name="connsiteX4" fmla="*/ 434202 w 1047232"/>
                <a:gd name="connsiteY4" fmla="*/ 33863 h 1102894"/>
                <a:gd name="connsiteX5" fmla="*/ 485652 w 1047232"/>
                <a:gd name="connsiteY5" fmla="*/ 111888 h 1102894"/>
                <a:gd name="connsiteX6" fmla="*/ 526974 w 1047232"/>
                <a:gd name="connsiteY6" fmla="*/ 298770 h 1102894"/>
                <a:gd name="connsiteX7" fmla="*/ 597324 w 1047232"/>
                <a:gd name="connsiteY7" fmla="*/ 1009475 h 1102894"/>
                <a:gd name="connsiteX8" fmla="*/ 825809 w 1047232"/>
                <a:gd name="connsiteY8" fmla="*/ 1084272 h 1102894"/>
                <a:gd name="connsiteX9" fmla="*/ 879717 w 1047232"/>
                <a:gd name="connsiteY9" fmla="*/ 892654 h 1102894"/>
                <a:gd name="connsiteX10" fmla="*/ 1047232 w 1047232"/>
                <a:gd name="connsiteY10" fmla="*/ 0 h 1102894"/>
                <a:gd name="connsiteX0" fmla="*/ 0 w 1047232"/>
                <a:gd name="connsiteY0" fmla="*/ 1078033 h 1118575"/>
                <a:gd name="connsiteX1" fmla="*/ 144493 w 1047232"/>
                <a:gd name="connsiteY1" fmla="*/ 417980 h 1118575"/>
                <a:gd name="connsiteX2" fmla="*/ 247569 w 1047232"/>
                <a:gd name="connsiteY2" fmla="*/ 84154 h 1118575"/>
                <a:gd name="connsiteX3" fmla="*/ 347582 w 1047232"/>
                <a:gd name="connsiteY3" fmla="*/ 10109 h 1118575"/>
                <a:gd name="connsiteX4" fmla="*/ 434202 w 1047232"/>
                <a:gd name="connsiteY4" fmla="*/ 33863 h 1118575"/>
                <a:gd name="connsiteX5" fmla="*/ 485652 w 1047232"/>
                <a:gd name="connsiteY5" fmla="*/ 111888 h 1118575"/>
                <a:gd name="connsiteX6" fmla="*/ 526974 w 1047232"/>
                <a:gd name="connsiteY6" fmla="*/ 298770 h 1118575"/>
                <a:gd name="connsiteX7" fmla="*/ 587799 w 1047232"/>
                <a:gd name="connsiteY7" fmla="*/ 1043607 h 1118575"/>
                <a:gd name="connsiteX8" fmla="*/ 825809 w 1047232"/>
                <a:gd name="connsiteY8" fmla="*/ 1084272 h 1118575"/>
                <a:gd name="connsiteX9" fmla="*/ 879717 w 1047232"/>
                <a:gd name="connsiteY9" fmla="*/ 892654 h 1118575"/>
                <a:gd name="connsiteX10" fmla="*/ 1047232 w 1047232"/>
                <a:gd name="connsiteY10" fmla="*/ 0 h 1118575"/>
                <a:gd name="connsiteX0" fmla="*/ 0 w 1047232"/>
                <a:gd name="connsiteY0" fmla="*/ 1078033 h 1115281"/>
                <a:gd name="connsiteX1" fmla="*/ 144493 w 1047232"/>
                <a:gd name="connsiteY1" fmla="*/ 417980 h 1115281"/>
                <a:gd name="connsiteX2" fmla="*/ 247569 w 1047232"/>
                <a:gd name="connsiteY2" fmla="*/ 84154 h 1115281"/>
                <a:gd name="connsiteX3" fmla="*/ 347582 w 1047232"/>
                <a:gd name="connsiteY3" fmla="*/ 10109 h 1115281"/>
                <a:gd name="connsiteX4" fmla="*/ 434202 w 1047232"/>
                <a:gd name="connsiteY4" fmla="*/ 33863 h 1115281"/>
                <a:gd name="connsiteX5" fmla="*/ 485652 w 1047232"/>
                <a:gd name="connsiteY5" fmla="*/ 111888 h 1115281"/>
                <a:gd name="connsiteX6" fmla="*/ 526974 w 1047232"/>
                <a:gd name="connsiteY6" fmla="*/ 298770 h 1115281"/>
                <a:gd name="connsiteX7" fmla="*/ 587799 w 1047232"/>
                <a:gd name="connsiteY7" fmla="*/ 1043607 h 1115281"/>
                <a:gd name="connsiteX8" fmla="*/ 818666 w 1047232"/>
                <a:gd name="connsiteY8" fmla="*/ 1076686 h 1115281"/>
                <a:gd name="connsiteX9" fmla="*/ 879717 w 1047232"/>
                <a:gd name="connsiteY9" fmla="*/ 892654 h 1115281"/>
                <a:gd name="connsiteX10" fmla="*/ 1047232 w 1047232"/>
                <a:gd name="connsiteY10" fmla="*/ 0 h 1115281"/>
                <a:gd name="connsiteX0" fmla="*/ 0 w 1047232"/>
                <a:gd name="connsiteY0" fmla="*/ 1078033 h 1103237"/>
                <a:gd name="connsiteX1" fmla="*/ 144493 w 1047232"/>
                <a:gd name="connsiteY1" fmla="*/ 417980 h 1103237"/>
                <a:gd name="connsiteX2" fmla="*/ 247569 w 1047232"/>
                <a:gd name="connsiteY2" fmla="*/ 84154 h 1103237"/>
                <a:gd name="connsiteX3" fmla="*/ 347582 w 1047232"/>
                <a:gd name="connsiteY3" fmla="*/ 10109 h 1103237"/>
                <a:gd name="connsiteX4" fmla="*/ 434202 w 1047232"/>
                <a:gd name="connsiteY4" fmla="*/ 33863 h 1103237"/>
                <a:gd name="connsiteX5" fmla="*/ 485652 w 1047232"/>
                <a:gd name="connsiteY5" fmla="*/ 111888 h 1103237"/>
                <a:gd name="connsiteX6" fmla="*/ 526974 w 1047232"/>
                <a:gd name="connsiteY6" fmla="*/ 298770 h 1103237"/>
                <a:gd name="connsiteX7" fmla="*/ 597324 w 1047232"/>
                <a:gd name="connsiteY7" fmla="*/ 1020852 h 1103237"/>
                <a:gd name="connsiteX8" fmla="*/ 818666 w 1047232"/>
                <a:gd name="connsiteY8" fmla="*/ 1076686 h 1103237"/>
                <a:gd name="connsiteX9" fmla="*/ 879717 w 1047232"/>
                <a:gd name="connsiteY9" fmla="*/ 892654 h 1103237"/>
                <a:gd name="connsiteX10" fmla="*/ 1047232 w 1047232"/>
                <a:gd name="connsiteY10" fmla="*/ 0 h 1103237"/>
                <a:gd name="connsiteX0" fmla="*/ 0 w 1047232"/>
                <a:gd name="connsiteY0" fmla="*/ 1078033 h 1099818"/>
                <a:gd name="connsiteX1" fmla="*/ 144493 w 1047232"/>
                <a:gd name="connsiteY1" fmla="*/ 417980 h 1099818"/>
                <a:gd name="connsiteX2" fmla="*/ 247569 w 1047232"/>
                <a:gd name="connsiteY2" fmla="*/ 84154 h 1099818"/>
                <a:gd name="connsiteX3" fmla="*/ 347582 w 1047232"/>
                <a:gd name="connsiteY3" fmla="*/ 10109 h 1099818"/>
                <a:gd name="connsiteX4" fmla="*/ 434202 w 1047232"/>
                <a:gd name="connsiteY4" fmla="*/ 33863 h 1099818"/>
                <a:gd name="connsiteX5" fmla="*/ 485652 w 1047232"/>
                <a:gd name="connsiteY5" fmla="*/ 111888 h 1099818"/>
                <a:gd name="connsiteX6" fmla="*/ 526974 w 1047232"/>
                <a:gd name="connsiteY6" fmla="*/ 298770 h 1099818"/>
                <a:gd name="connsiteX7" fmla="*/ 606849 w 1047232"/>
                <a:gd name="connsiteY7" fmla="*/ 1013267 h 1099818"/>
                <a:gd name="connsiteX8" fmla="*/ 818666 w 1047232"/>
                <a:gd name="connsiteY8" fmla="*/ 1076686 h 1099818"/>
                <a:gd name="connsiteX9" fmla="*/ 879717 w 1047232"/>
                <a:gd name="connsiteY9" fmla="*/ 892654 h 1099818"/>
                <a:gd name="connsiteX10" fmla="*/ 1047232 w 1047232"/>
                <a:gd name="connsiteY10" fmla="*/ 0 h 1099818"/>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26974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19830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1365 w 1047232"/>
                <a:gd name="connsiteY5" fmla="*/ 111888 h 1090645"/>
                <a:gd name="connsiteX6" fmla="*/ 519830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71365 w 1047232"/>
                <a:gd name="connsiteY5" fmla="*/ 111888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75449 w 1047232"/>
                <a:gd name="connsiteY1" fmla="*/ 436942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75449 w 1047232"/>
                <a:gd name="connsiteY1" fmla="*/ 436942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18657"/>
                <a:gd name="connsiteY0" fmla="*/ 1100787 h 1100787"/>
                <a:gd name="connsiteX1" fmla="*/ 146874 w 1018657"/>
                <a:gd name="connsiteY1" fmla="*/ 436942 h 1100787"/>
                <a:gd name="connsiteX2" fmla="*/ 228519 w 1018657"/>
                <a:gd name="connsiteY2" fmla="*/ 118286 h 1100787"/>
                <a:gd name="connsiteX3" fmla="*/ 319007 w 1018657"/>
                <a:gd name="connsiteY3" fmla="*/ 17695 h 1100787"/>
                <a:gd name="connsiteX4" fmla="*/ 405627 w 1018657"/>
                <a:gd name="connsiteY4" fmla="*/ 33863 h 1100787"/>
                <a:gd name="connsiteX5" fmla="*/ 447553 w 1018657"/>
                <a:gd name="connsiteY5" fmla="*/ 104304 h 1100787"/>
                <a:gd name="connsiteX6" fmla="*/ 486492 w 1018657"/>
                <a:gd name="connsiteY6" fmla="*/ 298770 h 1100787"/>
                <a:gd name="connsiteX7" fmla="*/ 585418 w 1018657"/>
                <a:gd name="connsiteY7" fmla="*/ 1001888 h 1100787"/>
                <a:gd name="connsiteX8" fmla="*/ 787710 w 1018657"/>
                <a:gd name="connsiteY8" fmla="*/ 1069102 h 1100787"/>
                <a:gd name="connsiteX9" fmla="*/ 851142 w 1018657"/>
                <a:gd name="connsiteY9" fmla="*/ 892654 h 1100787"/>
                <a:gd name="connsiteX10" fmla="*/ 1018657 w 1018657"/>
                <a:gd name="connsiteY10" fmla="*/ 0 h 1100787"/>
                <a:gd name="connsiteX0" fmla="*/ 0 w 987701"/>
                <a:gd name="connsiteY0" fmla="*/ 1108371 h 1108371"/>
                <a:gd name="connsiteX1" fmla="*/ 115918 w 987701"/>
                <a:gd name="connsiteY1" fmla="*/ 436942 h 1108371"/>
                <a:gd name="connsiteX2" fmla="*/ 197563 w 987701"/>
                <a:gd name="connsiteY2" fmla="*/ 118286 h 1108371"/>
                <a:gd name="connsiteX3" fmla="*/ 288051 w 987701"/>
                <a:gd name="connsiteY3" fmla="*/ 17695 h 1108371"/>
                <a:gd name="connsiteX4" fmla="*/ 374671 w 987701"/>
                <a:gd name="connsiteY4" fmla="*/ 33863 h 1108371"/>
                <a:gd name="connsiteX5" fmla="*/ 416597 w 987701"/>
                <a:gd name="connsiteY5" fmla="*/ 104304 h 1108371"/>
                <a:gd name="connsiteX6" fmla="*/ 455536 w 987701"/>
                <a:gd name="connsiteY6" fmla="*/ 298770 h 1108371"/>
                <a:gd name="connsiteX7" fmla="*/ 554462 w 987701"/>
                <a:gd name="connsiteY7" fmla="*/ 1001888 h 1108371"/>
                <a:gd name="connsiteX8" fmla="*/ 756754 w 987701"/>
                <a:gd name="connsiteY8" fmla="*/ 1069102 h 1108371"/>
                <a:gd name="connsiteX9" fmla="*/ 820186 w 987701"/>
                <a:gd name="connsiteY9" fmla="*/ 892654 h 1108371"/>
                <a:gd name="connsiteX10" fmla="*/ 987701 w 987701"/>
                <a:gd name="connsiteY10" fmla="*/ 0 h 1108371"/>
                <a:gd name="connsiteX0" fmla="*/ 0 w 973414"/>
                <a:gd name="connsiteY0" fmla="*/ 1108371 h 1108371"/>
                <a:gd name="connsiteX1" fmla="*/ 101631 w 973414"/>
                <a:gd name="connsiteY1" fmla="*/ 436942 h 1108371"/>
                <a:gd name="connsiteX2" fmla="*/ 183276 w 973414"/>
                <a:gd name="connsiteY2" fmla="*/ 118286 h 1108371"/>
                <a:gd name="connsiteX3" fmla="*/ 273764 w 973414"/>
                <a:gd name="connsiteY3" fmla="*/ 17695 h 1108371"/>
                <a:gd name="connsiteX4" fmla="*/ 360384 w 973414"/>
                <a:gd name="connsiteY4" fmla="*/ 33863 h 1108371"/>
                <a:gd name="connsiteX5" fmla="*/ 402310 w 973414"/>
                <a:gd name="connsiteY5" fmla="*/ 104304 h 1108371"/>
                <a:gd name="connsiteX6" fmla="*/ 441249 w 973414"/>
                <a:gd name="connsiteY6" fmla="*/ 298770 h 1108371"/>
                <a:gd name="connsiteX7" fmla="*/ 540175 w 973414"/>
                <a:gd name="connsiteY7" fmla="*/ 1001888 h 1108371"/>
                <a:gd name="connsiteX8" fmla="*/ 742467 w 973414"/>
                <a:gd name="connsiteY8" fmla="*/ 1069102 h 1108371"/>
                <a:gd name="connsiteX9" fmla="*/ 805899 w 973414"/>
                <a:gd name="connsiteY9" fmla="*/ 892654 h 1108371"/>
                <a:gd name="connsiteX10" fmla="*/ 973414 w 973414"/>
                <a:gd name="connsiteY10" fmla="*/ 0 h 1108371"/>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94844"/>
                <a:gd name="connsiteY0" fmla="*/ 1142503 h 1142503"/>
                <a:gd name="connsiteX1" fmla="*/ 123061 w 994844"/>
                <a:gd name="connsiteY1" fmla="*/ 436942 h 1142503"/>
                <a:gd name="connsiteX2" fmla="*/ 204706 w 994844"/>
                <a:gd name="connsiteY2" fmla="*/ 118286 h 1142503"/>
                <a:gd name="connsiteX3" fmla="*/ 295194 w 994844"/>
                <a:gd name="connsiteY3" fmla="*/ 17695 h 1142503"/>
                <a:gd name="connsiteX4" fmla="*/ 381814 w 994844"/>
                <a:gd name="connsiteY4" fmla="*/ 33863 h 1142503"/>
                <a:gd name="connsiteX5" fmla="*/ 423740 w 994844"/>
                <a:gd name="connsiteY5" fmla="*/ 104304 h 1142503"/>
                <a:gd name="connsiteX6" fmla="*/ 462679 w 994844"/>
                <a:gd name="connsiteY6" fmla="*/ 298770 h 1142503"/>
                <a:gd name="connsiteX7" fmla="*/ 561605 w 994844"/>
                <a:gd name="connsiteY7" fmla="*/ 1001888 h 1142503"/>
                <a:gd name="connsiteX8" fmla="*/ 763897 w 994844"/>
                <a:gd name="connsiteY8" fmla="*/ 1069102 h 1142503"/>
                <a:gd name="connsiteX9" fmla="*/ 827329 w 994844"/>
                <a:gd name="connsiteY9" fmla="*/ 892654 h 1142503"/>
                <a:gd name="connsiteX10" fmla="*/ 994844 w 994844"/>
                <a:gd name="connsiteY10" fmla="*/ 0 h 1142503"/>
                <a:gd name="connsiteX0" fmla="*/ 0 w 1006751"/>
                <a:gd name="connsiteY0" fmla="*/ 1142503 h 1142503"/>
                <a:gd name="connsiteX1" fmla="*/ 134968 w 1006751"/>
                <a:gd name="connsiteY1" fmla="*/ 436942 h 1142503"/>
                <a:gd name="connsiteX2" fmla="*/ 216613 w 1006751"/>
                <a:gd name="connsiteY2" fmla="*/ 118286 h 1142503"/>
                <a:gd name="connsiteX3" fmla="*/ 307101 w 1006751"/>
                <a:gd name="connsiteY3" fmla="*/ 17695 h 1142503"/>
                <a:gd name="connsiteX4" fmla="*/ 393721 w 1006751"/>
                <a:gd name="connsiteY4" fmla="*/ 33863 h 1142503"/>
                <a:gd name="connsiteX5" fmla="*/ 435647 w 1006751"/>
                <a:gd name="connsiteY5" fmla="*/ 104304 h 1142503"/>
                <a:gd name="connsiteX6" fmla="*/ 474586 w 1006751"/>
                <a:gd name="connsiteY6" fmla="*/ 298770 h 1142503"/>
                <a:gd name="connsiteX7" fmla="*/ 573512 w 1006751"/>
                <a:gd name="connsiteY7" fmla="*/ 1001888 h 1142503"/>
                <a:gd name="connsiteX8" fmla="*/ 775804 w 1006751"/>
                <a:gd name="connsiteY8" fmla="*/ 1069102 h 1142503"/>
                <a:gd name="connsiteX9" fmla="*/ 839236 w 1006751"/>
                <a:gd name="connsiteY9" fmla="*/ 892654 h 1142503"/>
                <a:gd name="connsiteX10" fmla="*/ 1006751 w 1006751"/>
                <a:gd name="connsiteY10" fmla="*/ 0 h 1142503"/>
                <a:gd name="connsiteX0" fmla="*/ 0 w 1016276"/>
                <a:gd name="connsiteY0" fmla="*/ 1153881 h 1153881"/>
                <a:gd name="connsiteX1" fmla="*/ 144493 w 1016276"/>
                <a:gd name="connsiteY1" fmla="*/ 436942 h 1153881"/>
                <a:gd name="connsiteX2" fmla="*/ 226138 w 1016276"/>
                <a:gd name="connsiteY2" fmla="*/ 118286 h 1153881"/>
                <a:gd name="connsiteX3" fmla="*/ 316626 w 1016276"/>
                <a:gd name="connsiteY3" fmla="*/ 17695 h 1153881"/>
                <a:gd name="connsiteX4" fmla="*/ 403246 w 1016276"/>
                <a:gd name="connsiteY4" fmla="*/ 33863 h 1153881"/>
                <a:gd name="connsiteX5" fmla="*/ 445172 w 1016276"/>
                <a:gd name="connsiteY5" fmla="*/ 104304 h 1153881"/>
                <a:gd name="connsiteX6" fmla="*/ 484111 w 1016276"/>
                <a:gd name="connsiteY6" fmla="*/ 298770 h 1153881"/>
                <a:gd name="connsiteX7" fmla="*/ 583037 w 1016276"/>
                <a:gd name="connsiteY7" fmla="*/ 1001888 h 1153881"/>
                <a:gd name="connsiteX8" fmla="*/ 785329 w 1016276"/>
                <a:gd name="connsiteY8" fmla="*/ 1069102 h 1153881"/>
                <a:gd name="connsiteX9" fmla="*/ 848761 w 1016276"/>
                <a:gd name="connsiteY9" fmla="*/ 892654 h 1153881"/>
                <a:gd name="connsiteX10" fmla="*/ 1016276 w 1016276"/>
                <a:gd name="connsiteY10" fmla="*/ 0 h 1153881"/>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11513"/>
                <a:gd name="connsiteY0" fmla="*/ 1161467 h 1161467"/>
                <a:gd name="connsiteX1" fmla="*/ 125442 w 1011513"/>
                <a:gd name="connsiteY1" fmla="*/ 425564 h 1161467"/>
                <a:gd name="connsiteX2" fmla="*/ 214232 w 1011513"/>
                <a:gd name="connsiteY2" fmla="*/ 110702 h 1161467"/>
                <a:gd name="connsiteX3" fmla="*/ 311863 w 1011513"/>
                <a:gd name="connsiteY3" fmla="*/ 17695 h 1161467"/>
                <a:gd name="connsiteX4" fmla="*/ 398483 w 1011513"/>
                <a:gd name="connsiteY4" fmla="*/ 33863 h 1161467"/>
                <a:gd name="connsiteX5" fmla="*/ 440409 w 1011513"/>
                <a:gd name="connsiteY5" fmla="*/ 104304 h 1161467"/>
                <a:gd name="connsiteX6" fmla="*/ 479348 w 1011513"/>
                <a:gd name="connsiteY6" fmla="*/ 298770 h 1161467"/>
                <a:gd name="connsiteX7" fmla="*/ 578274 w 1011513"/>
                <a:gd name="connsiteY7" fmla="*/ 1001888 h 1161467"/>
                <a:gd name="connsiteX8" fmla="*/ 780566 w 1011513"/>
                <a:gd name="connsiteY8" fmla="*/ 1069102 h 1161467"/>
                <a:gd name="connsiteX9" fmla="*/ 843998 w 1011513"/>
                <a:gd name="connsiteY9" fmla="*/ 892654 h 1161467"/>
                <a:gd name="connsiteX10" fmla="*/ 1011513 w 1011513"/>
                <a:gd name="connsiteY10" fmla="*/ 0 h 1161467"/>
                <a:gd name="connsiteX0" fmla="*/ 0 w 1011513"/>
                <a:gd name="connsiteY0" fmla="*/ 1134919 h 1134919"/>
                <a:gd name="connsiteX1" fmla="*/ 125442 w 1011513"/>
                <a:gd name="connsiteY1" fmla="*/ 425564 h 1134919"/>
                <a:gd name="connsiteX2" fmla="*/ 214232 w 1011513"/>
                <a:gd name="connsiteY2" fmla="*/ 110702 h 1134919"/>
                <a:gd name="connsiteX3" fmla="*/ 311863 w 1011513"/>
                <a:gd name="connsiteY3" fmla="*/ 17695 h 1134919"/>
                <a:gd name="connsiteX4" fmla="*/ 398483 w 1011513"/>
                <a:gd name="connsiteY4" fmla="*/ 33863 h 1134919"/>
                <a:gd name="connsiteX5" fmla="*/ 440409 w 1011513"/>
                <a:gd name="connsiteY5" fmla="*/ 104304 h 1134919"/>
                <a:gd name="connsiteX6" fmla="*/ 479348 w 1011513"/>
                <a:gd name="connsiteY6" fmla="*/ 298770 h 1134919"/>
                <a:gd name="connsiteX7" fmla="*/ 578274 w 1011513"/>
                <a:gd name="connsiteY7" fmla="*/ 1001888 h 1134919"/>
                <a:gd name="connsiteX8" fmla="*/ 780566 w 1011513"/>
                <a:gd name="connsiteY8" fmla="*/ 1069102 h 1134919"/>
                <a:gd name="connsiteX9" fmla="*/ 843998 w 1011513"/>
                <a:gd name="connsiteY9" fmla="*/ 892654 h 1134919"/>
                <a:gd name="connsiteX10" fmla="*/ 1011513 w 1011513"/>
                <a:gd name="connsiteY10" fmla="*/ 0 h 1134919"/>
                <a:gd name="connsiteX0" fmla="*/ 0 w 1004369"/>
                <a:gd name="connsiteY0" fmla="*/ 1100785 h 1100785"/>
                <a:gd name="connsiteX1" fmla="*/ 118298 w 1004369"/>
                <a:gd name="connsiteY1" fmla="*/ 425564 h 1100785"/>
                <a:gd name="connsiteX2" fmla="*/ 207088 w 1004369"/>
                <a:gd name="connsiteY2" fmla="*/ 110702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7089 w 1004369"/>
                <a:gd name="connsiteY2" fmla="*/ 9173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9132"/>
                <a:gd name="connsiteY0" fmla="*/ 1123539 h 1123539"/>
                <a:gd name="connsiteX1" fmla="*/ 123061 w 1009132"/>
                <a:gd name="connsiteY1" fmla="*/ 425564 h 1123539"/>
                <a:gd name="connsiteX2" fmla="*/ 211852 w 1009132"/>
                <a:gd name="connsiteY2" fmla="*/ 91739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87947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58286 w 1009132"/>
                <a:gd name="connsiteY9" fmla="*/ 892655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72573 w 1009132"/>
                <a:gd name="connsiteY9" fmla="*/ 900241 h 1123539"/>
                <a:gd name="connsiteX10" fmla="*/ 1009132 w 1009132"/>
                <a:gd name="connsiteY10" fmla="*/ 0 h 1123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9132" h="1123539">
                  <a:moveTo>
                    <a:pt x="0" y="1123539"/>
                  </a:moveTo>
                  <a:cubicBezTo>
                    <a:pt x="24709" y="966136"/>
                    <a:pt x="88149" y="600059"/>
                    <a:pt x="123061" y="425564"/>
                  </a:cubicBezTo>
                  <a:cubicBezTo>
                    <a:pt x="157973" y="251069"/>
                    <a:pt x="172447" y="136965"/>
                    <a:pt x="209471" y="76571"/>
                  </a:cubicBezTo>
                  <a:cubicBezTo>
                    <a:pt x="246495" y="16177"/>
                    <a:pt x="285521" y="22917"/>
                    <a:pt x="316626" y="17695"/>
                  </a:cubicBezTo>
                  <a:cubicBezTo>
                    <a:pt x="347731" y="12473"/>
                    <a:pt x="376265" y="29542"/>
                    <a:pt x="396102" y="45241"/>
                  </a:cubicBezTo>
                  <a:cubicBezTo>
                    <a:pt x="415939" y="60940"/>
                    <a:pt x="422567" y="69635"/>
                    <a:pt x="435647" y="111890"/>
                  </a:cubicBezTo>
                  <a:cubicBezTo>
                    <a:pt x="448727" y="154145"/>
                    <a:pt x="474908" y="264811"/>
                    <a:pt x="474585" y="298770"/>
                  </a:cubicBezTo>
                  <a:cubicBezTo>
                    <a:pt x="483787" y="328937"/>
                    <a:pt x="555471" y="878834"/>
                    <a:pt x="575893" y="1001888"/>
                  </a:cubicBezTo>
                  <a:cubicBezTo>
                    <a:pt x="598697" y="1124941"/>
                    <a:pt x="758806" y="1091100"/>
                    <a:pt x="778185" y="1069102"/>
                  </a:cubicBezTo>
                  <a:cubicBezTo>
                    <a:pt x="797564" y="1054689"/>
                    <a:pt x="832632" y="1077340"/>
                    <a:pt x="872573" y="900241"/>
                  </a:cubicBezTo>
                  <a:cubicBezTo>
                    <a:pt x="911622" y="737717"/>
                    <a:pt x="983909" y="142988"/>
                    <a:pt x="1009132" y="0"/>
                  </a:cubicBezTo>
                </a:path>
              </a:pathLst>
            </a:custGeom>
            <a:noFill/>
            <a:ln w="31750"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19" name="Freeform 319">
              <a:extLst>
                <a:ext uri="{FF2B5EF4-FFF2-40B4-BE49-F238E27FC236}">
                  <a16:creationId xmlns:a16="http://schemas.microsoft.com/office/drawing/2014/main" id="{158838A1-0BFE-32CE-4000-D4B3AE31A141}"/>
                </a:ext>
              </a:extLst>
            </p:cNvPr>
            <p:cNvSpPr/>
            <p:nvPr/>
          </p:nvSpPr>
          <p:spPr>
            <a:xfrm rot="10800000">
              <a:off x="7805826" y="1714930"/>
              <a:ext cx="798894" cy="496579"/>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56857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49714 w 1047232"/>
                <a:gd name="connsiteY7" fmla="*/ 941210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35426 w 1047232"/>
                <a:gd name="connsiteY7" fmla="*/ 94879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2212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6850 w 1047232"/>
                <a:gd name="connsiteY7" fmla="*/ 98292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590181 w 1047232"/>
                <a:gd name="connsiteY7" fmla="*/ 990513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4468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816284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81269"/>
                <a:gd name="connsiteX1" fmla="*/ 144493 w 1047232"/>
                <a:gd name="connsiteY1" fmla="*/ 417980 h 1081269"/>
                <a:gd name="connsiteX2" fmla="*/ 247569 w 1047232"/>
                <a:gd name="connsiteY2" fmla="*/ 84154 h 1081269"/>
                <a:gd name="connsiteX3" fmla="*/ 347582 w 1047232"/>
                <a:gd name="connsiteY3" fmla="*/ 10109 h 1081269"/>
                <a:gd name="connsiteX4" fmla="*/ 434202 w 1047232"/>
                <a:gd name="connsiteY4" fmla="*/ 33863 h 1081269"/>
                <a:gd name="connsiteX5" fmla="*/ 485652 w 1047232"/>
                <a:gd name="connsiteY5" fmla="*/ 111888 h 1081269"/>
                <a:gd name="connsiteX6" fmla="*/ 526974 w 1047232"/>
                <a:gd name="connsiteY6" fmla="*/ 298770 h 1081269"/>
                <a:gd name="connsiteX7" fmla="*/ 597324 w 1047232"/>
                <a:gd name="connsiteY7" fmla="*/ 1009475 h 1081269"/>
                <a:gd name="connsiteX8" fmla="*/ 816284 w 1047232"/>
                <a:gd name="connsiteY8" fmla="*/ 1057723 h 1081269"/>
                <a:gd name="connsiteX9" fmla="*/ 879717 w 1047232"/>
                <a:gd name="connsiteY9" fmla="*/ 892654 h 1081269"/>
                <a:gd name="connsiteX10" fmla="*/ 1047232 w 1047232"/>
                <a:gd name="connsiteY10" fmla="*/ 0 h 1081269"/>
                <a:gd name="connsiteX0" fmla="*/ 0 w 1047232"/>
                <a:gd name="connsiteY0" fmla="*/ 1078033 h 1090524"/>
                <a:gd name="connsiteX1" fmla="*/ 144493 w 1047232"/>
                <a:gd name="connsiteY1" fmla="*/ 417980 h 1090524"/>
                <a:gd name="connsiteX2" fmla="*/ 247569 w 1047232"/>
                <a:gd name="connsiteY2" fmla="*/ 84154 h 1090524"/>
                <a:gd name="connsiteX3" fmla="*/ 347582 w 1047232"/>
                <a:gd name="connsiteY3" fmla="*/ 10109 h 1090524"/>
                <a:gd name="connsiteX4" fmla="*/ 434202 w 1047232"/>
                <a:gd name="connsiteY4" fmla="*/ 33863 h 1090524"/>
                <a:gd name="connsiteX5" fmla="*/ 485652 w 1047232"/>
                <a:gd name="connsiteY5" fmla="*/ 111888 h 1090524"/>
                <a:gd name="connsiteX6" fmla="*/ 526974 w 1047232"/>
                <a:gd name="connsiteY6" fmla="*/ 298770 h 1090524"/>
                <a:gd name="connsiteX7" fmla="*/ 597324 w 1047232"/>
                <a:gd name="connsiteY7" fmla="*/ 1009475 h 1090524"/>
                <a:gd name="connsiteX8" fmla="*/ 821046 w 1047232"/>
                <a:gd name="connsiteY8" fmla="*/ 1076687 h 1090524"/>
                <a:gd name="connsiteX9" fmla="*/ 879717 w 1047232"/>
                <a:gd name="connsiteY9" fmla="*/ 892654 h 1090524"/>
                <a:gd name="connsiteX10" fmla="*/ 1047232 w 1047232"/>
                <a:gd name="connsiteY10" fmla="*/ 0 h 1090524"/>
                <a:gd name="connsiteX0" fmla="*/ 0 w 1047232"/>
                <a:gd name="connsiteY0" fmla="*/ 1078033 h 1098229"/>
                <a:gd name="connsiteX1" fmla="*/ 144493 w 1047232"/>
                <a:gd name="connsiteY1" fmla="*/ 417980 h 1098229"/>
                <a:gd name="connsiteX2" fmla="*/ 247569 w 1047232"/>
                <a:gd name="connsiteY2" fmla="*/ 84154 h 1098229"/>
                <a:gd name="connsiteX3" fmla="*/ 347582 w 1047232"/>
                <a:gd name="connsiteY3" fmla="*/ 10109 h 1098229"/>
                <a:gd name="connsiteX4" fmla="*/ 434202 w 1047232"/>
                <a:gd name="connsiteY4" fmla="*/ 33863 h 1098229"/>
                <a:gd name="connsiteX5" fmla="*/ 485652 w 1047232"/>
                <a:gd name="connsiteY5" fmla="*/ 111888 h 1098229"/>
                <a:gd name="connsiteX6" fmla="*/ 526974 w 1047232"/>
                <a:gd name="connsiteY6" fmla="*/ 298770 h 1098229"/>
                <a:gd name="connsiteX7" fmla="*/ 597324 w 1047232"/>
                <a:gd name="connsiteY7" fmla="*/ 1009475 h 1098229"/>
                <a:gd name="connsiteX8" fmla="*/ 821046 w 1047232"/>
                <a:gd name="connsiteY8" fmla="*/ 1076687 h 1098229"/>
                <a:gd name="connsiteX9" fmla="*/ 879717 w 1047232"/>
                <a:gd name="connsiteY9" fmla="*/ 892654 h 1098229"/>
                <a:gd name="connsiteX10" fmla="*/ 1047232 w 1047232"/>
                <a:gd name="connsiteY10" fmla="*/ 0 h 1098229"/>
                <a:gd name="connsiteX0" fmla="*/ 0 w 1047232"/>
                <a:gd name="connsiteY0" fmla="*/ 1078033 h 1102894"/>
                <a:gd name="connsiteX1" fmla="*/ 144493 w 1047232"/>
                <a:gd name="connsiteY1" fmla="*/ 417980 h 1102894"/>
                <a:gd name="connsiteX2" fmla="*/ 247569 w 1047232"/>
                <a:gd name="connsiteY2" fmla="*/ 84154 h 1102894"/>
                <a:gd name="connsiteX3" fmla="*/ 347582 w 1047232"/>
                <a:gd name="connsiteY3" fmla="*/ 10109 h 1102894"/>
                <a:gd name="connsiteX4" fmla="*/ 434202 w 1047232"/>
                <a:gd name="connsiteY4" fmla="*/ 33863 h 1102894"/>
                <a:gd name="connsiteX5" fmla="*/ 485652 w 1047232"/>
                <a:gd name="connsiteY5" fmla="*/ 111888 h 1102894"/>
                <a:gd name="connsiteX6" fmla="*/ 526974 w 1047232"/>
                <a:gd name="connsiteY6" fmla="*/ 298770 h 1102894"/>
                <a:gd name="connsiteX7" fmla="*/ 597324 w 1047232"/>
                <a:gd name="connsiteY7" fmla="*/ 1009475 h 1102894"/>
                <a:gd name="connsiteX8" fmla="*/ 825809 w 1047232"/>
                <a:gd name="connsiteY8" fmla="*/ 1084272 h 1102894"/>
                <a:gd name="connsiteX9" fmla="*/ 879717 w 1047232"/>
                <a:gd name="connsiteY9" fmla="*/ 892654 h 1102894"/>
                <a:gd name="connsiteX10" fmla="*/ 1047232 w 1047232"/>
                <a:gd name="connsiteY10" fmla="*/ 0 h 1102894"/>
                <a:gd name="connsiteX0" fmla="*/ 0 w 1047232"/>
                <a:gd name="connsiteY0" fmla="*/ 1078033 h 1118575"/>
                <a:gd name="connsiteX1" fmla="*/ 144493 w 1047232"/>
                <a:gd name="connsiteY1" fmla="*/ 417980 h 1118575"/>
                <a:gd name="connsiteX2" fmla="*/ 247569 w 1047232"/>
                <a:gd name="connsiteY2" fmla="*/ 84154 h 1118575"/>
                <a:gd name="connsiteX3" fmla="*/ 347582 w 1047232"/>
                <a:gd name="connsiteY3" fmla="*/ 10109 h 1118575"/>
                <a:gd name="connsiteX4" fmla="*/ 434202 w 1047232"/>
                <a:gd name="connsiteY4" fmla="*/ 33863 h 1118575"/>
                <a:gd name="connsiteX5" fmla="*/ 485652 w 1047232"/>
                <a:gd name="connsiteY5" fmla="*/ 111888 h 1118575"/>
                <a:gd name="connsiteX6" fmla="*/ 526974 w 1047232"/>
                <a:gd name="connsiteY6" fmla="*/ 298770 h 1118575"/>
                <a:gd name="connsiteX7" fmla="*/ 587799 w 1047232"/>
                <a:gd name="connsiteY7" fmla="*/ 1043607 h 1118575"/>
                <a:gd name="connsiteX8" fmla="*/ 825809 w 1047232"/>
                <a:gd name="connsiteY8" fmla="*/ 1084272 h 1118575"/>
                <a:gd name="connsiteX9" fmla="*/ 879717 w 1047232"/>
                <a:gd name="connsiteY9" fmla="*/ 892654 h 1118575"/>
                <a:gd name="connsiteX10" fmla="*/ 1047232 w 1047232"/>
                <a:gd name="connsiteY10" fmla="*/ 0 h 1118575"/>
                <a:gd name="connsiteX0" fmla="*/ 0 w 1047232"/>
                <a:gd name="connsiteY0" fmla="*/ 1078033 h 1115281"/>
                <a:gd name="connsiteX1" fmla="*/ 144493 w 1047232"/>
                <a:gd name="connsiteY1" fmla="*/ 417980 h 1115281"/>
                <a:gd name="connsiteX2" fmla="*/ 247569 w 1047232"/>
                <a:gd name="connsiteY2" fmla="*/ 84154 h 1115281"/>
                <a:gd name="connsiteX3" fmla="*/ 347582 w 1047232"/>
                <a:gd name="connsiteY3" fmla="*/ 10109 h 1115281"/>
                <a:gd name="connsiteX4" fmla="*/ 434202 w 1047232"/>
                <a:gd name="connsiteY4" fmla="*/ 33863 h 1115281"/>
                <a:gd name="connsiteX5" fmla="*/ 485652 w 1047232"/>
                <a:gd name="connsiteY5" fmla="*/ 111888 h 1115281"/>
                <a:gd name="connsiteX6" fmla="*/ 526974 w 1047232"/>
                <a:gd name="connsiteY6" fmla="*/ 298770 h 1115281"/>
                <a:gd name="connsiteX7" fmla="*/ 587799 w 1047232"/>
                <a:gd name="connsiteY7" fmla="*/ 1043607 h 1115281"/>
                <a:gd name="connsiteX8" fmla="*/ 818666 w 1047232"/>
                <a:gd name="connsiteY8" fmla="*/ 1076686 h 1115281"/>
                <a:gd name="connsiteX9" fmla="*/ 879717 w 1047232"/>
                <a:gd name="connsiteY9" fmla="*/ 892654 h 1115281"/>
                <a:gd name="connsiteX10" fmla="*/ 1047232 w 1047232"/>
                <a:gd name="connsiteY10" fmla="*/ 0 h 1115281"/>
                <a:gd name="connsiteX0" fmla="*/ 0 w 1047232"/>
                <a:gd name="connsiteY0" fmla="*/ 1078033 h 1103237"/>
                <a:gd name="connsiteX1" fmla="*/ 144493 w 1047232"/>
                <a:gd name="connsiteY1" fmla="*/ 417980 h 1103237"/>
                <a:gd name="connsiteX2" fmla="*/ 247569 w 1047232"/>
                <a:gd name="connsiteY2" fmla="*/ 84154 h 1103237"/>
                <a:gd name="connsiteX3" fmla="*/ 347582 w 1047232"/>
                <a:gd name="connsiteY3" fmla="*/ 10109 h 1103237"/>
                <a:gd name="connsiteX4" fmla="*/ 434202 w 1047232"/>
                <a:gd name="connsiteY4" fmla="*/ 33863 h 1103237"/>
                <a:gd name="connsiteX5" fmla="*/ 485652 w 1047232"/>
                <a:gd name="connsiteY5" fmla="*/ 111888 h 1103237"/>
                <a:gd name="connsiteX6" fmla="*/ 526974 w 1047232"/>
                <a:gd name="connsiteY6" fmla="*/ 298770 h 1103237"/>
                <a:gd name="connsiteX7" fmla="*/ 597324 w 1047232"/>
                <a:gd name="connsiteY7" fmla="*/ 1020852 h 1103237"/>
                <a:gd name="connsiteX8" fmla="*/ 818666 w 1047232"/>
                <a:gd name="connsiteY8" fmla="*/ 1076686 h 1103237"/>
                <a:gd name="connsiteX9" fmla="*/ 879717 w 1047232"/>
                <a:gd name="connsiteY9" fmla="*/ 892654 h 1103237"/>
                <a:gd name="connsiteX10" fmla="*/ 1047232 w 1047232"/>
                <a:gd name="connsiteY10" fmla="*/ 0 h 1103237"/>
                <a:gd name="connsiteX0" fmla="*/ 0 w 1047232"/>
                <a:gd name="connsiteY0" fmla="*/ 1078033 h 1099818"/>
                <a:gd name="connsiteX1" fmla="*/ 144493 w 1047232"/>
                <a:gd name="connsiteY1" fmla="*/ 417980 h 1099818"/>
                <a:gd name="connsiteX2" fmla="*/ 247569 w 1047232"/>
                <a:gd name="connsiteY2" fmla="*/ 84154 h 1099818"/>
                <a:gd name="connsiteX3" fmla="*/ 347582 w 1047232"/>
                <a:gd name="connsiteY3" fmla="*/ 10109 h 1099818"/>
                <a:gd name="connsiteX4" fmla="*/ 434202 w 1047232"/>
                <a:gd name="connsiteY4" fmla="*/ 33863 h 1099818"/>
                <a:gd name="connsiteX5" fmla="*/ 485652 w 1047232"/>
                <a:gd name="connsiteY5" fmla="*/ 111888 h 1099818"/>
                <a:gd name="connsiteX6" fmla="*/ 526974 w 1047232"/>
                <a:gd name="connsiteY6" fmla="*/ 298770 h 1099818"/>
                <a:gd name="connsiteX7" fmla="*/ 606849 w 1047232"/>
                <a:gd name="connsiteY7" fmla="*/ 1013267 h 1099818"/>
                <a:gd name="connsiteX8" fmla="*/ 818666 w 1047232"/>
                <a:gd name="connsiteY8" fmla="*/ 1076686 h 1099818"/>
                <a:gd name="connsiteX9" fmla="*/ 879717 w 1047232"/>
                <a:gd name="connsiteY9" fmla="*/ 892654 h 1099818"/>
                <a:gd name="connsiteX10" fmla="*/ 1047232 w 1047232"/>
                <a:gd name="connsiteY10" fmla="*/ 0 h 1099818"/>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26974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19830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1365 w 1047232"/>
                <a:gd name="connsiteY5" fmla="*/ 111888 h 1090645"/>
                <a:gd name="connsiteX6" fmla="*/ 519830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71365 w 1047232"/>
                <a:gd name="connsiteY5" fmla="*/ 111888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75449 w 1047232"/>
                <a:gd name="connsiteY1" fmla="*/ 436942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75449 w 1047232"/>
                <a:gd name="connsiteY1" fmla="*/ 436942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18657"/>
                <a:gd name="connsiteY0" fmla="*/ 1100787 h 1100787"/>
                <a:gd name="connsiteX1" fmla="*/ 146874 w 1018657"/>
                <a:gd name="connsiteY1" fmla="*/ 436942 h 1100787"/>
                <a:gd name="connsiteX2" fmla="*/ 228519 w 1018657"/>
                <a:gd name="connsiteY2" fmla="*/ 118286 h 1100787"/>
                <a:gd name="connsiteX3" fmla="*/ 319007 w 1018657"/>
                <a:gd name="connsiteY3" fmla="*/ 17695 h 1100787"/>
                <a:gd name="connsiteX4" fmla="*/ 405627 w 1018657"/>
                <a:gd name="connsiteY4" fmla="*/ 33863 h 1100787"/>
                <a:gd name="connsiteX5" fmla="*/ 447553 w 1018657"/>
                <a:gd name="connsiteY5" fmla="*/ 104304 h 1100787"/>
                <a:gd name="connsiteX6" fmla="*/ 486492 w 1018657"/>
                <a:gd name="connsiteY6" fmla="*/ 298770 h 1100787"/>
                <a:gd name="connsiteX7" fmla="*/ 585418 w 1018657"/>
                <a:gd name="connsiteY7" fmla="*/ 1001888 h 1100787"/>
                <a:gd name="connsiteX8" fmla="*/ 787710 w 1018657"/>
                <a:gd name="connsiteY8" fmla="*/ 1069102 h 1100787"/>
                <a:gd name="connsiteX9" fmla="*/ 851142 w 1018657"/>
                <a:gd name="connsiteY9" fmla="*/ 892654 h 1100787"/>
                <a:gd name="connsiteX10" fmla="*/ 1018657 w 1018657"/>
                <a:gd name="connsiteY10" fmla="*/ 0 h 1100787"/>
                <a:gd name="connsiteX0" fmla="*/ 0 w 987701"/>
                <a:gd name="connsiteY0" fmla="*/ 1108371 h 1108371"/>
                <a:gd name="connsiteX1" fmla="*/ 115918 w 987701"/>
                <a:gd name="connsiteY1" fmla="*/ 436942 h 1108371"/>
                <a:gd name="connsiteX2" fmla="*/ 197563 w 987701"/>
                <a:gd name="connsiteY2" fmla="*/ 118286 h 1108371"/>
                <a:gd name="connsiteX3" fmla="*/ 288051 w 987701"/>
                <a:gd name="connsiteY3" fmla="*/ 17695 h 1108371"/>
                <a:gd name="connsiteX4" fmla="*/ 374671 w 987701"/>
                <a:gd name="connsiteY4" fmla="*/ 33863 h 1108371"/>
                <a:gd name="connsiteX5" fmla="*/ 416597 w 987701"/>
                <a:gd name="connsiteY5" fmla="*/ 104304 h 1108371"/>
                <a:gd name="connsiteX6" fmla="*/ 455536 w 987701"/>
                <a:gd name="connsiteY6" fmla="*/ 298770 h 1108371"/>
                <a:gd name="connsiteX7" fmla="*/ 554462 w 987701"/>
                <a:gd name="connsiteY7" fmla="*/ 1001888 h 1108371"/>
                <a:gd name="connsiteX8" fmla="*/ 756754 w 987701"/>
                <a:gd name="connsiteY8" fmla="*/ 1069102 h 1108371"/>
                <a:gd name="connsiteX9" fmla="*/ 820186 w 987701"/>
                <a:gd name="connsiteY9" fmla="*/ 892654 h 1108371"/>
                <a:gd name="connsiteX10" fmla="*/ 987701 w 987701"/>
                <a:gd name="connsiteY10" fmla="*/ 0 h 1108371"/>
                <a:gd name="connsiteX0" fmla="*/ 0 w 973414"/>
                <a:gd name="connsiteY0" fmla="*/ 1108371 h 1108371"/>
                <a:gd name="connsiteX1" fmla="*/ 101631 w 973414"/>
                <a:gd name="connsiteY1" fmla="*/ 436942 h 1108371"/>
                <a:gd name="connsiteX2" fmla="*/ 183276 w 973414"/>
                <a:gd name="connsiteY2" fmla="*/ 118286 h 1108371"/>
                <a:gd name="connsiteX3" fmla="*/ 273764 w 973414"/>
                <a:gd name="connsiteY3" fmla="*/ 17695 h 1108371"/>
                <a:gd name="connsiteX4" fmla="*/ 360384 w 973414"/>
                <a:gd name="connsiteY4" fmla="*/ 33863 h 1108371"/>
                <a:gd name="connsiteX5" fmla="*/ 402310 w 973414"/>
                <a:gd name="connsiteY5" fmla="*/ 104304 h 1108371"/>
                <a:gd name="connsiteX6" fmla="*/ 441249 w 973414"/>
                <a:gd name="connsiteY6" fmla="*/ 298770 h 1108371"/>
                <a:gd name="connsiteX7" fmla="*/ 540175 w 973414"/>
                <a:gd name="connsiteY7" fmla="*/ 1001888 h 1108371"/>
                <a:gd name="connsiteX8" fmla="*/ 742467 w 973414"/>
                <a:gd name="connsiteY8" fmla="*/ 1069102 h 1108371"/>
                <a:gd name="connsiteX9" fmla="*/ 805899 w 973414"/>
                <a:gd name="connsiteY9" fmla="*/ 892654 h 1108371"/>
                <a:gd name="connsiteX10" fmla="*/ 973414 w 973414"/>
                <a:gd name="connsiteY10" fmla="*/ 0 h 1108371"/>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94844"/>
                <a:gd name="connsiteY0" fmla="*/ 1142503 h 1142503"/>
                <a:gd name="connsiteX1" fmla="*/ 123061 w 994844"/>
                <a:gd name="connsiteY1" fmla="*/ 436942 h 1142503"/>
                <a:gd name="connsiteX2" fmla="*/ 204706 w 994844"/>
                <a:gd name="connsiteY2" fmla="*/ 118286 h 1142503"/>
                <a:gd name="connsiteX3" fmla="*/ 295194 w 994844"/>
                <a:gd name="connsiteY3" fmla="*/ 17695 h 1142503"/>
                <a:gd name="connsiteX4" fmla="*/ 381814 w 994844"/>
                <a:gd name="connsiteY4" fmla="*/ 33863 h 1142503"/>
                <a:gd name="connsiteX5" fmla="*/ 423740 w 994844"/>
                <a:gd name="connsiteY5" fmla="*/ 104304 h 1142503"/>
                <a:gd name="connsiteX6" fmla="*/ 462679 w 994844"/>
                <a:gd name="connsiteY6" fmla="*/ 298770 h 1142503"/>
                <a:gd name="connsiteX7" fmla="*/ 561605 w 994844"/>
                <a:gd name="connsiteY7" fmla="*/ 1001888 h 1142503"/>
                <a:gd name="connsiteX8" fmla="*/ 763897 w 994844"/>
                <a:gd name="connsiteY8" fmla="*/ 1069102 h 1142503"/>
                <a:gd name="connsiteX9" fmla="*/ 827329 w 994844"/>
                <a:gd name="connsiteY9" fmla="*/ 892654 h 1142503"/>
                <a:gd name="connsiteX10" fmla="*/ 994844 w 994844"/>
                <a:gd name="connsiteY10" fmla="*/ 0 h 1142503"/>
                <a:gd name="connsiteX0" fmla="*/ 0 w 1006751"/>
                <a:gd name="connsiteY0" fmla="*/ 1142503 h 1142503"/>
                <a:gd name="connsiteX1" fmla="*/ 134968 w 1006751"/>
                <a:gd name="connsiteY1" fmla="*/ 436942 h 1142503"/>
                <a:gd name="connsiteX2" fmla="*/ 216613 w 1006751"/>
                <a:gd name="connsiteY2" fmla="*/ 118286 h 1142503"/>
                <a:gd name="connsiteX3" fmla="*/ 307101 w 1006751"/>
                <a:gd name="connsiteY3" fmla="*/ 17695 h 1142503"/>
                <a:gd name="connsiteX4" fmla="*/ 393721 w 1006751"/>
                <a:gd name="connsiteY4" fmla="*/ 33863 h 1142503"/>
                <a:gd name="connsiteX5" fmla="*/ 435647 w 1006751"/>
                <a:gd name="connsiteY5" fmla="*/ 104304 h 1142503"/>
                <a:gd name="connsiteX6" fmla="*/ 474586 w 1006751"/>
                <a:gd name="connsiteY6" fmla="*/ 298770 h 1142503"/>
                <a:gd name="connsiteX7" fmla="*/ 573512 w 1006751"/>
                <a:gd name="connsiteY7" fmla="*/ 1001888 h 1142503"/>
                <a:gd name="connsiteX8" fmla="*/ 775804 w 1006751"/>
                <a:gd name="connsiteY8" fmla="*/ 1069102 h 1142503"/>
                <a:gd name="connsiteX9" fmla="*/ 839236 w 1006751"/>
                <a:gd name="connsiteY9" fmla="*/ 892654 h 1142503"/>
                <a:gd name="connsiteX10" fmla="*/ 1006751 w 1006751"/>
                <a:gd name="connsiteY10" fmla="*/ 0 h 1142503"/>
                <a:gd name="connsiteX0" fmla="*/ 0 w 1016276"/>
                <a:gd name="connsiteY0" fmla="*/ 1153881 h 1153881"/>
                <a:gd name="connsiteX1" fmla="*/ 144493 w 1016276"/>
                <a:gd name="connsiteY1" fmla="*/ 436942 h 1153881"/>
                <a:gd name="connsiteX2" fmla="*/ 226138 w 1016276"/>
                <a:gd name="connsiteY2" fmla="*/ 118286 h 1153881"/>
                <a:gd name="connsiteX3" fmla="*/ 316626 w 1016276"/>
                <a:gd name="connsiteY3" fmla="*/ 17695 h 1153881"/>
                <a:gd name="connsiteX4" fmla="*/ 403246 w 1016276"/>
                <a:gd name="connsiteY4" fmla="*/ 33863 h 1153881"/>
                <a:gd name="connsiteX5" fmla="*/ 445172 w 1016276"/>
                <a:gd name="connsiteY5" fmla="*/ 104304 h 1153881"/>
                <a:gd name="connsiteX6" fmla="*/ 484111 w 1016276"/>
                <a:gd name="connsiteY6" fmla="*/ 298770 h 1153881"/>
                <a:gd name="connsiteX7" fmla="*/ 583037 w 1016276"/>
                <a:gd name="connsiteY7" fmla="*/ 1001888 h 1153881"/>
                <a:gd name="connsiteX8" fmla="*/ 785329 w 1016276"/>
                <a:gd name="connsiteY8" fmla="*/ 1069102 h 1153881"/>
                <a:gd name="connsiteX9" fmla="*/ 848761 w 1016276"/>
                <a:gd name="connsiteY9" fmla="*/ 892654 h 1153881"/>
                <a:gd name="connsiteX10" fmla="*/ 1016276 w 1016276"/>
                <a:gd name="connsiteY10" fmla="*/ 0 h 1153881"/>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11513"/>
                <a:gd name="connsiteY0" fmla="*/ 1161467 h 1161467"/>
                <a:gd name="connsiteX1" fmla="*/ 125442 w 1011513"/>
                <a:gd name="connsiteY1" fmla="*/ 425564 h 1161467"/>
                <a:gd name="connsiteX2" fmla="*/ 214232 w 1011513"/>
                <a:gd name="connsiteY2" fmla="*/ 110702 h 1161467"/>
                <a:gd name="connsiteX3" fmla="*/ 311863 w 1011513"/>
                <a:gd name="connsiteY3" fmla="*/ 17695 h 1161467"/>
                <a:gd name="connsiteX4" fmla="*/ 398483 w 1011513"/>
                <a:gd name="connsiteY4" fmla="*/ 33863 h 1161467"/>
                <a:gd name="connsiteX5" fmla="*/ 440409 w 1011513"/>
                <a:gd name="connsiteY5" fmla="*/ 104304 h 1161467"/>
                <a:gd name="connsiteX6" fmla="*/ 479348 w 1011513"/>
                <a:gd name="connsiteY6" fmla="*/ 298770 h 1161467"/>
                <a:gd name="connsiteX7" fmla="*/ 578274 w 1011513"/>
                <a:gd name="connsiteY7" fmla="*/ 1001888 h 1161467"/>
                <a:gd name="connsiteX8" fmla="*/ 780566 w 1011513"/>
                <a:gd name="connsiteY8" fmla="*/ 1069102 h 1161467"/>
                <a:gd name="connsiteX9" fmla="*/ 843998 w 1011513"/>
                <a:gd name="connsiteY9" fmla="*/ 892654 h 1161467"/>
                <a:gd name="connsiteX10" fmla="*/ 1011513 w 1011513"/>
                <a:gd name="connsiteY10" fmla="*/ 0 h 1161467"/>
                <a:gd name="connsiteX0" fmla="*/ 0 w 1011513"/>
                <a:gd name="connsiteY0" fmla="*/ 1134919 h 1134919"/>
                <a:gd name="connsiteX1" fmla="*/ 125442 w 1011513"/>
                <a:gd name="connsiteY1" fmla="*/ 425564 h 1134919"/>
                <a:gd name="connsiteX2" fmla="*/ 214232 w 1011513"/>
                <a:gd name="connsiteY2" fmla="*/ 110702 h 1134919"/>
                <a:gd name="connsiteX3" fmla="*/ 311863 w 1011513"/>
                <a:gd name="connsiteY3" fmla="*/ 17695 h 1134919"/>
                <a:gd name="connsiteX4" fmla="*/ 398483 w 1011513"/>
                <a:gd name="connsiteY4" fmla="*/ 33863 h 1134919"/>
                <a:gd name="connsiteX5" fmla="*/ 440409 w 1011513"/>
                <a:gd name="connsiteY5" fmla="*/ 104304 h 1134919"/>
                <a:gd name="connsiteX6" fmla="*/ 479348 w 1011513"/>
                <a:gd name="connsiteY6" fmla="*/ 298770 h 1134919"/>
                <a:gd name="connsiteX7" fmla="*/ 578274 w 1011513"/>
                <a:gd name="connsiteY7" fmla="*/ 1001888 h 1134919"/>
                <a:gd name="connsiteX8" fmla="*/ 780566 w 1011513"/>
                <a:gd name="connsiteY8" fmla="*/ 1069102 h 1134919"/>
                <a:gd name="connsiteX9" fmla="*/ 843998 w 1011513"/>
                <a:gd name="connsiteY9" fmla="*/ 892654 h 1134919"/>
                <a:gd name="connsiteX10" fmla="*/ 1011513 w 1011513"/>
                <a:gd name="connsiteY10" fmla="*/ 0 h 1134919"/>
                <a:gd name="connsiteX0" fmla="*/ 0 w 1004369"/>
                <a:gd name="connsiteY0" fmla="*/ 1100785 h 1100785"/>
                <a:gd name="connsiteX1" fmla="*/ 118298 w 1004369"/>
                <a:gd name="connsiteY1" fmla="*/ 425564 h 1100785"/>
                <a:gd name="connsiteX2" fmla="*/ 207088 w 1004369"/>
                <a:gd name="connsiteY2" fmla="*/ 110702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7089 w 1004369"/>
                <a:gd name="connsiteY2" fmla="*/ 9173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9132"/>
                <a:gd name="connsiteY0" fmla="*/ 1123539 h 1123539"/>
                <a:gd name="connsiteX1" fmla="*/ 123061 w 1009132"/>
                <a:gd name="connsiteY1" fmla="*/ 425564 h 1123539"/>
                <a:gd name="connsiteX2" fmla="*/ 211852 w 1009132"/>
                <a:gd name="connsiteY2" fmla="*/ 91739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87947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58286 w 1009132"/>
                <a:gd name="connsiteY9" fmla="*/ 892655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72573 w 1009132"/>
                <a:gd name="connsiteY9" fmla="*/ 900241 h 1123539"/>
                <a:gd name="connsiteX10" fmla="*/ 1009132 w 1009132"/>
                <a:gd name="connsiteY10" fmla="*/ 0 h 1123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9132" h="1123539">
                  <a:moveTo>
                    <a:pt x="0" y="1123539"/>
                  </a:moveTo>
                  <a:cubicBezTo>
                    <a:pt x="24709" y="966136"/>
                    <a:pt x="88149" y="600059"/>
                    <a:pt x="123061" y="425564"/>
                  </a:cubicBezTo>
                  <a:cubicBezTo>
                    <a:pt x="157973" y="251069"/>
                    <a:pt x="172447" y="136965"/>
                    <a:pt x="209471" y="76571"/>
                  </a:cubicBezTo>
                  <a:cubicBezTo>
                    <a:pt x="246495" y="16177"/>
                    <a:pt x="285521" y="22917"/>
                    <a:pt x="316626" y="17695"/>
                  </a:cubicBezTo>
                  <a:cubicBezTo>
                    <a:pt x="347731" y="12473"/>
                    <a:pt x="376265" y="29542"/>
                    <a:pt x="396102" y="45241"/>
                  </a:cubicBezTo>
                  <a:cubicBezTo>
                    <a:pt x="415939" y="60940"/>
                    <a:pt x="422567" y="69635"/>
                    <a:pt x="435647" y="111890"/>
                  </a:cubicBezTo>
                  <a:cubicBezTo>
                    <a:pt x="448727" y="154145"/>
                    <a:pt x="474908" y="264811"/>
                    <a:pt x="474585" y="298770"/>
                  </a:cubicBezTo>
                  <a:cubicBezTo>
                    <a:pt x="483787" y="328937"/>
                    <a:pt x="555471" y="878834"/>
                    <a:pt x="575893" y="1001888"/>
                  </a:cubicBezTo>
                  <a:cubicBezTo>
                    <a:pt x="598697" y="1124941"/>
                    <a:pt x="758806" y="1091100"/>
                    <a:pt x="778185" y="1069102"/>
                  </a:cubicBezTo>
                  <a:cubicBezTo>
                    <a:pt x="797564" y="1054689"/>
                    <a:pt x="832632" y="1077340"/>
                    <a:pt x="872573" y="900241"/>
                  </a:cubicBezTo>
                  <a:cubicBezTo>
                    <a:pt x="911622" y="737717"/>
                    <a:pt x="983909" y="142988"/>
                    <a:pt x="1009132" y="0"/>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20" name="Freeform 320">
              <a:extLst>
                <a:ext uri="{FF2B5EF4-FFF2-40B4-BE49-F238E27FC236}">
                  <a16:creationId xmlns:a16="http://schemas.microsoft.com/office/drawing/2014/main" id="{940E9AE2-7D88-D9DA-3AC8-0B635AAB592C}"/>
                </a:ext>
              </a:extLst>
            </p:cNvPr>
            <p:cNvSpPr/>
            <p:nvPr/>
          </p:nvSpPr>
          <p:spPr>
            <a:xfrm rot="10800000">
              <a:off x="8057294" y="2328171"/>
              <a:ext cx="798894" cy="496579"/>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80669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56857 w 1047232"/>
                <a:gd name="connsiteY7" fmla="*/ 92224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49714 w 1047232"/>
                <a:gd name="connsiteY7" fmla="*/ 941210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35426 w 1047232"/>
                <a:gd name="connsiteY7" fmla="*/ 948796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2212 w 1047232"/>
                <a:gd name="connsiteY6" fmla="*/ 291184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23519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6850 w 1047232"/>
                <a:gd name="connsiteY7" fmla="*/ 98292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590181 w 1047232"/>
                <a:gd name="connsiteY7" fmla="*/ 990513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04468 w 1047232"/>
                <a:gd name="connsiteY7" fmla="*/ 967758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0306 w 1047232"/>
                <a:gd name="connsiteY6" fmla="*/ 306355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19831 w 1047232"/>
                <a:gd name="connsiteY6" fmla="*/ 302563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18755 w 1047232"/>
                <a:gd name="connsiteY7" fmla="*/ 96017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3 h 1078033"/>
                <a:gd name="connsiteX5" fmla="*/ 485652 w 1047232"/>
                <a:gd name="connsiteY5" fmla="*/ 111888 h 1078033"/>
                <a:gd name="connsiteX6" fmla="*/ 526974 w 1047232"/>
                <a:gd name="connsiteY6" fmla="*/ 298770 h 1078033"/>
                <a:gd name="connsiteX7" fmla="*/ 606849 w 1047232"/>
                <a:gd name="connsiteY7" fmla="*/ 975342 h 1078033"/>
                <a:gd name="connsiteX8" fmla="*/ 816284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81269"/>
                <a:gd name="connsiteX1" fmla="*/ 144493 w 1047232"/>
                <a:gd name="connsiteY1" fmla="*/ 417980 h 1081269"/>
                <a:gd name="connsiteX2" fmla="*/ 247569 w 1047232"/>
                <a:gd name="connsiteY2" fmla="*/ 84154 h 1081269"/>
                <a:gd name="connsiteX3" fmla="*/ 347582 w 1047232"/>
                <a:gd name="connsiteY3" fmla="*/ 10109 h 1081269"/>
                <a:gd name="connsiteX4" fmla="*/ 434202 w 1047232"/>
                <a:gd name="connsiteY4" fmla="*/ 33863 h 1081269"/>
                <a:gd name="connsiteX5" fmla="*/ 485652 w 1047232"/>
                <a:gd name="connsiteY5" fmla="*/ 111888 h 1081269"/>
                <a:gd name="connsiteX6" fmla="*/ 526974 w 1047232"/>
                <a:gd name="connsiteY6" fmla="*/ 298770 h 1081269"/>
                <a:gd name="connsiteX7" fmla="*/ 597324 w 1047232"/>
                <a:gd name="connsiteY7" fmla="*/ 1009475 h 1081269"/>
                <a:gd name="connsiteX8" fmla="*/ 816284 w 1047232"/>
                <a:gd name="connsiteY8" fmla="*/ 1057723 h 1081269"/>
                <a:gd name="connsiteX9" fmla="*/ 879717 w 1047232"/>
                <a:gd name="connsiteY9" fmla="*/ 892654 h 1081269"/>
                <a:gd name="connsiteX10" fmla="*/ 1047232 w 1047232"/>
                <a:gd name="connsiteY10" fmla="*/ 0 h 1081269"/>
                <a:gd name="connsiteX0" fmla="*/ 0 w 1047232"/>
                <a:gd name="connsiteY0" fmla="*/ 1078033 h 1090524"/>
                <a:gd name="connsiteX1" fmla="*/ 144493 w 1047232"/>
                <a:gd name="connsiteY1" fmla="*/ 417980 h 1090524"/>
                <a:gd name="connsiteX2" fmla="*/ 247569 w 1047232"/>
                <a:gd name="connsiteY2" fmla="*/ 84154 h 1090524"/>
                <a:gd name="connsiteX3" fmla="*/ 347582 w 1047232"/>
                <a:gd name="connsiteY3" fmla="*/ 10109 h 1090524"/>
                <a:gd name="connsiteX4" fmla="*/ 434202 w 1047232"/>
                <a:gd name="connsiteY4" fmla="*/ 33863 h 1090524"/>
                <a:gd name="connsiteX5" fmla="*/ 485652 w 1047232"/>
                <a:gd name="connsiteY5" fmla="*/ 111888 h 1090524"/>
                <a:gd name="connsiteX6" fmla="*/ 526974 w 1047232"/>
                <a:gd name="connsiteY6" fmla="*/ 298770 h 1090524"/>
                <a:gd name="connsiteX7" fmla="*/ 597324 w 1047232"/>
                <a:gd name="connsiteY7" fmla="*/ 1009475 h 1090524"/>
                <a:gd name="connsiteX8" fmla="*/ 821046 w 1047232"/>
                <a:gd name="connsiteY8" fmla="*/ 1076687 h 1090524"/>
                <a:gd name="connsiteX9" fmla="*/ 879717 w 1047232"/>
                <a:gd name="connsiteY9" fmla="*/ 892654 h 1090524"/>
                <a:gd name="connsiteX10" fmla="*/ 1047232 w 1047232"/>
                <a:gd name="connsiteY10" fmla="*/ 0 h 1090524"/>
                <a:gd name="connsiteX0" fmla="*/ 0 w 1047232"/>
                <a:gd name="connsiteY0" fmla="*/ 1078033 h 1098229"/>
                <a:gd name="connsiteX1" fmla="*/ 144493 w 1047232"/>
                <a:gd name="connsiteY1" fmla="*/ 417980 h 1098229"/>
                <a:gd name="connsiteX2" fmla="*/ 247569 w 1047232"/>
                <a:gd name="connsiteY2" fmla="*/ 84154 h 1098229"/>
                <a:gd name="connsiteX3" fmla="*/ 347582 w 1047232"/>
                <a:gd name="connsiteY3" fmla="*/ 10109 h 1098229"/>
                <a:gd name="connsiteX4" fmla="*/ 434202 w 1047232"/>
                <a:gd name="connsiteY4" fmla="*/ 33863 h 1098229"/>
                <a:gd name="connsiteX5" fmla="*/ 485652 w 1047232"/>
                <a:gd name="connsiteY5" fmla="*/ 111888 h 1098229"/>
                <a:gd name="connsiteX6" fmla="*/ 526974 w 1047232"/>
                <a:gd name="connsiteY6" fmla="*/ 298770 h 1098229"/>
                <a:gd name="connsiteX7" fmla="*/ 597324 w 1047232"/>
                <a:gd name="connsiteY7" fmla="*/ 1009475 h 1098229"/>
                <a:gd name="connsiteX8" fmla="*/ 821046 w 1047232"/>
                <a:gd name="connsiteY8" fmla="*/ 1076687 h 1098229"/>
                <a:gd name="connsiteX9" fmla="*/ 879717 w 1047232"/>
                <a:gd name="connsiteY9" fmla="*/ 892654 h 1098229"/>
                <a:gd name="connsiteX10" fmla="*/ 1047232 w 1047232"/>
                <a:gd name="connsiteY10" fmla="*/ 0 h 1098229"/>
                <a:gd name="connsiteX0" fmla="*/ 0 w 1047232"/>
                <a:gd name="connsiteY0" fmla="*/ 1078033 h 1102894"/>
                <a:gd name="connsiteX1" fmla="*/ 144493 w 1047232"/>
                <a:gd name="connsiteY1" fmla="*/ 417980 h 1102894"/>
                <a:gd name="connsiteX2" fmla="*/ 247569 w 1047232"/>
                <a:gd name="connsiteY2" fmla="*/ 84154 h 1102894"/>
                <a:gd name="connsiteX3" fmla="*/ 347582 w 1047232"/>
                <a:gd name="connsiteY3" fmla="*/ 10109 h 1102894"/>
                <a:gd name="connsiteX4" fmla="*/ 434202 w 1047232"/>
                <a:gd name="connsiteY4" fmla="*/ 33863 h 1102894"/>
                <a:gd name="connsiteX5" fmla="*/ 485652 w 1047232"/>
                <a:gd name="connsiteY5" fmla="*/ 111888 h 1102894"/>
                <a:gd name="connsiteX6" fmla="*/ 526974 w 1047232"/>
                <a:gd name="connsiteY6" fmla="*/ 298770 h 1102894"/>
                <a:gd name="connsiteX7" fmla="*/ 597324 w 1047232"/>
                <a:gd name="connsiteY7" fmla="*/ 1009475 h 1102894"/>
                <a:gd name="connsiteX8" fmla="*/ 825809 w 1047232"/>
                <a:gd name="connsiteY8" fmla="*/ 1084272 h 1102894"/>
                <a:gd name="connsiteX9" fmla="*/ 879717 w 1047232"/>
                <a:gd name="connsiteY9" fmla="*/ 892654 h 1102894"/>
                <a:gd name="connsiteX10" fmla="*/ 1047232 w 1047232"/>
                <a:gd name="connsiteY10" fmla="*/ 0 h 1102894"/>
                <a:gd name="connsiteX0" fmla="*/ 0 w 1047232"/>
                <a:gd name="connsiteY0" fmla="*/ 1078033 h 1118575"/>
                <a:gd name="connsiteX1" fmla="*/ 144493 w 1047232"/>
                <a:gd name="connsiteY1" fmla="*/ 417980 h 1118575"/>
                <a:gd name="connsiteX2" fmla="*/ 247569 w 1047232"/>
                <a:gd name="connsiteY2" fmla="*/ 84154 h 1118575"/>
                <a:gd name="connsiteX3" fmla="*/ 347582 w 1047232"/>
                <a:gd name="connsiteY3" fmla="*/ 10109 h 1118575"/>
                <a:gd name="connsiteX4" fmla="*/ 434202 w 1047232"/>
                <a:gd name="connsiteY4" fmla="*/ 33863 h 1118575"/>
                <a:gd name="connsiteX5" fmla="*/ 485652 w 1047232"/>
                <a:gd name="connsiteY5" fmla="*/ 111888 h 1118575"/>
                <a:gd name="connsiteX6" fmla="*/ 526974 w 1047232"/>
                <a:gd name="connsiteY6" fmla="*/ 298770 h 1118575"/>
                <a:gd name="connsiteX7" fmla="*/ 587799 w 1047232"/>
                <a:gd name="connsiteY7" fmla="*/ 1043607 h 1118575"/>
                <a:gd name="connsiteX8" fmla="*/ 825809 w 1047232"/>
                <a:gd name="connsiteY8" fmla="*/ 1084272 h 1118575"/>
                <a:gd name="connsiteX9" fmla="*/ 879717 w 1047232"/>
                <a:gd name="connsiteY9" fmla="*/ 892654 h 1118575"/>
                <a:gd name="connsiteX10" fmla="*/ 1047232 w 1047232"/>
                <a:gd name="connsiteY10" fmla="*/ 0 h 1118575"/>
                <a:gd name="connsiteX0" fmla="*/ 0 w 1047232"/>
                <a:gd name="connsiteY0" fmla="*/ 1078033 h 1115281"/>
                <a:gd name="connsiteX1" fmla="*/ 144493 w 1047232"/>
                <a:gd name="connsiteY1" fmla="*/ 417980 h 1115281"/>
                <a:gd name="connsiteX2" fmla="*/ 247569 w 1047232"/>
                <a:gd name="connsiteY2" fmla="*/ 84154 h 1115281"/>
                <a:gd name="connsiteX3" fmla="*/ 347582 w 1047232"/>
                <a:gd name="connsiteY3" fmla="*/ 10109 h 1115281"/>
                <a:gd name="connsiteX4" fmla="*/ 434202 w 1047232"/>
                <a:gd name="connsiteY4" fmla="*/ 33863 h 1115281"/>
                <a:gd name="connsiteX5" fmla="*/ 485652 w 1047232"/>
                <a:gd name="connsiteY5" fmla="*/ 111888 h 1115281"/>
                <a:gd name="connsiteX6" fmla="*/ 526974 w 1047232"/>
                <a:gd name="connsiteY6" fmla="*/ 298770 h 1115281"/>
                <a:gd name="connsiteX7" fmla="*/ 587799 w 1047232"/>
                <a:gd name="connsiteY7" fmla="*/ 1043607 h 1115281"/>
                <a:gd name="connsiteX8" fmla="*/ 818666 w 1047232"/>
                <a:gd name="connsiteY8" fmla="*/ 1076686 h 1115281"/>
                <a:gd name="connsiteX9" fmla="*/ 879717 w 1047232"/>
                <a:gd name="connsiteY9" fmla="*/ 892654 h 1115281"/>
                <a:gd name="connsiteX10" fmla="*/ 1047232 w 1047232"/>
                <a:gd name="connsiteY10" fmla="*/ 0 h 1115281"/>
                <a:gd name="connsiteX0" fmla="*/ 0 w 1047232"/>
                <a:gd name="connsiteY0" fmla="*/ 1078033 h 1103237"/>
                <a:gd name="connsiteX1" fmla="*/ 144493 w 1047232"/>
                <a:gd name="connsiteY1" fmla="*/ 417980 h 1103237"/>
                <a:gd name="connsiteX2" fmla="*/ 247569 w 1047232"/>
                <a:gd name="connsiteY2" fmla="*/ 84154 h 1103237"/>
                <a:gd name="connsiteX3" fmla="*/ 347582 w 1047232"/>
                <a:gd name="connsiteY3" fmla="*/ 10109 h 1103237"/>
                <a:gd name="connsiteX4" fmla="*/ 434202 w 1047232"/>
                <a:gd name="connsiteY4" fmla="*/ 33863 h 1103237"/>
                <a:gd name="connsiteX5" fmla="*/ 485652 w 1047232"/>
                <a:gd name="connsiteY5" fmla="*/ 111888 h 1103237"/>
                <a:gd name="connsiteX6" fmla="*/ 526974 w 1047232"/>
                <a:gd name="connsiteY6" fmla="*/ 298770 h 1103237"/>
                <a:gd name="connsiteX7" fmla="*/ 597324 w 1047232"/>
                <a:gd name="connsiteY7" fmla="*/ 1020852 h 1103237"/>
                <a:gd name="connsiteX8" fmla="*/ 818666 w 1047232"/>
                <a:gd name="connsiteY8" fmla="*/ 1076686 h 1103237"/>
                <a:gd name="connsiteX9" fmla="*/ 879717 w 1047232"/>
                <a:gd name="connsiteY9" fmla="*/ 892654 h 1103237"/>
                <a:gd name="connsiteX10" fmla="*/ 1047232 w 1047232"/>
                <a:gd name="connsiteY10" fmla="*/ 0 h 1103237"/>
                <a:gd name="connsiteX0" fmla="*/ 0 w 1047232"/>
                <a:gd name="connsiteY0" fmla="*/ 1078033 h 1099818"/>
                <a:gd name="connsiteX1" fmla="*/ 144493 w 1047232"/>
                <a:gd name="connsiteY1" fmla="*/ 417980 h 1099818"/>
                <a:gd name="connsiteX2" fmla="*/ 247569 w 1047232"/>
                <a:gd name="connsiteY2" fmla="*/ 84154 h 1099818"/>
                <a:gd name="connsiteX3" fmla="*/ 347582 w 1047232"/>
                <a:gd name="connsiteY3" fmla="*/ 10109 h 1099818"/>
                <a:gd name="connsiteX4" fmla="*/ 434202 w 1047232"/>
                <a:gd name="connsiteY4" fmla="*/ 33863 h 1099818"/>
                <a:gd name="connsiteX5" fmla="*/ 485652 w 1047232"/>
                <a:gd name="connsiteY5" fmla="*/ 111888 h 1099818"/>
                <a:gd name="connsiteX6" fmla="*/ 526974 w 1047232"/>
                <a:gd name="connsiteY6" fmla="*/ 298770 h 1099818"/>
                <a:gd name="connsiteX7" fmla="*/ 606849 w 1047232"/>
                <a:gd name="connsiteY7" fmla="*/ 1013267 h 1099818"/>
                <a:gd name="connsiteX8" fmla="*/ 818666 w 1047232"/>
                <a:gd name="connsiteY8" fmla="*/ 1076686 h 1099818"/>
                <a:gd name="connsiteX9" fmla="*/ 879717 w 1047232"/>
                <a:gd name="connsiteY9" fmla="*/ 892654 h 1099818"/>
                <a:gd name="connsiteX10" fmla="*/ 1047232 w 1047232"/>
                <a:gd name="connsiteY10" fmla="*/ 0 h 1099818"/>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5652"/>
                <a:gd name="connsiteX1" fmla="*/ 144493 w 1047232"/>
                <a:gd name="connsiteY1" fmla="*/ 417980 h 1095652"/>
                <a:gd name="connsiteX2" fmla="*/ 247569 w 1047232"/>
                <a:gd name="connsiteY2" fmla="*/ 84154 h 1095652"/>
                <a:gd name="connsiteX3" fmla="*/ 347582 w 1047232"/>
                <a:gd name="connsiteY3" fmla="*/ 10109 h 1095652"/>
                <a:gd name="connsiteX4" fmla="*/ 434202 w 1047232"/>
                <a:gd name="connsiteY4" fmla="*/ 33863 h 1095652"/>
                <a:gd name="connsiteX5" fmla="*/ 485652 w 1047232"/>
                <a:gd name="connsiteY5" fmla="*/ 111888 h 1095652"/>
                <a:gd name="connsiteX6" fmla="*/ 526974 w 1047232"/>
                <a:gd name="connsiteY6" fmla="*/ 298770 h 1095652"/>
                <a:gd name="connsiteX7" fmla="*/ 606849 w 1047232"/>
                <a:gd name="connsiteY7" fmla="*/ 1013267 h 1095652"/>
                <a:gd name="connsiteX8" fmla="*/ 816285 w 1047232"/>
                <a:gd name="connsiteY8" fmla="*/ 1069102 h 1095652"/>
                <a:gd name="connsiteX9" fmla="*/ 879717 w 1047232"/>
                <a:gd name="connsiteY9" fmla="*/ 892654 h 1095652"/>
                <a:gd name="connsiteX10" fmla="*/ 1047232 w 1047232"/>
                <a:gd name="connsiteY10" fmla="*/ 0 h 1095652"/>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26974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85652 w 1047232"/>
                <a:gd name="connsiteY5" fmla="*/ 111888 h 1090645"/>
                <a:gd name="connsiteX6" fmla="*/ 526974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85652 w 1047232"/>
                <a:gd name="connsiteY5" fmla="*/ 111888 h 1090643"/>
                <a:gd name="connsiteX6" fmla="*/ 519830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1365 w 1047232"/>
                <a:gd name="connsiteY5" fmla="*/ 111888 h 1090645"/>
                <a:gd name="connsiteX6" fmla="*/ 519830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0109 h 1090643"/>
                <a:gd name="connsiteX4" fmla="*/ 434202 w 1047232"/>
                <a:gd name="connsiteY4" fmla="*/ 33863 h 1090643"/>
                <a:gd name="connsiteX5" fmla="*/ 471365 w 1047232"/>
                <a:gd name="connsiteY5" fmla="*/ 111888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47569 w 1047232"/>
                <a:gd name="connsiteY2" fmla="*/ 84154 h 1090645"/>
                <a:gd name="connsiteX3" fmla="*/ 347582 w 1047232"/>
                <a:gd name="connsiteY3" fmla="*/ 10109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47569 w 1047232"/>
                <a:gd name="connsiteY2" fmla="*/ 84154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44493 w 1047232"/>
                <a:gd name="connsiteY1" fmla="*/ 417980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44493 w 1047232"/>
                <a:gd name="connsiteY1" fmla="*/ 417980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47232"/>
                <a:gd name="connsiteY0" fmla="*/ 1078033 h 1090645"/>
                <a:gd name="connsiteX1" fmla="*/ 175449 w 1047232"/>
                <a:gd name="connsiteY1" fmla="*/ 436942 h 1090645"/>
                <a:gd name="connsiteX2" fmla="*/ 257094 w 1047232"/>
                <a:gd name="connsiteY2" fmla="*/ 118286 h 1090645"/>
                <a:gd name="connsiteX3" fmla="*/ 347582 w 1047232"/>
                <a:gd name="connsiteY3" fmla="*/ 17695 h 1090645"/>
                <a:gd name="connsiteX4" fmla="*/ 434202 w 1047232"/>
                <a:gd name="connsiteY4" fmla="*/ 33863 h 1090645"/>
                <a:gd name="connsiteX5" fmla="*/ 476128 w 1047232"/>
                <a:gd name="connsiteY5" fmla="*/ 104304 h 1090645"/>
                <a:gd name="connsiteX6" fmla="*/ 515067 w 1047232"/>
                <a:gd name="connsiteY6" fmla="*/ 298770 h 1090645"/>
                <a:gd name="connsiteX7" fmla="*/ 613993 w 1047232"/>
                <a:gd name="connsiteY7" fmla="*/ 1001888 h 1090645"/>
                <a:gd name="connsiteX8" fmla="*/ 816285 w 1047232"/>
                <a:gd name="connsiteY8" fmla="*/ 1069102 h 1090645"/>
                <a:gd name="connsiteX9" fmla="*/ 879717 w 1047232"/>
                <a:gd name="connsiteY9" fmla="*/ 892654 h 1090645"/>
                <a:gd name="connsiteX10" fmla="*/ 1047232 w 1047232"/>
                <a:gd name="connsiteY10" fmla="*/ 0 h 1090645"/>
                <a:gd name="connsiteX0" fmla="*/ 0 w 1047232"/>
                <a:gd name="connsiteY0" fmla="*/ 1078033 h 1090643"/>
                <a:gd name="connsiteX1" fmla="*/ 175449 w 1047232"/>
                <a:gd name="connsiteY1" fmla="*/ 436942 h 1090643"/>
                <a:gd name="connsiteX2" fmla="*/ 257094 w 1047232"/>
                <a:gd name="connsiteY2" fmla="*/ 118286 h 1090643"/>
                <a:gd name="connsiteX3" fmla="*/ 347582 w 1047232"/>
                <a:gd name="connsiteY3" fmla="*/ 17695 h 1090643"/>
                <a:gd name="connsiteX4" fmla="*/ 434202 w 1047232"/>
                <a:gd name="connsiteY4" fmla="*/ 33863 h 1090643"/>
                <a:gd name="connsiteX5" fmla="*/ 476128 w 1047232"/>
                <a:gd name="connsiteY5" fmla="*/ 104304 h 1090643"/>
                <a:gd name="connsiteX6" fmla="*/ 515067 w 1047232"/>
                <a:gd name="connsiteY6" fmla="*/ 298770 h 1090643"/>
                <a:gd name="connsiteX7" fmla="*/ 613993 w 1047232"/>
                <a:gd name="connsiteY7" fmla="*/ 1001888 h 1090643"/>
                <a:gd name="connsiteX8" fmla="*/ 816285 w 1047232"/>
                <a:gd name="connsiteY8" fmla="*/ 1069102 h 1090643"/>
                <a:gd name="connsiteX9" fmla="*/ 879717 w 1047232"/>
                <a:gd name="connsiteY9" fmla="*/ 892654 h 1090643"/>
                <a:gd name="connsiteX10" fmla="*/ 1047232 w 1047232"/>
                <a:gd name="connsiteY10" fmla="*/ 0 h 1090643"/>
                <a:gd name="connsiteX0" fmla="*/ 0 w 1018657"/>
                <a:gd name="connsiteY0" fmla="*/ 1100787 h 1100787"/>
                <a:gd name="connsiteX1" fmla="*/ 146874 w 1018657"/>
                <a:gd name="connsiteY1" fmla="*/ 436942 h 1100787"/>
                <a:gd name="connsiteX2" fmla="*/ 228519 w 1018657"/>
                <a:gd name="connsiteY2" fmla="*/ 118286 h 1100787"/>
                <a:gd name="connsiteX3" fmla="*/ 319007 w 1018657"/>
                <a:gd name="connsiteY3" fmla="*/ 17695 h 1100787"/>
                <a:gd name="connsiteX4" fmla="*/ 405627 w 1018657"/>
                <a:gd name="connsiteY4" fmla="*/ 33863 h 1100787"/>
                <a:gd name="connsiteX5" fmla="*/ 447553 w 1018657"/>
                <a:gd name="connsiteY5" fmla="*/ 104304 h 1100787"/>
                <a:gd name="connsiteX6" fmla="*/ 486492 w 1018657"/>
                <a:gd name="connsiteY6" fmla="*/ 298770 h 1100787"/>
                <a:gd name="connsiteX7" fmla="*/ 585418 w 1018657"/>
                <a:gd name="connsiteY7" fmla="*/ 1001888 h 1100787"/>
                <a:gd name="connsiteX8" fmla="*/ 787710 w 1018657"/>
                <a:gd name="connsiteY8" fmla="*/ 1069102 h 1100787"/>
                <a:gd name="connsiteX9" fmla="*/ 851142 w 1018657"/>
                <a:gd name="connsiteY9" fmla="*/ 892654 h 1100787"/>
                <a:gd name="connsiteX10" fmla="*/ 1018657 w 1018657"/>
                <a:gd name="connsiteY10" fmla="*/ 0 h 1100787"/>
                <a:gd name="connsiteX0" fmla="*/ 0 w 987701"/>
                <a:gd name="connsiteY0" fmla="*/ 1108371 h 1108371"/>
                <a:gd name="connsiteX1" fmla="*/ 115918 w 987701"/>
                <a:gd name="connsiteY1" fmla="*/ 436942 h 1108371"/>
                <a:gd name="connsiteX2" fmla="*/ 197563 w 987701"/>
                <a:gd name="connsiteY2" fmla="*/ 118286 h 1108371"/>
                <a:gd name="connsiteX3" fmla="*/ 288051 w 987701"/>
                <a:gd name="connsiteY3" fmla="*/ 17695 h 1108371"/>
                <a:gd name="connsiteX4" fmla="*/ 374671 w 987701"/>
                <a:gd name="connsiteY4" fmla="*/ 33863 h 1108371"/>
                <a:gd name="connsiteX5" fmla="*/ 416597 w 987701"/>
                <a:gd name="connsiteY5" fmla="*/ 104304 h 1108371"/>
                <a:gd name="connsiteX6" fmla="*/ 455536 w 987701"/>
                <a:gd name="connsiteY6" fmla="*/ 298770 h 1108371"/>
                <a:gd name="connsiteX7" fmla="*/ 554462 w 987701"/>
                <a:gd name="connsiteY7" fmla="*/ 1001888 h 1108371"/>
                <a:gd name="connsiteX8" fmla="*/ 756754 w 987701"/>
                <a:gd name="connsiteY8" fmla="*/ 1069102 h 1108371"/>
                <a:gd name="connsiteX9" fmla="*/ 820186 w 987701"/>
                <a:gd name="connsiteY9" fmla="*/ 892654 h 1108371"/>
                <a:gd name="connsiteX10" fmla="*/ 987701 w 987701"/>
                <a:gd name="connsiteY10" fmla="*/ 0 h 1108371"/>
                <a:gd name="connsiteX0" fmla="*/ 0 w 973414"/>
                <a:gd name="connsiteY0" fmla="*/ 1108371 h 1108371"/>
                <a:gd name="connsiteX1" fmla="*/ 101631 w 973414"/>
                <a:gd name="connsiteY1" fmla="*/ 436942 h 1108371"/>
                <a:gd name="connsiteX2" fmla="*/ 183276 w 973414"/>
                <a:gd name="connsiteY2" fmla="*/ 118286 h 1108371"/>
                <a:gd name="connsiteX3" fmla="*/ 273764 w 973414"/>
                <a:gd name="connsiteY3" fmla="*/ 17695 h 1108371"/>
                <a:gd name="connsiteX4" fmla="*/ 360384 w 973414"/>
                <a:gd name="connsiteY4" fmla="*/ 33863 h 1108371"/>
                <a:gd name="connsiteX5" fmla="*/ 402310 w 973414"/>
                <a:gd name="connsiteY5" fmla="*/ 104304 h 1108371"/>
                <a:gd name="connsiteX6" fmla="*/ 441249 w 973414"/>
                <a:gd name="connsiteY6" fmla="*/ 298770 h 1108371"/>
                <a:gd name="connsiteX7" fmla="*/ 540175 w 973414"/>
                <a:gd name="connsiteY7" fmla="*/ 1001888 h 1108371"/>
                <a:gd name="connsiteX8" fmla="*/ 742467 w 973414"/>
                <a:gd name="connsiteY8" fmla="*/ 1069102 h 1108371"/>
                <a:gd name="connsiteX9" fmla="*/ 805899 w 973414"/>
                <a:gd name="connsiteY9" fmla="*/ 892654 h 1108371"/>
                <a:gd name="connsiteX10" fmla="*/ 973414 w 973414"/>
                <a:gd name="connsiteY10" fmla="*/ 0 h 1108371"/>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80557"/>
                <a:gd name="connsiteY0" fmla="*/ 1142503 h 1142503"/>
                <a:gd name="connsiteX1" fmla="*/ 108774 w 980557"/>
                <a:gd name="connsiteY1" fmla="*/ 436942 h 1142503"/>
                <a:gd name="connsiteX2" fmla="*/ 190419 w 980557"/>
                <a:gd name="connsiteY2" fmla="*/ 118286 h 1142503"/>
                <a:gd name="connsiteX3" fmla="*/ 280907 w 980557"/>
                <a:gd name="connsiteY3" fmla="*/ 17695 h 1142503"/>
                <a:gd name="connsiteX4" fmla="*/ 367527 w 980557"/>
                <a:gd name="connsiteY4" fmla="*/ 33863 h 1142503"/>
                <a:gd name="connsiteX5" fmla="*/ 409453 w 980557"/>
                <a:gd name="connsiteY5" fmla="*/ 104304 h 1142503"/>
                <a:gd name="connsiteX6" fmla="*/ 448392 w 980557"/>
                <a:gd name="connsiteY6" fmla="*/ 298770 h 1142503"/>
                <a:gd name="connsiteX7" fmla="*/ 547318 w 980557"/>
                <a:gd name="connsiteY7" fmla="*/ 1001888 h 1142503"/>
                <a:gd name="connsiteX8" fmla="*/ 749610 w 980557"/>
                <a:gd name="connsiteY8" fmla="*/ 1069102 h 1142503"/>
                <a:gd name="connsiteX9" fmla="*/ 813042 w 980557"/>
                <a:gd name="connsiteY9" fmla="*/ 892654 h 1142503"/>
                <a:gd name="connsiteX10" fmla="*/ 980557 w 980557"/>
                <a:gd name="connsiteY10" fmla="*/ 0 h 1142503"/>
                <a:gd name="connsiteX0" fmla="*/ 0 w 994844"/>
                <a:gd name="connsiteY0" fmla="*/ 1142503 h 1142503"/>
                <a:gd name="connsiteX1" fmla="*/ 123061 w 994844"/>
                <a:gd name="connsiteY1" fmla="*/ 436942 h 1142503"/>
                <a:gd name="connsiteX2" fmla="*/ 204706 w 994844"/>
                <a:gd name="connsiteY2" fmla="*/ 118286 h 1142503"/>
                <a:gd name="connsiteX3" fmla="*/ 295194 w 994844"/>
                <a:gd name="connsiteY3" fmla="*/ 17695 h 1142503"/>
                <a:gd name="connsiteX4" fmla="*/ 381814 w 994844"/>
                <a:gd name="connsiteY4" fmla="*/ 33863 h 1142503"/>
                <a:gd name="connsiteX5" fmla="*/ 423740 w 994844"/>
                <a:gd name="connsiteY5" fmla="*/ 104304 h 1142503"/>
                <a:gd name="connsiteX6" fmla="*/ 462679 w 994844"/>
                <a:gd name="connsiteY6" fmla="*/ 298770 h 1142503"/>
                <a:gd name="connsiteX7" fmla="*/ 561605 w 994844"/>
                <a:gd name="connsiteY7" fmla="*/ 1001888 h 1142503"/>
                <a:gd name="connsiteX8" fmla="*/ 763897 w 994844"/>
                <a:gd name="connsiteY8" fmla="*/ 1069102 h 1142503"/>
                <a:gd name="connsiteX9" fmla="*/ 827329 w 994844"/>
                <a:gd name="connsiteY9" fmla="*/ 892654 h 1142503"/>
                <a:gd name="connsiteX10" fmla="*/ 994844 w 994844"/>
                <a:gd name="connsiteY10" fmla="*/ 0 h 1142503"/>
                <a:gd name="connsiteX0" fmla="*/ 0 w 1006751"/>
                <a:gd name="connsiteY0" fmla="*/ 1142503 h 1142503"/>
                <a:gd name="connsiteX1" fmla="*/ 134968 w 1006751"/>
                <a:gd name="connsiteY1" fmla="*/ 436942 h 1142503"/>
                <a:gd name="connsiteX2" fmla="*/ 216613 w 1006751"/>
                <a:gd name="connsiteY2" fmla="*/ 118286 h 1142503"/>
                <a:gd name="connsiteX3" fmla="*/ 307101 w 1006751"/>
                <a:gd name="connsiteY3" fmla="*/ 17695 h 1142503"/>
                <a:gd name="connsiteX4" fmla="*/ 393721 w 1006751"/>
                <a:gd name="connsiteY4" fmla="*/ 33863 h 1142503"/>
                <a:gd name="connsiteX5" fmla="*/ 435647 w 1006751"/>
                <a:gd name="connsiteY5" fmla="*/ 104304 h 1142503"/>
                <a:gd name="connsiteX6" fmla="*/ 474586 w 1006751"/>
                <a:gd name="connsiteY6" fmla="*/ 298770 h 1142503"/>
                <a:gd name="connsiteX7" fmla="*/ 573512 w 1006751"/>
                <a:gd name="connsiteY7" fmla="*/ 1001888 h 1142503"/>
                <a:gd name="connsiteX8" fmla="*/ 775804 w 1006751"/>
                <a:gd name="connsiteY8" fmla="*/ 1069102 h 1142503"/>
                <a:gd name="connsiteX9" fmla="*/ 839236 w 1006751"/>
                <a:gd name="connsiteY9" fmla="*/ 892654 h 1142503"/>
                <a:gd name="connsiteX10" fmla="*/ 1006751 w 1006751"/>
                <a:gd name="connsiteY10" fmla="*/ 0 h 1142503"/>
                <a:gd name="connsiteX0" fmla="*/ 0 w 1016276"/>
                <a:gd name="connsiteY0" fmla="*/ 1153881 h 1153881"/>
                <a:gd name="connsiteX1" fmla="*/ 144493 w 1016276"/>
                <a:gd name="connsiteY1" fmla="*/ 436942 h 1153881"/>
                <a:gd name="connsiteX2" fmla="*/ 226138 w 1016276"/>
                <a:gd name="connsiteY2" fmla="*/ 118286 h 1153881"/>
                <a:gd name="connsiteX3" fmla="*/ 316626 w 1016276"/>
                <a:gd name="connsiteY3" fmla="*/ 17695 h 1153881"/>
                <a:gd name="connsiteX4" fmla="*/ 403246 w 1016276"/>
                <a:gd name="connsiteY4" fmla="*/ 33863 h 1153881"/>
                <a:gd name="connsiteX5" fmla="*/ 445172 w 1016276"/>
                <a:gd name="connsiteY5" fmla="*/ 104304 h 1153881"/>
                <a:gd name="connsiteX6" fmla="*/ 484111 w 1016276"/>
                <a:gd name="connsiteY6" fmla="*/ 298770 h 1153881"/>
                <a:gd name="connsiteX7" fmla="*/ 583037 w 1016276"/>
                <a:gd name="connsiteY7" fmla="*/ 1001888 h 1153881"/>
                <a:gd name="connsiteX8" fmla="*/ 785329 w 1016276"/>
                <a:gd name="connsiteY8" fmla="*/ 1069102 h 1153881"/>
                <a:gd name="connsiteX9" fmla="*/ 848761 w 1016276"/>
                <a:gd name="connsiteY9" fmla="*/ 892654 h 1153881"/>
                <a:gd name="connsiteX10" fmla="*/ 1016276 w 1016276"/>
                <a:gd name="connsiteY10" fmla="*/ 0 h 1153881"/>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61162 w 1032945"/>
                <a:gd name="connsiteY1" fmla="*/ 436942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42807 w 1032945"/>
                <a:gd name="connsiteY2" fmla="*/ 118286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58781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32945"/>
                <a:gd name="connsiteY0" fmla="*/ 1157673 h 1157673"/>
                <a:gd name="connsiteX1" fmla="*/ 146874 w 1032945"/>
                <a:gd name="connsiteY1" fmla="*/ 425564 h 1157673"/>
                <a:gd name="connsiteX2" fmla="*/ 235664 w 1032945"/>
                <a:gd name="connsiteY2" fmla="*/ 110702 h 1157673"/>
                <a:gd name="connsiteX3" fmla="*/ 333295 w 1032945"/>
                <a:gd name="connsiteY3" fmla="*/ 17695 h 1157673"/>
                <a:gd name="connsiteX4" fmla="*/ 419915 w 1032945"/>
                <a:gd name="connsiteY4" fmla="*/ 33863 h 1157673"/>
                <a:gd name="connsiteX5" fmla="*/ 461841 w 1032945"/>
                <a:gd name="connsiteY5" fmla="*/ 104304 h 1157673"/>
                <a:gd name="connsiteX6" fmla="*/ 500780 w 1032945"/>
                <a:gd name="connsiteY6" fmla="*/ 298770 h 1157673"/>
                <a:gd name="connsiteX7" fmla="*/ 599706 w 1032945"/>
                <a:gd name="connsiteY7" fmla="*/ 1001888 h 1157673"/>
                <a:gd name="connsiteX8" fmla="*/ 801998 w 1032945"/>
                <a:gd name="connsiteY8" fmla="*/ 1069102 h 1157673"/>
                <a:gd name="connsiteX9" fmla="*/ 865430 w 1032945"/>
                <a:gd name="connsiteY9" fmla="*/ 892654 h 1157673"/>
                <a:gd name="connsiteX10" fmla="*/ 1032945 w 1032945"/>
                <a:gd name="connsiteY10" fmla="*/ 0 h 1157673"/>
                <a:gd name="connsiteX0" fmla="*/ 0 w 1011513"/>
                <a:gd name="connsiteY0" fmla="*/ 1161467 h 1161467"/>
                <a:gd name="connsiteX1" fmla="*/ 125442 w 1011513"/>
                <a:gd name="connsiteY1" fmla="*/ 425564 h 1161467"/>
                <a:gd name="connsiteX2" fmla="*/ 214232 w 1011513"/>
                <a:gd name="connsiteY2" fmla="*/ 110702 h 1161467"/>
                <a:gd name="connsiteX3" fmla="*/ 311863 w 1011513"/>
                <a:gd name="connsiteY3" fmla="*/ 17695 h 1161467"/>
                <a:gd name="connsiteX4" fmla="*/ 398483 w 1011513"/>
                <a:gd name="connsiteY4" fmla="*/ 33863 h 1161467"/>
                <a:gd name="connsiteX5" fmla="*/ 440409 w 1011513"/>
                <a:gd name="connsiteY5" fmla="*/ 104304 h 1161467"/>
                <a:gd name="connsiteX6" fmla="*/ 479348 w 1011513"/>
                <a:gd name="connsiteY6" fmla="*/ 298770 h 1161467"/>
                <a:gd name="connsiteX7" fmla="*/ 578274 w 1011513"/>
                <a:gd name="connsiteY7" fmla="*/ 1001888 h 1161467"/>
                <a:gd name="connsiteX8" fmla="*/ 780566 w 1011513"/>
                <a:gd name="connsiteY8" fmla="*/ 1069102 h 1161467"/>
                <a:gd name="connsiteX9" fmla="*/ 843998 w 1011513"/>
                <a:gd name="connsiteY9" fmla="*/ 892654 h 1161467"/>
                <a:gd name="connsiteX10" fmla="*/ 1011513 w 1011513"/>
                <a:gd name="connsiteY10" fmla="*/ 0 h 1161467"/>
                <a:gd name="connsiteX0" fmla="*/ 0 w 1011513"/>
                <a:gd name="connsiteY0" fmla="*/ 1134919 h 1134919"/>
                <a:gd name="connsiteX1" fmla="*/ 125442 w 1011513"/>
                <a:gd name="connsiteY1" fmla="*/ 425564 h 1134919"/>
                <a:gd name="connsiteX2" fmla="*/ 214232 w 1011513"/>
                <a:gd name="connsiteY2" fmla="*/ 110702 h 1134919"/>
                <a:gd name="connsiteX3" fmla="*/ 311863 w 1011513"/>
                <a:gd name="connsiteY3" fmla="*/ 17695 h 1134919"/>
                <a:gd name="connsiteX4" fmla="*/ 398483 w 1011513"/>
                <a:gd name="connsiteY4" fmla="*/ 33863 h 1134919"/>
                <a:gd name="connsiteX5" fmla="*/ 440409 w 1011513"/>
                <a:gd name="connsiteY5" fmla="*/ 104304 h 1134919"/>
                <a:gd name="connsiteX6" fmla="*/ 479348 w 1011513"/>
                <a:gd name="connsiteY6" fmla="*/ 298770 h 1134919"/>
                <a:gd name="connsiteX7" fmla="*/ 578274 w 1011513"/>
                <a:gd name="connsiteY7" fmla="*/ 1001888 h 1134919"/>
                <a:gd name="connsiteX8" fmla="*/ 780566 w 1011513"/>
                <a:gd name="connsiteY8" fmla="*/ 1069102 h 1134919"/>
                <a:gd name="connsiteX9" fmla="*/ 843998 w 1011513"/>
                <a:gd name="connsiteY9" fmla="*/ 892654 h 1134919"/>
                <a:gd name="connsiteX10" fmla="*/ 1011513 w 1011513"/>
                <a:gd name="connsiteY10" fmla="*/ 0 h 1134919"/>
                <a:gd name="connsiteX0" fmla="*/ 0 w 1004369"/>
                <a:gd name="connsiteY0" fmla="*/ 1100785 h 1100785"/>
                <a:gd name="connsiteX1" fmla="*/ 118298 w 1004369"/>
                <a:gd name="connsiteY1" fmla="*/ 425564 h 1100785"/>
                <a:gd name="connsiteX2" fmla="*/ 207088 w 1004369"/>
                <a:gd name="connsiteY2" fmla="*/ 110702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72204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91339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6613 w 1004369"/>
                <a:gd name="connsiteY2" fmla="*/ 114495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04719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84195 w 1004369"/>
                <a:gd name="connsiteY4" fmla="*/ 33863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3265 w 1004369"/>
                <a:gd name="connsiteY5" fmla="*/ 104304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9469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26138 w 1004369"/>
                <a:gd name="connsiteY2" fmla="*/ 129664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8994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11851 w 1004369"/>
                <a:gd name="connsiteY2" fmla="*/ 10690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4369"/>
                <a:gd name="connsiteY0" fmla="*/ 1100785 h 1100785"/>
                <a:gd name="connsiteX1" fmla="*/ 118298 w 1004369"/>
                <a:gd name="connsiteY1" fmla="*/ 425564 h 1100785"/>
                <a:gd name="connsiteX2" fmla="*/ 207089 w 1004369"/>
                <a:gd name="connsiteY2" fmla="*/ 91739 h 1100785"/>
                <a:gd name="connsiteX3" fmla="*/ 311863 w 1004369"/>
                <a:gd name="connsiteY3" fmla="*/ 17695 h 1100785"/>
                <a:gd name="connsiteX4" fmla="*/ 391339 w 1004369"/>
                <a:gd name="connsiteY4" fmla="*/ 45241 h 1100785"/>
                <a:gd name="connsiteX5" fmla="*/ 430884 w 1004369"/>
                <a:gd name="connsiteY5" fmla="*/ 111890 h 1100785"/>
                <a:gd name="connsiteX6" fmla="*/ 469822 w 1004369"/>
                <a:gd name="connsiteY6" fmla="*/ 298770 h 1100785"/>
                <a:gd name="connsiteX7" fmla="*/ 571130 w 1004369"/>
                <a:gd name="connsiteY7" fmla="*/ 1001888 h 1100785"/>
                <a:gd name="connsiteX8" fmla="*/ 773422 w 1004369"/>
                <a:gd name="connsiteY8" fmla="*/ 1069102 h 1100785"/>
                <a:gd name="connsiteX9" fmla="*/ 836854 w 1004369"/>
                <a:gd name="connsiteY9" fmla="*/ 892654 h 1100785"/>
                <a:gd name="connsiteX10" fmla="*/ 1004369 w 1004369"/>
                <a:gd name="connsiteY10" fmla="*/ 0 h 1100785"/>
                <a:gd name="connsiteX0" fmla="*/ 0 w 1009132"/>
                <a:gd name="connsiteY0" fmla="*/ 1123539 h 1123539"/>
                <a:gd name="connsiteX1" fmla="*/ 123061 w 1009132"/>
                <a:gd name="connsiteY1" fmla="*/ 425564 h 1123539"/>
                <a:gd name="connsiteX2" fmla="*/ 211852 w 1009132"/>
                <a:gd name="connsiteY2" fmla="*/ 91739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87947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41617 w 1009132"/>
                <a:gd name="connsiteY9" fmla="*/ 892654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58286 w 1009132"/>
                <a:gd name="connsiteY9" fmla="*/ 892655 h 1123539"/>
                <a:gd name="connsiteX10" fmla="*/ 1009132 w 1009132"/>
                <a:gd name="connsiteY10" fmla="*/ 0 h 1123539"/>
                <a:gd name="connsiteX0" fmla="*/ 0 w 1009132"/>
                <a:gd name="connsiteY0" fmla="*/ 1123539 h 1123539"/>
                <a:gd name="connsiteX1" fmla="*/ 123061 w 1009132"/>
                <a:gd name="connsiteY1" fmla="*/ 425564 h 1123539"/>
                <a:gd name="connsiteX2" fmla="*/ 209471 w 1009132"/>
                <a:gd name="connsiteY2" fmla="*/ 76571 h 1123539"/>
                <a:gd name="connsiteX3" fmla="*/ 316626 w 1009132"/>
                <a:gd name="connsiteY3" fmla="*/ 17695 h 1123539"/>
                <a:gd name="connsiteX4" fmla="*/ 396102 w 1009132"/>
                <a:gd name="connsiteY4" fmla="*/ 45241 h 1123539"/>
                <a:gd name="connsiteX5" fmla="*/ 435647 w 1009132"/>
                <a:gd name="connsiteY5" fmla="*/ 111890 h 1123539"/>
                <a:gd name="connsiteX6" fmla="*/ 474585 w 1009132"/>
                <a:gd name="connsiteY6" fmla="*/ 298770 h 1123539"/>
                <a:gd name="connsiteX7" fmla="*/ 575893 w 1009132"/>
                <a:gd name="connsiteY7" fmla="*/ 1001888 h 1123539"/>
                <a:gd name="connsiteX8" fmla="*/ 778185 w 1009132"/>
                <a:gd name="connsiteY8" fmla="*/ 1069102 h 1123539"/>
                <a:gd name="connsiteX9" fmla="*/ 872573 w 1009132"/>
                <a:gd name="connsiteY9" fmla="*/ 900241 h 1123539"/>
                <a:gd name="connsiteX10" fmla="*/ 1009132 w 1009132"/>
                <a:gd name="connsiteY10" fmla="*/ 0 h 1123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9132" h="1123539">
                  <a:moveTo>
                    <a:pt x="0" y="1123539"/>
                  </a:moveTo>
                  <a:cubicBezTo>
                    <a:pt x="24709" y="966136"/>
                    <a:pt x="88149" y="600059"/>
                    <a:pt x="123061" y="425564"/>
                  </a:cubicBezTo>
                  <a:cubicBezTo>
                    <a:pt x="157973" y="251069"/>
                    <a:pt x="172447" y="136965"/>
                    <a:pt x="209471" y="76571"/>
                  </a:cubicBezTo>
                  <a:cubicBezTo>
                    <a:pt x="246495" y="16177"/>
                    <a:pt x="285521" y="22917"/>
                    <a:pt x="316626" y="17695"/>
                  </a:cubicBezTo>
                  <a:cubicBezTo>
                    <a:pt x="347731" y="12473"/>
                    <a:pt x="376265" y="29542"/>
                    <a:pt x="396102" y="45241"/>
                  </a:cubicBezTo>
                  <a:cubicBezTo>
                    <a:pt x="415939" y="60940"/>
                    <a:pt x="422567" y="69635"/>
                    <a:pt x="435647" y="111890"/>
                  </a:cubicBezTo>
                  <a:cubicBezTo>
                    <a:pt x="448727" y="154145"/>
                    <a:pt x="474908" y="264811"/>
                    <a:pt x="474585" y="298770"/>
                  </a:cubicBezTo>
                  <a:cubicBezTo>
                    <a:pt x="483787" y="328937"/>
                    <a:pt x="555471" y="878834"/>
                    <a:pt x="575893" y="1001888"/>
                  </a:cubicBezTo>
                  <a:cubicBezTo>
                    <a:pt x="598697" y="1124941"/>
                    <a:pt x="758806" y="1091100"/>
                    <a:pt x="778185" y="1069102"/>
                  </a:cubicBezTo>
                  <a:cubicBezTo>
                    <a:pt x="797564" y="1054689"/>
                    <a:pt x="832632" y="1077340"/>
                    <a:pt x="872573" y="900241"/>
                  </a:cubicBezTo>
                  <a:cubicBezTo>
                    <a:pt x="911622" y="737717"/>
                    <a:pt x="983909" y="142988"/>
                    <a:pt x="1009132" y="0"/>
                  </a:cubicBezTo>
                </a:path>
              </a:pathLst>
            </a:custGeom>
            <a:noFill/>
            <a:ln w="31750" cap="rnd" cmpd="sng" algn="ctr">
              <a:solidFill>
                <a:srgbClr val="00B05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321" name="Straight Connector 320">
              <a:extLst>
                <a:ext uri="{FF2B5EF4-FFF2-40B4-BE49-F238E27FC236}">
                  <a16:creationId xmlns:a16="http://schemas.microsoft.com/office/drawing/2014/main" id="{F39ACCB4-D5AB-6C3A-3242-931AAC18946A}"/>
                </a:ext>
              </a:extLst>
            </p:cNvPr>
            <p:cNvCxnSpPr/>
            <p:nvPr/>
          </p:nvCxnSpPr>
          <p:spPr>
            <a:xfrm>
              <a:off x="7929739" y="1650244"/>
              <a:ext cx="0" cy="1973784"/>
            </a:xfrm>
            <a:prstGeom prst="line">
              <a:avLst/>
            </a:prstGeom>
            <a:noFill/>
            <a:ln w="12700" cap="rnd" cmpd="sng" algn="ctr">
              <a:solidFill>
                <a:srgbClr val="002060"/>
              </a:solidFill>
              <a:prstDash val="solid"/>
              <a:round/>
            </a:ln>
            <a:effectLst/>
          </p:spPr>
        </p:cxnSp>
        <p:cxnSp>
          <p:nvCxnSpPr>
            <p:cNvPr id="322" name="Straight Connector 321">
              <a:extLst>
                <a:ext uri="{FF2B5EF4-FFF2-40B4-BE49-F238E27FC236}">
                  <a16:creationId xmlns:a16="http://schemas.microsoft.com/office/drawing/2014/main" id="{C3401033-44AA-FAD9-3E7B-9EAF341CDEE9}"/>
                </a:ext>
              </a:extLst>
            </p:cNvPr>
            <p:cNvCxnSpPr/>
            <p:nvPr/>
          </p:nvCxnSpPr>
          <p:spPr>
            <a:xfrm flipH="1" flipV="1">
              <a:off x="7953540" y="2682707"/>
              <a:ext cx="0" cy="917605"/>
            </a:xfrm>
            <a:prstGeom prst="line">
              <a:avLst/>
            </a:prstGeom>
            <a:noFill/>
            <a:ln w="19050" cap="rnd" cmpd="sng" algn="ctr">
              <a:solidFill>
                <a:srgbClr val="00B050"/>
              </a:solidFill>
              <a:prstDash val="sysDash"/>
              <a:round/>
            </a:ln>
            <a:effectLst/>
          </p:spPr>
        </p:cxnSp>
        <p:cxnSp>
          <p:nvCxnSpPr>
            <p:cNvPr id="323" name="Straight Connector 322">
              <a:extLst>
                <a:ext uri="{FF2B5EF4-FFF2-40B4-BE49-F238E27FC236}">
                  <a16:creationId xmlns:a16="http://schemas.microsoft.com/office/drawing/2014/main" id="{D5D23AEC-20D1-F03C-36FE-057350D18DE0}"/>
                </a:ext>
              </a:extLst>
            </p:cNvPr>
            <p:cNvCxnSpPr/>
            <p:nvPr/>
          </p:nvCxnSpPr>
          <p:spPr>
            <a:xfrm flipH="1">
              <a:off x="7807355" y="1656057"/>
              <a:ext cx="2305" cy="2011680"/>
            </a:xfrm>
            <a:prstGeom prst="line">
              <a:avLst/>
            </a:prstGeom>
            <a:noFill/>
            <a:ln w="12700" cap="rnd" cmpd="sng" algn="ctr">
              <a:solidFill>
                <a:srgbClr val="002060"/>
              </a:solidFill>
              <a:prstDash val="solid"/>
              <a:round/>
            </a:ln>
            <a:effectLst/>
          </p:spPr>
        </p:cxnSp>
        <p:cxnSp>
          <p:nvCxnSpPr>
            <p:cNvPr id="324" name="Straight Connector 323">
              <a:extLst>
                <a:ext uri="{FF2B5EF4-FFF2-40B4-BE49-F238E27FC236}">
                  <a16:creationId xmlns:a16="http://schemas.microsoft.com/office/drawing/2014/main" id="{C0581BCC-B5CA-A8D6-112A-1DEF680D3B7A}"/>
                </a:ext>
              </a:extLst>
            </p:cNvPr>
            <p:cNvCxnSpPr/>
            <p:nvPr/>
          </p:nvCxnSpPr>
          <p:spPr>
            <a:xfrm>
              <a:off x="8041124" y="1620672"/>
              <a:ext cx="0" cy="1737360"/>
            </a:xfrm>
            <a:prstGeom prst="line">
              <a:avLst/>
            </a:prstGeom>
            <a:noFill/>
            <a:ln w="12700" cap="rnd" cmpd="sng" algn="ctr">
              <a:solidFill>
                <a:srgbClr val="002060"/>
              </a:solidFill>
              <a:prstDash val="solid"/>
              <a:round/>
            </a:ln>
            <a:effectLst/>
          </p:spPr>
        </p:cxnSp>
        <p:sp>
          <p:nvSpPr>
            <p:cNvPr id="325" name="Freeform 325">
              <a:extLst>
                <a:ext uri="{FF2B5EF4-FFF2-40B4-BE49-F238E27FC236}">
                  <a16:creationId xmlns:a16="http://schemas.microsoft.com/office/drawing/2014/main" id="{BCC8F45B-C4AF-CAD2-5373-B0F680A25A35}"/>
                </a:ext>
              </a:extLst>
            </p:cNvPr>
            <p:cNvSpPr/>
            <p:nvPr/>
          </p:nvSpPr>
          <p:spPr>
            <a:xfrm rot="10800000">
              <a:off x="10371560" y="2064642"/>
              <a:ext cx="669056" cy="456706"/>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114499"/>
                <a:gd name="connsiteX1" fmla="*/ 144493 w 1047232"/>
                <a:gd name="connsiteY1" fmla="*/ 417980 h 1114499"/>
                <a:gd name="connsiteX2" fmla="*/ 247569 w 1047232"/>
                <a:gd name="connsiteY2" fmla="*/ 84154 h 1114499"/>
                <a:gd name="connsiteX3" fmla="*/ 347582 w 1047232"/>
                <a:gd name="connsiteY3" fmla="*/ 10109 h 1114499"/>
                <a:gd name="connsiteX4" fmla="*/ 434202 w 1047232"/>
                <a:gd name="connsiteY4" fmla="*/ 33864 h 1114499"/>
                <a:gd name="connsiteX5" fmla="*/ 480890 w 1047232"/>
                <a:gd name="connsiteY5" fmla="*/ 119472 h 1114499"/>
                <a:gd name="connsiteX6" fmla="*/ 531737 w 1047232"/>
                <a:gd name="connsiteY6" fmla="*/ 291184 h 1114499"/>
                <a:gd name="connsiteX7" fmla="*/ 706863 w 1047232"/>
                <a:gd name="connsiteY7" fmla="*/ 914662 h 1114499"/>
                <a:gd name="connsiteX8" fmla="*/ 790090 w 1047232"/>
                <a:gd name="connsiteY8" fmla="*/ 1057723 h 1114499"/>
                <a:gd name="connsiteX9" fmla="*/ 1047232 w 1047232"/>
                <a:gd name="connsiteY9" fmla="*/ 0 h 1114499"/>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1047232 w 1047232"/>
                <a:gd name="connsiteY8" fmla="*/ 0 h 1078033"/>
                <a:gd name="connsiteX0" fmla="*/ 0 w 706863"/>
                <a:gd name="connsiteY0" fmla="*/ 1070423 h 1070423"/>
                <a:gd name="connsiteX1" fmla="*/ 144493 w 706863"/>
                <a:gd name="connsiteY1" fmla="*/ 410370 h 1070423"/>
                <a:gd name="connsiteX2" fmla="*/ 247569 w 706863"/>
                <a:gd name="connsiteY2" fmla="*/ 76544 h 1070423"/>
                <a:gd name="connsiteX3" fmla="*/ 347582 w 706863"/>
                <a:gd name="connsiteY3" fmla="*/ 2499 h 1070423"/>
                <a:gd name="connsiteX4" fmla="*/ 434202 w 706863"/>
                <a:gd name="connsiteY4" fmla="*/ 26254 h 1070423"/>
                <a:gd name="connsiteX5" fmla="*/ 480890 w 706863"/>
                <a:gd name="connsiteY5" fmla="*/ 111862 h 1070423"/>
                <a:gd name="connsiteX6" fmla="*/ 531737 w 706863"/>
                <a:gd name="connsiteY6" fmla="*/ 283574 h 1070423"/>
                <a:gd name="connsiteX7" fmla="*/ 706863 w 706863"/>
                <a:gd name="connsiteY7" fmla="*/ 907052 h 1070423"/>
                <a:gd name="connsiteX0" fmla="*/ 0 w 531737"/>
                <a:gd name="connsiteY0" fmla="*/ 1070423 h 1070423"/>
                <a:gd name="connsiteX1" fmla="*/ 144493 w 531737"/>
                <a:gd name="connsiteY1" fmla="*/ 410370 h 1070423"/>
                <a:gd name="connsiteX2" fmla="*/ 247569 w 531737"/>
                <a:gd name="connsiteY2" fmla="*/ 76544 h 1070423"/>
                <a:gd name="connsiteX3" fmla="*/ 347582 w 531737"/>
                <a:gd name="connsiteY3" fmla="*/ 2499 h 1070423"/>
                <a:gd name="connsiteX4" fmla="*/ 434202 w 531737"/>
                <a:gd name="connsiteY4" fmla="*/ 26254 h 1070423"/>
                <a:gd name="connsiteX5" fmla="*/ 480890 w 531737"/>
                <a:gd name="connsiteY5" fmla="*/ 111862 h 1070423"/>
                <a:gd name="connsiteX6" fmla="*/ 531737 w 531737"/>
                <a:gd name="connsiteY6" fmla="*/ 283574 h 1070423"/>
                <a:gd name="connsiteX0" fmla="*/ 0 w 731399"/>
                <a:gd name="connsiteY0" fmla="*/ 1070423 h 1070423"/>
                <a:gd name="connsiteX1" fmla="*/ 144493 w 731399"/>
                <a:gd name="connsiteY1" fmla="*/ 410370 h 1070423"/>
                <a:gd name="connsiteX2" fmla="*/ 247569 w 731399"/>
                <a:gd name="connsiteY2" fmla="*/ 76544 h 1070423"/>
                <a:gd name="connsiteX3" fmla="*/ 347582 w 731399"/>
                <a:gd name="connsiteY3" fmla="*/ 2499 h 1070423"/>
                <a:gd name="connsiteX4" fmla="*/ 434202 w 731399"/>
                <a:gd name="connsiteY4" fmla="*/ 26254 h 1070423"/>
                <a:gd name="connsiteX5" fmla="*/ 480890 w 731399"/>
                <a:gd name="connsiteY5" fmla="*/ 111862 h 1070423"/>
                <a:gd name="connsiteX6" fmla="*/ 731399 w 731399"/>
                <a:gd name="connsiteY6" fmla="*/ 1042421 h 1070423"/>
                <a:gd name="connsiteX0" fmla="*/ 0 w 731399"/>
                <a:gd name="connsiteY0" fmla="*/ 1076717 h 1076717"/>
                <a:gd name="connsiteX1" fmla="*/ 144493 w 731399"/>
                <a:gd name="connsiteY1" fmla="*/ 416664 h 1076717"/>
                <a:gd name="connsiteX2" fmla="*/ 247569 w 731399"/>
                <a:gd name="connsiteY2" fmla="*/ 82838 h 1076717"/>
                <a:gd name="connsiteX3" fmla="*/ 347582 w 731399"/>
                <a:gd name="connsiteY3" fmla="*/ 8793 h 1076717"/>
                <a:gd name="connsiteX4" fmla="*/ 429440 w 731399"/>
                <a:gd name="connsiteY4" fmla="*/ 13585 h 1076717"/>
                <a:gd name="connsiteX5" fmla="*/ 480890 w 731399"/>
                <a:gd name="connsiteY5" fmla="*/ 118156 h 1076717"/>
                <a:gd name="connsiteX6" fmla="*/ 731399 w 731399"/>
                <a:gd name="connsiteY6" fmla="*/ 1048715 h 1076717"/>
                <a:gd name="connsiteX0" fmla="*/ 0 w 731399"/>
                <a:gd name="connsiteY0" fmla="*/ 1092986 h 1092986"/>
                <a:gd name="connsiteX1" fmla="*/ 144493 w 731399"/>
                <a:gd name="connsiteY1" fmla="*/ 432933 h 1092986"/>
                <a:gd name="connsiteX2" fmla="*/ 247569 w 731399"/>
                <a:gd name="connsiteY2" fmla="*/ 99107 h 1092986"/>
                <a:gd name="connsiteX3" fmla="*/ 347582 w 731399"/>
                <a:gd name="connsiteY3" fmla="*/ 25062 h 1092986"/>
                <a:gd name="connsiteX4" fmla="*/ 419915 w 731399"/>
                <a:gd name="connsiteY4" fmla="*/ 7098 h 1092986"/>
                <a:gd name="connsiteX5" fmla="*/ 480890 w 731399"/>
                <a:gd name="connsiteY5" fmla="*/ 134425 h 1092986"/>
                <a:gd name="connsiteX6" fmla="*/ 731399 w 731399"/>
                <a:gd name="connsiteY6" fmla="*/ 1064984 h 1092986"/>
                <a:gd name="connsiteX0" fmla="*/ 0 w 731399"/>
                <a:gd name="connsiteY0" fmla="*/ 1098329 h 1098329"/>
                <a:gd name="connsiteX1" fmla="*/ 144493 w 731399"/>
                <a:gd name="connsiteY1" fmla="*/ 438276 h 1098329"/>
                <a:gd name="connsiteX2" fmla="*/ 247569 w 731399"/>
                <a:gd name="connsiteY2" fmla="*/ 104450 h 1098329"/>
                <a:gd name="connsiteX3" fmla="*/ 330913 w 731399"/>
                <a:gd name="connsiteY3" fmla="*/ 15235 h 1098329"/>
                <a:gd name="connsiteX4" fmla="*/ 419915 w 731399"/>
                <a:gd name="connsiteY4" fmla="*/ 12441 h 1098329"/>
                <a:gd name="connsiteX5" fmla="*/ 480890 w 731399"/>
                <a:gd name="connsiteY5" fmla="*/ 139768 h 1098329"/>
                <a:gd name="connsiteX6" fmla="*/ 731399 w 731399"/>
                <a:gd name="connsiteY6" fmla="*/ 1070327 h 1098329"/>
                <a:gd name="connsiteX0" fmla="*/ 0 w 731399"/>
                <a:gd name="connsiteY0" fmla="*/ 1109709 h 1109709"/>
                <a:gd name="connsiteX1" fmla="*/ 144493 w 731399"/>
                <a:gd name="connsiteY1" fmla="*/ 449656 h 1109709"/>
                <a:gd name="connsiteX2" fmla="*/ 247569 w 731399"/>
                <a:gd name="connsiteY2" fmla="*/ 115830 h 1109709"/>
                <a:gd name="connsiteX3" fmla="*/ 330913 w 731399"/>
                <a:gd name="connsiteY3" fmla="*/ 26615 h 1109709"/>
                <a:gd name="connsiteX4" fmla="*/ 422296 w 731399"/>
                <a:gd name="connsiteY4" fmla="*/ 8650 h 1109709"/>
                <a:gd name="connsiteX5" fmla="*/ 480890 w 731399"/>
                <a:gd name="connsiteY5" fmla="*/ 151148 h 1109709"/>
                <a:gd name="connsiteX6" fmla="*/ 731399 w 731399"/>
                <a:gd name="connsiteY6" fmla="*/ 1081707 h 1109709"/>
                <a:gd name="connsiteX0" fmla="*/ 0 w 731399"/>
                <a:gd name="connsiteY0" fmla="*/ 1116100 h 1116100"/>
                <a:gd name="connsiteX1" fmla="*/ 144493 w 731399"/>
                <a:gd name="connsiteY1" fmla="*/ 456047 h 1116100"/>
                <a:gd name="connsiteX2" fmla="*/ 247569 w 731399"/>
                <a:gd name="connsiteY2" fmla="*/ 122221 h 1116100"/>
                <a:gd name="connsiteX3" fmla="*/ 330913 w 731399"/>
                <a:gd name="connsiteY3" fmla="*/ 33006 h 1116100"/>
                <a:gd name="connsiteX4" fmla="*/ 417534 w 731399"/>
                <a:gd name="connsiteY4" fmla="*/ 7455 h 1116100"/>
                <a:gd name="connsiteX5" fmla="*/ 480890 w 731399"/>
                <a:gd name="connsiteY5" fmla="*/ 157539 h 1116100"/>
                <a:gd name="connsiteX6" fmla="*/ 731399 w 731399"/>
                <a:gd name="connsiteY6" fmla="*/ 1088098 h 1116100"/>
                <a:gd name="connsiteX0" fmla="*/ 0 w 731399"/>
                <a:gd name="connsiteY0" fmla="*/ 1111537 h 1111537"/>
                <a:gd name="connsiteX1" fmla="*/ 144493 w 731399"/>
                <a:gd name="connsiteY1" fmla="*/ 451484 h 1111537"/>
                <a:gd name="connsiteX2" fmla="*/ 247569 w 731399"/>
                <a:gd name="connsiteY2" fmla="*/ 117658 h 1111537"/>
                <a:gd name="connsiteX3" fmla="*/ 333295 w 731399"/>
                <a:gd name="connsiteY3" fmla="*/ 58784 h 1111537"/>
                <a:gd name="connsiteX4" fmla="*/ 417534 w 731399"/>
                <a:gd name="connsiteY4" fmla="*/ 2892 h 1111537"/>
                <a:gd name="connsiteX5" fmla="*/ 480890 w 731399"/>
                <a:gd name="connsiteY5" fmla="*/ 152976 h 1111537"/>
                <a:gd name="connsiteX6" fmla="*/ 731399 w 731399"/>
                <a:gd name="connsiteY6" fmla="*/ 1083535 h 1111537"/>
                <a:gd name="connsiteX0" fmla="*/ 0 w 731399"/>
                <a:gd name="connsiteY0" fmla="*/ 1115114 h 1115114"/>
                <a:gd name="connsiteX1" fmla="*/ 144493 w 731399"/>
                <a:gd name="connsiteY1" fmla="*/ 455061 h 1115114"/>
                <a:gd name="connsiteX2" fmla="*/ 247569 w 731399"/>
                <a:gd name="connsiteY2" fmla="*/ 121235 h 1115114"/>
                <a:gd name="connsiteX3" fmla="*/ 333295 w 731399"/>
                <a:gd name="connsiteY3" fmla="*/ 62361 h 1115114"/>
                <a:gd name="connsiteX4" fmla="*/ 417534 w 731399"/>
                <a:gd name="connsiteY4" fmla="*/ 6469 h 1115114"/>
                <a:gd name="connsiteX5" fmla="*/ 480890 w 731399"/>
                <a:gd name="connsiteY5" fmla="*/ 156553 h 1115114"/>
                <a:gd name="connsiteX6" fmla="*/ 731399 w 731399"/>
                <a:gd name="connsiteY6" fmla="*/ 1087112 h 1115114"/>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679012"/>
                <a:gd name="connsiteY0" fmla="*/ 1120056 h 1120056"/>
                <a:gd name="connsiteX1" fmla="*/ 130206 w 679012"/>
                <a:gd name="connsiteY1" fmla="*/ 520683 h 1120056"/>
                <a:gd name="connsiteX2" fmla="*/ 204707 w 679012"/>
                <a:gd name="connsiteY2" fmla="*/ 220990 h 1120056"/>
                <a:gd name="connsiteX3" fmla="*/ 280908 w 679012"/>
                <a:gd name="connsiteY3" fmla="*/ 59717 h 1120056"/>
                <a:gd name="connsiteX4" fmla="*/ 365147 w 679012"/>
                <a:gd name="connsiteY4" fmla="*/ 3825 h 1120056"/>
                <a:gd name="connsiteX5" fmla="*/ 428503 w 679012"/>
                <a:gd name="connsiteY5" fmla="*/ 153909 h 1120056"/>
                <a:gd name="connsiteX6" fmla="*/ 679012 w 679012"/>
                <a:gd name="connsiteY6" fmla="*/ 1084468 h 1120056"/>
                <a:gd name="connsiteX0" fmla="*/ 0 w 679012"/>
                <a:gd name="connsiteY0" fmla="*/ 1113012 h 1113012"/>
                <a:gd name="connsiteX1" fmla="*/ 130206 w 679012"/>
                <a:gd name="connsiteY1" fmla="*/ 513639 h 1113012"/>
                <a:gd name="connsiteX2" fmla="*/ 204707 w 679012"/>
                <a:gd name="connsiteY2" fmla="*/ 213946 h 1113012"/>
                <a:gd name="connsiteX3" fmla="*/ 280908 w 679012"/>
                <a:gd name="connsiteY3" fmla="*/ 52673 h 1113012"/>
                <a:gd name="connsiteX4" fmla="*/ 355622 w 679012"/>
                <a:gd name="connsiteY4" fmla="*/ 4367 h 1113012"/>
                <a:gd name="connsiteX5" fmla="*/ 428503 w 679012"/>
                <a:gd name="connsiteY5" fmla="*/ 146865 h 1113012"/>
                <a:gd name="connsiteX6" fmla="*/ 679012 w 679012"/>
                <a:gd name="connsiteY6" fmla="*/ 1077424 h 1113012"/>
                <a:gd name="connsiteX0" fmla="*/ 0 w 679012"/>
                <a:gd name="connsiteY0" fmla="*/ 1111450 h 1111450"/>
                <a:gd name="connsiteX1" fmla="*/ 130206 w 679012"/>
                <a:gd name="connsiteY1" fmla="*/ 512077 h 1111450"/>
                <a:gd name="connsiteX2" fmla="*/ 204707 w 679012"/>
                <a:gd name="connsiteY2" fmla="*/ 212384 h 1111450"/>
                <a:gd name="connsiteX3" fmla="*/ 280908 w 679012"/>
                <a:gd name="connsiteY3" fmla="*/ 51111 h 1111450"/>
                <a:gd name="connsiteX4" fmla="*/ 355622 w 679012"/>
                <a:gd name="connsiteY4" fmla="*/ 2805 h 1111450"/>
                <a:gd name="connsiteX5" fmla="*/ 428503 w 679012"/>
                <a:gd name="connsiteY5" fmla="*/ 145303 h 1111450"/>
                <a:gd name="connsiteX6" fmla="*/ 679012 w 679012"/>
                <a:gd name="connsiteY6" fmla="*/ 1075862 h 1111450"/>
                <a:gd name="connsiteX0" fmla="*/ 0 w 679012"/>
                <a:gd name="connsiteY0" fmla="*/ 1124626 h 1124626"/>
                <a:gd name="connsiteX1" fmla="*/ 130206 w 679012"/>
                <a:gd name="connsiteY1" fmla="*/ 525253 h 1124626"/>
                <a:gd name="connsiteX2" fmla="*/ 204707 w 679012"/>
                <a:gd name="connsiteY2" fmla="*/ 225560 h 1124626"/>
                <a:gd name="connsiteX3" fmla="*/ 280908 w 679012"/>
                <a:gd name="connsiteY3" fmla="*/ 64287 h 1124626"/>
                <a:gd name="connsiteX4" fmla="*/ 355622 w 679012"/>
                <a:gd name="connsiteY4" fmla="*/ 811 h 1124626"/>
                <a:gd name="connsiteX5" fmla="*/ 428503 w 679012"/>
                <a:gd name="connsiteY5" fmla="*/ 158479 h 1124626"/>
                <a:gd name="connsiteX6" fmla="*/ 679012 w 679012"/>
                <a:gd name="connsiteY6" fmla="*/ 1089038 h 1124626"/>
                <a:gd name="connsiteX0" fmla="*/ 0 w 679012"/>
                <a:gd name="connsiteY0" fmla="*/ 1126118 h 1126118"/>
                <a:gd name="connsiteX1" fmla="*/ 130206 w 679012"/>
                <a:gd name="connsiteY1" fmla="*/ 526745 h 1126118"/>
                <a:gd name="connsiteX2" fmla="*/ 204707 w 679012"/>
                <a:gd name="connsiteY2" fmla="*/ 227052 h 1126118"/>
                <a:gd name="connsiteX3" fmla="*/ 280908 w 679012"/>
                <a:gd name="connsiteY3" fmla="*/ 77156 h 1126118"/>
                <a:gd name="connsiteX4" fmla="*/ 355622 w 679012"/>
                <a:gd name="connsiteY4" fmla="*/ 2303 h 1126118"/>
                <a:gd name="connsiteX5" fmla="*/ 428503 w 679012"/>
                <a:gd name="connsiteY5" fmla="*/ 159971 h 1126118"/>
                <a:gd name="connsiteX6" fmla="*/ 679012 w 679012"/>
                <a:gd name="connsiteY6" fmla="*/ 1090530 h 1126118"/>
                <a:gd name="connsiteX0" fmla="*/ 0 w 679012"/>
                <a:gd name="connsiteY0" fmla="*/ 1126583 h 1126583"/>
                <a:gd name="connsiteX1" fmla="*/ 130206 w 679012"/>
                <a:gd name="connsiteY1" fmla="*/ 527210 h 1126583"/>
                <a:gd name="connsiteX2" fmla="*/ 204707 w 679012"/>
                <a:gd name="connsiteY2" fmla="*/ 227517 h 1126583"/>
                <a:gd name="connsiteX3" fmla="*/ 280908 w 679012"/>
                <a:gd name="connsiteY3" fmla="*/ 77621 h 1126583"/>
                <a:gd name="connsiteX4" fmla="*/ 355622 w 679012"/>
                <a:gd name="connsiteY4" fmla="*/ 2768 h 1126583"/>
                <a:gd name="connsiteX5" fmla="*/ 428503 w 679012"/>
                <a:gd name="connsiteY5" fmla="*/ 160436 h 1126583"/>
                <a:gd name="connsiteX6" fmla="*/ 679012 w 679012"/>
                <a:gd name="connsiteY6" fmla="*/ 1090995 h 1126583"/>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42112 w 679012"/>
                <a:gd name="connsiteY1" fmla="*/ 534397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7322 h 1127322"/>
                <a:gd name="connsiteX1" fmla="*/ 142112 w 679012"/>
                <a:gd name="connsiteY1" fmla="*/ 535533 h 1127322"/>
                <a:gd name="connsiteX2" fmla="*/ 211851 w 679012"/>
                <a:gd name="connsiteY2" fmla="*/ 239633 h 1127322"/>
                <a:gd name="connsiteX3" fmla="*/ 273764 w 679012"/>
                <a:gd name="connsiteY3" fmla="*/ 66982 h 1127322"/>
                <a:gd name="connsiteX4" fmla="*/ 355622 w 679012"/>
                <a:gd name="connsiteY4" fmla="*/ 3507 h 1127322"/>
                <a:gd name="connsiteX5" fmla="*/ 428503 w 679012"/>
                <a:gd name="connsiteY5" fmla="*/ 161175 h 1127322"/>
                <a:gd name="connsiteX6" fmla="*/ 679012 w 679012"/>
                <a:gd name="connsiteY6" fmla="*/ 1091734 h 1127322"/>
                <a:gd name="connsiteX0" fmla="*/ 0 w 679012"/>
                <a:gd name="connsiteY0" fmla="*/ 1127797 h 1127797"/>
                <a:gd name="connsiteX1" fmla="*/ 142112 w 679012"/>
                <a:gd name="connsiteY1" fmla="*/ 536008 h 1127797"/>
                <a:gd name="connsiteX2" fmla="*/ 211851 w 679012"/>
                <a:gd name="connsiteY2" fmla="*/ 240108 h 1127797"/>
                <a:gd name="connsiteX3" fmla="*/ 266621 w 679012"/>
                <a:gd name="connsiteY3" fmla="*/ 63664 h 1127797"/>
                <a:gd name="connsiteX4" fmla="*/ 355622 w 679012"/>
                <a:gd name="connsiteY4" fmla="*/ 3982 h 1127797"/>
                <a:gd name="connsiteX5" fmla="*/ 428503 w 679012"/>
                <a:gd name="connsiteY5" fmla="*/ 161650 h 1127797"/>
                <a:gd name="connsiteX6" fmla="*/ 679012 w 679012"/>
                <a:gd name="connsiteY6" fmla="*/ 1092209 h 1127797"/>
                <a:gd name="connsiteX0" fmla="*/ 0 w 679012"/>
                <a:gd name="connsiteY0" fmla="*/ 1113860 h 1113860"/>
                <a:gd name="connsiteX1" fmla="*/ 142112 w 679012"/>
                <a:gd name="connsiteY1" fmla="*/ 522071 h 1113860"/>
                <a:gd name="connsiteX2" fmla="*/ 211851 w 679012"/>
                <a:gd name="connsiteY2" fmla="*/ 226171 h 1113860"/>
                <a:gd name="connsiteX3" fmla="*/ 266621 w 679012"/>
                <a:gd name="connsiteY3" fmla="*/ 49727 h 1113860"/>
                <a:gd name="connsiteX4" fmla="*/ 350860 w 679012"/>
                <a:gd name="connsiteY4" fmla="*/ 5215 h 1113860"/>
                <a:gd name="connsiteX5" fmla="*/ 428503 w 679012"/>
                <a:gd name="connsiteY5" fmla="*/ 147713 h 1113860"/>
                <a:gd name="connsiteX6" fmla="*/ 679012 w 679012"/>
                <a:gd name="connsiteY6" fmla="*/ 1078272 h 1113860"/>
                <a:gd name="connsiteX0" fmla="*/ 0 w 679012"/>
                <a:gd name="connsiteY0" fmla="*/ 1123414 h 1123414"/>
                <a:gd name="connsiteX1" fmla="*/ 142112 w 679012"/>
                <a:gd name="connsiteY1" fmla="*/ 531625 h 1123414"/>
                <a:gd name="connsiteX2" fmla="*/ 211851 w 679012"/>
                <a:gd name="connsiteY2" fmla="*/ 235725 h 1123414"/>
                <a:gd name="connsiteX3" fmla="*/ 266621 w 679012"/>
                <a:gd name="connsiteY3" fmla="*/ 59281 h 1123414"/>
                <a:gd name="connsiteX4" fmla="*/ 350860 w 679012"/>
                <a:gd name="connsiteY4" fmla="*/ 14769 h 1123414"/>
                <a:gd name="connsiteX5" fmla="*/ 428503 w 679012"/>
                <a:gd name="connsiteY5" fmla="*/ 157267 h 1123414"/>
                <a:gd name="connsiteX6" fmla="*/ 679012 w 679012"/>
                <a:gd name="connsiteY6" fmla="*/ 1087826 h 1123414"/>
                <a:gd name="connsiteX0" fmla="*/ 0 w 679012"/>
                <a:gd name="connsiteY0" fmla="*/ 1129936 h 1129936"/>
                <a:gd name="connsiteX1" fmla="*/ 142112 w 679012"/>
                <a:gd name="connsiteY1" fmla="*/ 538147 h 1129936"/>
                <a:gd name="connsiteX2" fmla="*/ 211851 w 679012"/>
                <a:gd name="connsiteY2" fmla="*/ 242247 h 1129936"/>
                <a:gd name="connsiteX3" fmla="*/ 266621 w 679012"/>
                <a:gd name="connsiteY3" fmla="*/ 65803 h 1129936"/>
                <a:gd name="connsiteX4" fmla="*/ 353241 w 679012"/>
                <a:gd name="connsiteY4" fmla="*/ 13707 h 1129936"/>
                <a:gd name="connsiteX5" fmla="*/ 428503 w 679012"/>
                <a:gd name="connsiteY5" fmla="*/ 163789 h 1129936"/>
                <a:gd name="connsiteX6" fmla="*/ 679012 w 679012"/>
                <a:gd name="connsiteY6" fmla="*/ 1094348 h 1129936"/>
                <a:gd name="connsiteX0" fmla="*/ 0 w 679012"/>
                <a:gd name="connsiteY0" fmla="*/ 1139968 h 1139968"/>
                <a:gd name="connsiteX1" fmla="*/ 142112 w 679012"/>
                <a:gd name="connsiteY1" fmla="*/ 548179 h 1139968"/>
                <a:gd name="connsiteX2" fmla="*/ 211851 w 679012"/>
                <a:gd name="connsiteY2" fmla="*/ 252279 h 1139968"/>
                <a:gd name="connsiteX3" fmla="*/ 266621 w 679012"/>
                <a:gd name="connsiteY3" fmla="*/ 75835 h 1139968"/>
                <a:gd name="connsiteX4" fmla="*/ 358003 w 679012"/>
                <a:gd name="connsiteY4" fmla="*/ 12360 h 1139968"/>
                <a:gd name="connsiteX5" fmla="*/ 428503 w 679012"/>
                <a:gd name="connsiteY5" fmla="*/ 173821 h 1139968"/>
                <a:gd name="connsiteX6" fmla="*/ 679012 w 679012"/>
                <a:gd name="connsiteY6" fmla="*/ 1104380 h 1139968"/>
                <a:gd name="connsiteX0" fmla="*/ 0 w 679012"/>
                <a:gd name="connsiteY0" fmla="*/ 1150231 h 1150231"/>
                <a:gd name="connsiteX1" fmla="*/ 142112 w 679012"/>
                <a:gd name="connsiteY1" fmla="*/ 558442 h 1150231"/>
                <a:gd name="connsiteX2" fmla="*/ 211851 w 679012"/>
                <a:gd name="connsiteY2" fmla="*/ 262542 h 1150231"/>
                <a:gd name="connsiteX3" fmla="*/ 266621 w 679012"/>
                <a:gd name="connsiteY3" fmla="*/ 86098 h 1150231"/>
                <a:gd name="connsiteX4" fmla="*/ 355622 w 679012"/>
                <a:gd name="connsiteY4" fmla="*/ 11246 h 1150231"/>
                <a:gd name="connsiteX5" fmla="*/ 428503 w 679012"/>
                <a:gd name="connsiteY5" fmla="*/ 184084 h 1150231"/>
                <a:gd name="connsiteX6" fmla="*/ 679012 w 679012"/>
                <a:gd name="connsiteY6" fmla="*/ 1114643 h 1150231"/>
                <a:gd name="connsiteX0" fmla="*/ 0 w 679012"/>
                <a:gd name="connsiteY0" fmla="*/ 1141215 h 1141215"/>
                <a:gd name="connsiteX1" fmla="*/ 142112 w 679012"/>
                <a:gd name="connsiteY1" fmla="*/ 549426 h 1141215"/>
                <a:gd name="connsiteX2" fmla="*/ 211851 w 679012"/>
                <a:gd name="connsiteY2" fmla="*/ 253526 h 1141215"/>
                <a:gd name="connsiteX3" fmla="*/ 269002 w 679012"/>
                <a:gd name="connsiteY3" fmla="*/ 88460 h 1141215"/>
                <a:gd name="connsiteX4" fmla="*/ 355622 w 679012"/>
                <a:gd name="connsiteY4" fmla="*/ 2230 h 1141215"/>
                <a:gd name="connsiteX5" fmla="*/ 428503 w 679012"/>
                <a:gd name="connsiteY5" fmla="*/ 175068 h 1141215"/>
                <a:gd name="connsiteX6" fmla="*/ 679012 w 679012"/>
                <a:gd name="connsiteY6" fmla="*/ 1105627 h 1141215"/>
                <a:gd name="connsiteX0" fmla="*/ 0 w 679012"/>
                <a:gd name="connsiteY0" fmla="*/ 1141463 h 1141463"/>
                <a:gd name="connsiteX1" fmla="*/ 142112 w 679012"/>
                <a:gd name="connsiteY1" fmla="*/ 549674 h 1141463"/>
                <a:gd name="connsiteX2" fmla="*/ 211851 w 679012"/>
                <a:gd name="connsiteY2" fmla="*/ 253774 h 1141463"/>
                <a:gd name="connsiteX3" fmla="*/ 269002 w 679012"/>
                <a:gd name="connsiteY3" fmla="*/ 88708 h 1141463"/>
                <a:gd name="connsiteX4" fmla="*/ 355622 w 679012"/>
                <a:gd name="connsiteY4" fmla="*/ 2478 h 1141463"/>
                <a:gd name="connsiteX5" fmla="*/ 428503 w 679012"/>
                <a:gd name="connsiteY5" fmla="*/ 175316 h 1141463"/>
                <a:gd name="connsiteX6" fmla="*/ 679012 w 679012"/>
                <a:gd name="connsiteY6" fmla="*/ 1105875 h 114146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52819"/>
                <a:gd name="connsiteY0" fmla="*/ 1145065 h 1145065"/>
                <a:gd name="connsiteX1" fmla="*/ 132588 w 652819"/>
                <a:gd name="connsiteY1" fmla="*/ 557070 h 1145065"/>
                <a:gd name="connsiteX2" fmla="*/ 190421 w 652819"/>
                <a:gd name="connsiteY2" fmla="*/ 264962 h 1145065"/>
                <a:gd name="connsiteX3" fmla="*/ 242809 w 652819"/>
                <a:gd name="connsiteY3" fmla="*/ 88518 h 1145065"/>
                <a:gd name="connsiteX4" fmla="*/ 329429 w 652819"/>
                <a:gd name="connsiteY4" fmla="*/ 2288 h 1145065"/>
                <a:gd name="connsiteX5" fmla="*/ 402310 w 652819"/>
                <a:gd name="connsiteY5" fmla="*/ 175126 h 1145065"/>
                <a:gd name="connsiteX6" fmla="*/ 652819 w 652819"/>
                <a:gd name="connsiteY6" fmla="*/ 1105685 h 1145065"/>
                <a:gd name="connsiteX0" fmla="*/ 0 w 652819"/>
                <a:gd name="connsiteY0" fmla="*/ 1130397 h 1130397"/>
                <a:gd name="connsiteX1" fmla="*/ 132588 w 652819"/>
                <a:gd name="connsiteY1" fmla="*/ 542402 h 1130397"/>
                <a:gd name="connsiteX2" fmla="*/ 190421 w 652819"/>
                <a:gd name="connsiteY2" fmla="*/ 250294 h 1130397"/>
                <a:gd name="connsiteX3" fmla="*/ 242809 w 652819"/>
                <a:gd name="connsiteY3" fmla="*/ 73850 h 1130397"/>
                <a:gd name="connsiteX4" fmla="*/ 312760 w 652819"/>
                <a:gd name="connsiteY4" fmla="*/ 2791 h 1130397"/>
                <a:gd name="connsiteX5" fmla="*/ 402310 w 652819"/>
                <a:gd name="connsiteY5" fmla="*/ 160458 h 1130397"/>
                <a:gd name="connsiteX6" fmla="*/ 652819 w 652819"/>
                <a:gd name="connsiteY6" fmla="*/ 1091017 h 1130397"/>
                <a:gd name="connsiteX0" fmla="*/ 0 w 652819"/>
                <a:gd name="connsiteY0" fmla="*/ 1130435 h 1130435"/>
                <a:gd name="connsiteX1" fmla="*/ 132588 w 652819"/>
                <a:gd name="connsiteY1" fmla="*/ 542440 h 1130435"/>
                <a:gd name="connsiteX2" fmla="*/ 190421 w 652819"/>
                <a:gd name="connsiteY2" fmla="*/ 250332 h 1130435"/>
                <a:gd name="connsiteX3" fmla="*/ 242809 w 652819"/>
                <a:gd name="connsiteY3" fmla="*/ 73888 h 1130435"/>
                <a:gd name="connsiteX4" fmla="*/ 312760 w 652819"/>
                <a:gd name="connsiteY4" fmla="*/ 2829 h 1130435"/>
                <a:gd name="connsiteX5" fmla="*/ 402310 w 652819"/>
                <a:gd name="connsiteY5" fmla="*/ 160496 h 1130435"/>
                <a:gd name="connsiteX6" fmla="*/ 652819 w 652819"/>
                <a:gd name="connsiteY6" fmla="*/ 1091055 h 1130435"/>
                <a:gd name="connsiteX0" fmla="*/ 0 w 652819"/>
                <a:gd name="connsiteY0" fmla="*/ 1129212 h 1129212"/>
                <a:gd name="connsiteX1" fmla="*/ 132588 w 652819"/>
                <a:gd name="connsiteY1" fmla="*/ 541217 h 1129212"/>
                <a:gd name="connsiteX2" fmla="*/ 190421 w 652819"/>
                <a:gd name="connsiteY2" fmla="*/ 249109 h 1129212"/>
                <a:gd name="connsiteX3" fmla="*/ 240427 w 652819"/>
                <a:gd name="connsiteY3" fmla="*/ 87836 h 1129212"/>
                <a:gd name="connsiteX4" fmla="*/ 312760 w 652819"/>
                <a:gd name="connsiteY4" fmla="*/ 1606 h 1129212"/>
                <a:gd name="connsiteX5" fmla="*/ 402310 w 652819"/>
                <a:gd name="connsiteY5" fmla="*/ 159273 h 1129212"/>
                <a:gd name="connsiteX6" fmla="*/ 652819 w 652819"/>
                <a:gd name="connsiteY6" fmla="*/ 1089832 h 1129212"/>
                <a:gd name="connsiteX0" fmla="*/ 0 w 652819"/>
                <a:gd name="connsiteY0" fmla="*/ 1129518 h 1129518"/>
                <a:gd name="connsiteX1" fmla="*/ 132588 w 652819"/>
                <a:gd name="connsiteY1" fmla="*/ 541523 h 1129518"/>
                <a:gd name="connsiteX2" fmla="*/ 190421 w 652819"/>
                <a:gd name="connsiteY2" fmla="*/ 249415 h 1129518"/>
                <a:gd name="connsiteX3" fmla="*/ 240427 w 652819"/>
                <a:gd name="connsiteY3" fmla="*/ 88142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518 h 1129518"/>
                <a:gd name="connsiteX1" fmla="*/ 132588 w 652819"/>
                <a:gd name="connsiteY1" fmla="*/ 541523 h 1129518"/>
                <a:gd name="connsiteX2" fmla="*/ 190421 w 652819"/>
                <a:gd name="connsiteY2" fmla="*/ 249415 h 1129518"/>
                <a:gd name="connsiteX3" fmla="*/ 230902 w 652819"/>
                <a:gd name="connsiteY3" fmla="*/ 88141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227 h 1129227"/>
                <a:gd name="connsiteX1" fmla="*/ 132588 w 652819"/>
                <a:gd name="connsiteY1" fmla="*/ 541232 h 1129227"/>
                <a:gd name="connsiteX2" fmla="*/ 180896 w 652819"/>
                <a:gd name="connsiteY2" fmla="*/ 252916 h 1129227"/>
                <a:gd name="connsiteX3" fmla="*/ 230902 w 652819"/>
                <a:gd name="connsiteY3" fmla="*/ 87850 h 1129227"/>
                <a:gd name="connsiteX4" fmla="*/ 312760 w 652819"/>
                <a:gd name="connsiteY4" fmla="*/ 1621 h 1129227"/>
                <a:gd name="connsiteX5" fmla="*/ 402310 w 652819"/>
                <a:gd name="connsiteY5" fmla="*/ 159288 h 1129227"/>
                <a:gd name="connsiteX6" fmla="*/ 652819 w 652819"/>
                <a:gd name="connsiteY6" fmla="*/ 1089847 h 1129227"/>
                <a:gd name="connsiteX0" fmla="*/ 0 w 652819"/>
                <a:gd name="connsiteY0" fmla="*/ 1129225 h 1129225"/>
                <a:gd name="connsiteX1" fmla="*/ 132588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48056"/>
                <a:gd name="connsiteY0" fmla="*/ 1117847 h 1117847"/>
                <a:gd name="connsiteX1" fmla="*/ 123063 w 648056"/>
                <a:gd name="connsiteY1" fmla="*/ 541230 h 1117847"/>
                <a:gd name="connsiteX2" fmla="*/ 176133 w 648056"/>
                <a:gd name="connsiteY2" fmla="*/ 252914 h 1117847"/>
                <a:gd name="connsiteX3" fmla="*/ 226139 w 648056"/>
                <a:gd name="connsiteY3" fmla="*/ 87848 h 1117847"/>
                <a:gd name="connsiteX4" fmla="*/ 307997 w 648056"/>
                <a:gd name="connsiteY4" fmla="*/ 1619 h 1117847"/>
                <a:gd name="connsiteX5" fmla="*/ 397547 w 648056"/>
                <a:gd name="connsiteY5" fmla="*/ 159286 h 1117847"/>
                <a:gd name="connsiteX6" fmla="*/ 648056 w 648056"/>
                <a:gd name="connsiteY6" fmla="*/ 1089845 h 1117847"/>
                <a:gd name="connsiteX0" fmla="*/ 0 w 662344"/>
                <a:gd name="connsiteY0" fmla="*/ 1125431 h 1125431"/>
                <a:gd name="connsiteX1" fmla="*/ 137351 w 662344"/>
                <a:gd name="connsiteY1" fmla="*/ 541230 h 1125431"/>
                <a:gd name="connsiteX2" fmla="*/ 190421 w 662344"/>
                <a:gd name="connsiteY2" fmla="*/ 252914 h 1125431"/>
                <a:gd name="connsiteX3" fmla="*/ 240427 w 662344"/>
                <a:gd name="connsiteY3" fmla="*/ 87848 h 1125431"/>
                <a:gd name="connsiteX4" fmla="*/ 322285 w 662344"/>
                <a:gd name="connsiteY4" fmla="*/ 1619 h 1125431"/>
                <a:gd name="connsiteX5" fmla="*/ 411835 w 662344"/>
                <a:gd name="connsiteY5" fmla="*/ 159286 h 1125431"/>
                <a:gd name="connsiteX6" fmla="*/ 662344 w 662344"/>
                <a:gd name="connsiteY6" fmla="*/ 1089845 h 1125431"/>
                <a:gd name="connsiteX0" fmla="*/ 0 w 662344"/>
                <a:gd name="connsiteY0" fmla="*/ 1125431 h 1142731"/>
                <a:gd name="connsiteX1" fmla="*/ 41476 w 662344"/>
                <a:gd name="connsiteY1" fmla="*/ 1089647 h 1142731"/>
                <a:gd name="connsiteX2" fmla="*/ 137351 w 662344"/>
                <a:gd name="connsiteY2" fmla="*/ 541230 h 1142731"/>
                <a:gd name="connsiteX3" fmla="*/ 190421 w 662344"/>
                <a:gd name="connsiteY3" fmla="*/ 252914 h 1142731"/>
                <a:gd name="connsiteX4" fmla="*/ 240427 w 662344"/>
                <a:gd name="connsiteY4" fmla="*/ 87848 h 1142731"/>
                <a:gd name="connsiteX5" fmla="*/ 322285 w 662344"/>
                <a:gd name="connsiteY5" fmla="*/ 1619 h 1142731"/>
                <a:gd name="connsiteX6" fmla="*/ 411835 w 662344"/>
                <a:gd name="connsiteY6" fmla="*/ 159286 h 1142731"/>
                <a:gd name="connsiteX7" fmla="*/ 662344 w 662344"/>
                <a:gd name="connsiteY7" fmla="*/ 1089845 h 1142731"/>
                <a:gd name="connsiteX0" fmla="*/ 0 w 724257"/>
                <a:gd name="connsiteY0" fmla="*/ 1129225 h 1144257"/>
                <a:gd name="connsiteX1" fmla="*/ 103389 w 724257"/>
                <a:gd name="connsiteY1" fmla="*/ 1089647 h 1144257"/>
                <a:gd name="connsiteX2" fmla="*/ 199264 w 724257"/>
                <a:gd name="connsiteY2" fmla="*/ 541230 h 1144257"/>
                <a:gd name="connsiteX3" fmla="*/ 252334 w 724257"/>
                <a:gd name="connsiteY3" fmla="*/ 252914 h 1144257"/>
                <a:gd name="connsiteX4" fmla="*/ 302340 w 724257"/>
                <a:gd name="connsiteY4" fmla="*/ 87848 h 1144257"/>
                <a:gd name="connsiteX5" fmla="*/ 384198 w 724257"/>
                <a:gd name="connsiteY5" fmla="*/ 1619 h 1144257"/>
                <a:gd name="connsiteX6" fmla="*/ 473748 w 724257"/>
                <a:gd name="connsiteY6" fmla="*/ 159286 h 1144257"/>
                <a:gd name="connsiteX7" fmla="*/ 724257 w 724257"/>
                <a:gd name="connsiteY7" fmla="*/ 1089845 h 1144257"/>
                <a:gd name="connsiteX0" fmla="*/ 0 w 748070"/>
                <a:gd name="connsiteY0" fmla="*/ 1034412 h 1121346"/>
                <a:gd name="connsiteX1" fmla="*/ 127202 w 748070"/>
                <a:gd name="connsiteY1" fmla="*/ 1089647 h 1121346"/>
                <a:gd name="connsiteX2" fmla="*/ 223077 w 748070"/>
                <a:gd name="connsiteY2" fmla="*/ 541230 h 1121346"/>
                <a:gd name="connsiteX3" fmla="*/ 276147 w 748070"/>
                <a:gd name="connsiteY3" fmla="*/ 252914 h 1121346"/>
                <a:gd name="connsiteX4" fmla="*/ 326153 w 748070"/>
                <a:gd name="connsiteY4" fmla="*/ 87848 h 1121346"/>
                <a:gd name="connsiteX5" fmla="*/ 408011 w 748070"/>
                <a:gd name="connsiteY5" fmla="*/ 1619 h 1121346"/>
                <a:gd name="connsiteX6" fmla="*/ 497561 w 748070"/>
                <a:gd name="connsiteY6" fmla="*/ 159286 h 1121346"/>
                <a:gd name="connsiteX7" fmla="*/ 748070 w 748070"/>
                <a:gd name="connsiteY7" fmla="*/ 1089845 h 1121346"/>
                <a:gd name="connsiteX0" fmla="*/ 0 w 759976"/>
                <a:gd name="connsiteY0" fmla="*/ 1076130 h 1128543"/>
                <a:gd name="connsiteX1" fmla="*/ 139108 w 759976"/>
                <a:gd name="connsiteY1" fmla="*/ 1089647 h 1128543"/>
                <a:gd name="connsiteX2" fmla="*/ 234983 w 759976"/>
                <a:gd name="connsiteY2" fmla="*/ 541230 h 1128543"/>
                <a:gd name="connsiteX3" fmla="*/ 288053 w 759976"/>
                <a:gd name="connsiteY3" fmla="*/ 252914 h 1128543"/>
                <a:gd name="connsiteX4" fmla="*/ 338059 w 759976"/>
                <a:gd name="connsiteY4" fmla="*/ 87848 h 1128543"/>
                <a:gd name="connsiteX5" fmla="*/ 419917 w 759976"/>
                <a:gd name="connsiteY5" fmla="*/ 1619 h 1128543"/>
                <a:gd name="connsiteX6" fmla="*/ 509467 w 759976"/>
                <a:gd name="connsiteY6" fmla="*/ 159286 h 1128543"/>
                <a:gd name="connsiteX7" fmla="*/ 759976 w 759976"/>
                <a:gd name="connsiteY7" fmla="*/ 1089845 h 1128543"/>
                <a:gd name="connsiteX0" fmla="*/ 0 w 759976"/>
                <a:gd name="connsiteY0" fmla="*/ 1076130 h 1142262"/>
                <a:gd name="connsiteX1" fmla="*/ 34334 w 759976"/>
                <a:gd name="connsiteY1" fmla="*/ 1119987 h 1142262"/>
                <a:gd name="connsiteX2" fmla="*/ 139108 w 759976"/>
                <a:gd name="connsiteY2" fmla="*/ 1089647 h 1142262"/>
                <a:gd name="connsiteX3" fmla="*/ 234983 w 759976"/>
                <a:gd name="connsiteY3" fmla="*/ 541230 h 1142262"/>
                <a:gd name="connsiteX4" fmla="*/ 288053 w 759976"/>
                <a:gd name="connsiteY4" fmla="*/ 252914 h 1142262"/>
                <a:gd name="connsiteX5" fmla="*/ 338059 w 759976"/>
                <a:gd name="connsiteY5" fmla="*/ 87848 h 1142262"/>
                <a:gd name="connsiteX6" fmla="*/ 419917 w 759976"/>
                <a:gd name="connsiteY6" fmla="*/ 1619 h 1142262"/>
                <a:gd name="connsiteX7" fmla="*/ 509467 w 759976"/>
                <a:gd name="connsiteY7" fmla="*/ 159286 h 1142262"/>
                <a:gd name="connsiteX8" fmla="*/ 759976 w 759976"/>
                <a:gd name="connsiteY8" fmla="*/ 1089845 h 1142262"/>
                <a:gd name="connsiteX0" fmla="*/ 0 w 786169"/>
                <a:gd name="connsiteY0" fmla="*/ 909258 h 1142264"/>
                <a:gd name="connsiteX1" fmla="*/ 60527 w 786169"/>
                <a:gd name="connsiteY1" fmla="*/ 1119987 h 1142264"/>
                <a:gd name="connsiteX2" fmla="*/ 165301 w 786169"/>
                <a:gd name="connsiteY2" fmla="*/ 1089647 h 1142264"/>
                <a:gd name="connsiteX3" fmla="*/ 261176 w 786169"/>
                <a:gd name="connsiteY3" fmla="*/ 541230 h 1142264"/>
                <a:gd name="connsiteX4" fmla="*/ 314246 w 786169"/>
                <a:gd name="connsiteY4" fmla="*/ 252914 h 1142264"/>
                <a:gd name="connsiteX5" fmla="*/ 364252 w 786169"/>
                <a:gd name="connsiteY5" fmla="*/ 87848 h 1142264"/>
                <a:gd name="connsiteX6" fmla="*/ 446110 w 786169"/>
                <a:gd name="connsiteY6" fmla="*/ 1619 h 1142264"/>
                <a:gd name="connsiteX7" fmla="*/ 535660 w 786169"/>
                <a:gd name="connsiteY7" fmla="*/ 159286 h 1142264"/>
                <a:gd name="connsiteX8" fmla="*/ 786169 w 786169"/>
                <a:gd name="connsiteY8" fmla="*/ 1089845 h 1142264"/>
                <a:gd name="connsiteX0" fmla="*/ 0 w 990956"/>
                <a:gd name="connsiteY0" fmla="*/ 55936 h 1142262"/>
                <a:gd name="connsiteX1" fmla="*/ 265314 w 990956"/>
                <a:gd name="connsiteY1" fmla="*/ 1119987 h 1142262"/>
                <a:gd name="connsiteX2" fmla="*/ 370088 w 990956"/>
                <a:gd name="connsiteY2" fmla="*/ 1089647 h 1142262"/>
                <a:gd name="connsiteX3" fmla="*/ 465963 w 990956"/>
                <a:gd name="connsiteY3" fmla="*/ 541230 h 1142262"/>
                <a:gd name="connsiteX4" fmla="*/ 519033 w 990956"/>
                <a:gd name="connsiteY4" fmla="*/ 252914 h 1142262"/>
                <a:gd name="connsiteX5" fmla="*/ 569039 w 990956"/>
                <a:gd name="connsiteY5" fmla="*/ 87848 h 1142262"/>
                <a:gd name="connsiteX6" fmla="*/ 650897 w 990956"/>
                <a:gd name="connsiteY6" fmla="*/ 1619 h 1142262"/>
                <a:gd name="connsiteX7" fmla="*/ 740447 w 990956"/>
                <a:gd name="connsiteY7" fmla="*/ 159286 h 1142262"/>
                <a:gd name="connsiteX8" fmla="*/ 990956 w 990956"/>
                <a:gd name="connsiteY8" fmla="*/ 1089845 h 1142262"/>
                <a:gd name="connsiteX0" fmla="*/ 0 w 990956"/>
                <a:gd name="connsiteY0" fmla="*/ 55936 h 1142264"/>
                <a:gd name="connsiteX1" fmla="*/ 246264 w 990956"/>
                <a:gd name="connsiteY1" fmla="*/ 1119987 h 1142264"/>
                <a:gd name="connsiteX2" fmla="*/ 370088 w 990956"/>
                <a:gd name="connsiteY2" fmla="*/ 1089647 h 1142264"/>
                <a:gd name="connsiteX3" fmla="*/ 465963 w 990956"/>
                <a:gd name="connsiteY3" fmla="*/ 541230 h 1142264"/>
                <a:gd name="connsiteX4" fmla="*/ 519033 w 990956"/>
                <a:gd name="connsiteY4" fmla="*/ 252914 h 1142264"/>
                <a:gd name="connsiteX5" fmla="*/ 569039 w 990956"/>
                <a:gd name="connsiteY5" fmla="*/ 87848 h 1142264"/>
                <a:gd name="connsiteX6" fmla="*/ 650897 w 990956"/>
                <a:gd name="connsiteY6" fmla="*/ 1619 h 1142264"/>
                <a:gd name="connsiteX7" fmla="*/ 740447 w 990956"/>
                <a:gd name="connsiteY7" fmla="*/ 159286 h 1142264"/>
                <a:gd name="connsiteX8" fmla="*/ 990956 w 990956"/>
                <a:gd name="connsiteY8" fmla="*/ 1089845 h 1142264"/>
                <a:gd name="connsiteX0" fmla="*/ 0 w 990956"/>
                <a:gd name="connsiteY0" fmla="*/ 55936 h 1151339"/>
                <a:gd name="connsiteX1" fmla="*/ 246264 w 990956"/>
                <a:gd name="connsiteY1" fmla="*/ 1119987 h 1151339"/>
                <a:gd name="connsiteX2" fmla="*/ 370088 w 990956"/>
                <a:gd name="connsiteY2" fmla="*/ 1089647 h 1151339"/>
                <a:gd name="connsiteX3" fmla="*/ 465963 w 990956"/>
                <a:gd name="connsiteY3" fmla="*/ 541230 h 1151339"/>
                <a:gd name="connsiteX4" fmla="*/ 519033 w 990956"/>
                <a:gd name="connsiteY4" fmla="*/ 252914 h 1151339"/>
                <a:gd name="connsiteX5" fmla="*/ 569039 w 990956"/>
                <a:gd name="connsiteY5" fmla="*/ 87848 h 1151339"/>
                <a:gd name="connsiteX6" fmla="*/ 650897 w 990956"/>
                <a:gd name="connsiteY6" fmla="*/ 1619 h 1151339"/>
                <a:gd name="connsiteX7" fmla="*/ 740447 w 990956"/>
                <a:gd name="connsiteY7" fmla="*/ 159286 h 1151339"/>
                <a:gd name="connsiteX8" fmla="*/ 990956 w 990956"/>
                <a:gd name="connsiteY8" fmla="*/ 1089845 h 1151339"/>
                <a:gd name="connsiteX0" fmla="*/ 0 w 990956"/>
                <a:gd name="connsiteY0" fmla="*/ 55936 h 1153214"/>
                <a:gd name="connsiteX1" fmla="*/ 234358 w 990956"/>
                <a:gd name="connsiteY1" fmla="*/ 1123779 h 1153214"/>
                <a:gd name="connsiteX2" fmla="*/ 370088 w 990956"/>
                <a:gd name="connsiteY2" fmla="*/ 1089647 h 1153214"/>
                <a:gd name="connsiteX3" fmla="*/ 465963 w 990956"/>
                <a:gd name="connsiteY3" fmla="*/ 541230 h 1153214"/>
                <a:gd name="connsiteX4" fmla="*/ 519033 w 990956"/>
                <a:gd name="connsiteY4" fmla="*/ 252914 h 1153214"/>
                <a:gd name="connsiteX5" fmla="*/ 569039 w 990956"/>
                <a:gd name="connsiteY5" fmla="*/ 87848 h 1153214"/>
                <a:gd name="connsiteX6" fmla="*/ 650897 w 990956"/>
                <a:gd name="connsiteY6" fmla="*/ 1619 h 1153214"/>
                <a:gd name="connsiteX7" fmla="*/ 740447 w 990956"/>
                <a:gd name="connsiteY7" fmla="*/ 159286 h 1153214"/>
                <a:gd name="connsiteX8" fmla="*/ 990956 w 990956"/>
                <a:gd name="connsiteY8" fmla="*/ 1089845 h 1153214"/>
                <a:gd name="connsiteX0" fmla="*/ 0 w 990956"/>
                <a:gd name="connsiteY0" fmla="*/ 54816 h 1152094"/>
                <a:gd name="connsiteX1" fmla="*/ 234358 w 990956"/>
                <a:gd name="connsiteY1" fmla="*/ 1122659 h 1152094"/>
                <a:gd name="connsiteX2" fmla="*/ 370088 w 990956"/>
                <a:gd name="connsiteY2" fmla="*/ 1088527 h 1152094"/>
                <a:gd name="connsiteX3" fmla="*/ 465963 w 990956"/>
                <a:gd name="connsiteY3" fmla="*/ 540110 h 1152094"/>
                <a:gd name="connsiteX4" fmla="*/ 519033 w 990956"/>
                <a:gd name="connsiteY4" fmla="*/ 251794 h 1152094"/>
                <a:gd name="connsiteX5" fmla="*/ 576183 w 990956"/>
                <a:gd name="connsiteY5" fmla="*/ 113277 h 1152094"/>
                <a:gd name="connsiteX6" fmla="*/ 650897 w 990956"/>
                <a:gd name="connsiteY6" fmla="*/ 499 h 1152094"/>
                <a:gd name="connsiteX7" fmla="*/ 740447 w 990956"/>
                <a:gd name="connsiteY7" fmla="*/ 158166 h 1152094"/>
                <a:gd name="connsiteX8" fmla="*/ 990956 w 990956"/>
                <a:gd name="connsiteY8" fmla="*/ 1088725 h 1152094"/>
                <a:gd name="connsiteX0" fmla="*/ 0 w 990956"/>
                <a:gd name="connsiteY0" fmla="*/ 55036 h 1152314"/>
                <a:gd name="connsiteX1" fmla="*/ 234358 w 990956"/>
                <a:gd name="connsiteY1" fmla="*/ 1122879 h 1152314"/>
                <a:gd name="connsiteX2" fmla="*/ 370088 w 990956"/>
                <a:gd name="connsiteY2" fmla="*/ 1088747 h 1152314"/>
                <a:gd name="connsiteX3" fmla="*/ 465963 w 990956"/>
                <a:gd name="connsiteY3" fmla="*/ 540330 h 1152314"/>
                <a:gd name="connsiteX4" fmla="*/ 519033 w 990956"/>
                <a:gd name="connsiteY4" fmla="*/ 252014 h 1152314"/>
                <a:gd name="connsiteX5" fmla="*/ 576183 w 990956"/>
                <a:gd name="connsiteY5" fmla="*/ 113497 h 1152314"/>
                <a:gd name="connsiteX6" fmla="*/ 650897 w 990956"/>
                <a:gd name="connsiteY6" fmla="*/ 719 h 1152314"/>
                <a:gd name="connsiteX7" fmla="*/ 740447 w 990956"/>
                <a:gd name="connsiteY7" fmla="*/ 158386 h 1152314"/>
                <a:gd name="connsiteX8" fmla="*/ 990956 w 990956"/>
                <a:gd name="connsiteY8" fmla="*/ 1088945 h 1152314"/>
                <a:gd name="connsiteX0" fmla="*/ 0 w 990956"/>
                <a:gd name="connsiteY0" fmla="*/ 54843 h 1152121"/>
                <a:gd name="connsiteX1" fmla="*/ 234358 w 990956"/>
                <a:gd name="connsiteY1" fmla="*/ 1122686 h 1152121"/>
                <a:gd name="connsiteX2" fmla="*/ 370088 w 990956"/>
                <a:gd name="connsiteY2" fmla="*/ 1088554 h 1152121"/>
                <a:gd name="connsiteX3" fmla="*/ 465963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9523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94538 w 990956"/>
                <a:gd name="connsiteY3" fmla="*/ 543934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40667"/>
                <a:gd name="connsiteX1" fmla="*/ 241502 w 990956"/>
                <a:gd name="connsiteY1" fmla="*/ 1096142 h 1140667"/>
                <a:gd name="connsiteX2" fmla="*/ 370088 w 990956"/>
                <a:gd name="connsiteY2" fmla="*/ 1088559 h 1140667"/>
                <a:gd name="connsiteX3" fmla="*/ 494538 w 990956"/>
                <a:gd name="connsiteY3" fmla="*/ 543934 h 1140667"/>
                <a:gd name="connsiteX4" fmla="*/ 552371 w 990956"/>
                <a:gd name="connsiteY4" fmla="*/ 282167 h 1140667"/>
                <a:gd name="connsiteX5" fmla="*/ 595233 w 990956"/>
                <a:gd name="connsiteY5" fmla="*/ 113309 h 1140667"/>
                <a:gd name="connsiteX6" fmla="*/ 650897 w 990956"/>
                <a:gd name="connsiteY6" fmla="*/ 531 h 1140667"/>
                <a:gd name="connsiteX7" fmla="*/ 740447 w 990956"/>
                <a:gd name="connsiteY7" fmla="*/ 158198 h 1140667"/>
                <a:gd name="connsiteX8" fmla="*/ 990956 w 990956"/>
                <a:gd name="connsiteY8" fmla="*/ 1088757 h 1140667"/>
                <a:gd name="connsiteX0" fmla="*/ 0 w 990956"/>
                <a:gd name="connsiteY0" fmla="*/ 54848 h 1133745"/>
                <a:gd name="connsiteX1" fmla="*/ 241502 w 990956"/>
                <a:gd name="connsiteY1" fmla="*/ 1096142 h 1133745"/>
                <a:gd name="connsiteX2" fmla="*/ 355800 w 990956"/>
                <a:gd name="connsiteY2" fmla="*/ 1077183 h 1133745"/>
                <a:gd name="connsiteX3" fmla="*/ 494538 w 990956"/>
                <a:gd name="connsiteY3" fmla="*/ 543934 h 1133745"/>
                <a:gd name="connsiteX4" fmla="*/ 552371 w 990956"/>
                <a:gd name="connsiteY4" fmla="*/ 282167 h 1133745"/>
                <a:gd name="connsiteX5" fmla="*/ 595233 w 990956"/>
                <a:gd name="connsiteY5" fmla="*/ 113309 h 1133745"/>
                <a:gd name="connsiteX6" fmla="*/ 650897 w 990956"/>
                <a:gd name="connsiteY6" fmla="*/ 531 h 1133745"/>
                <a:gd name="connsiteX7" fmla="*/ 740447 w 990956"/>
                <a:gd name="connsiteY7" fmla="*/ 158198 h 1133745"/>
                <a:gd name="connsiteX8" fmla="*/ 990956 w 990956"/>
                <a:gd name="connsiteY8" fmla="*/ 1088757 h 1133745"/>
                <a:gd name="connsiteX0" fmla="*/ 0 w 962381"/>
                <a:gd name="connsiteY0" fmla="*/ 54848 h 1133747"/>
                <a:gd name="connsiteX1" fmla="*/ 241502 w 962381"/>
                <a:gd name="connsiteY1" fmla="*/ 1096142 h 1133747"/>
                <a:gd name="connsiteX2" fmla="*/ 355800 w 962381"/>
                <a:gd name="connsiteY2" fmla="*/ 1077183 h 1133747"/>
                <a:gd name="connsiteX3" fmla="*/ 494538 w 962381"/>
                <a:gd name="connsiteY3" fmla="*/ 543934 h 1133747"/>
                <a:gd name="connsiteX4" fmla="*/ 552371 w 962381"/>
                <a:gd name="connsiteY4" fmla="*/ 282167 h 1133747"/>
                <a:gd name="connsiteX5" fmla="*/ 595233 w 962381"/>
                <a:gd name="connsiteY5" fmla="*/ 113309 h 1133747"/>
                <a:gd name="connsiteX6" fmla="*/ 650897 w 962381"/>
                <a:gd name="connsiteY6" fmla="*/ 531 h 1133747"/>
                <a:gd name="connsiteX7" fmla="*/ 740447 w 962381"/>
                <a:gd name="connsiteY7" fmla="*/ 158198 h 1133747"/>
                <a:gd name="connsiteX8" fmla="*/ 962381 w 962381"/>
                <a:gd name="connsiteY8" fmla="*/ 1107721 h 1133747"/>
                <a:gd name="connsiteX0" fmla="*/ 0 w 952856"/>
                <a:gd name="connsiteY0" fmla="*/ 54848 h 1133745"/>
                <a:gd name="connsiteX1" fmla="*/ 241502 w 952856"/>
                <a:gd name="connsiteY1" fmla="*/ 1096142 h 1133745"/>
                <a:gd name="connsiteX2" fmla="*/ 355800 w 952856"/>
                <a:gd name="connsiteY2" fmla="*/ 1077183 h 1133745"/>
                <a:gd name="connsiteX3" fmla="*/ 494538 w 952856"/>
                <a:gd name="connsiteY3" fmla="*/ 543934 h 1133745"/>
                <a:gd name="connsiteX4" fmla="*/ 552371 w 952856"/>
                <a:gd name="connsiteY4" fmla="*/ 282167 h 1133745"/>
                <a:gd name="connsiteX5" fmla="*/ 595233 w 952856"/>
                <a:gd name="connsiteY5" fmla="*/ 113309 h 1133745"/>
                <a:gd name="connsiteX6" fmla="*/ 650897 w 952856"/>
                <a:gd name="connsiteY6" fmla="*/ 531 h 1133745"/>
                <a:gd name="connsiteX7" fmla="*/ 740447 w 952856"/>
                <a:gd name="connsiteY7" fmla="*/ 158198 h 1133745"/>
                <a:gd name="connsiteX8" fmla="*/ 952856 w 952856"/>
                <a:gd name="connsiteY8" fmla="*/ 1084965 h 1133745"/>
                <a:gd name="connsiteX0" fmla="*/ 0 w 952856"/>
                <a:gd name="connsiteY0" fmla="*/ 29638 h 1108536"/>
                <a:gd name="connsiteX1" fmla="*/ 241502 w 952856"/>
                <a:gd name="connsiteY1" fmla="*/ 1070932 h 1108536"/>
                <a:gd name="connsiteX2" fmla="*/ 355800 w 952856"/>
                <a:gd name="connsiteY2" fmla="*/ 1051973 h 1108536"/>
                <a:gd name="connsiteX3" fmla="*/ 494538 w 952856"/>
                <a:gd name="connsiteY3" fmla="*/ 518724 h 1108536"/>
                <a:gd name="connsiteX4" fmla="*/ 552371 w 952856"/>
                <a:gd name="connsiteY4" fmla="*/ 256957 h 1108536"/>
                <a:gd name="connsiteX5" fmla="*/ 595233 w 952856"/>
                <a:gd name="connsiteY5" fmla="*/ 88099 h 1108536"/>
                <a:gd name="connsiteX6" fmla="*/ 653278 w 952856"/>
                <a:gd name="connsiteY6" fmla="*/ 1869 h 1108536"/>
                <a:gd name="connsiteX7" fmla="*/ 740447 w 952856"/>
                <a:gd name="connsiteY7" fmla="*/ 132988 h 1108536"/>
                <a:gd name="connsiteX8" fmla="*/ 952856 w 952856"/>
                <a:gd name="connsiteY8" fmla="*/ 1059755 h 1108536"/>
                <a:gd name="connsiteX0" fmla="*/ 0 w 952856"/>
                <a:gd name="connsiteY0" fmla="*/ 29636 h 1108534"/>
                <a:gd name="connsiteX1" fmla="*/ 231977 w 952856"/>
                <a:gd name="connsiteY1" fmla="*/ 1070930 h 1108534"/>
                <a:gd name="connsiteX2" fmla="*/ 355800 w 952856"/>
                <a:gd name="connsiteY2" fmla="*/ 1051971 h 1108534"/>
                <a:gd name="connsiteX3" fmla="*/ 494538 w 952856"/>
                <a:gd name="connsiteY3" fmla="*/ 518722 h 1108534"/>
                <a:gd name="connsiteX4" fmla="*/ 552371 w 952856"/>
                <a:gd name="connsiteY4" fmla="*/ 256955 h 1108534"/>
                <a:gd name="connsiteX5" fmla="*/ 595233 w 952856"/>
                <a:gd name="connsiteY5" fmla="*/ 88097 h 1108534"/>
                <a:gd name="connsiteX6" fmla="*/ 653278 w 952856"/>
                <a:gd name="connsiteY6" fmla="*/ 1867 h 1108534"/>
                <a:gd name="connsiteX7" fmla="*/ 740447 w 952856"/>
                <a:gd name="connsiteY7" fmla="*/ 132986 h 1108534"/>
                <a:gd name="connsiteX8" fmla="*/ 952856 w 952856"/>
                <a:gd name="connsiteY8" fmla="*/ 1059753 h 1108534"/>
                <a:gd name="connsiteX0" fmla="*/ 0 w 952856"/>
                <a:gd name="connsiteY0" fmla="*/ 29636 h 1115535"/>
                <a:gd name="connsiteX1" fmla="*/ 231977 w 952856"/>
                <a:gd name="connsiteY1" fmla="*/ 1086100 h 1115535"/>
                <a:gd name="connsiteX2" fmla="*/ 355800 w 952856"/>
                <a:gd name="connsiteY2" fmla="*/ 1051971 h 1115535"/>
                <a:gd name="connsiteX3" fmla="*/ 494538 w 952856"/>
                <a:gd name="connsiteY3" fmla="*/ 518722 h 1115535"/>
                <a:gd name="connsiteX4" fmla="*/ 552371 w 952856"/>
                <a:gd name="connsiteY4" fmla="*/ 256955 h 1115535"/>
                <a:gd name="connsiteX5" fmla="*/ 595233 w 952856"/>
                <a:gd name="connsiteY5" fmla="*/ 88097 h 1115535"/>
                <a:gd name="connsiteX6" fmla="*/ 653278 w 952856"/>
                <a:gd name="connsiteY6" fmla="*/ 1867 h 1115535"/>
                <a:gd name="connsiteX7" fmla="*/ 740447 w 952856"/>
                <a:gd name="connsiteY7" fmla="*/ 132986 h 1115535"/>
                <a:gd name="connsiteX8" fmla="*/ 952856 w 952856"/>
                <a:gd name="connsiteY8" fmla="*/ 1059753 h 1115535"/>
                <a:gd name="connsiteX0" fmla="*/ 0 w 952856"/>
                <a:gd name="connsiteY0" fmla="*/ 29636 h 1115537"/>
                <a:gd name="connsiteX1" fmla="*/ 231977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 name="connsiteX0" fmla="*/ 0 w 952856"/>
                <a:gd name="connsiteY0" fmla="*/ 29636 h 1115537"/>
                <a:gd name="connsiteX1" fmla="*/ 227215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 name="connsiteX0" fmla="*/ 0 w 888816"/>
                <a:gd name="connsiteY0" fmla="*/ 30230 h 1116131"/>
                <a:gd name="connsiteX1" fmla="*/ 227215 w 888816"/>
                <a:gd name="connsiteY1" fmla="*/ 1086694 h 1116131"/>
                <a:gd name="connsiteX2" fmla="*/ 362943 w 888816"/>
                <a:gd name="connsiteY2" fmla="*/ 1052566 h 1116131"/>
                <a:gd name="connsiteX3" fmla="*/ 494538 w 888816"/>
                <a:gd name="connsiteY3" fmla="*/ 519316 h 1116131"/>
                <a:gd name="connsiteX4" fmla="*/ 552371 w 888816"/>
                <a:gd name="connsiteY4" fmla="*/ 257549 h 1116131"/>
                <a:gd name="connsiteX5" fmla="*/ 595233 w 888816"/>
                <a:gd name="connsiteY5" fmla="*/ 88691 h 1116131"/>
                <a:gd name="connsiteX6" fmla="*/ 653278 w 888816"/>
                <a:gd name="connsiteY6" fmla="*/ 2461 h 1116131"/>
                <a:gd name="connsiteX7" fmla="*/ 740447 w 888816"/>
                <a:gd name="connsiteY7" fmla="*/ 133580 h 1116131"/>
                <a:gd name="connsiteX8" fmla="*/ 888816 w 888816"/>
                <a:gd name="connsiteY8" fmla="*/ 1075593 h 1116131"/>
                <a:gd name="connsiteX0" fmla="*/ 0 w 840786"/>
                <a:gd name="connsiteY0" fmla="*/ 0 h 1146885"/>
                <a:gd name="connsiteX1" fmla="*/ 179185 w 840786"/>
                <a:gd name="connsiteY1" fmla="*/ 1117448 h 1146885"/>
                <a:gd name="connsiteX2" fmla="*/ 314913 w 840786"/>
                <a:gd name="connsiteY2" fmla="*/ 1083320 h 1146885"/>
                <a:gd name="connsiteX3" fmla="*/ 446508 w 840786"/>
                <a:gd name="connsiteY3" fmla="*/ 550070 h 1146885"/>
                <a:gd name="connsiteX4" fmla="*/ 504341 w 840786"/>
                <a:gd name="connsiteY4" fmla="*/ 288303 h 1146885"/>
                <a:gd name="connsiteX5" fmla="*/ 547203 w 840786"/>
                <a:gd name="connsiteY5" fmla="*/ 119445 h 1146885"/>
                <a:gd name="connsiteX6" fmla="*/ 605248 w 840786"/>
                <a:gd name="connsiteY6" fmla="*/ 33215 h 1146885"/>
                <a:gd name="connsiteX7" fmla="*/ 692417 w 840786"/>
                <a:gd name="connsiteY7" fmla="*/ 164334 h 1146885"/>
                <a:gd name="connsiteX8" fmla="*/ 840786 w 840786"/>
                <a:gd name="connsiteY8" fmla="*/ 1106347 h 1146885"/>
                <a:gd name="connsiteX0" fmla="*/ 0 w 880811"/>
                <a:gd name="connsiteY0" fmla="*/ 14983 h 1116131"/>
                <a:gd name="connsiteX1" fmla="*/ 219210 w 880811"/>
                <a:gd name="connsiteY1" fmla="*/ 1086694 h 1116131"/>
                <a:gd name="connsiteX2" fmla="*/ 354938 w 880811"/>
                <a:gd name="connsiteY2" fmla="*/ 1052566 h 1116131"/>
                <a:gd name="connsiteX3" fmla="*/ 486533 w 880811"/>
                <a:gd name="connsiteY3" fmla="*/ 519316 h 1116131"/>
                <a:gd name="connsiteX4" fmla="*/ 544366 w 880811"/>
                <a:gd name="connsiteY4" fmla="*/ 257549 h 1116131"/>
                <a:gd name="connsiteX5" fmla="*/ 587228 w 880811"/>
                <a:gd name="connsiteY5" fmla="*/ 88691 h 1116131"/>
                <a:gd name="connsiteX6" fmla="*/ 645273 w 880811"/>
                <a:gd name="connsiteY6" fmla="*/ 2461 h 1116131"/>
                <a:gd name="connsiteX7" fmla="*/ 732442 w 880811"/>
                <a:gd name="connsiteY7" fmla="*/ 133580 h 1116131"/>
                <a:gd name="connsiteX8" fmla="*/ 880811 w 880811"/>
                <a:gd name="connsiteY8" fmla="*/ 1075593 h 1116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0811" h="1116131">
                  <a:moveTo>
                    <a:pt x="0" y="14983"/>
                  </a:moveTo>
                  <a:cubicBezTo>
                    <a:pt x="8104" y="21028"/>
                    <a:pt x="196025" y="1084441"/>
                    <a:pt x="219210" y="1086694"/>
                  </a:cubicBezTo>
                  <a:cubicBezTo>
                    <a:pt x="235251" y="1115495"/>
                    <a:pt x="323878" y="1147761"/>
                    <a:pt x="354938" y="1052566"/>
                  </a:cubicBezTo>
                  <a:cubicBezTo>
                    <a:pt x="385998" y="957371"/>
                    <a:pt x="454962" y="651819"/>
                    <a:pt x="486533" y="519316"/>
                  </a:cubicBezTo>
                  <a:cubicBezTo>
                    <a:pt x="518104" y="386813"/>
                    <a:pt x="527584" y="329320"/>
                    <a:pt x="544366" y="257549"/>
                  </a:cubicBezTo>
                  <a:cubicBezTo>
                    <a:pt x="561148" y="185778"/>
                    <a:pt x="570410" y="131206"/>
                    <a:pt x="587228" y="88691"/>
                  </a:cubicBezTo>
                  <a:cubicBezTo>
                    <a:pt x="604046" y="46176"/>
                    <a:pt x="621071" y="-5020"/>
                    <a:pt x="645273" y="2461"/>
                  </a:cubicBezTo>
                  <a:cubicBezTo>
                    <a:pt x="669475" y="9942"/>
                    <a:pt x="693186" y="-45275"/>
                    <a:pt x="732442" y="133580"/>
                  </a:cubicBezTo>
                  <a:cubicBezTo>
                    <a:pt x="771698" y="312435"/>
                    <a:pt x="871609" y="1045426"/>
                    <a:pt x="880811" y="1075593"/>
                  </a:cubicBezTo>
                </a:path>
              </a:pathLst>
            </a:custGeom>
            <a:noFill/>
            <a:ln w="31750" cap="rnd" cmpd="sng" algn="ctr">
              <a:solidFill>
                <a:srgbClr val="00206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326" name="Straight Connector 325">
              <a:extLst>
                <a:ext uri="{FF2B5EF4-FFF2-40B4-BE49-F238E27FC236}">
                  <a16:creationId xmlns:a16="http://schemas.microsoft.com/office/drawing/2014/main" id="{3DA501C0-FE1E-6056-D46F-643DAB85F15C}"/>
                </a:ext>
              </a:extLst>
            </p:cNvPr>
            <p:cNvCxnSpPr/>
            <p:nvPr/>
          </p:nvCxnSpPr>
          <p:spPr>
            <a:xfrm flipV="1">
              <a:off x="10389526" y="2292995"/>
              <a:ext cx="650637" cy="3220"/>
            </a:xfrm>
            <a:prstGeom prst="line">
              <a:avLst/>
            </a:prstGeom>
            <a:noFill/>
            <a:ln w="12700" cap="flat" cmpd="sng" algn="ctr">
              <a:solidFill>
                <a:srgbClr val="FF0000"/>
              </a:solidFill>
              <a:prstDash val="solid"/>
            </a:ln>
            <a:effectLst/>
          </p:spPr>
        </p:cxnSp>
        <p:sp>
          <p:nvSpPr>
            <p:cNvPr id="327" name="Freeform 327">
              <a:extLst>
                <a:ext uri="{FF2B5EF4-FFF2-40B4-BE49-F238E27FC236}">
                  <a16:creationId xmlns:a16="http://schemas.microsoft.com/office/drawing/2014/main" id="{DE185816-20C1-ABF0-8EE4-AAC3493D941B}"/>
                </a:ext>
              </a:extLst>
            </p:cNvPr>
            <p:cNvSpPr/>
            <p:nvPr/>
          </p:nvSpPr>
          <p:spPr>
            <a:xfrm>
              <a:off x="10448176" y="3147814"/>
              <a:ext cx="762049" cy="469052"/>
            </a:xfrm>
            <a:custGeom>
              <a:avLst/>
              <a:gdLst>
                <a:gd name="connsiteX0" fmla="*/ 0 w 632460"/>
                <a:gd name="connsiteY0" fmla="*/ 922187 h 922187"/>
                <a:gd name="connsiteX1" fmla="*/ 106680 w 632460"/>
                <a:gd name="connsiteY1" fmla="*/ 491657 h 922187"/>
                <a:gd name="connsiteX2" fmla="*/ 224790 w 632460"/>
                <a:gd name="connsiteY2" fmla="*/ 129707 h 922187"/>
                <a:gd name="connsiteX3" fmla="*/ 320040 w 632460"/>
                <a:gd name="connsiteY3" fmla="*/ 11597 h 922187"/>
                <a:gd name="connsiteX4" fmla="*/ 521970 w 632460"/>
                <a:gd name="connsiteY4" fmla="*/ 3977 h 922187"/>
                <a:gd name="connsiteX5" fmla="*/ 563880 w 632460"/>
                <a:gd name="connsiteY5" fmla="*/ 7787 h 922187"/>
                <a:gd name="connsiteX6" fmla="*/ 632460 w 632460"/>
                <a:gd name="connsiteY6" fmla="*/ 57317 h 922187"/>
                <a:gd name="connsiteX0" fmla="*/ 0 w 632460"/>
                <a:gd name="connsiteY0" fmla="*/ 914401 h 914401"/>
                <a:gd name="connsiteX1" fmla="*/ 106680 w 632460"/>
                <a:gd name="connsiteY1" fmla="*/ 483871 h 914401"/>
                <a:gd name="connsiteX2" fmla="*/ 224790 w 632460"/>
                <a:gd name="connsiteY2" fmla="*/ 121921 h 914401"/>
                <a:gd name="connsiteX3" fmla="*/ 320040 w 632460"/>
                <a:gd name="connsiteY3" fmla="*/ 3811 h 914401"/>
                <a:gd name="connsiteX4" fmla="*/ 500302 w 632460"/>
                <a:gd name="connsiteY4" fmla="*/ 48194 h 914401"/>
                <a:gd name="connsiteX5" fmla="*/ 563880 w 632460"/>
                <a:gd name="connsiteY5" fmla="*/ 1 h 914401"/>
                <a:gd name="connsiteX6" fmla="*/ 632460 w 632460"/>
                <a:gd name="connsiteY6" fmla="*/ 49531 h 914401"/>
                <a:gd name="connsiteX0" fmla="*/ 0 w 632460"/>
                <a:gd name="connsiteY0" fmla="*/ 912931 h 912931"/>
                <a:gd name="connsiteX1" fmla="*/ 106680 w 632460"/>
                <a:gd name="connsiteY1" fmla="*/ 482401 h 912931"/>
                <a:gd name="connsiteX2" fmla="*/ 224790 w 632460"/>
                <a:gd name="connsiteY2" fmla="*/ 120451 h 912931"/>
                <a:gd name="connsiteX3" fmla="*/ 320040 w 632460"/>
                <a:gd name="connsiteY3" fmla="*/ 2341 h 912931"/>
                <a:gd name="connsiteX4" fmla="*/ 500302 w 632460"/>
                <a:gd name="connsiteY4" fmla="*/ 46724 h 912931"/>
                <a:gd name="connsiteX5" fmla="*/ 585548 w 632460"/>
                <a:gd name="connsiteY5" fmla="*/ 106872 h 912931"/>
                <a:gd name="connsiteX6" fmla="*/ 632460 w 632460"/>
                <a:gd name="connsiteY6" fmla="*/ 48061 h 912931"/>
                <a:gd name="connsiteX0" fmla="*/ 0 w 662796"/>
                <a:gd name="connsiteY0" fmla="*/ 912931 h 912931"/>
                <a:gd name="connsiteX1" fmla="*/ 106680 w 662796"/>
                <a:gd name="connsiteY1" fmla="*/ 482401 h 912931"/>
                <a:gd name="connsiteX2" fmla="*/ 224790 w 662796"/>
                <a:gd name="connsiteY2" fmla="*/ 120451 h 912931"/>
                <a:gd name="connsiteX3" fmla="*/ 320040 w 662796"/>
                <a:gd name="connsiteY3" fmla="*/ 2341 h 912931"/>
                <a:gd name="connsiteX4" fmla="*/ 500302 w 662796"/>
                <a:gd name="connsiteY4" fmla="*/ 46724 h 912931"/>
                <a:gd name="connsiteX5" fmla="*/ 585548 w 662796"/>
                <a:gd name="connsiteY5" fmla="*/ 106872 h 912931"/>
                <a:gd name="connsiteX6" fmla="*/ 662796 w 662796"/>
                <a:gd name="connsiteY6" fmla="*/ 199739 h 912931"/>
                <a:gd name="connsiteX0" fmla="*/ 0 w 662796"/>
                <a:gd name="connsiteY0" fmla="*/ 916198 h 916198"/>
                <a:gd name="connsiteX1" fmla="*/ 106680 w 662796"/>
                <a:gd name="connsiteY1" fmla="*/ 485668 h 916198"/>
                <a:gd name="connsiteX2" fmla="*/ 224790 w 662796"/>
                <a:gd name="connsiteY2" fmla="*/ 123718 h 916198"/>
                <a:gd name="connsiteX3" fmla="*/ 320040 w 662796"/>
                <a:gd name="connsiteY3" fmla="*/ 5608 h 916198"/>
                <a:gd name="connsiteX4" fmla="*/ 500302 w 662796"/>
                <a:gd name="connsiteY4" fmla="*/ 28323 h 916198"/>
                <a:gd name="connsiteX5" fmla="*/ 585548 w 662796"/>
                <a:gd name="connsiteY5" fmla="*/ 110139 h 916198"/>
                <a:gd name="connsiteX6" fmla="*/ 662796 w 662796"/>
                <a:gd name="connsiteY6" fmla="*/ 203006 h 916198"/>
                <a:gd name="connsiteX0" fmla="*/ 0 w 662796"/>
                <a:gd name="connsiteY0" fmla="*/ 918701 h 918701"/>
                <a:gd name="connsiteX1" fmla="*/ 106680 w 662796"/>
                <a:gd name="connsiteY1" fmla="*/ 488171 h 918701"/>
                <a:gd name="connsiteX2" fmla="*/ 224790 w 662796"/>
                <a:gd name="connsiteY2" fmla="*/ 126221 h 918701"/>
                <a:gd name="connsiteX3" fmla="*/ 320040 w 662796"/>
                <a:gd name="connsiteY3" fmla="*/ 8111 h 918701"/>
                <a:gd name="connsiteX4" fmla="*/ 500302 w 662796"/>
                <a:gd name="connsiteY4" fmla="*/ 30826 h 918701"/>
                <a:gd name="connsiteX5" fmla="*/ 585548 w 662796"/>
                <a:gd name="connsiteY5" fmla="*/ 112642 h 918701"/>
                <a:gd name="connsiteX6" fmla="*/ 662796 w 662796"/>
                <a:gd name="connsiteY6" fmla="*/ 205509 h 918701"/>
                <a:gd name="connsiteX0" fmla="*/ 0 w 662796"/>
                <a:gd name="connsiteY0" fmla="*/ 921980 h 921980"/>
                <a:gd name="connsiteX1" fmla="*/ 106680 w 662796"/>
                <a:gd name="connsiteY1" fmla="*/ 491450 h 921980"/>
                <a:gd name="connsiteX2" fmla="*/ 224790 w 662796"/>
                <a:gd name="connsiteY2" fmla="*/ 129500 h 921980"/>
                <a:gd name="connsiteX3" fmla="*/ 320040 w 662796"/>
                <a:gd name="connsiteY3" fmla="*/ 11390 h 921980"/>
                <a:gd name="connsiteX4" fmla="*/ 505810 w 662796"/>
                <a:gd name="connsiteY4" fmla="*/ 25843 h 921980"/>
                <a:gd name="connsiteX5" fmla="*/ 585548 w 662796"/>
                <a:gd name="connsiteY5" fmla="*/ 115921 h 921980"/>
                <a:gd name="connsiteX6" fmla="*/ 662796 w 662796"/>
                <a:gd name="connsiteY6" fmla="*/ 208788 h 921980"/>
                <a:gd name="connsiteX0" fmla="*/ 0 w 662796"/>
                <a:gd name="connsiteY0" fmla="*/ 927739 h 927739"/>
                <a:gd name="connsiteX1" fmla="*/ 106680 w 662796"/>
                <a:gd name="connsiteY1" fmla="*/ 497209 h 927739"/>
                <a:gd name="connsiteX2" fmla="*/ 224790 w 662796"/>
                <a:gd name="connsiteY2" fmla="*/ 135259 h 927739"/>
                <a:gd name="connsiteX3" fmla="*/ 320040 w 662796"/>
                <a:gd name="connsiteY3" fmla="*/ 17149 h 927739"/>
                <a:gd name="connsiteX4" fmla="*/ 505810 w 662796"/>
                <a:gd name="connsiteY4" fmla="*/ 31602 h 927739"/>
                <a:gd name="connsiteX5" fmla="*/ 585548 w 662796"/>
                <a:gd name="connsiteY5" fmla="*/ 121680 h 927739"/>
                <a:gd name="connsiteX6" fmla="*/ 662796 w 662796"/>
                <a:gd name="connsiteY6" fmla="*/ 214547 h 927739"/>
                <a:gd name="connsiteX0" fmla="*/ 0 w 654533"/>
                <a:gd name="connsiteY0" fmla="*/ 927739 h 927739"/>
                <a:gd name="connsiteX1" fmla="*/ 106680 w 654533"/>
                <a:gd name="connsiteY1" fmla="*/ 497209 h 927739"/>
                <a:gd name="connsiteX2" fmla="*/ 224790 w 654533"/>
                <a:gd name="connsiteY2" fmla="*/ 135259 h 927739"/>
                <a:gd name="connsiteX3" fmla="*/ 320040 w 654533"/>
                <a:gd name="connsiteY3" fmla="*/ 17149 h 927739"/>
                <a:gd name="connsiteX4" fmla="*/ 505810 w 654533"/>
                <a:gd name="connsiteY4" fmla="*/ 31602 h 927739"/>
                <a:gd name="connsiteX5" fmla="*/ 585548 w 654533"/>
                <a:gd name="connsiteY5" fmla="*/ 121680 h 927739"/>
                <a:gd name="connsiteX6" fmla="*/ 654533 w 654533"/>
                <a:gd name="connsiteY6" fmla="*/ 250352 h 927739"/>
                <a:gd name="connsiteX0" fmla="*/ 0 w 654533"/>
                <a:gd name="connsiteY0" fmla="*/ 918700 h 918700"/>
                <a:gd name="connsiteX1" fmla="*/ 106680 w 654533"/>
                <a:gd name="connsiteY1" fmla="*/ 488170 h 918700"/>
                <a:gd name="connsiteX2" fmla="*/ 224790 w 654533"/>
                <a:gd name="connsiteY2" fmla="*/ 126220 h 918700"/>
                <a:gd name="connsiteX3" fmla="*/ 320040 w 654533"/>
                <a:gd name="connsiteY3" fmla="*/ 8110 h 918700"/>
                <a:gd name="connsiteX4" fmla="*/ 505810 w 654533"/>
                <a:gd name="connsiteY4" fmla="*/ 22563 h 918700"/>
                <a:gd name="connsiteX5" fmla="*/ 569023 w 654533"/>
                <a:gd name="connsiteY5" fmla="*/ 120903 h 918700"/>
                <a:gd name="connsiteX6" fmla="*/ 654533 w 654533"/>
                <a:gd name="connsiteY6" fmla="*/ 241313 h 918700"/>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54533"/>
                <a:gd name="connsiteY0" fmla="*/ 918903 h 918903"/>
                <a:gd name="connsiteX1" fmla="*/ 106680 w 654533"/>
                <a:gd name="connsiteY1" fmla="*/ 488373 h 918903"/>
                <a:gd name="connsiteX2" fmla="*/ 224790 w 654533"/>
                <a:gd name="connsiteY2" fmla="*/ 126423 h 918903"/>
                <a:gd name="connsiteX3" fmla="*/ 320040 w 654533"/>
                <a:gd name="connsiteY3" fmla="*/ 8313 h 918903"/>
                <a:gd name="connsiteX4" fmla="*/ 505810 w 654533"/>
                <a:gd name="connsiteY4" fmla="*/ 22766 h 918903"/>
                <a:gd name="connsiteX5" fmla="*/ 560760 w 654533"/>
                <a:gd name="connsiteY5" fmla="*/ 126614 h 918903"/>
                <a:gd name="connsiteX6" fmla="*/ 654533 w 654533"/>
                <a:gd name="connsiteY6" fmla="*/ 241516 h 918903"/>
                <a:gd name="connsiteX0" fmla="*/ 0 w 640762"/>
                <a:gd name="connsiteY0" fmla="*/ 918903 h 918903"/>
                <a:gd name="connsiteX1" fmla="*/ 106680 w 640762"/>
                <a:gd name="connsiteY1" fmla="*/ 488373 h 918903"/>
                <a:gd name="connsiteX2" fmla="*/ 224790 w 640762"/>
                <a:gd name="connsiteY2" fmla="*/ 126423 h 918903"/>
                <a:gd name="connsiteX3" fmla="*/ 320040 w 640762"/>
                <a:gd name="connsiteY3" fmla="*/ 8313 h 918903"/>
                <a:gd name="connsiteX4" fmla="*/ 505810 w 640762"/>
                <a:gd name="connsiteY4" fmla="*/ 22766 h 918903"/>
                <a:gd name="connsiteX5" fmla="*/ 560760 w 640762"/>
                <a:gd name="connsiteY5" fmla="*/ 126614 h 918903"/>
                <a:gd name="connsiteX6" fmla="*/ 640762 w 640762"/>
                <a:gd name="connsiteY6" fmla="*/ 263549 h 918903"/>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40762"/>
                <a:gd name="connsiteY0" fmla="*/ 918700 h 918700"/>
                <a:gd name="connsiteX1" fmla="*/ 106680 w 640762"/>
                <a:gd name="connsiteY1" fmla="*/ 488170 h 918700"/>
                <a:gd name="connsiteX2" fmla="*/ 224790 w 640762"/>
                <a:gd name="connsiteY2" fmla="*/ 126220 h 918700"/>
                <a:gd name="connsiteX3" fmla="*/ 320040 w 640762"/>
                <a:gd name="connsiteY3" fmla="*/ 8110 h 918700"/>
                <a:gd name="connsiteX4" fmla="*/ 505810 w 640762"/>
                <a:gd name="connsiteY4" fmla="*/ 22563 h 918700"/>
                <a:gd name="connsiteX5" fmla="*/ 571777 w 640762"/>
                <a:gd name="connsiteY5" fmla="*/ 120903 h 918700"/>
                <a:gd name="connsiteX6" fmla="*/ 640762 w 640762"/>
                <a:gd name="connsiteY6" fmla="*/ 263346 h 918700"/>
                <a:gd name="connsiteX0" fmla="*/ 0 w 613219"/>
                <a:gd name="connsiteY0" fmla="*/ 918700 h 918700"/>
                <a:gd name="connsiteX1" fmla="*/ 106680 w 613219"/>
                <a:gd name="connsiteY1" fmla="*/ 488170 h 918700"/>
                <a:gd name="connsiteX2" fmla="*/ 224790 w 613219"/>
                <a:gd name="connsiteY2" fmla="*/ 126220 h 918700"/>
                <a:gd name="connsiteX3" fmla="*/ 320040 w 613219"/>
                <a:gd name="connsiteY3" fmla="*/ 8110 h 918700"/>
                <a:gd name="connsiteX4" fmla="*/ 505810 w 613219"/>
                <a:gd name="connsiteY4" fmla="*/ 22563 h 918700"/>
                <a:gd name="connsiteX5" fmla="*/ 571777 w 613219"/>
                <a:gd name="connsiteY5" fmla="*/ 120903 h 918700"/>
                <a:gd name="connsiteX6" fmla="*/ 613219 w 613219"/>
                <a:gd name="connsiteY6" fmla="*/ 282625 h 918700"/>
                <a:gd name="connsiteX0" fmla="*/ 0 w 613219"/>
                <a:gd name="connsiteY0" fmla="*/ 919007 h 919007"/>
                <a:gd name="connsiteX1" fmla="*/ 106680 w 613219"/>
                <a:gd name="connsiteY1" fmla="*/ 488477 h 919007"/>
                <a:gd name="connsiteX2" fmla="*/ 224790 w 613219"/>
                <a:gd name="connsiteY2" fmla="*/ 126527 h 919007"/>
                <a:gd name="connsiteX3" fmla="*/ 320040 w 613219"/>
                <a:gd name="connsiteY3" fmla="*/ 8417 h 919007"/>
                <a:gd name="connsiteX4" fmla="*/ 505810 w 613219"/>
                <a:gd name="connsiteY4" fmla="*/ 22870 h 919007"/>
                <a:gd name="connsiteX5" fmla="*/ 552497 w 613219"/>
                <a:gd name="connsiteY5" fmla="*/ 129473 h 919007"/>
                <a:gd name="connsiteX6" fmla="*/ 613219 w 613219"/>
                <a:gd name="connsiteY6" fmla="*/ 282932 h 919007"/>
                <a:gd name="connsiteX0" fmla="*/ 0 w 613219"/>
                <a:gd name="connsiteY0" fmla="*/ 914429 h 914429"/>
                <a:gd name="connsiteX1" fmla="*/ 106680 w 613219"/>
                <a:gd name="connsiteY1" fmla="*/ 483899 h 914429"/>
                <a:gd name="connsiteX2" fmla="*/ 224790 w 613219"/>
                <a:gd name="connsiteY2" fmla="*/ 121949 h 914429"/>
                <a:gd name="connsiteX3" fmla="*/ 320040 w 613219"/>
                <a:gd name="connsiteY3" fmla="*/ 3839 h 914429"/>
                <a:gd name="connsiteX4" fmla="*/ 489285 w 613219"/>
                <a:gd name="connsiteY4" fmla="*/ 37571 h 914429"/>
                <a:gd name="connsiteX5" fmla="*/ 552497 w 613219"/>
                <a:gd name="connsiteY5" fmla="*/ 124895 h 914429"/>
                <a:gd name="connsiteX6" fmla="*/ 613219 w 613219"/>
                <a:gd name="connsiteY6" fmla="*/ 278354 h 914429"/>
                <a:gd name="connsiteX0" fmla="*/ 0 w 613219"/>
                <a:gd name="connsiteY0" fmla="*/ 893383 h 893383"/>
                <a:gd name="connsiteX1" fmla="*/ 106680 w 613219"/>
                <a:gd name="connsiteY1" fmla="*/ 462853 h 893383"/>
                <a:gd name="connsiteX2" fmla="*/ 224790 w 613219"/>
                <a:gd name="connsiteY2" fmla="*/ 100903 h 893383"/>
                <a:gd name="connsiteX3" fmla="*/ 333811 w 613219"/>
                <a:gd name="connsiteY3" fmla="*/ 7581 h 893383"/>
                <a:gd name="connsiteX4" fmla="*/ 489285 w 613219"/>
                <a:gd name="connsiteY4" fmla="*/ 16525 h 893383"/>
                <a:gd name="connsiteX5" fmla="*/ 552497 w 613219"/>
                <a:gd name="connsiteY5" fmla="*/ 103849 h 893383"/>
                <a:gd name="connsiteX6" fmla="*/ 613219 w 613219"/>
                <a:gd name="connsiteY6" fmla="*/ 257308 h 893383"/>
                <a:gd name="connsiteX0" fmla="*/ 0 w 613219"/>
                <a:gd name="connsiteY0" fmla="*/ 887366 h 887366"/>
                <a:gd name="connsiteX1" fmla="*/ 106680 w 613219"/>
                <a:gd name="connsiteY1" fmla="*/ 456836 h 887366"/>
                <a:gd name="connsiteX2" fmla="*/ 224790 w 613219"/>
                <a:gd name="connsiteY2" fmla="*/ 94886 h 887366"/>
                <a:gd name="connsiteX3" fmla="*/ 333811 w 613219"/>
                <a:gd name="connsiteY3" fmla="*/ 1564 h 887366"/>
                <a:gd name="connsiteX4" fmla="*/ 478269 w 613219"/>
                <a:gd name="connsiteY4" fmla="*/ 40805 h 887366"/>
                <a:gd name="connsiteX5" fmla="*/ 552497 w 613219"/>
                <a:gd name="connsiteY5" fmla="*/ 97832 h 887366"/>
                <a:gd name="connsiteX6" fmla="*/ 613219 w 613219"/>
                <a:gd name="connsiteY6" fmla="*/ 251291 h 887366"/>
                <a:gd name="connsiteX0" fmla="*/ 0 w 613219"/>
                <a:gd name="connsiteY0" fmla="*/ 876819 h 876819"/>
                <a:gd name="connsiteX1" fmla="*/ 106680 w 613219"/>
                <a:gd name="connsiteY1" fmla="*/ 446289 h 876819"/>
                <a:gd name="connsiteX2" fmla="*/ 22479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82051 h 882051"/>
                <a:gd name="connsiteX1" fmla="*/ 106680 w 613219"/>
                <a:gd name="connsiteY1" fmla="*/ 451521 h 882051"/>
                <a:gd name="connsiteX2" fmla="*/ 224790 w 613219"/>
                <a:gd name="connsiteY2" fmla="*/ 89571 h 882051"/>
                <a:gd name="connsiteX3" fmla="*/ 353090 w 613219"/>
                <a:gd name="connsiteY3" fmla="*/ 7266 h 882051"/>
                <a:gd name="connsiteX4" fmla="*/ 478269 w 613219"/>
                <a:gd name="connsiteY4" fmla="*/ 35490 h 882051"/>
                <a:gd name="connsiteX5" fmla="*/ 552497 w 613219"/>
                <a:gd name="connsiteY5" fmla="*/ 92517 h 882051"/>
                <a:gd name="connsiteX6" fmla="*/ 613219 w 613219"/>
                <a:gd name="connsiteY6" fmla="*/ 245976 h 882051"/>
                <a:gd name="connsiteX0" fmla="*/ 0 w 613219"/>
                <a:gd name="connsiteY0" fmla="*/ 874813 h 874813"/>
                <a:gd name="connsiteX1" fmla="*/ 106680 w 613219"/>
                <a:gd name="connsiteY1" fmla="*/ 444283 h 874813"/>
                <a:gd name="connsiteX2" fmla="*/ 224790 w 613219"/>
                <a:gd name="connsiteY2" fmla="*/ 82333 h 874813"/>
                <a:gd name="connsiteX3" fmla="*/ 353090 w 613219"/>
                <a:gd name="connsiteY3" fmla="*/ 28 h 874813"/>
                <a:gd name="connsiteX4" fmla="*/ 478269 w 613219"/>
                <a:gd name="connsiteY4" fmla="*/ 28252 h 874813"/>
                <a:gd name="connsiteX5" fmla="*/ 552497 w 613219"/>
                <a:gd name="connsiteY5" fmla="*/ 85279 h 874813"/>
                <a:gd name="connsiteX6" fmla="*/ 613219 w 613219"/>
                <a:gd name="connsiteY6" fmla="*/ 238738 h 874813"/>
                <a:gd name="connsiteX0" fmla="*/ 0 w 613219"/>
                <a:gd name="connsiteY0" fmla="*/ 876818 h 876818"/>
                <a:gd name="connsiteX1" fmla="*/ 106680 w 613219"/>
                <a:gd name="connsiteY1" fmla="*/ 446288 h 876818"/>
                <a:gd name="connsiteX2" fmla="*/ 224790 w 613219"/>
                <a:gd name="connsiteY2" fmla="*/ 84338 h 876818"/>
                <a:gd name="connsiteX3" fmla="*/ 353090 w 613219"/>
                <a:gd name="connsiteY3" fmla="*/ 2033 h 876818"/>
                <a:gd name="connsiteX4" fmla="*/ 478269 w 613219"/>
                <a:gd name="connsiteY4" fmla="*/ 30257 h 876818"/>
                <a:gd name="connsiteX5" fmla="*/ 552497 w 613219"/>
                <a:gd name="connsiteY5" fmla="*/ 87284 h 876818"/>
                <a:gd name="connsiteX6" fmla="*/ 613219 w 613219"/>
                <a:gd name="connsiteY6" fmla="*/ 240743 h 876818"/>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6819 h 876819"/>
                <a:gd name="connsiteX1" fmla="*/ 106680 w 613219"/>
                <a:gd name="connsiteY1" fmla="*/ 446289 h 876819"/>
                <a:gd name="connsiteX2" fmla="*/ 244070 w 613219"/>
                <a:gd name="connsiteY2" fmla="*/ 84339 h 876819"/>
                <a:gd name="connsiteX3" fmla="*/ 353090 w 613219"/>
                <a:gd name="connsiteY3" fmla="*/ 2034 h 876819"/>
                <a:gd name="connsiteX4" fmla="*/ 478269 w 613219"/>
                <a:gd name="connsiteY4" fmla="*/ 30258 h 876819"/>
                <a:gd name="connsiteX5" fmla="*/ 552497 w 613219"/>
                <a:gd name="connsiteY5" fmla="*/ 87285 h 876819"/>
                <a:gd name="connsiteX6" fmla="*/ 613219 w 613219"/>
                <a:gd name="connsiteY6" fmla="*/ 240744 h 87681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77289 h 877289"/>
                <a:gd name="connsiteX1" fmla="*/ 106680 w 613219"/>
                <a:gd name="connsiteY1" fmla="*/ 446759 h 877289"/>
                <a:gd name="connsiteX2" fmla="*/ 260595 w 613219"/>
                <a:gd name="connsiteY2" fmla="*/ 93072 h 877289"/>
                <a:gd name="connsiteX3" fmla="*/ 353090 w 613219"/>
                <a:gd name="connsiteY3" fmla="*/ 2504 h 877289"/>
                <a:gd name="connsiteX4" fmla="*/ 478269 w 613219"/>
                <a:gd name="connsiteY4" fmla="*/ 30728 h 877289"/>
                <a:gd name="connsiteX5" fmla="*/ 552497 w 613219"/>
                <a:gd name="connsiteY5" fmla="*/ 87755 h 877289"/>
                <a:gd name="connsiteX6" fmla="*/ 613219 w 613219"/>
                <a:gd name="connsiteY6" fmla="*/ 241214 h 877289"/>
                <a:gd name="connsiteX0" fmla="*/ 0 w 613219"/>
                <a:gd name="connsiteY0" fmla="*/ 858141 h 858141"/>
                <a:gd name="connsiteX1" fmla="*/ 106680 w 613219"/>
                <a:gd name="connsiteY1" fmla="*/ 427611 h 858141"/>
                <a:gd name="connsiteX2" fmla="*/ 260595 w 613219"/>
                <a:gd name="connsiteY2" fmla="*/ 73924 h 858141"/>
                <a:gd name="connsiteX3" fmla="*/ 364107 w 613219"/>
                <a:gd name="connsiteY3" fmla="*/ 5390 h 858141"/>
                <a:gd name="connsiteX4" fmla="*/ 478269 w 613219"/>
                <a:gd name="connsiteY4" fmla="*/ 11580 h 858141"/>
                <a:gd name="connsiteX5" fmla="*/ 552497 w 613219"/>
                <a:gd name="connsiteY5" fmla="*/ 68607 h 858141"/>
                <a:gd name="connsiteX6" fmla="*/ 613219 w 613219"/>
                <a:gd name="connsiteY6" fmla="*/ 222066 h 858141"/>
                <a:gd name="connsiteX0" fmla="*/ 0 w 613219"/>
                <a:gd name="connsiteY0" fmla="*/ 858749 h 858749"/>
                <a:gd name="connsiteX1" fmla="*/ 106680 w 613219"/>
                <a:gd name="connsiteY1" fmla="*/ 428219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36977 w 613219"/>
                <a:gd name="connsiteY1" fmla="*/ 436481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8749 h 858749"/>
                <a:gd name="connsiteX1" fmla="*/ 159011 w 613219"/>
                <a:gd name="connsiteY1" fmla="*/ 439235 h 858749"/>
                <a:gd name="connsiteX2" fmla="*/ 299154 w 613219"/>
                <a:gd name="connsiteY2" fmla="*/ 82795 h 858749"/>
                <a:gd name="connsiteX3" fmla="*/ 364107 w 613219"/>
                <a:gd name="connsiteY3" fmla="*/ 5998 h 858749"/>
                <a:gd name="connsiteX4" fmla="*/ 478269 w 613219"/>
                <a:gd name="connsiteY4" fmla="*/ 12188 h 858749"/>
                <a:gd name="connsiteX5" fmla="*/ 552497 w 613219"/>
                <a:gd name="connsiteY5" fmla="*/ 69215 h 858749"/>
                <a:gd name="connsiteX6" fmla="*/ 613219 w 613219"/>
                <a:gd name="connsiteY6" fmla="*/ 222674 h 858749"/>
                <a:gd name="connsiteX0" fmla="*/ 0 w 613219"/>
                <a:gd name="connsiteY0" fmla="*/ 856776 h 856776"/>
                <a:gd name="connsiteX1" fmla="*/ 159011 w 613219"/>
                <a:gd name="connsiteY1" fmla="*/ 437262 h 856776"/>
                <a:gd name="connsiteX2" fmla="*/ 299154 w 613219"/>
                <a:gd name="connsiteY2" fmla="*/ 80822 h 856776"/>
                <a:gd name="connsiteX3" fmla="*/ 375124 w 613219"/>
                <a:gd name="connsiteY3" fmla="*/ 6779 h 856776"/>
                <a:gd name="connsiteX4" fmla="*/ 478269 w 613219"/>
                <a:gd name="connsiteY4" fmla="*/ 10215 h 856776"/>
                <a:gd name="connsiteX5" fmla="*/ 552497 w 613219"/>
                <a:gd name="connsiteY5" fmla="*/ 67242 h 856776"/>
                <a:gd name="connsiteX6" fmla="*/ 613219 w 613219"/>
                <a:gd name="connsiteY6" fmla="*/ 220701 h 856776"/>
                <a:gd name="connsiteX0" fmla="*/ 0 w 613219"/>
                <a:gd name="connsiteY0" fmla="*/ 851665 h 851665"/>
                <a:gd name="connsiteX1" fmla="*/ 159011 w 613219"/>
                <a:gd name="connsiteY1" fmla="*/ 432151 h 851665"/>
                <a:gd name="connsiteX2" fmla="*/ 299154 w 613219"/>
                <a:gd name="connsiteY2" fmla="*/ 75711 h 851665"/>
                <a:gd name="connsiteX3" fmla="*/ 375124 w 613219"/>
                <a:gd name="connsiteY3" fmla="*/ 1668 h 851665"/>
                <a:gd name="connsiteX4" fmla="*/ 458990 w 613219"/>
                <a:gd name="connsiteY4" fmla="*/ 27138 h 851665"/>
                <a:gd name="connsiteX5" fmla="*/ 552497 w 613219"/>
                <a:gd name="connsiteY5" fmla="*/ 62131 h 851665"/>
                <a:gd name="connsiteX6" fmla="*/ 613219 w 613219"/>
                <a:gd name="connsiteY6" fmla="*/ 215590 h 85166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613219"/>
                <a:gd name="connsiteY0" fmla="*/ 852185 h 852185"/>
                <a:gd name="connsiteX1" fmla="*/ 159011 w 613219"/>
                <a:gd name="connsiteY1" fmla="*/ 432671 h 852185"/>
                <a:gd name="connsiteX2" fmla="*/ 299154 w 613219"/>
                <a:gd name="connsiteY2" fmla="*/ 76231 h 852185"/>
                <a:gd name="connsiteX3" fmla="*/ 375124 w 613219"/>
                <a:gd name="connsiteY3" fmla="*/ 2188 h 852185"/>
                <a:gd name="connsiteX4" fmla="*/ 458990 w 613219"/>
                <a:gd name="connsiteY4" fmla="*/ 27658 h 852185"/>
                <a:gd name="connsiteX5" fmla="*/ 519447 w 613219"/>
                <a:gd name="connsiteY5" fmla="*/ 109473 h 852185"/>
                <a:gd name="connsiteX6" fmla="*/ 613219 w 613219"/>
                <a:gd name="connsiteY6" fmla="*/ 216110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74660 w 574660"/>
                <a:gd name="connsiteY6" fmla="*/ 290474 h 852185"/>
                <a:gd name="connsiteX0" fmla="*/ 0 w 574660"/>
                <a:gd name="connsiteY0" fmla="*/ 852185 h 852185"/>
                <a:gd name="connsiteX1" fmla="*/ 159011 w 574660"/>
                <a:gd name="connsiteY1" fmla="*/ 432671 h 852185"/>
                <a:gd name="connsiteX2" fmla="*/ 299154 w 574660"/>
                <a:gd name="connsiteY2" fmla="*/ 76231 h 852185"/>
                <a:gd name="connsiteX3" fmla="*/ 375124 w 574660"/>
                <a:gd name="connsiteY3" fmla="*/ 2188 h 852185"/>
                <a:gd name="connsiteX4" fmla="*/ 458990 w 574660"/>
                <a:gd name="connsiteY4" fmla="*/ 27658 h 852185"/>
                <a:gd name="connsiteX5" fmla="*/ 519447 w 574660"/>
                <a:gd name="connsiteY5" fmla="*/ 109473 h 852185"/>
                <a:gd name="connsiteX6" fmla="*/ 545507 w 574660"/>
                <a:gd name="connsiteY6" fmla="*/ 292203 h 852185"/>
                <a:gd name="connsiteX7" fmla="*/ 574660 w 574660"/>
                <a:gd name="connsiteY7" fmla="*/ 290474 h 852185"/>
                <a:gd name="connsiteX0" fmla="*/ 0 w 582923"/>
                <a:gd name="connsiteY0" fmla="*/ 852185 h 852185"/>
                <a:gd name="connsiteX1" fmla="*/ 159011 w 582923"/>
                <a:gd name="connsiteY1" fmla="*/ 432671 h 852185"/>
                <a:gd name="connsiteX2" fmla="*/ 299154 w 582923"/>
                <a:gd name="connsiteY2" fmla="*/ 76231 h 852185"/>
                <a:gd name="connsiteX3" fmla="*/ 375124 w 582923"/>
                <a:gd name="connsiteY3" fmla="*/ 2188 h 852185"/>
                <a:gd name="connsiteX4" fmla="*/ 458990 w 582923"/>
                <a:gd name="connsiteY4" fmla="*/ 27658 h 852185"/>
                <a:gd name="connsiteX5" fmla="*/ 519447 w 582923"/>
                <a:gd name="connsiteY5" fmla="*/ 109473 h 852185"/>
                <a:gd name="connsiteX6" fmla="*/ 545507 w 582923"/>
                <a:gd name="connsiteY6" fmla="*/ 292203 h 852185"/>
                <a:gd name="connsiteX7" fmla="*/ 582923 w 582923"/>
                <a:gd name="connsiteY7" fmla="*/ 351066 h 852185"/>
                <a:gd name="connsiteX0" fmla="*/ 0 w 618727"/>
                <a:gd name="connsiteY0" fmla="*/ 852185 h 852185"/>
                <a:gd name="connsiteX1" fmla="*/ 159011 w 618727"/>
                <a:gd name="connsiteY1" fmla="*/ 432671 h 852185"/>
                <a:gd name="connsiteX2" fmla="*/ 299154 w 618727"/>
                <a:gd name="connsiteY2" fmla="*/ 76231 h 852185"/>
                <a:gd name="connsiteX3" fmla="*/ 375124 w 618727"/>
                <a:gd name="connsiteY3" fmla="*/ 2188 h 852185"/>
                <a:gd name="connsiteX4" fmla="*/ 458990 w 618727"/>
                <a:gd name="connsiteY4" fmla="*/ 27658 h 852185"/>
                <a:gd name="connsiteX5" fmla="*/ 519447 w 618727"/>
                <a:gd name="connsiteY5" fmla="*/ 109473 h 852185"/>
                <a:gd name="connsiteX6" fmla="*/ 545507 w 618727"/>
                <a:gd name="connsiteY6" fmla="*/ 292203 h 852185"/>
                <a:gd name="connsiteX7" fmla="*/ 618727 w 618727"/>
                <a:gd name="connsiteY7" fmla="*/ 513565 h 852185"/>
                <a:gd name="connsiteX0" fmla="*/ 0 w 679320"/>
                <a:gd name="connsiteY0" fmla="*/ 852185 h 852185"/>
                <a:gd name="connsiteX1" fmla="*/ 159011 w 679320"/>
                <a:gd name="connsiteY1" fmla="*/ 432671 h 852185"/>
                <a:gd name="connsiteX2" fmla="*/ 299154 w 679320"/>
                <a:gd name="connsiteY2" fmla="*/ 76231 h 852185"/>
                <a:gd name="connsiteX3" fmla="*/ 375124 w 679320"/>
                <a:gd name="connsiteY3" fmla="*/ 2188 h 852185"/>
                <a:gd name="connsiteX4" fmla="*/ 458990 w 679320"/>
                <a:gd name="connsiteY4" fmla="*/ 27658 h 852185"/>
                <a:gd name="connsiteX5" fmla="*/ 519447 w 679320"/>
                <a:gd name="connsiteY5" fmla="*/ 109473 h 852185"/>
                <a:gd name="connsiteX6" fmla="*/ 545507 w 679320"/>
                <a:gd name="connsiteY6" fmla="*/ 292203 h 852185"/>
                <a:gd name="connsiteX7" fmla="*/ 679320 w 679320"/>
                <a:gd name="connsiteY7" fmla="*/ 753181 h 852185"/>
                <a:gd name="connsiteX0" fmla="*/ 0 w 679320"/>
                <a:gd name="connsiteY0" fmla="*/ 852265 h 852265"/>
                <a:gd name="connsiteX1" fmla="*/ 159011 w 679320"/>
                <a:gd name="connsiteY1" fmla="*/ 432751 h 852265"/>
                <a:gd name="connsiteX2" fmla="*/ 299154 w 679320"/>
                <a:gd name="connsiteY2" fmla="*/ 76311 h 852265"/>
                <a:gd name="connsiteX3" fmla="*/ 375124 w 679320"/>
                <a:gd name="connsiteY3" fmla="*/ 2268 h 852265"/>
                <a:gd name="connsiteX4" fmla="*/ 458990 w 679320"/>
                <a:gd name="connsiteY4" fmla="*/ 27738 h 852265"/>
                <a:gd name="connsiteX5" fmla="*/ 500168 w 679320"/>
                <a:gd name="connsiteY5" fmla="*/ 115061 h 852265"/>
                <a:gd name="connsiteX6" fmla="*/ 545507 w 679320"/>
                <a:gd name="connsiteY6" fmla="*/ 292283 h 852265"/>
                <a:gd name="connsiteX7" fmla="*/ 679320 w 679320"/>
                <a:gd name="connsiteY7" fmla="*/ 753261 h 852265"/>
                <a:gd name="connsiteX0" fmla="*/ 0 w 709616"/>
                <a:gd name="connsiteY0" fmla="*/ 852265 h 852265"/>
                <a:gd name="connsiteX1" fmla="*/ 159011 w 709616"/>
                <a:gd name="connsiteY1" fmla="*/ 432751 h 852265"/>
                <a:gd name="connsiteX2" fmla="*/ 299154 w 709616"/>
                <a:gd name="connsiteY2" fmla="*/ 76311 h 852265"/>
                <a:gd name="connsiteX3" fmla="*/ 375124 w 709616"/>
                <a:gd name="connsiteY3" fmla="*/ 2268 h 852265"/>
                <a:gd name="connsiteX4" fmla="*/ 458990 w 709616"/>
                <a:gd name="connsiteY4" fmla="*/ 27738 h 852265"/>
                <a:gd name="connsiteX5" fmla="*/ 500168 w 709616"/>
                <a:gd name="connsiteY5" fmla="*/ 115061 h 852265"/>
                <a:gd name="connsiteX6" fmla="*/ 545507 w 709616"/>
                <a:gd name="connsiteY6" fmla="*/ 292283 h 852265"/>
                <a:gd name="connsiteX7" fmla="*/ 709616 w 709616"/>
                <a:gd name="connsiteY7" fmla="*/ 838642 h 852265"/>
                <a:gd name="connsiteX0" fmla="*/ 0 w 717879"/>
                <a:gd name="connsiteY0" fmla="*/ 852265 h 877201"/>
                <a:gd name="connsiteX1" fmla="*/ 159011 w 717879"/>
                <a:gd name="connsiteY1" fmla="*/ 432751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6257 w 717879"/>
                <a:gd name="connsiteY1" fmla="*/ 429997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265 h 877201"/>
                <a:gd name="connsiteX1" fmla="*/ 150748 w 717879"/>
                <a:gd name="connsiteY1" fmla="*/ 424488 h 877201"/>
                <a:gd name="connsiteX2" fmla="*/ 299154 w 717879"/>
                <a:gd name="connsiteY2" fmla="*/ 76311 h 877201"/>
                <a:gd name="connsiteX3" fmla="*/ 375124 w 717879"/>
                <a:gd name="connsiteY3" fmla="*/ 2268 h 877201"/>
                <a:gd name="connsiteX4" fmla="*/ 458990 w 717879"/>
                <a:gd name="connsiteY4" fmla="*/ 27738 h 877201"/>
                <a:gd name="connsiteX5" fmla="*/ 500168 w 717879"/>
                <a:gd name="connsiteY5" fmla="*/ 115061 h 877201"/>
                <a:gd name="connsiteX6" fmla="*/ 545507 w 717879"/>
                <a:gd name="connsiteY6" fmla="*/ 292283 h 877201"/>
                <a:gd name="connsiteX7" fmla="*/ 717879 w 717879"/>
                <a:gd name="connsiteY7" fmla="*/ 877201 h 877201"/>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45507 w 717879"/>
                <a:gd name="connsiteY6" fmla="*/ 292204 h 877122"/>
                <a:gd name="connsiteX7" fmla="*/ 717879 w 717879"/>
                <a:gd name="connsiteY7" fmla="*/ 877122 h 877122"/>
                <a:gd name="connsiteX0" fmla="*/ 0 w 717879"/>
                <a:gd name="connsiteY0" fmla="*/ 852186 h 877122"/>
                <a:gd name="connsiteX1" fmla="*/ 150748 w 717879"/>
                <a:gd name="connsiteY1" fmla="*/ 424409 h 877122"/>
                <a:gd name="connsiteX2" fmla="*/ 299154 w 717879"/>
                <a:gd name="connsiteY2" fmla="*/ 76232 h 877122"/>
                <a:gd name="connsiteX3" fmla="*/ 375124 w 717879"/>
                <a:gd name="connsiteY3" fmla="*/ 2189 h 877122"/>
                <a:gd name="connsiteX4" fmla="*/ 458990 w 717879"/>
                <a:gd name="connsiteY4" fmla="*/ 27659 h 877122"/>
                <a:gd name="connsiteX5" fmla="*/ 502923 w 717879"/>
                <a:gd name="connsiteY5" fmla="*/ 109474 h 877122"/>
                <a:gd name="connsiteX6" fmla="*/ 551016 w 717879"/>
                <a:gd name="connsiteY6" fmla="*/ 286695 h 877122"/>
                <a:gd name="connsiteX7" fmla="*/ 717879 w 717879"/>
                <a:gd name="connsiteY7" fmla="*/ 877122 h 877122"/>
                <a:gd name="connsiteX0" fmla="*/ 0 w 717879"/>
                <a:gd name="connsiteY0" fmla="*/ 852645 h 877581"/>
                <a:gd name="connsiteX1" fmla="*/ 150748 w 717879"/>
                <a:gd name="connsiteY1" fmla="*/ 424868 h 877581"/>
                <a:gd name="connsiteX2" fmla="*/ 299154 w 717879"/>
                <a:gd name="connsiteY2" fmla="*/ 76691 h 877581"/>
                <a:gd name="connsiteX3" fmla="*/ 375124 w 717879"/>
                <a:gd name="connsiteY3" fmla="*/ 2648 h 877581"/>
                <a:gd name="connsiteX4" fmla="*/ 458990 w 717879"/>
                <a:gd name="connsiteY4" fmla="*/ 25364 h 877581"/>
                <a:gd name="connsiteX5" fmla="*/ 502923 w 717879"/>
                <a:gd name="connsiteY5" fmla="*/ 109933 h 877581"/>
                <a:gd name="connsiteX6" fmla="*/ 551016 w 717879"/>
                <a:gd name="connsiteY6" fmla="*/ 287154 h 877581"/>
                <a:gd name="connsiteX7" fmla="*/ 717879 w 717879"/>
                <a:gd name="connsiteY7" fmla="*/ 877581 h 877581"/>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11186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1016 w 717879"/>
                <a:gd name="connsiteY6" fmla="*/ 287059 h 877486"/>
                <a:gd name="connsiteX7" fmla="*/ 717879 w 717879"/>
                <a:gd name="connsiteY7" fmla="*/ 877486 h 877486"/>
                <a:gd name="connsiteX0" fmla="*/ 0 w 717879"/>
                <a:gd name="connsiteY0" fmla="*/ 852550 h 877486"/>
                <a:gd name="connsiteX1" fmla="*/ 150748 w 717879"/>
                <a:gd name="connsiteY1" fmla="*/ 424773 h 877486"/>
                <a:gd name="connsiteX2" fmla="*/ 299154 w 717879"/>
                <a:gd name="connsiteY2" fmla="*/ 76596 h 877486"/>
                <a:gd name="connsiteX3" fmla="*/ 375124 w 717879"/>
                <a:gd name="connsiteY3" fmla="*/ 2553 h 877486"/>
                <a:gd name="connsiteX4" fmla="*/ 458990 w 717879"/>
                <a:gd name="connsiteY4" fmla="*/ 25269 h 877486"/>
                <a:gd name="connsiteX5" fmla="*/ 502923 w 717879"/>
                <a:gd name="connsiteY5" fmla="*/ 104330 h 877486"/>
                <a:gd name="connsiteX6" fmla="*/ 553770 w 717879"/>
                <a:gd name="connsiteY6" fmla="*/ 284305 h 877486"/>
                <a:gd name="connsiteX7" fmla="*/ 717879 w 717879"/>
                <a:gd name="connsiteY7" fmla="*/ 877486 h 877486"/>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17879"/>
                <a:gd name="connsiteY0" fmla="*/ 853077 h 878013"/>
                <a:gd name="connsiteX1" fmla="*/ 150748 w 717879"/>
                <a:gd name="connsiteY1" fmla="*/ 425300 h 878013"/>
                <a:gd name="connsiteX2" fmla="*/ 299154 w 717879"/>
                <a:gd name="connsiteY2" fmla="*/ 77123 h 878013"/>
                <a:gd name="connsiteX3" fmla="*/ 375124 w 717879"/>
                <a:gd name="connsiteY3" fmla="*/ 3080 h 878013"/>
                <a:gd name="connsiteX4" fmla="*/ 461744 w 717879"/>
                <a:gd name="connsiteY4" fmla="*/ 23041 h 878013"/>
                <a:gd name="connsiteX5" fmla="*/ 502923 w 717879"/>
                <a:gd name="connsiteY5" fmla="*/ 104857 h 878013"/>
                <a:gd name="connsiteX6" fmla="*/ 553770 w 717879"/>
                <a:gd name="connsiteY6" fmla="*/ 284832 h 878013"/>
                <a:gd name="connsiteX7" fmla="*/ 717879 w 717879"/>
                <a:gd name="connsiteY7" fmla="*/ 878013 h 878013"/>
                <a:gd name="connsiteX0" fmla="*/ 0 w 734405"/>
                <a:gd name="connsiteY0" fmla="*/ 853077 h 900047"/>
                <a:gd name="connsiteX1" fmla="*/ 150748 w 734405"/>
                <a:gd name="connsiteY1" fmla="*/ 425300 h 900047"/>
                <a:gd name="connsiteX2" fmla="*/ 299154 w 734405"/>
                <a:gd name="connsiteY2" fmla="*/ 77123 h 900047"/>
                <a:gd name="connsiteX3" fmla="*/ 375124 w 734405"/>
                <a:gd name="connsiteY3" fmla="*/ 3080 h 900047"/>
                <a:gd name="connsiteX4" fmla="*/ 461744 w 734405"/>
                <a:gd name="connsiteY4" fmla="*/ 23041 h 900047"/>
                <a:gd name="connsiteX5" fmla="*/ 502923 w 734405"/>
                <a:gd name="connsiteY5" fmla="*/ 104857 h 900047"/>
                <a:gd name="connsiteX6" fmla="*/ 553770 w 734405"/>
                <a:gd name="connsiteY6" fmla="*/ 284832 h 900047"/>
                <a:gd name="connsiteX7" fmla="*/ 734405 w 734405"/>
                <a:gd name="connsiteY7" fmla="*/ 900047 h 900047"/>
                <a:gd name="connsiteX0" fmla="*/ 0 w 748117"/>
                <a:gd name="connsiteY0" fmla="*/ 853077 h 945325"/>
                <a:gd name="connsiteX1" fmla="*/ 150748 w 748117"/>
                <a:gd name="connsiteY1" fmla="*/ 425300 h 945325"/>
                <a:gd name="connsiteX2" fmla="*/ 299154 w 748117"/>
                <a:gd name="connsiteY2" fmla="*/ 77123 h 945325"/>
                <a:gd name="connsiteX3" fmla="*/ 375124 w 748117"/>
                <a:gd name="connsiteY3" fmla="*/ 3080 h 945325"/>
                <a:gd name="connsiteX4" fmla="*/ 461744 w 748117"/>
                <a:gd name="connsiteY4" fmla="*/ 23041 h 945325"/>
                <a:gd name="connsiteX5" fmla="*/ 502923 w 748117"/>
                <a:gd name="connsiteY5" fmla="*/ 104857 h 945325"/>
                <a:gd name="connsiteX6" fmla="*/ 553770 w 748117"/>
                <a:gd name="connsiteY6" fmla="*/ 284832 h 945325"/>
                <a:gd name="connsiteX7" fmla="*/ 734405 w 748117"/>
                <a:gd name="connsiteY7" fmla="*/ 900047 h 945325"/>
                <a:gd name="connsiteX8" fmla="*/ 735547 w 748117"/>
                <a:gd name="connsiteY8" fmla="*/ 899022 h 945325"/>
                <a:gd name="connsiteX0" fmla="*/ 0 w 735547"/>
                <a:gd name="connsiteY0" fmla="*/ 853077 h 900047"/>
                <a:gd name="connsiteX1" fmla="*/ 150748 w 735547"/>
                <a:gd name="connsiteY1" fmla="*/ 425300 h 900047"/>
                <a:gd name="connsiteX2" fmla="*/ 299154 w 735547"/>
                <a:gd name="connsiteY2" fmla="*/ 77123 h 900047"/>
                <a:gd name="connsiteX3" fmla="*/ 375124 w 735547"/>
                <a:gd name="connsiteY3" fmla="*/ 3080 h 900047"/>
                <a:gd name="connsiteX4" fmla="*/ 461744 w 735547"/>
                <a:gd name="connsiteY4" fmla="*/ 23041 h 900047"/>
                <a:gd name="connsiteX5" fmla="*/ 502923 w 735547"/>
                <a:gd name="connsiteY5" fmla="*/ 104857 h 900047"/>
                <a:gd name="connsiteX6" fmla="*/ 553770 w 735547"/>
                <a:gd name="connsiteY6" fmla="*/ 284832 h 900047"/>
                <a:gd name="connsiteX7" fmla="*/ 734405 w 735547"/>
                <a:gd name="connsiteY7" fmla="*/ 900047 h 900047"/>
                <a:gd name="connsiteX8" fmla="*/ 735547 w 735547"/>
                <a:gd name="connsiteY8" fmla="*/ 899022 h 900047"/>
                <a:gd name="connsiteX0" fmla="*/ 0 w 801648"/>
                <a:gd name="connsiteY0" fmla="*/ 853077 h 923810"/>
                <a:gd name="connsiteX1" fmla="*/ 150748 w 801648"/>
                <a:gd name="connsiteY1" fmla="*/ 425300 h 923810"/>
                <a:gd name="connsiteX2" fmla="*/ 299154 w 801648"/>
                <a:gd name="connsiteY2" fmla="*/ 77123 h 923810"/>
                <a:gd name="connsiteX3" fmla="*/ 375124 w 801648"/>
                <a:gd name="connsiteY3" fmla="*/ 3080 h 923810"/>
                <a:gd name="connsiteX4" fmla="*/ 461744 w 801648"/>
                <a:gd name="connsiteY4" fmla="*/ 23041 h 923810"/>
                <a:gd name="connsiteX5" fmla="*/ 502923 w 801648"/>
                <a:gd name="connsiteY5" fmla="*/ 104857 h 923810"/>
                <a:gd name="connsiteX6" fmla="*/ 553770 w 801648"/>
                <a:gd name="connsiteY6" fmla="*/ 284832 h 923810"/>
                <a:gd name="connsiteX7" fmla="*/ 734405 w 801648"/>
                <a:gd name="connsiteY7" fmla="*/ 900047 h 923810"/>
                <a:gd name="connsiteX8" fmla="*/ 801648 w 801648"/>
                <a:gd name="connsiteY8" fmla="*/ 923810 h 923810"/>
                <a:gd name="connsiteX0" fmla="*/ 0 w 867749"/>
                <a:gd name="connsiteY0" fmla="*/ 853077 h 912793"/>
                <a:gd name="connsiteX1" fmla="*/ 150748 w 867749"/>
                <a:gd name="connsiteY1" fmla="*/ 425300 h 912793"/>
                <a:gd name="connsiteX2" fmla="*/ 299154 w 867749"/>
                <a:gd name="connsiteY2" fmla="*/ 77123 h 912793"/>
                <a:gd name="connsiteX3" fmla="*/ 375124 w 867749"/>
                <a:gd name="connsiteY3" fmla="*/ 3080 h 912793"/>
                <a:gd name="connsiteX4" fmla="*/ 461744 w 867749"/>
                <a:gd name="connsiteY4" fmla="*/ 23041 h 912793"/>
                <a:gd name="connsiteX5" fmla="*/ 502923 w 867749"/>
                <a:gd name="connsiteY5" fmla="*/ 104857 h 912793"/>
                <a:gd name="connsiteX6" fmla="*/ 553770 w 867749"/>
                <a:gd name="connsiteY6" fmla="*/ 284832 h 912793"/>
                <a:gd name="connsiteX7" fmla="*/ 734405 w 867749"/>
                <a:gd name="connsiteY7" fmla="*/ 900047 h 912793"/>
                <a:gd name="connsiteX8" fmla="*/ 867749 w 867749"/>
                <a:gd name="connsiteY8" fmla="*/ 912793 h 912793"/>
                <a:gd name="connsiteX0" fmla="*/ 0 w 867749"/>
                <a:gd name="connsiteY0" fmla="*/ 853077 h 920067"/>
                <a:gd name="connsiteX1" fmla="*/ 150748 w 867749"/>
                <a:gd name="connsiteY1" fmla="*/ 425300 h 920067"/>
                <a:gd name="connsiteX2" fmla="*/ 299154 w 867749"/>
                <a:gd name="connsiteY2" fmla="*/ 77123 h 920067"/>
                <a:gd name="connsiteX3" fmla="*/ 375124 w 867749"/>
                <a:gd name="connsiteY3" fmla="*/ 3080 h 920067"/>
                <a:gd name="connsiteX4" fmla="*/ 461744 w 867749"/>
                <a:gd name="connsiteY4" fmla="*/ 23041 h 920067"/>
                <a:gd name="connsiteX5" fmla="*/ 502923 w 867749"/>
                <a:gd name="connsiteY5" fmla="*/ 104857 h 920067"/>
                <a:gd name="connsiteX6" fmla="*/ 553770 w 867749"/>
                <a:gd name="connsiteY6" fmla="*/ 284832 h 920067"/>
                <a:gd name="connsiteX7" fmla="*/ 734405 w 867749"/>
                <a:gd name="connsiteY7" fmla="*/ 900047 h 920067"/>
                <a:gd name="connsiteX8" fmla="*/ 867749 w 867749"/>
                <a:gd name="connsiteY8" fmla="*/ 912793 h 920067"/>
                <a:gd name="connsiteX0" fmla="*/ 0 w 867749"/>
                <a:gd name="connsiteY0" fmla="*/ 853077 h 954474"/>
                <a:gd name="connsiteX1" fmla="*/ 150748 w 867749"/>
                <a:gd name="connsiteY1" fmla="*/ 425300 h 954474"/>
                <a:gd name="connsiteX2" fmla="*/ 299154 w 867749"/>
                <a:gd name="connsiteY2" fmla="*/ 77123 h 954474"/>
                <a:gd name="connsiteX3" fmla="*/ 375124 w 867749"/>
                <a:gd name="connsiteY3" fmla="*/ 3080 h 954474"/>
                <a:gd name="connsiteX4" fmla="*/ 461744 w 867749"/>
                <a:gd name="connsiteY4" fmla="*/ 23041 h 954474"/>
                <a:gd name="connsiteX5" fmla="*/ 502923 w 867749"/>
                <a:gd name="connsiteY5" fmla="*/ 104857 h 954474"/>
                <a:gd name="connsiteX6" fmla="*/ 553770 w 867749"/>
                <a:gd name="connsiteY6" fmla="*/ 284832 h 954474"/>
                <a:gd name="connsiteX7" fmla="*/ 734405 w 867749"/>
                <a:gd name="connsiteY7" fmla="*/ 900047 h 954474"/>
                <a:gd name="connsiteX8" fmla="*/ 776317 w 867749"/>
                <a:gd name="connsiteY8" fmla="*/ 928653 h 954474"/>
                <a:gd name="connsiteX9" fmla="*/ 867749 w 867749"/>
                <a:gd name="connsiteY9" fmla="*/ 912793 h 954474"/>
                <a:gd name="connsiteX0" fmla="*/ 0 w 867749"/>
                <a:gd name="connsiteY0" fmla="*/ 853077 h 955476"/>
                <a:gd name="connsiteX1" fmla="*/ 150748 w 867749"/>
                <a:gd name="connsiteY1" fmla="*/ 425300 h 955476"/>
                <a:gd name="connsiteX2" fmla="*/ 299154 w 867749"/>
                <a:gd name="connsiteY2" fmla="*/ 77123 h 955476"/>
                <a:gd name="connsiteX3" fmla="*/ 375124 w 867749"/>
                <a:gd name="connsiteY3" fmla="*/ 3080 h 955476"/>
                <a:gd name="connsiteX4" fmla="*/ 461744 w 867749"/>
                <a:gd name="connsiteY4" fmla="*/ 23041 h 955476"/>
                <a:gd name="connsiteX5" fmla="*/ 502923 w 867749"/>
                <a:gd name="connsiteY5" fmla="*/ 104857 h 955476"/>
                <a:gd name="connsiteX6" fmla="*/ 553770 w 867749"/>
                <a:gd name="connsiteY6" fmla="*/ 284832 h 955476"/>
                <a:gd name="connsiteX7" fmla="*/ 734405 w 867749"/>
                <a:gd name="connsiteY7" fmla="*/ 900047 h 955476"/>
                <a:gd name="connsiteX8" fmla="*/ 784580 w 867749"/>
                <a:gd name="connsiteY8" fmla="*/ 931408 h 955476"/>
                <a:gd name="connsiteX9" fmla="*/ 867749 w 867749"/>
                <a:gd name="connsiteY9" fmla="*/ 912793 h 955476"/>
                <a:gd name="connsiteX0" fmla="*/ 0 w 867749"/>
                <a:gd name="connsiteY0" fmla="*/ 853077 h 964982"/>
                <a:gd name="connsiteX1" fmla="*/ 150748 w 867749"/>
                <a:gd name="connsiteY1" fmla="*/ 425300 h 964982"/>
                <a:gd name="connsiteX2" fmla="*/ 299154 w 867749"/>
                <a:gd name="connsiteY2" fmla="*/ 77123 h 964982"/>
                <a:gd name="connsiteX3" fmla="*/ 375124 w 867749"/>
                <a:gd name="connsiteY3" fmla="*/ 3080 h 964982"/>
                <a:gd name="connsiteX4" fmla="*/ 461744 w 867749"/>
                <a:gd name="connsiteY4" fmla="*/ 23041 h 964982"/>
                <a:gd name="connsiteX5" fmla="*/ 502923 w 867749"/>
                <a:gd name="connsiteY5" fmla="*/ 104857 h 964982"/>
                <a:gd name="connsiteX6" fmla="*/ 553770 w 867749"/>
                <a:gd name="connsiteY6" fmla="*/ 284832 h 964982"/>
                <a:gd name="connsiteX7" fmla="*/ 734405 w 867749"/>
                <a:gd name="connsiteY7" fmla="*/ 900047 h 964982"/>
                <a:gd name="connsiteX8" fmla="*/ 806614 w 867749"/>
                <a:gd name="connsiteY8" fmla="*/ 953442 h 964982"/>
                <a:gd name="connsiteX9" fmla="*/ 867749 w 867749"/>
                <a:gd name="connsiteY9" fmla="*/ 912793 h 964982"/>
                <a:gd name="connsiteX0" fmla="*/ 0 w 867749"/>
                <a:gd name="connsiteY0" fmla="*/ 853077 h 976240"/>
                <a:gd name="connsiteX1" fmla="*/ 150748 w 867749"/>
                <a:gd name="connsiteY1" fmla="*/ 425300 h 976240"/>
                <a:gd name="connsiteX2" fmla="*/ 299154 w 867749"/>
                <a:gd name="connsiteY2" fmla="*/ 77123 h 976240"/>
                <a:gd name="connsiteX3" fmla="*/ 375124 w 867749"/>
                <a:gd name="connsiteY3" fmla="*/ 3080 h 976240"/>
                <a:gd name="connsiteX4" fmla="*/ 461744 w 867749"/>
                <a:gd name="connsiteY4" fmla="*/ 23041 h 976240"/>
                <a:gd name="connsiteX5" fmla="*/ 502923 w 867749"/>
                <a:gd name="connsiteY5" fmla="*/ 104857 h 976240"/>
                <a:gd name="connsiteX6" fmla="*/ 553770 w 867749"/>
                <a:gd name="connsiteY6" fmla="*/ 284832 h 976240"/>
                <a:gd name="connsiteX7" fmla="*/ 734405 w 867749"/>
                <a:gd name="connsiteY7" fmla="*/ 900047 h 976240"/>
                <a:gd name="connsiteX8" fmla="*/ 823140 w 867749"/>
                <a:gd name="connsiteY8" fmla="*/ 972721 h 976240"/>
                <a:gd name="connsiteX9" fmla="*/ 867749 w 867749"/>
                <a:gd name="connsiteY9" fmla="*/ 912793 h 976240"/>
                <a:gd name="connsiteX0" fmla="*/ 0 w 889783"/>
                <a:gd name="connsiteY0" fmla="*/ 853077 h 976240"/>
                <a:gd name="connsiteX1" fmla="*/ 150748 w 889783"/>
                <a:gd name="connsiteY1" fmla="*/ 425300 h 976240"/>
                <a:gd name="connsiteX2" fmla="*/ 299154 w 889783"/>
                <a:gd name="connsiteY2" fmla="*/ 77123 h 976240"/>
                <a:gd name="connsiteX3" fmla="*/ 375124 w 889783"/>
                <a:gd name="connsiteY3" fmla="*/ 3080 h 976240"/>
                <a:gd name="connsiteX4" fmla="*/ 461744 w 889783"/>
                <a:gd name="connsiteY4" fmla="*/ 23041 h 976240"/>
                <a:gd name="connsiteX5" fmla="*/ 502923 w 889783"/>
                <a:gd name="connsiteY5" fmla="*/ 104857 h 976240"/>
                <a:gd name="connsiteX6" fmla="*/ 553770 w 889783"/>
                <a:gd name="connsiteY6" fmla="*/ 284832 h 976240"/>
                <a:gd name="connsiteX7" fmla="*/ 734405 w 889783"/>
                <a:gd name="connsiteY7" fmla="*/ 900047 h 976240"/>
                <a:gd name="connsiteX8" fmla="*/ 823140 w 889783"/>
                <a:gd name="connsiteY8" fmla="*/ 972721 h 976240"/>
                <a:gd name="connsiteX9" fmla="*/ 889783 w 889783"/>
                <a:gd name="connsiteY9" fmla="*/ 899022 h 976240"/>
                <a:gd name="connsiteX0" fmla="*/ 0 w 892537"/>
                <a:gd name="connsiteY0" fmla="*/ 853077 h 976240"/>
                <a:gd name="connsiteX1" fmla="*/ 150748 w 892537"/>
                <a:gd name="connsiteY1" fmla="*/ 425300 h 976240"/>
                <a:gd name="connsiteX2" fmla="*/ 299154 w 892537"/>
                <a:gd name="connsiteY2" fmla="*/ 77123 h 976240"/>
                <a:gd name="connsiteX3" fmla="*/ 375124 w 892537"/>
                <a:gd name="connsiteY3" fmla="*/ 3080 h 976240"/>
                <a:gd name="connsiteX4" fmla="*/ 461744 w 892537"/>
                <a:gd name="connsiteY4" fmla="*/ 23041 h 976240"/>
                <a:gd name="connsiteX5" fmla="*/ 502923 w 892537"/>
                <a:gd name="connsiteY5" fmla="*/ 104857 h 976240"/>
                <a:gd name="connsiteX6" fmla="*/ 553770 w 892537"/>
                <a:gd name="connsiteY6" fmla="*/ 284832 h 976240"/>
                <a:gd name="connsiteX7" fmla="*/ 734405 w 892537"/>
                <a:gd name="connsiteY7" fmla="*/ 900047 h 976240"/>
                <a:gd name="connsiteX8" fmla="*/ 823140 w 892537"/>
                <a:gd name="connsiteY8" fmla="*/ 972721 h 976240"/>
                <a:gd name="connsiteX9" fmla="*/ 892537 w 892537"/>
                <a:gd name="connsiteY9" fmla="*/ 830167 h 976240"/>
                <a:gd name="connsiteX0" fmla="*/ 0 w 911817"/>
                <a:gd name="connsiteY0" fmla="*/ 853077 h 976240"/>
                <a:gd name="connsiteX1" fmla="*/ 150748 w 911817"/>
                <a:gd name="connsiteY1" fmla="*/ 425300 h 976240"/>
                <a:gd name="connsiteX2" fmla="*/ 299154 w 911817"/>
                <a:gd name="connsiteY2" fmla="*/ 77123 h 976240"/>
                <a:gd name="connsiteX3" fmla="*/ 375124 w 911817"/>
                <a:gd name="connsiteY3" fmla="*/ 3080 h 976240"/>
                <a:gd name="connsiteX4" fmla="*/ 461744 w 911817"/>
                <a:gd name="connsiteY4" fmla="*/ 23041 h 976240"/>
                <a:gd name="connsiteX5" fmla="*/ 502923 w 911817"/>
                <a:gd name="connsiteY5" fmla="*/ 104857 h 976240"/>
                <a:gd name="connsiteX6" fmla="*/ 553770 w 911817"/>
                <a:gd name="connsiteY6" fmla="*/ 284832 h 976240"/>
                <a:gd name="connsiteX7" fmla="*/ 734405 w 911817"/>
                <a:gd name="connsiteY7" fmla="*/ 900047 h 976240"/>
                <a:gd name="connsiteX8" fmla="*/ 823140 w 911817"/>
                <a:gd name="connsiteY8" fmla="*/ 972721 h 976240"/>
                <a:gd name="connsiteX9" fmla="*/ 911817 w 911817"/>
                <a:gd name="connsiteY9" fmla="*/ 711736 h 976240"/>
                <a:gd name="connsiteX0" fmla="*/ 0 w 931096"/>
                <a:gd name="connsiteY0" fmla="*/ 853077 h 976240"/>
                <a:gd name="connsiteX1" fmla="*/ 150748 w 931096"/>
                <a:gd name="connsiteY1" fmla="*/ 425300 h 976240"/>
                <a:gd name="connsiteX2" fmla="*/ 299154 w 931096"/>
                <a:gd name="connsiteY2" fmla="*/ 77123 h 976240"/>
                <a:gd name="connsiteX3" fmla="*/ 375124 w 931096"/>
                <a:gd name="connsiteY3" fmla="*/ 3080 h 976240"/>
                <a:gd name="connsiteX4" fmla="*/ 461744 w 931096"/>
                <a:gd name="connsiteY4" fmla="*/ 23041 h 976240"/>
                <a:gd name="connsiteX5" fmla="*/ 502923 w 931096"/>
                <a:gd name="connsiteY5" fmla="*/ 104857 h 976240"/>
                <a:gd name="connsiteX6" fmla="*/ 553770 w 931096"/>
                <a:gd name="connsiteY6" fmla="*/ 284832 h 976240"/>
                <a:gd name="connsiteX7" fmla="*/ 734405 w 931096"/>
                <a:gd name="connsiteY7" fmla="*/ 900047 h 976240"/>
                <a:gd name="connsiteX8" fmla="*/ 823140 w 931096"/>
                <a:gd name="connsiteY8" fmla="*/ 972721 h 976240"/>
                <a:gd name="connsiteX9" fmla="*/ 931096 w 931096"/>
                <a:gd name="connsiteY9" fmla="*/ 540975 h 976240"/>
                <a:gd name="connsiteX0" fmla="*/ 0 w 975164"/>
                <a:gd name="connsiteY0" fmla="*/ 853077 h 976240"/>
                <a:gd name="connsiteX1" fmla="*/ 150748 w 975164"/>
                <a:gd name="connsiteY1" fmla="*/ 425300 h 976240"/>
                <a:gd name="connsiteX2" fmla="*/ 299154 w 975164"/>
                <a:gd name="connsiteY2" fmla="*/ 77123 h 976240"/>
                <a:gd name="connsiteX3" fmla="*/ 375124 w 975164"/>
                <a:gd name="connsiteY3" fmla="*/ 3080 h 976240"/>
                <a:gd name="connsiteX4" fmla="*/ 461744 w 975164"/>
                <a:gd name="connsiteY4" fmla="*/ 23041 h 976240"/>
                <a:gd name="connsiteX5" fmla="*/ 502923 w 975164"/>
                <a:gd name="connsiteY5" fmla="*/ 104857 h 976240"/>
                <a:gd name="connsiteX6" fmla="*/ 553770 w 975164"/>
                <a:gd name="connsiteY6" fmla="*/ 284832 h 976240"/>
                <a:gd name="connsiteX7" fmla="*/ 734405 w 975164"/>
                <a:gd name="connsiteY7" fmla="*/ 900047 h 976240"/>
                <a:gd name="connsiteX8" fmla="*/ 823140 w 975164"/>
                <a:gd name="connsiteY8" fmla="*/ 972721 h 976240"/>
                <a:gd name="connsiteX9" fmla="*/ 975164 w 975164"/>
                <a:gd name="connsiteY9" fmla="*/ 359196 h 976240"/>
                <a:gd name="connsiteX0" fmla="*/ 0 w 1002706"/>
                <a:gd name="connsiteY0" fmla="*/ 853077 h 976240"/>
                <a:gd name="connsiteX1" fmla="*/ 150748 w 1002706"/>
                <a:gd name="connsiteY1" fmla="*/ 425300 h 976240"/>
                <a:gd name="connsiteX2" fmla="*/ 299154 w 1002706"/>
                <a:gd name="connsiteY2" fmla="*/ 77123 h 976240"/>
                <a:gd name="connsiteX3" fmla="*/ 375124 w 1002706"/>
                <a:gd name="connsiteY3" fmla="*/ 3080 h 976240"/>
                <a:gd name="connsiteX4" fmla="*/ 461744 w 1002706"/>
                <a:gd name="connsiteY4" fmla="*/ 23041 h 976240"/>
                <a:gd name="connsiteX5" fmla="*/ 502923 w 1002706"/>
                <a:gd name="connsiteY5" fmla="*/ 104857 h 976240"/>
                <a:gd name="connsiteX6" fmla="*/ 553770 w 1002706"/>
                <a:gd name="connsiteY6" fmla="*/ 284832 h 976240"/>
                <a:gd name="connsiteX7" fmla="*/ 734405 w 1002706"/>
                <a:gd name="connsiteY7" fmla="*/ 900047 h 976240"/>
                <a:gd name="connsiteX8" fmla="*/ 823140 w 1002706"/>
                <a:gd name="connsiteY8" fmla="*/ 972721 h 976240"/>
                <a:gd name="connsiteX9" fmla="*/ 1002706 w 1002706"/>
                <a:gd name="connsiteY9" fmla="*/ 215977 h 976240"/>
                <a:gd name="connsiteX0" fmla="*/ 0 w 1055036"/>
                <a:gd name="connsiteY0" fmla="*/ 853077 h 976240"/>
                <a:gd name="connsiteX1" fmla="*/ 150748 w 1055036"/>
                <a:gd name="connsiteY1" fmla="*/ 425300 h 976240"/>
                <a:gd name="connsiteX2" fmla="*/ 299154 w 1055036"/>
                <a:gd name="connsiteY2" fmla="*/ 77123 h 976240"/>
                <a:gd name="connsiteX3" fmla="*/ 375124 w 1055036"/>
                <a:gd name="connsiteY3" fmla="*/ 3080 h 976240"/>
                <a:gd name="connsiteX4" fmla="*/ 461744 w 1055036"/>
                <a:gd name="connsiteY4" fmla="*/ 23041 h 976240"/>
                <a:gd name="connsiteX5" fmla="*/ 502923 w 1055036"/>
                <a:gd name="connsiteY5" fmla="*/ 104857 h 976240"/>
                <a:gd name="connsiteX6" fmla="*/ 553770 w 1055036"/>
                <a:gd name="connsiteY6" fmla="*/ 284832 h 976240"/>
                <a:gd name="connsiteX7" fmla="*/ 734405 w 1055036"/>
                <a:gd name="connsiteY7" fmla="*/ 900047 h 976240"/>
                <a:gd name="connsiteX8" fmla="*/ 823140 w 1055036"/>
                <a:gd name="connsiteY8" fmla="*/ 972721 h 976240"/>
                <a:gd name="connsiteX9" fmla="*/ 1055036 w 1055036"/>
                <a:gd name="connsiteY9" fmla="*/ 92038 h 976240"/>
                <a:gd name="connsiteX0" fmla="*/ 0 w 1077070"/>
                <a:gd name="connsiteY0" fmla="*/ 853077 h 976240"/>
                <a:gd name="connsiteX1" fmla="*/ 150748 w 1077070"/>
                <a:gd name="connsiteY1" fmla="*/ 425300 h 976240"/>
                <a:gd name="connsiteX2" fmla="*/ 299154 w 1077070"/>
                <a:gd name="connsiteY2" fmla="*/ 77123 h 976240"/>
                <a:gd name="connsiteX3" fmla="*/ 375124 w 1077070"/>
                <a:gd name="connsiteY3" fmla="*/ 3080 h 976240"/>
                <a:gd name="connsiteX4" fmla="*/ 461744 w 1077070"/>
                <a:gd name="connsiteY4" fmla="*/ 23041 h 976240"/>
                <a:gd name="connsiteX5" fmla="*/ 502923 w 1077070"/>
                <a:gd name="connsiteY5" fmla="*/ 104857 h 976240"/>
                <a:gd name="connsiteX6" fmla="*/ 553770 w 1077070"/>
                <a:gd name="connsiteY6" fmla="*/ 284832 h 976240"/>
                <a:gd name="connsiteX7" fmla="*/ 734405 w 1077070"/>
                <a:gd name="connsiteY7" fmla="*/ 900047 h 976240"/>
                <a:gd name="connsiteX8" fmla="*/ 823140 w 1077070"/>
                <a:gd name="connsiteY8" fmla="*/ 972721 h 976240"/>
                <a:gd name="connsiteX9" fmla="*/ 1077070 w 1077070"/>
                <a:gd name="connsiteY9" fmla="*/ 1149 h 976240"/>
                <a:gd name="connsiteX0" fmla="*/ 0 w 1115629"/>
                <a:gd name="connsiteY0" fmla="*/ 943966 h 976240"/>
                <a:gd name="connsiteX1" fmla="*/ 189307 w 1115629"/>
                <a:gd name="connsiteY1" fmla="*/ 425300 h 976240"/>
                <a:gd name="connsiteX2" fmla="*/ 337713 w 1115629"/>
                <a:gd name="connsiteY2" fmla="*/ 77123 h 976240"/>
                <a:gd name="connsiteX3" fmla="*/ 413683 w 1115629"/>
                <a:gd name="connsiteY3" fmla="*/ 3080 h 976240"/>
                <a:gd name="connsiteX4" fmla="*/ 500303 w 1115629"/>
                <a:gd name="connsiteY4" fmla="*/ 23041 h 976240"/>
                <a:gd name="connsiteX5" fmla="*/ 541482 w 1115629"/>
                <a:gd name="connsiteY5" fmla="*/ 104857 h 976240"/>
                <a:gd name="connsiteX6" fmla="*/ 592329 w 1115629"/>
                <a:gd name="connsiteY6" fmla="*/ 284832 h 976240"/>
                <a:gd name="connsiteX7" fmla="*/ 772964 w 1115629"/>
                <a:gd name="connsiteY7" fmla="*/ 900047 h 976240"/>
                <a:gd name="connsiteX8" fmla="*/ 861699 w 1115629"/>
                <a:gd name="connsiteY8" fmla="*/ 972721 h 976240"/>
                <a:gd name="connsiteX9" fmla="*/ 1115629 w 1115629"/>
                <a:gd name="connsiteY9" fmla="*/ 1149 h 976240"/>
                <a:gd name="connsiteX0" fmla="*/ 0 w 1115629"/>
                <a:gd name="connsiteY0" fmla="*/ 943966 h 988314"/>
                <a:gd name="connsiteX1" fmla="*/ 189307 w 1115629"/>
                <a:gd name="connsiteY1" fmla="*/ 425300 h 988314"/>
                <a:gd name="connsiteX2" fmla="*/ 337713 w 1115629"/>
                <a:gd name="connsiteY2" fmla="*/ 77123 h 988314"/>
                <a:gd name="connsiteX3" fmla="*/ 413683 w 1115629"/>
                <a:gd name="connsiteY3" fmla="*/ 3080 h 988314"/>
                <a:gd name="connsiteX4" fmla="*/ 500303 w 1115629"/>
                <a:gd name="connsiteY4" fmla="*/ 23041 h 988314"/>
                <a:gd name="connsiteX5" fmla="*/ 541482 w 1115629"/>
                <a:gd name="connsiteY5" fmla="*/ 104857 h 988314"/>
                <a:gd name="connsiteX6" fmla="*/ 592329 w 1115629"/>
                <a:gd name="connsiteY6" fmla="*/ 284832 h 988314"/>
                <a:gd name="connsiteX7" fmla="*/ 772964 w 1115629"/>
                <a:gd name="connsiteY7" fmla="*/ 900047 h 988314"/>
                <a:gd name="connsiteX8" fmla="*/ 861699 w 1115629"/>
                <a:gd name="connsiteY8" fmla="*/ 972721 h 988314"/>
                <a:gd name="connsiteX9" fmla="*/ 905765 w 1115629"/>
                <a:gd name="connsiteY9" fmla="*/ 884584 h 988314"/>
                <a:gd name="connsiteX10" fmla="*/ 1115629 w 1115629"/>
                <a:gd name="connsiteY10" fmla="*/ 1149 h 988314"/>
                <a:gd name="connsiteX0" fmla="*/ 0 w 1115629"/>
                <a:gd name="connsiteY0" fmla="*/ 943966 h 999519"/>
                <a:gd name="connsiteX1" fmla="*/ 189307 w 1115629"/>
                <a:gd name="connsiteY1" fmla="*/ 425300 h 999519"/>
                <a:gd name="connsiteX2" fmla="*/ 337713 w 1115629"/>
                <a:gd name="connsiteY2" fmla="*/ 77123 h 999519"/>
                <a:gd name="connsiteX3" fmla="*/ 413683 w 1115629"/>
                <a:gd name="connsiteY3" fmla="*/ 3080 h 999519"/>
                <a:gd name="connsiteX4" fmla="*/ 500303 w 1115629"/>
                <a:gd name="connsiteY4" fmla="*/ 23041 h 999519"/>
                <a:gd name="connsiteX5" fmla="*/ 541482 w 1115629"/>
                <a:gd name="connsiteY5" fmla="*/ 104857 h 999519"/>
                <a:gd name="connsiteX6" fmla="*/ 592329 w 1115629"/>
                <a:gd name="connsiteY6" fmla="*/ 284832 h 999519"/>
                <a:gd name="connsiteX7" fmla="*/ 772964 w 1115629"/>
                <a:gd name="connsiteY7" fmla="*/ 900047 h 999519"/>
                <a:gd name="connsiteX8" fmla="*/ 856191 w 1115629"/>
                <a:gd name="connsiteY8" fmla="*/ 992000 h 999519"/>
                <a:gd name="connsiteX9" fmla="*/ 905765 w 1115629"/>
                <a:gd name="connsiteY9" fmla="*/ 884584 h 999519"/>
                <a:gd name="connsiteX10" fmla="*/ 1115629 w 1115629"/>
                <a:gd name="connsiteY10" fmla="*/ 1149 h 999519"/>
                <a:gd name="connsiteX0" fmla="*/ 0 w 1115629"/>
                <a:gd name="connsiteY0" fmla="*/ 943966 h 1006982"/>
                <a:gd name="connsiteX1" fmla="*/ 189307 w 1115629"/>
                <a:gd name="connsiteY1" fmla="*/ 425300 h 1006982"/>
                <a:gd name="connsiteX2" fmla="*/ 337713 w 1115629"/>
                <a:gd name="connsiteY2" fmla="*/ 77123 h 1006982"/>
                <a:gd name="connsiteX3" fmla="*/ 413683 w 1115629"/>
                <a:gd name="connsiteY3" fmla="*/ 3080 h 1006982"/>
                <a:gd name="connsiteX4" fmla="*/ 500303 w 1115629"/>
                <a:gd name="connsiteY4" fmla="*/ 23041 h 1006982"/>
                <a:gd name="connsiteX5" fmla="*/ 541482 w 1115629"/>
                <a:gd name="connsiteY5" fmla="*/ 104857 h 1006982"/>
                <a:gd name="connsiteX6" fmla="*/ 592329 w 1115629"/>
                <a:gd name="connsiteY6" fmla="*/ 284832 h 1006982"/>
                <a:gd name="connsiteX7" fmla="*/ 772964 w 1115629"/>
                <a:gd name="connsiteY7" fmla="*/ 900047 h 1006982"/>
                <a:gd name="connsiteX8" fmla="*/ 856191 w 1115629"/>
                <a:gd name="connsiteY8" fmla="*/ 1003017 h 1006982"/>
                <a:gd name="connsiteX9" fmla="*/ 905765 w 1115629"/>
                <a:gd name="connsiteY9" fmla="*/ 884584 h 1006982"/>
                <a:gd name="connsiteX10" fmla="*/ 1115629 w 1115629"/>
                <a:gd name="connsiteY10" fmla="*/ 1149 h 1006982"/>
                <a:gd name="connsiteX0" fmla="*/ 0 w 1115629"/>
                <a:gd name="connsiteY0" fmla="*/ 943966 h 1007789"/>
                <a:gd name="connsiteX1" fmla="*/ 189307 w 1115629"/>
                <a:gd name="connsiteY1" fmla="*/ 425300 h 1007789"/>
                <a:gd name="connsiteX2" fmla="*/ 337713 w 1115629"/>
                <a:gd name="connsiteY2" fmla="*/ 77123 h 1007789"/>
                <a:gd name="connsiteX3" fmla="*/ 413683 w 1115629"/>
                <a:gd name="connsiteY3" fmla="*/ 3080 h 1007789"/>
                <a:gd name="connsiteX4" fmla="*/ 500303 w 1115629"/>
                <a:gd name="connsiteY4" fmla="*/ 23041 h 1007789"/>
                <a:gd name="connsiteX5" fmla="*/ 541482 w 1115629"/>
                <a:gd name="connsiteY5" fmla="*/ 104857 h 1007789"/>
                <a:gd name="connsiteX6" fmla="*/ 592329 w 1115629"/>
                <a:gd name="connsiteY6" fmla="*/ 284832 h 1007789"/>
                <a:gd name="connsiteX7" fmla="*/ 772964 w 1115629"/>
                <a:gd name="connsiteY7" fmla="*/ 900047 h 1007789"/>
                <a:gd name="connsiteX8" fmla="*/ 856191 w 1115629"/>
                <a:gd name="connsiteY8" fmla="*/ 1003017 h 1007789"/>
                <a:gd name="connsiteX9" fmla="*/ 922291 w 1115629"/>
                <a:gd name="connsiteY9" fmla="*/ 887338 h 1007789"/>
                <a:gd name="connsiteX10" fmla="*/ 1115629 w 1115629"/>
                <a:gd name="connsiteY10" fmla="*/ 1149 h 1007789"/>
                <a:gd name="connsiteX0" fmla="*/ 0 w 1115629"/>
                <a:gd name="connsiteY0" fmla="*/ 943966 h 1018124"/>
                <a:gd name="connsiteX1" fmla="*/ 189307 w 1115629"/>
                <a:gd name="connsiteY1" fmla="*/ 425300 h 1018124"/>
                <a:gd name="connsiteX2" fmla="*/ 337713 w 1115629"/>
                <a:gd name="connsiteY2" fmla="*/ 77123 h 1018124"/>
                <a:gd name="connsiteX3" fmla="*/ 413683 w 1115629"/>
                <a:gd name="connsiteY3" fmla="*/ 3080 h 1018124"/>
                <a:gd name="connsiteX4" fmla="*/ 500303 w 1115629"/>
                <a:gd name="connsiteY4" fmla="*/ 23041 h 1018124"/>
                <a:gd name="connsiteX5" fmla="*/ 541482 w 1115629"/>
                <a:gd name="connsiteY5" fmla="*/ 104857 h 1018124"/>
                <a:gd name="connsiteX6" fmla="*/ 592329 w 1115629"/>
                <a:gd name="connsiteY6" fmla="*/ 284832 h 1018124"/>
                <a:gd name="connsiteX7" fmla="*/ 772964 w 1115629"/>
                <a:gd name="connsiteY7" fmla="*/ 900047 h 1018124"/>
                <a:gd name="connsiteX8" fmla="*/ 856191 w 1115629"/>
                <a:gd name="connsiteY8" fmla="*/ 1016788 h 1018124"/>
                <a:gd name="connsiteX9" fmla="*/ 922291 w 1115629"/>
                <a:gd name="connsiteY9" fmla="*/ 887338 h 1018124"/>
                <a:gd name="connsiteX10" fmla="*/ 1115629 w 1115629"/>
                <a:gd name="connsiteY10" fmla="*/ 1149 h 1018124"/>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30554 w 1115629"/>
                <a:gd name="connsiteY9" fmla="*/ 881830 h 1017202"/>
                <a:gd name="connsiteX10" fmla="*/ 1115629 w 1115629"/>
                <a:gd name="connsiteY10" fmla="*/ 1149 h 1017202"/>
                <a:gd name="connsiteX0" fmla="*/ 0 w 1115629"/>
                <a:gd name="connsiteY0" fmla="*/ 943966 h 1017202"/>
                <a:gd name="connsiteX1" fmla="*/ 189307 w 1115629"/>
                <a:gd name="connsiteY1" fmla="*/ 425300 h 1017202"/>
                <a:gd name="connsiteX2" fmla="*/ 337713 w 1115629"/>
                <a:gd name="connsiteY2" fmla="*/ 77123 h 1017202"/>
                <a:gd name="connsiteX3" fmla="*/ 413683 w 1115629"/>
                <a:gd name="connsiteY3" fmla="*/ 3080 h 1017202"/>
                <a:gd name="connsiteX4" fmla="*/ 500303 w 1115629"/>
                <a:gd name="connsiteY4" fmla="*/ 23041 h 1017202"/>
                <a:gd name="connsiteX5" fmla="*/ 541482 w 1115629"/>
                <a:gd name="connsiteY5" fmla="*/ 104857 h 1017202"/>
                <a:gd name="connsiteX6" fmla="*/ 592329 w 1115629"/>
                <a:gd name="connsiteY6" fmla="*/ 284832 h 1017202"/>
                <a:gd name="connsiteX7" fmla="*/ 772964 w 1115629"/>
                <a:gd name="connsiteY7" fmla="*/ 900047 h 1017202"/>
                <a:gd name="connsiteX8" fmla="*/ 856191 w 1115629"/>
                <a:gd name="connsiteY8" fmla="*/ 1016788 h 1017202"/>
                <a:gd name="connsiteX9" fmla="*/ 944325 w 1115629"/>
                <a:gd name="connsiteY9" fmla="*/ 881830 h 1017202"/>
                <a:gd name="connsiteX10" fmla="*/ 1115629 w 1115629"/>
                <a:gd name="connsiteY10" fmla="*/ 1149 h 1017202"/>
                <a:gd name="connsiteX0" fmla="*/ 0 w 1140417"/>
                <a:gd name="connsiteY0" fmla="*/ 988034 h 1017202"/>
                <a:gd name="connsiteX1" fmla="*/ 214095 w 1140417"/>
                <a:gd name="connsiteY1" fmla="*/ 425300 h 1017202"/>
                <a:gd name="connsiteX2" fmla="*/ 362501 w 1140417"/>
                <a:gd name="connsiteY2" fmla="*/ 77123 h 1017202"/>
                <a:gd name="connsiteX3" fmla="*/ 438471 w 1140417"/>
                <a:gd name="connsiteY3" fmla="*/ 3080 h 1017202"/>
                <a:gd name="connsiteX4" fmla="*/ 525091 w 1140417"/>
                <a:gd name="connsiteY4" fmla="*/ 23041 h 1017202"/>
                <a:gd name="connsiteX5" fmla="*/ 566270 w 1140417"/>
                <a:gd name="connsiteY5" fmla="*/ 104857 h 1017202"/>
                <a:gd name="connsiteX6" fmla="*/ 617117 w 1140417"/>
                <a:gd name="connsiteY6" fmla="*/ 284832 h 1017202"/>
                <a:gd name="connsiteX7" fmla="*/ 797752 w 1140417"/>
                <a:gd name="connsiteY7" fmla="*/ 900047 h 1017202"/>
                <a:gd name="connsiteX8" fmla="*/ 880979 w 1140417"/>
                <a:gd name="connsiteY8" fmla="*/ 1016788 h 1017202"/>
                <a:gd name="connsiteX9" fmla="*/ 969113 w 1140417"/>
                <a:gd name="connsiteY9" fmla="*/ 881830 h 1017202"/>
                <a:gd name="connsiteX10" fmla="*/ 1140417 w 1140417"/>
                <a:gd name="connsiteY10" fmla="*/ 1149 h 1017202"/>
                <a:gd name="connsiteX0" fmla="*/ 0 w 1151434"/>
                <a:gd name="connsiteY0" fmla="*/ 1015576 h 1017202"/>
                <a:gd name="connsiteX1" fmla="*/ 225112 w 1151434"/>
                <a:gd name="connsiteY1" fmla="*/ 425300 h 1017202"/>
                <a:gd name="connsiteX2" fmla="*/ 373518 w 1151434"/>
                <a:gd name="connsiteY2" fmla="*/ 77123 h 1017202"/>
                <a:gd name="connsiteX3" fmla="*/ 449488 w 1151434"/>
                <a:gd name="connsiteY3" fmla="*/ 3080 h 1017202"/>
                <a:gd name="connsiteX4" fmla="*/ 536108 w 1151434"/>
                <a:gd name="connsiteY4" fmla="*/ 23041 h 1017202"/>
                <a:gd name="connsiteX5" fmla="*/ 577287 w 1151434"/>
                <a:gd name="connsiteY5" fmla="*/ 104857 h 1017202"/>
                <a:gd name="connsiteX6" fmla="*/ 628134 w 1151434"/>
                <a:gd name="connsiteY6" fmla="*/ 284832 h 1017202"/>
                <a:gd name="connsiteX7" fmla="*/ 808769 w 1151434"/>
                <a:gd name="connsiteY7" fmla="*/ 900047 h 1017202"/>
                <a:gd name="connsiteX8" fmla="*/ 891996 w 1151434"/>
                <a:gd name="connsiteY8" fmla="*/ 1016788 h 1017202"/>
                <a:gd name="connsiteX9" fmla="*/ 980130 w 1151434"/>
                <a:gd name="connsiteY9" fmla="*/ 881830 h 1017202"/>
                <a:gd name="connsiteX10" fmla="*/ 1151434 w 1151434"/>
                <a:gd name="connsiteY10" fmla="*/ 1149 h 101720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33375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8178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8010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85550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36397 w 1159697"/>
                <a:gd name="connsiteY6" fmla="*/ 284832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159697"/>
                <a:gd name="connsiteY0" fmla="*/ 1045872 h 1045872"/>
                <a:gd name="connsiteX1" fmla="*/ 222358 w 1159697"/>
                <a:gd name="connsiteY1" fmla="*/ 425300 h 1045872"/>
                <a:gd name="connsiteX2" fmla="*/ 362501 w 1159697"/>
                <a:gd name="connsiteY2" fmla="*/ 77123 h 1045872"/>
                <a:gd name="connsiteX3" fmla="*/ 457751 w 1159697"/>
                <a:gd name="connsiteY3" fmla="*/ 3080 h 1045872"/>
                <a:gd name="connsiteX4" fmla="*/ 544371 w 1159697"/>
                <a:gd name="connsiteY4" fmla="*/ 23041 h 1045872"/>
                <a:gd name="connsiteX5" fmla="*/ 591059 w 1159697"/>
                <a:gd name="connsiteY5" fmla="*/ 104857 h 1045872"/>
                <a:gd name="connsiteX6" fmla="*/ 641906 w 1159697"/>
                <a:gd name="connsiteY6" fmla="*/ 276569 h 1045872"/>
                <a:gd name="connsiteX7" fmla="*/ 817032 w 1159697"/>
                <a:gd name="connsiteY7" fmla="*/ 900047 h 1045872"/>
                <a:gd name="connsiteX8" fmla="*/ 900259 w 1159697"/>
                <a:gd name="connsiteY8" fmla="*/ 1016788 h 1045872"/>
                <a:gd name="connsiteX9" fmla="*/ 988393 w 1159697"/>
                <a:gd name="connsiteY9" fmla="*/ 881830 h 1045872"/>
                <a:gd name="connsiteX10" fmla="*/ 1159697 w 1159697"/>
                <a:gd name="connsiteY10" fmla="*/ 1149 h 1045872"/>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12189 w 1049528"/>
                <a:gd name="connsiteY1" fmla="*/ 425300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47994 w 1049528"/>
                <a:gd name="connsiteY1" fmla="*/ 429686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1678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78224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49528"/>
                <a:gd name="connsiteY0" fmla="*/ 1063418 h 1063418"/>
                <a:gd name="connsiteX1" fmla="*/ 139731 w 1049528"/>
                <a:gd name="connsiteY1" fmla="*/ 403365 h 1063418"/>
                <a:gd name="connsiteX2" fmla="*/ 252332 w 1049528"/>
                <a:gd name="connsiteY2" fmla="*/ 77123 h 1063418"/>
                <a:gd name="connsiteX3" fmla="*/ 347582 w 1049528"/>
                <a:gd name="connsiteY3" fmla="*/ 3080 h 1063418"/>
                <a:gd name="connsiteX4" fmla="*/ 434202 w 1049528"/>
                <a:gd name="connsiteY4" fmla="*/ 23041 h 1063418"/>
                <a:gd name="connsiteX5" fmla="*/ 480890 w 1049528"/>
                <a:gd name="connsiteY5" fmla="*/ 104857 h 1063418"/>
                <a:gd name="connsiteX6" fmla="*/ 531737 w 1049528"/>
                <a:gd name="connsiteY6" fmla="*/ 276569 h 1063418"/>
                <a:gd name="connsiteX7" fmla="*/ 706863 w 1049528"/>
                <a:gd name="connsiteY7" fmla="*/ 900047 h 1063418"/>
                <a:gd name="connsiteX8" fmla="*/ 790090 w 1049528"/>
                <a:gd name="connsiteY8" fmla="*/ 1043108 h 1063418"/>
                <a:gd name="connsiteX9" fmla="*/ 889241 w 1049528"/>
                <a:gd name="connsiteY9" fmla="*/ 881830 h 1063418"/>
                <a:gd name="connsiteX10" fmla="*/ 1049528 w 1049528"/>
                <a:gd name="connsiteY10" fmla="*/ 1149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60545"/>
                <a:gd name="connsiteY0" fmla="*/ 1063418 h 1063418"/>
                <a:gd name="connsiteX1" fmla="*/ 139731 w 1060545"/>
                <a:gd name="connsiteY1" fmla="*/ 403365 h 1063418"/>
                <a:gd name="connsiteX2" fmla="*/ 252332 w 1060545"/>
                <a:gd name="connsiteY2" fmla="*/ 77123 h 1063418"/>
                <a:gd name="connsiteX3" fmla="*/ 347582 w 1060545"/>
                <a:gd name="connsiteY3" fmla="*/ 3080 h 1063418"/>
                <a:gd name="connsiteX4" fmla="*/ 434202 w 1060545"/>
                <a:gd name="connsiteY4" fmla="*/ 23041 h 1063418"/>
                <a:gd name="connsiteX5" fmla="*/ 480890 w 1060545"/>
                <a:gd name="connsiteY5" fmla="*/ 104857 h 1063418"/>
                <a:gd name="connsiteX6" fmla="*/ 531737 w 1060545"/>
                <a:gd name="connsiteY6" fmla="*/ 276569 h 1063418"/>
                <a:gd name="connsiteX7" fmla="*/ 706863 w 1060545"/>
                <a:gd name="connsiteY7" fmla="*/ 900047 h 1063418"/>
                <a:gd name="connsiteX8" fmla="*/ 790090 w 1060545"/>
                <a:gd name="connsiteY8" fmla="*/ 1043108 h 1063418"/>
                <a:gd name="connsiteX9" fmla="*/ 889241 w 1060545"/>
                <a:gd name="connsiteY9" fmla="*/ 881830 h 1063418"/>
                <a:gd name="connsiteX10" fmla="*/ 1060545 w 1060545"/>
                <a:gd name="connsiteY10" fmla="*/ 1148 h 1063418"/>
                <a:gd name="connsiteX0" fmla="*/ 0 w 1074316"/>
                <a:gd name="connsiteY0" fmla="*/ 1066656 h 1066656"/>
                <a:gd name="connsiteX1" fmla="*/ 139731 w 1074316"/>
                <a:gd name="connsiteY1" fmla="*/ 406603 h 1066656"/>
                <a:gd name="connsiteX2" fmla="*/ 252332 w 1074316"/>
                <a:gd name="connsiteY2" fmla="*/ 80361 h 1066656"/>
                <a:gd name="connsiteX3" fmla="*/ 347582 w 1074316"/>
                <a:gd name="connsiteY3" fmla="*/ 6318 h 1066656"/>
                <a:gd name="connsiteX4" fmla="*/ 434202 w 1074316"/>
                <a:gd name="connsiteY4" fmla="*/ 26279 h 1066656"/>
                <a:gd name="connsiteX5" fmla="*/ 480890 w 1074316"/>
                <a:gd name="connsiteY5" fmla="*/ 108095 h 1066656"/>
                <a:gd name="connsiteX6" fmla="*/ 531737 w 1074316"/>
                <a:gd name="connsiteY6" fmla="*/ 279807 h 1066656"/>
                <a:gd name="connsiteX7" fmla="*/ 706863 w 1074316"/>
                <a:gd name="connsiteY7" fmla="*/ 903285 h 1066656"/>
                <a:gd name="connsiteX8" fmla="*/ 790090 w 1074316"/>
                <a:gd name="connsiteY8" fmla="*/ 1046346 h 1066656"/>
                <a:gd name="connsiteX9" fmla="*/ 889241 w 1074316"/>
                <a:gd name="connsiteY9" fmla="*/ 885068 h 1066656"/>
                <a:gd name="connsiteX10" fmla="*/ 1074316 w 1074316"/>
                <a:gd name="connsiteY10" fmla="*/ 0 h 1066656"/>
                <a:gd name="connsiteX0" fmla="*/ 0 w 1085332"/>
                <a:gd name="connsiteY0" fmla="*/ 1066656 h 1066656"/>
                <a:gd name="connsiteX1" fmla="*/ 139731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52332 w 1085332"/>
                <a:gd name="connsiteY2" fmla="*/ 80361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6279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66656 h 1066656"/>
                <a:gd name="connsiteX1" fmla="*/ 144493 w 1085332"/>
                <a:gd name="connsiteY1" fmla="*/ 406603 h 1066656"/>
                <a:gd name="connsiteX2" fmla="*/ 247569 w 1085332"/>
                <a:gd name="connsiteY2" fmla="*/ 72777 h 1066656"/>
                <a:gd name="connsiteX3" fmla="*/ 347582 w 1085332"/>
                <a:gd name="connsiteY3" fmla="*/ 6318 h 1066656"/>
                <a:gd name="connsiteX4" fmla="*/ 434202 w 1085332"/>
                <a:gd name="connsiteY4" fmla="*/ 22487 h 1066656"/>
                <a:gd name="connsiteX5" fmla="*/ 480890 w 1085332"/>
                <a:gd name="connsiteY5" fmla="*/ 108095 h 1066656"/>
                <a:gd name="connsiteX6" fmla="*/ 531737 w 1085332"/>
                <a:gd name="connsiteY6" fmla="*/ 279807 h 1066656"/>
                <a:gd name="connsiteX7" fmla="*/ 706863 w 1085332"/>
                <a:gd name="connsiteY7" fmla="*/ 903285 h 1066656"/>
                <a:gd name="connsiteX8" fmla="*/ 790090 w 1085332"/>
                <a:gd name="connsiteY8" fmla="*/ 1046346 h 1066656"/>
                <a:gd name="connsiteX9" fmla="*/ 889241 w 1085332"/>
                <a:gd name="connsiteY9" fmla="*/ 885068 h 1066656"/>
                <a:gd name="connsiteX10" fmla="*/ 1085332 w 1085332"/>
                <a:gd name="connsiteY10" fmla="*/ 0 h 1066656"/>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89241 w 1085332"/>
                <a:gd name="connsiteY9" fmla="*/ 888835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6385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898766 w 1085332"/>
                <a:gd name="connsiteY9" fmla="*/ 892629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85332"/>
                <a:gd name="connsiteY0" fmla="*/ 1070423 h 1070423"/>
                <a:gd name="connsiteX1" fmla="*/ 144493 w 1085332"/>
                <a:gd name="connsiteY1" fmla="*/ 410370 h 1070423"/>
                <a:gd name="connsiteX2" fmla="*/ 247569 w 1085332"/>
                <a:gd name="connsiteY2" fmla="*/ 76544 h 1070423"/>
                <a:gd name="connsiteX3" fmla="*/ 347582 w 1085332"/>
                <a:gd name="connsiteY3" fmla="*/ 2499 h 1070423"/>
                <a:gd name="connsiteX4" fmla="*/ 434202 w 1085332"/>
                <a:gd name="connsiteY4" fmla="*/ 26254 h 1070423"/>
                <a:gd name="connsiteX5" fmla="*/ 480890 w 1085332"/>
                <a:gd name="connsiteY5" fmla="*/ 111862 h 1070423"/>
                <a:gd name="connsiteX6" fmla="*/ 531737 w 1085332"/>
                <a:gd name="connsiteY6" fmla="*/ 283574 h 1070423"/>
                <a:gd name="connsiteX7" fmla="*/ 706863 w 1085332"/>
                <a:gd name="connsiteY7" fmla="*/ 907052 h 1070423"/>
                <a:gd name="connsiteX8" fmla="*/ 790090 w 1085332"/>
                <a:gd name="connsiteY8" fmla="*/ 1050113 h 1070423"/>
                <a:gd name="connsiteX9" fmla="*/ 915435 w 1085332"/>
                <a:gd name="connsiteY9" fmla="*/ 911593 h 1070423"/>
                <a:gd name="connsiteX10" fmla="*/ 1085332 w 1085332"/>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915435 w 1061519"/>
                <a:gd name="connsiteY9" fmla="*/ 911593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61519"/>
                <a:gd name="connsiteY0" fmla="*/ 1070423 h 1070423"/>
                <a:gd name="connsiteX1" fmla="*/ 144493 w 1061519"/>
                <a:gd name="connsiteY1" fmla="*/ 410370 h 1070423"/>
                <a:gd name="connsiteX2" fmla="*/ 247569 w 1061519"/>
                <a:gd name="connsiteY2" fmla="*/ 76544 h 1070423"/>
                <a:gd name="connsiteX3" fmla="*/ 347582 w 1061519"/>
                <a:gd name="connsiteY3" fmla="*/ 2499 h 1070423"/>
                <a:gd name="connsiteX4" fmla="*/ 434202 w 1061519"/>
                <a:gd name="connsiteY4" fmla="*/ 26254 h 1070423"/>
                <a:gd name="connsiteX5" fmla="*/ 480890 w 1061519"/>
                <a:gd name="connsiteY5" fmla="*/ 111862 h 1070423"/>
                <a:gd name="connsiteX6" fmla="*/ 531737 w 1061519"/>
                <a:gd name="connsiteY6" fmla="*/ 283574 h 1070423"/>
                <a:gd name="connsiteX7" fmla="*/ 706863 w 1061519"/>
                <a:gd name="connsiteY7" fmla="*/ 907052 h 1070423"/>
                <a:gd name="connsiteX8" fmla="*/ 790090 w 1061519"/>
                <a:gd name="connsiteY8" fmla="*/ 1050113 h 1070423"/>
                <a:gd name="connsiteX9" fmla="*/ 884479 w 1061519"/>
                <a:gd name="connsiteY9" fmla="*/ 896422 h 1070423"/>
                <a:gd name="connsiteX10" fmla="*/ 1061519 w 1061519"/>
                <a:gd name="connsiteY10" fmla="*/ 3767 h 107042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84479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91623 w 1044851"/>
                <a:gd name="connsiteY9" fmla="*/ 90403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4851"/>
                <a:gd name="connsiteY0" fmla="*/ 1078033 h 1078033"/>
                <a:gd name="connsiteX1" fmla="*/ 144493 w 1044851"/>
                <a:gd name="connsiteY1" fmla="*/ 417980 h 1078033"/>
                <a:gd name="connsiteX2" fmla="*/ 247569 w 1044851"/>
                <a:gd name="connsiteY2" fmla="*/ 84154 h 1078033"/>
                <a:gd name="connsiteX3" fmla="*/ 347582 w 1044851"/>
                <a:gd name="connsiteY3" fmla="*/ 10109 h 1078033"/>
                <a:gd name="connsiteX4" fmla="*/ 434202 w 1044851"/>
                <a:gd name="connsiteY4" fmla="*/ 33864 h 1078033"/>
                <a:gd name="connsiteX5" fmla="*/ 480890 w 1044851"/>
                <a:gd name="connsiteY5" fmla="*/ 119472 h 1078033"/>
                <a:gd name="connsiteX6" fmla="*/ 531737 w 1044851"/>
                <a:gd name="connsiteY6" fmla="*/ 291184 h 1078033"/>
                <a:gd name="connsiteX7" fmla="*/ 706863 w 1044851"/>
                <a:gd name="connsiteY7" fmla="*/ 914662 h 1078033"/>
                <a:gd name="connsiteX8" fmla="*/ 790090 w 1044851"/>
                <a:gd name="connsiteY8" fmla="*/ 1057723 h 1078033"/>
                <a:gd name="connsiteX9" fmla="*/ 872573 w 1044851"/>
                <a:gd name="connsiteY9" fmla="*/ 888862 h 1078033"/>
                <a:gd name="connsiteX10" fmla="*/ 1044851 w 1044851"/>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2573 w 1047232"/>
                <a:gd name="connsiteY9" fmla="*/ 888862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790090 w 1047232"/>
                <a:gd name="connsiteY8" fmla="*/ 1057723 h 1078033"/>
                <a:gd name="connsiteX9" fmla="*/ 879717 w 1047232"/>
                <a:gd name="connsiteY9" fmla="*/ 892654 h 1078033"/>
                <a:gd name="connsiteX10" fmla="*/ 1047232 w 1047232"/>
                <a:gd name="connsiteY10" fmla="*/ 0 h 1078033"/>
                <a:gd name="connsiteX0" fmla="*/ 0 w 1047232"/>
                <a:gd name="connsiteY0" fmla="*/ 1078033 h 1114499"/>
                <a:gd name="connsiteX1" fmla="*/ 144493 w 1047232"/>
                <a:gd name="connsiteY1" fmla="*/ 417980 h 1114499"/>
                <a:gd name="connsiteX2" fmla="*/ 247569 w 1047232"/>
                <a:gd name="connsiteY2" fmla="*/ 84154 h 1114499"/>
                <a:gd name="connsiteX3" fmla="*/ 347582 w 1047232"/>
                <a:gd name="connsiteY3" fmla="*/ 10109 h 1114499"/>
                <a:gd name="connsiteX4" fmla="*/ 434202 w 1047232"/>
                <a:gd name="connsiteY4" fmla="*/ 33864 h 1114499"/>
                <a:gd name="connsiteX5" fmla="*/ 480890 w 1047232"/>
                <a:gd name="connsiteY5" fmla="*/ 119472 h 1114499"/>
                <a:gd name="connsiteX6" fmla="*/ 531737 w 1047232"/>
                <a:gd name="connsiteY6" fmla="*/ 291184 h 1114499"/>
                <a:gd name="connsiteX7" fmla="*/ 706863 w 1047232"/>
                <a:gd name="connsiteY7" fmla="*/ 914662 h 1114499"/>
                <a:gd name="connsiteX8" fmla="*/ 790090 w 1047232"/>
                <a:gd name="connsiteY8" fmla="*/ 1057723 h 1114499"/>
                <a:gd name="connsiteX9" fmla="*/ 1047232 w 1047232"/>
                <a:gd name="connsiteY9" fmla="*/ 0 h 1114499"/>
                <a:gd name="connsiteX0" fmla="*/ 0 w 1047232"/>
                <a:gd name="connsiteY0" fmla="*/ 1078033 h 1078033"/>
                <a:gd name="connsiteX1" fmla="*/ 144493 w 1047232"/>
                <a:gd name="connsiteY1" fmla="*/ 417980 h 1078033"/>
                <a:gd name="connsiteX2" fmla="*/ 247569 w 1047232"/>
                <a:gd name="connsiteY2" fmla="*/ 84154 h 1078033"/>
                <a:gd name="connsiteX3" fmla="*/ 347582 w 1047232"/>
                <a:gd name="connsiteY3" fmla="*/ 10109 h 1078033"/>
                <a:gd name="connsiteX4" fmla="*/ 434202 w 1047232"/>
                <a:gd name="connsiteY4" fmla="*/ 33864 h 1078033"/>
                <a:gd name="connsiteX5" fmla="*/ 480890 w 1047232"/>
                <a:gd name="connsiteY5" fmla="*/ 119472 h 1078033"/>
                <a:gd name="connsiteX6" fmla="*/ 531737 w 1047232"/>
                <a:gd name="connsiteY6" fmla="*/ 291184 h 1078033"/>
                <a:gd name="connsiteX7" fmla="*/ 706863 w 1047232"/>
                <a:gd name="connsiteY7" fmla="*/ 914662 h 1078033"/>
                <a:gd name="connsiteX8" fmla="*/ 1047232 w 1047232"/>
                <a:gd name="connsiteY8" fmla="*/ 0 h 1078033"/>
                <a:gd name="connsiteX0" fmla="*/ 0 w 706863"/>
                <a:gd name="connsiteY0" fmla="*/ 1070423 h 1070423"/>
                <a:gd name="connsiteX1" fmla="*/ 144493 w 706863"/>
                <a:gd name="connsiteY1" fmla="*/ 410370 h 1070423"/>
                <a:gd name="connsiteX2" fmla="*/ 247569 w 706863"/>
                <a:gd name="connsiteY2" fmla="*/ 76544 h 1070423"/>
                <a:gd name="connsiteX3" fmla="*/ 347582 w 706863"/>
                <a:gd name="connsiteY3" fmla="*/ 2499 h 1070423"/>
                <a:gd name="connsiteX4" fmla="*/ 434202 w 706863"/>
                <a:gd name="connsiteY4" fmla="*/ 26254 h 1070423"/>
                <a:gd name="connsiteX5" fmla="*/ 480890 w 706863"/>
                <a:gd name="connsiteY5" fmla="*/ 111862 h 1070423"/>
                <a:gd name="connsiteX6" fmla="*/ 531737 w 706863"/>
                <a:gd name="connsiteY6" fmla="*/ 283574 h 1070423"/>
                <a:gd name="connsiteX7" fmla="*/ 706863 w 706863"/>
                <a:gd name="connsiteY7" fmla="*/ 907052 h 1070423"/>
                <a:gd name="connsiteX0" fmla="*/ 0 w 531737"/>
                <a:gd name="connsiteY0" fmla="*/ 1070423 h 1070423"/>
                <a:gd name="connsiteX1" fmla="*/ 144493 w 531737"/>
                <a:gd name="connsiteY1" fmla="*/ 410370 h 1070423"/>
                <a:gd name="connsiteX2" fmla="*/ 247569 w 531737"/>
                <a:gd name="connsiteY2" fmla="*/ 76544 h 1070423"/>
                <a:gd name="connsiteX3" fmla="*/ 347582 w 531737"/>
                <a:gd name="connsiteY3" fmla="*/ 2499 h 1070423"/>
                <a:gd name="connsiteX4" fmla="*/ 434202 w 531737"/>
                <a:gd name="connsiteY4" fmla="*/ 26254 h 1070423"/>
                <a:gd name="connsiteX5" fmla="*/ 480890 w 531737"/>
                <a:gd name="connsiteY5" fmla="*/ 111862 h 1070423"/>
                <a:gd name="connsiteX6" fmla="*/ 531737 w 531737"/>
                <a:gd name="connsiteY6" fmla="*/ 283574 h 1070423"/>
                <a:gd name="connsiteX0" fmla="*/ 0 w 731399"/>
                <a:gd name="connsiteY0" fmla="*/ 1070423 h 1070423"/>
                <a:gd name="connsiteX1" fmla="*/ 144493 w 731399"/>
                <a:gd name="connsiteY1" fmla="*/ 410370 h 1070423"/>
                <a:gd name="connsiteX2" fmla="*/ 247569 w 731399"/>
                <a:gd name="connsiteY2" fmla="*/ 76544 h 1070423"/>
                <a:gd name="connsiteX3" fmla="*/ 347582 w 731399"/>
                <a:gd name="connsiteY3" fmla="*/ 2499 h 1070423"/>
                <a:gd name="connsiteX4" fmla="*/ 434202 w 731399"/>
                <a:gd name="connsiteY4" fmla="*/ 26254 h 1070423"/>
                <a:gd name="connsiteX5" fmla="*/ 480890 w 731399"/>
                <a:gd name="connsiteY5" fmla="*/ 111862 h 1070423"/>
                <a:gd name="connsiteX6" fmla="*/ 731399 w 731399"/>
                <a:gd name="connsiteY6" fmla="*/ 1042421 h 1070423"/>
                <a:gd name="connsiteX0" fmla="*/ 0 w 731399"/>
                <a:gd name="connsiteY0" fmla="*/ 1076717 h 1076717"/>
                <a:gd name="connsiteX1" fmla="*/ 144493 w 731399"/>
                <a:gd name="connsiteY1" fmla="*/ 416664 h 1076717"/>
                <a:gd name="connsiteX2" fmla="*/ 247569 w 731399"/>
                <a:gd name="connsiteY2" fmla="*/ 82838 h 1076717"/>
                <a:gd name="connsiteX3" fmla="*/ 347582 w 731399"/>
                <a:gd name="connsiteY3" fmla="*/ 8793 h 1076717"/>
                <a:gd name="connsiteX4" fmla="*/ 429440 w 731399"/>
                <a:gd name="connsiteY4" fmla="*/ 13585 h 1076717"/>
                <a:gd name="connsiteX5" fmla="*/ 480890 w 731399"/>
                <a:gd name="connsiteY5" fmla="*/ 118156 h 1076717"/>
                <a:gd name="connsiteX6" fmla="*/ 731399 w 731399"/>
                <a:gd name="connsiteY6" fmla="*/ 1048715 h 1076717"/>
                <a:gd name="connsiteX0" fmla="*/ 0 w 731399"/>
                <a:gd name="connsiteY0" fmla="*/ 1092986 h 1092986"/>
                <a:gd name="connsiteX1" fmla="*/ 144493 w 731399"/>
                <a:gd name="connsiteY1" fmla="*/ 432933 h 1092986"/>
                <a:gd name="connsiteX2" fmla="*/ 247569 w 731399"/>
                <a:gd name="connsiteY2" fmla="*/ 99107 h 1092986"/>
                <a:gd name="connsiteX3" fmla="*/ 347582 w 731399"/>
                <a:gd name="connsiteY3" fmla="*/ 25062 h 1092986"/>
                <a:gd name="connsiteX4" fmla="*/ 419915 w 731399"/>
                <a:gd name="connsiteY4" fmla="*/ 7098 h 1092986"/>
                <a:gd name="connsiteX5" fmla="*/ 480890 w 731399"/>
                <a:gd name="connsiteY5" fmla="*/ 134425 h 1092986"/>
                <a:gd name="connsiteX6" fmla="*/ 731399 w 731399"/>
                <a:gd name="connsiteY6" fmla="*/ 1064984 h 1092986"/>
                <a:gd name="connsiteX0" fmla="*/ 0 w 731399"/>
                <a:gd name="connsiteY0" fmla="*/ 1098329 h 1098329"/>
                <a:gd name="connsiteX1" fmla="*/ 144493 w 731399"/>
                <a:gd name="connsiteY1" fmla="*/ 438276 h 1098329"/>
                <a:gd name="connsiteX2" fmla="*/ 247569 w 731399"/>
                <a:gd name="connsiteY2" fmla="*/ 104450 h 1098329"/>
                <a:gd name="connsiteX3" fmla="*/ 330913 w 731399"/>
                <a:gd name="connsiteY3" fmla="*/ 15235 h 1098329"/>
                <a:gd name="connsiteX4" fmla="*/ 419915 w 731399"/>
                <a:gd name="connsiteY4" fmla="*/ 12441 h 1098329"/>
                <a:gd name="connsiteX5" fmla="*/ 480890 w 731399"/>
                <a:gd name="connsiteY5" fmla="*/ 139768 h 1098329"/>
                <a:gd name="connsiteX6" fmla="*/ 731399 w 731399"/>
                <a:gd name="connsiteY6" fmla="*/ 1070327 h 1098329"/>
                <a:gd name="connsiteX0" fmla="*/ 0 w 731399"/>
                <a:gd name="connsiteY0" fmla="*/ 1109709 h 1109709"/>
                <a:gd name="connsiteX1" fmla="*/ 144493 w 731399"/>
                <a:gd name="connsiteY1" fmla="*/ 449656 h 1109709"/>
                <a:gd name="connsiteX2" fmla="*/ 247569 w 731399"/>
                <a:gd name="connsiteY2" fmla="*/ 115830 h 1109709"/>
                <a:gd name="connsiteX3" fmla="*/ 330913 w 731399"/>
                <a:gd name="connsiteY3" fmla="*/ 26615 h 1109709"/>
                <a:gd name="connsiteX4" fmla="*/ 422296 w 731399"/>
                <a:gd name="connsiteY4" fmla="*/ 8650 h 1109709"/>
                <a:gd name="connsiteX5" fmla="*/ 480890 w 731399"/>
                <a:gd name="connsiteY5" fmla="*/ 151148 h 1109709"/>
                <a:gd name="connsiteX6" fmla="*/ 731399 w 731399"/>
                <a:gd name="connsiteY6" fmla="*/ 1081707 h 1109709"/>
                <a:gd name="connsiteX0" fmla="*/ 0 w 731399"/>
                <a:gd name="connsiteY0" fmla="*/ 1116100 h 1116100"/>
                <a:gd name="connsiteX1" fmla="*/ 144493 w 731399"/>
                <a:gd name="connsiteY1" fmla="*/ 456047 h 1116100"/>
                <a:gd name="connsiteX2" fmla="*/ 247569 w 731399"/>
                <a:gd name="connsiteY2" fmla="*/ 122221 h 1116100"/>
                <a:gd name="connsiteX3" fmla="*/ 330913 w 731399"/>
                <a:gd name="connsiteY3" fmla="*/ 33006 h 1116100"/>
                <a:gd name="connsiteX4" fmla="*/ 417534 w 731399"/>
                <a:gd name="connsiteY4" fmla="*/ 7455 h 1116100"/>
                <a:gd name="connsiteX5" fmla="*/ 480890 w 731399"/>
                <a:gd name="connsiteY5" fmla="*/ 157539 h 1116100"/>
                <a:gd name="connsiteX6" fmla="*/ 731399 w 731399"/>
                <a:gd name="connsiteY6" fmla="*/ 1088098 h 1116100"/>
                <a:gd name="connsiteX0" fmla="*/ 0 w 731399"/>
                <a:gd name="connsiteY0" fmla="*/ 1111537 h 1111537"/>
                <a:gd name="connsiteX1" fmla="*/ 144493 w 731399"/>
                <a:gd name="connsiteY1" fmla="*/ 451484 h 1111537"/>
                <a:gd name="connsiteX2" fmla="*/ 247569 w 731399"/>
                <a:gd name="connsiteY2" fmla="*/ 117658 h 1111537"/>
                <a:gd name="connsiteX3" fmla="*/ 333295 w 731399"/>
                <a:gd name="connsiteY3" fmla="*/ 58784 h 1111537"/>
                <a:gd name="connsiteX4" fmla="*/ 417534 w 731399"/>
                <a:gd name="connsiteY4" fmla="*/ 2892 h 1111537"/>
                <a:gd name="connsiteX5" fmla="*/ 480890 w 731399"/>
                <a:gd name="connsiteY5" fmla="*/ 152976 h 1111537"/>
                <a:gd name="connsiteX6" fmla="*/ 731399 w 731399"/>
                <a:gd name="connsiteY6" fmla="*/ 1083535 h 1111537"/>
                <a:gd name="connsiteX0" fmla="*/ 0 w 731399"/>
                <a:gd name="connsiteY0" fmla="*/ 1115114 h 1115114"/>
                <a:gd name="connsiteX1" fmla="*/ 144493 w 731399"/>
                <a:gd name="connsiteY1" fmla="*/ 455061 h 1115114"/>
                <a:gd name="connsiteX2" fmla="*/ 247569 w 731399"/>
                <a:gd name="connsiteY2" fmla="*/ 121235 h 1115114"/>
                <a:gd name="connsiteX3" fmla="*/ 333295 w 731399"/>
                <a:gd name="connsiteY3" fmla="*/ 62361 h 1115114"/>
                <a:gd name="connsiteX4" fmla="*/ 417534 w 731399"/>
                <a:gd name="connsiteY4" fmla="*/ 6469 h 1115114"/>
                <a:gd name="connsiteX5" fmla="*/ 480890 w 731399"/>
                <a:gd name="connsiteY5" fmla="*/ 156553 h 1115114"/>
                <a:gd name="connsiteX6" fmla="*/ 731399 w 731399"/>
                <a:gd name="connsiteY6" fmla="*/ 1087112 h 1115114"/>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44493 w 731399"/>
                <a:gd name="connsiteY1" fmla="*/ 452417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731399"/>
                <a:gd name="connsiteY0" fmla="*/ 1112470 h 1112470"/>
                <a:gd name="connsiteX1" fmla="*/ 182593 w 731399"/>
                <a:gd name="connsiteY1" fmla="*/ 520683 h 1112470"/>
                <a:gd name="connsiteX2" fmla="*/ 257094 w 731399"/>
                <a:gd name="connsiteY2" fmla="*/ 220990 h 1112470"/>
                <a:gd name="connsiteX3" fmla="*/ 333295 w 731399"/>
                <a:gd name="connsiteY3" fmla="*/ 59717 h 1112470"/>
                <a:gd name="connsiteX4" fmla="*/ 417534 w 731399"/>
                <a:gd name="connsiteY4" fmla="*/ 3825 h 1112470"/>
                <a:gd name="connsiteX5" fmla="*/ 480890 w 731399"/>
                <a:gd name="connsiteY5" fmla="*/ 153909 h 1112470"/>
                <a:gd name="connsiteX6" fmla="*/ 731399 w 731399"/>
                <a:gd name="connsiteY6" fmla="*/ 1084468 h 1112470"/>
                <a:gd name="connsiteX0" fmla="*/ 0 w 679012"/>
                <a:gd name="connsiteY0" fmla="*/ 1120056 h 1120056"/>
                <a:gd name="connsiteX1" fmla="*/ 130206 w 679012"/>
                <a:gd name="connsiteY1" fmla="*/ 520683 h 1120056"/>
                <a:gd name="connsiteX2" fmla="*/ 204707 w 679012"/>
                <a:gd name="connsiteY2" fmla="*/ 220990 h 1120056"/>
                <a:gd name="connsiteX3" fmla="*/ 280908 w 679012"/>
                <a:gd name="connsiteY3" fmla="*/ 59717 h 1120056"/>
                <a:gd name="connsiteX4" fmla="*/ 365147 w 679012"/>
                <a:gd name="connsiteY4" fmla="*/ 3825 h 1120056"/>
                <a:gd name="connsiteX5" fmla="*/ 428503 w 679012"/>
                <a:gd name="connsiteY5" fmla="*/ 153909 h 1120056"/>
                <a:gd name="connsiteX6" fmla="*/ 679012 w 679012"/>
                <a:gd name="connsiteY6" fmla="*/ 1084468 h 1120056"/>
                <a:gd name="connsiteX0" fmla="*/ 0 w 679012"/>
                <a:gd name="connsiteY0" fmla="*/ 1113012 h 1113012"/>
                <a:gd name="connsiteX1" fmla="*/ 130206 w 679012"/>
                <a:gd name="connsiteY1" fmla="*/ 513639 h 1113012"/>
                <a:gd name="connsiteX2" fmla="*/ 204707 w 679012"/>
                <a:gd name="connsiteY2" fmla="*/ 213946 h 1113012"/>
                <a:gd name="connsiteX3" fmla="*/ 280908 w 679012"/>
                <a:gd name="connsiteY3" fmla="*/ 52673 h 1113012"/>
                <a:gd name="connsiteX4" fmla="*/ 355622 w 679012"/>
                <a:gd name="connsiteY4" fmla="*/ 4367 h 1113012"/>
                <a:gd name="connsiteX5" fmla="*/ 428503 w 679012"/>
                <a:gd name="connsiteY5" fmla="*/ 146865 h 1113012"/>
                <a:gd name="connsiteX6" fmla="*/ 679012 w 679012"/>
                <a:gd name="connsiteY6" fmla="*/ 1077424 h 1113012"/>
                <a:gd name="connsiteX0" fmla="*/ 0 w 679012"/>
                <a:gd name="connsiteY0" fmla="*/ 1111450 h 1111450"/>
                <a:gd name="connsiteX1" fmla="*/ 130206 w 679012"/>
                <a:gd name="connsiteY1" fmla="*/ 512077 h 1111450"/>
                <a:gd name="connsiteX2" fmla="*/ 204707 w 679012"/>
                <a:gd name="connsiteY2" fmla="*/ 212384 h 1111450"/>
                <a:gd name="connsiteX3" fmla="*/ 280908 w 679012"/>
                <a:gd name="connsiteY3" fmla="*/ 51111 h 1111450"/>
                <a:gd name="connsiteX4" fmla="*/ 355622 w 679012"/>
                <a:gd name="connsiteY4" fmla="*/ 2805 h 1111450"/>
                <a:gd name="connsiteX5" fmla="*/ 428503 w 679012"/>
                <a:gd name="connsiteY5" fmla="*/ 145303 h 1111450"/>
                <a:gd name="connsiteX6" fmla="*/ 679012 w 679012"/>
                <a:gd name="connsiteY6" fmla="*/ 1075862 h 1111450"/>
                <a:gd name="connsiteX0" fmla="*/ 0 w 679012"/>
                <a:gd name="connsiteY0" fmla="*/ 1124626 h 1124626"/>
                <a:gd name="connsiteX1" fmla="*/ 130206 w 679012"/>
                <a:gd name="connsiteY1" fmla="*/ 525253 h 1124626"/>
                <a:gd name="connsiteX2" fmla="*/ 204707 w 679012"/>
                <a:gd name="connsiteY2" fmla="*/ 225560 h 1124626"/>
                <a:gd name="connsiteX3" fmla="*/ 280908 w 679012"/>
                <a:gd name="connsiteY3" fmla="*/ 64287 h 1124626"/>
                <a:gd name="connsiteX4" fmla="*/ 355622 w 679012"/>
                <a:gd name="connsiteY4" fmla="*/ 811 h 1124626"/>
                <a:gd name="connsiteX5" fmla="*/ 428503 w 679012"/>
                <a:gd name="connsiteY5" fmla="*/ 158479 h 1124626"/>
                <a:gd name="connsiteX6" fmla="*/ 679012 w 679012"/>
                <a:gd name="connsiteY6" fmla="*/ 1089038 h 1124626"/>
                <a:gd name="connsiteX0" fmla="*/ 0 w 679012"/>
                <a:gd name="connsiteY0" fmla="*/ 1126118 h 1126118"/>
                <a:gd name="connsiteX1" fmla="*/ 130206 w 679012"/>
                <a:gd name="connsiteY1" fmla="*/ 526745 h 1126118"/>
                <a:gd name="connsiteX2" fmla="*/ 204707 w 679012"/>
                <a:gd name="connsiteY2" fmla="*/ 227052 h 1126118"/>
                <a:gd name="connsiteX3" fmla="*/ 280908 w 679012"/>
                <a:gd name="connsiteY3" fmla="*/ 77156 h 1126118"/>
                <a:gd name="connsiteX4" fmla="*/ 355622 w 679012"/>
                <a:gd name="connsiteY4" fmla="*/ 2303 h 1126118"/>
                <a:gd name="connsiteX5" fmla="*/ 428503 w 679012"/>
                <a:gd name="connsiteY5" fmla="*/ 159971 h 1126118"/>
                <a:gd name="connsiteX6" fmla="*/ 679012 w 679012"/>
                <a:gd name="connsiteY6" fmla="*/ 1090530 h 1126118"/>
                <a:gd name="connsiteX0" fmla="*/ 0 w 679012"/>
                <a:gd name="connsiteY0" fmla="*/ 1126583 h 1126583"/>
                <a:gd name="connsiteX1" fmla="*/ 130206 w 679012"/>
                <a:gd name="connsiteY1" fmla="*/ 527210 h 1126583"/>
                <a:gd name="connsiteX2" fmla="*/ 204707 w 679012"/>
                <a:gd name="connsiteY2" fmla="*/ 227517 h 1126583"/>
                <a:gd name="connsiteX3" fmla="*/ 280908 w 679012"/>
                <a:gd name="connsiteY3" fmla="*/ 77621 h 1126583"/>
                <a:gd name="connsiteX4" fmla="*/ 355622 w 679012"/>
                <a:gd name="connsiteY4" fmla="*/ 2768 h 1126583"/>
                <a:gd name="connsiteX5" fmla="*/ 428503 w 679012"/>
                <a:gd name="connsiteY5" fmla="*/ 160436 h 1126583"/>
                <a:gd name="connsiteX6" fmla="*/ 679012 w 679012"/>
                <a:gd name="connsiteY6" fmla="*/ 1090995 h 1126583"/>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30206 w 679012"/>
                <a:gd name="connsiteY1" fmla="*/ 526813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6186 h 1126186"/>
                <a:gd name="connsiteX1" fmla="*/ 142112 w 679012"/>
                <a:gd name="connsiteY1" fmla="*/ 534397 h 1126186"/>
                <a:gd name="connsiteX2" fmla="*/ 211851 w 679012"/>
                <a:gd name="connsiteY2" fmla="*/ 238497 h 1126186"/>
                <a:gd name="connsiteX3" fmla="*/ 280908 w 679012"/>
                <a:gd name="connsiteY3" fmla="*/ 77224 h 1126186"/>
                <a:gd name="connsiteX4" fmla="*/ 355622 w 679012"/>
                <a:gd name="connsiteY4" fmla="*/ 2371 h 1126186"/>
                <a:gd name="connsiteX5" fmla="*/ 428503 w 679012"/>
                <a:gd name="connsiteY5" fmla="*/ 160039 h 1126186"/>
                <a:gd name="connsiteX6" fmla="*/ 679012 w 679012"/>
                <a:gd name="connsiteY6" fmla="*/ 1090598 h 1126186"/>
                <a:gd name="connsiteX0" fmla="*/ 0 w 679012"/>
                <a:gd name="connsiteY0" fmla="*/ 1127322 h 1127322"/>
                <a:gd name="connsiteX1" fmla="*/ 142112 w 679012"/>
                <a:gd name="connsiteY1" fmla="*/ 535533 h 1127322"/>
                <a:gd name="connsiteX2" fmla="*/ 211851 w 679012"/>
                <a:gd name="connsiteY2" fmla="*/ 239633 h 1127322"/>
                <a:gd name="connsiteX3" fmla="*/ 273764 w 679012"/>
                <a:gd name="connsiteY3" fmla="*/ 66982 h 1127322"/>
                <a:gd name="connsiteX4" fmla="*/ 355622 w 679012"/>
                <a:gd name="connsiteY4" fmla="*/ 3507 h 1127322"/>
                <a:gd name="connsiteX5" fmla="*/ 428503 w 679012"/>
                <a:gd name="connsiteY5" fmla="*/ 161175 h 1127322"/>
                <a:gd name="connsiteX6" fmla="*/ 679012 w 679012"/>
                <a:gd name="connsiteY6" fmla="*/ 1091734 h 1127322"/>
                <a:gd name="connsiteX0" fmla="*/ 0 w 679012"/>
                <a:gd name="connsiteY0" fmla="*/ 1127797 h 1127797"/>
                <a:gd name="connsiteX1" fmla="*/ 142112 w 679012"/>
                <a:gd name="connsiteY1" fmla="*/ 536008 h 1127797"/>
                <a:gd name="connsiteX2" fmla="*/ 211851 w 679012"/>
                <a:gd name="connsiteY2" fmla="*/ 240108 h 1127797"/>
                <a:gd name="connsiteX3" fmla="*/ 266621 w 679012"/>
                <a:gd name="connsiteY3" fmla="*/ 63664 h 1127797"/>
                <a:gd name="connsiteX4" fmla="*/ 355622 w 679012"/>
                <a:gd name="connsiteY4" fmla="*/ 3982 h 1127797"/>
                <a:gd name="connsiteX5" fmla="*/ 428503 w 679012"/>
                <a:gd name="connsiteY5" fmla="*/ 161650 h 1127797"/>
                <a:gd name="connsiteX6" fmla="*/ 679012 w 679012"/>
                <a:gd name="connsiteY6" fmla="*/ 1092209 h 1127797"/>
                <a:gd name="connsiteX0" fmla="*/ 0 w 679012"/>
                <a:gd name="connsiteY0" fmla="*/ 1113860 h 1113860"/>
                <a:gd name="connsiteX1" fmla="*/ 142112 w 679012"/>
                <a:gd name="connsiteY1" fmla="*/ 522071 h 1113860"/>
                <a:gd name="connsiteX2" fmla="*/ 211851 w 679012"/>
                <a:gd name="connsiteY2" fmla="*/ 226171 h 1113860"/>
                <a:gd name="connsiteX3" fmla="*/ 266621 w 679012"/>
                <a:gd name="connsiteY3" fmla="*/ 49727 h 1113860"/>
                <a:gd name="connsiteX4" fmla="*/ 350860 w 679012"/>
                <a:gd name="connsiteY4" fmla="*/ 5215 h 1113860"/>
                <a:gd name="connsiteX5" fmla="*/ 428503 w 679012"/>
                <a:gd name="connsiteY5" fmla="*/ 147713 h 1113860"/>
                <a:gd name="connsiteX6" fmla="*/ 679012 w 679012"/>
                <a:gd name="connsiteY6" fmla="*/ 1078272 h 1113860"/>
                <a:gd name="connsiteX0" fmla="*/ 0 w 679012"/>
                <a:gd name="connsiteY0" fmla="*/ 1123414 h 1123414"/>
                <a:gd name="connsiteX1" fmla="*/ 142112 w 679012"/>
                <a:gd name="connsiteY1" fmla="*/ 531625 h 1123414"/>
                <a:gd name="connsiteX2" fmla="*/ 211851 w 679012"/>
                <a:gd name="connsiteY2" fmla="*/ 235725 h 1123414"/>
                <a:gd name="connsiteX3" fmla="*/ 266621 w 679012"/>
                <a:gd name="connsiteY3" fmla="*/ 59281 h 1123414"/>
                <a:gd name="connsiteX4" fmla="*/ 350860 w 679012"/>
                <a:gd name="connsiteY4" fmla="*/ 14769 h 1123414"/>
                <a:gd name="connsiteX5" fmla="*/ 428503 w 679012"/>
                <a:gd name="connsiteY5" fmla="*/ 157267 h 1123414"/>
                <a:gd name="connsiteX6" fmla="*/ 679012 w 679012"/>
                <a:gd name="connsiteY6" fmla="*/ 1087826 h 1123414"/>
                <a:gd name="connsiteX0" fmla="*/ 0 w 679012"/>
                <a:gd name="connsiteY0" fmla="*/ 1129936 h 1129936"/>
                <a:gd name="connsiteX1" fmla="*/ 142112 w 679012"/>
                <a:gd name="connsiteY1" fmla="*/ 538147 h 1129936"/>
                <a:gd name="connsiteX2" fmla="*/ 211851 w 679012"/>
                <a:gd name="connsiteY2" fmla="*/ 242247 h 1129936"/>
                <a:gd name="connsiteX3" fmla="*/ 266621 w 679012"/>
                <a:gd name="connsiteY3" fmla="*/ 65803 h 1129936"/>
                <a:gd name="connsiteX4" fmla="*/ 353241 w 679012"/>
                <a:gd name="connsiteY4" fmla="*/ 13707 h 1129936"/>
                <a:gd name="connsiteX5" fmla="*/ 428503 w 679012"/>
                <a:gd name="connsiteY5" fmla="*/ 163789 h 1129936"/>
                <a:gd name="connsiteX6" fmla="*/ 679012 w 679012"/>
                <a:gd name="connsiteY6" fmla="*/ 1094348 h 1129936"/>
                <a:gd name="connsiteX0" fmla="*/ 0 w 679012"/>
                <a:gd name="connsiteY0" fmla="*/ 1139968 h 1139968"/>
                <a:gd name="connsiteX1" fmla="*/ 142112 w 679012"/>
                <a:gd name="connsiteY1" fmla="*/ 548179 h 1139968"/>
                <a:gd name="connsiteX2" fmla="*/ 211851 w 679012"/>
                <a:gd name="connsiteY2" fmla="*/ 252279 h 1139968"/>
                <a:gd name="connsiteX3" fmla="*/ 266621 w 679012"/>
                <a:gd name="connsiteY3" fmla="*/ 75835 h 1139968"/>
                <a:gd name="connsiteX4" fmla="*/ 358003 w 679012"/>
                <a:gd name="connsiteY4" fmla="*/ 12360 h 1139968"/>
                <a:gd name="connsiteX5" fmla="*/ 428503 w 679012"/>
                <a:gd name="connsiteY5" fmla="*/ 173821 h 1139968"/>
                <a:gd name="connsiteX6" fmla="*/ 679012 w 679012"/>
                <a:gd name="connsiteY6" fmla="*/ 1104380 h 1139968"/>
                <a:gd name="connsiteX0" fmla="*/ 0 w 679012"/>
                <a:gd name="connsiteY0" fmla="*/ 1150231 h 1150231"/>
                <a:gd name="connsiteX1" fmla="*/ 142112 w 679012"/>
                <a:gd name="connsiteY1" fmla="*/ 558442 h 1150231"/>
                <a:gd name="connsiteX2" fmla="*/ 211851 w 679012"/>
                <a:gd name="connsiteY2" fmla="*/ 262542 h 1150231"/>
                <a:gd name="connsiteX3" fmla="*/ 266621 w 679012"/>
                <a:gd name="connsiteY3" fmla="*/ 86098 h 1150231"/>
                <a:gd name="connsiteX4" fmla="*/ 355622 w 679012"/>
                <a:gd name="connsiteY4" fmla="*/ 11246 h 1150231"/>
                <a:gd name="connsiteX5" fmla="*/ 428503 w 679012"/>
                <a:gd name="connsiteY5" fmla="*/ 184084 h 1150231"/>
                <a:gd name="connsiteX6" fmla="*/ 679012 w 679012"/>
                <a:gd name="connsiteY6" fmla="*/ 1114643 h 1150231"/>
                <a:gd name="connsiteX0" fmla="*/ 0 w 679012"/>
                <a:gd name="connsiteY0" fmla="*/ 1141215 h 1141215"/>
                <a:gd name="connsiteX1" fmla="*/ 142112 w 679012"/>
                <a:gd name="connsiteY1" fmla="*/ 549426 h 1141215"/>
                <a:gd name="connsiteX2" fmla="*/ 211851 w 679012"/>
                <a:gd name="connsiteY2" fmla="*/ 253526 h 1141215"/>
                <a:gd name="connsiteX3" fmla="*/ 269002 w 679012"/>
                <a:gd name="connsiteY3" fmla="*/ 88460 h 1141215"/>
                <a:gd name="connsiteX4" fmla="*/ 355622 w 679012"/>
                <a:gd name="connsiteY4" fmla="*/ 2230 h 1141215"/>
                <a:gd name="connsiteX5" fmla="*/ 428503 w 679012"/>
                <a:gd name="connsiteY5" fmla="*/ 175068 h 1141215"/>
                <a:gd name="connsiteX6" fmla="*/ 679012 w 679012"/>
                <a:gd name="connsiteY6" fmla="*/ 1105627 h 1141215"/>
                <a:gd name="connsiteX0" fmla="*/ 0 w 679012"/>
                <a:gd name="connsiteY0" fmla="*/ 1141463 h 1141463"/>
                <a:gd name="connsiteX1" fmla="*/ 142112 w 679012"/>
                <a:gd name="connsiteY1" fmla="*/ 549674 h 1141463"/>
                <a:gd name="connsiteX2" fmla="*/ 211851 w 679012"/>
                <a:gd name="connsiteY2" fmla="*/ 253774 h 1141463"/>
                <a:gd name="connsiteX3" fmla="*/ 269002 w 679012"/>
                <a:gd name="connsiteY3" fmla="*/ 88708 h 1141463"/>
                <a:gd name="connsiteX4" fmla="*/ 355622 w 679012"/>
                <a:gd name="connsiteY4" fmla="*/ 2478 h 1141463"/>
                <a:gd name="connsiteX5" fmla="*/ 428503 w 679012"/>
                <a:gd name="connsiteY5" fmla="*/ 175316 h 1141463"/>
                <a:gd name="connsiteX6" fmla="*/ 679012 w 679012"/>
                <a:gd name="connsiteY6" fmla="*/ 1105875 h 114146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42112 w 679012"/>
                <a:gd name="connsiteY1" fmla="*/ 549484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79012"/>
                <a:gd name="connsiteY0" fmla="*/ 1141273 h 1141273"/>
                <a:gd name="connsiteX1" fmla="*/ 158781 w 679012"/>
                <a:gd name="connsiteY1" fmla="*/ 557070 h 1141273"/>
                <a:gd name="connsiteX2" fmla="*/ 216614 w 679012"/>
                <a:gd name="connsiteY2" fmla="*/ 264962 h 1141273"/>
                <a:gd name="connsiteX3" fmla="*/ 269002 w 679012"/>
                <a:gd name="connsiteY3" fmla="*/ 88518 h 1141273"/>
                <a:gd name="connsiteX4" fmla="*/ 355622 w 679012"/>
                <a:gd name="connsiteY4" fmla="*/ 2288 h 1141273"/>
                <a:gd name="connsiteX5" fmla="*/ 428503 w 679012"/>
                <a:gd name="connsiteY5" fmla="*/ 175126 h 1141273"/>
                <a:gd name="connsiteX6" fmla="*/ 679012 w 679012"/>
                <a:gd name="connsiteY6" fmla="*/ 1105685 h 1141273"/>
                <a:gd name="connsiteX0" fmla="*/ 0 w 652819"/>
                <a:gd name="connsiteY0" fmla="*/ 1145065 h 1145065"/>
                <a:gd name="connsiteX1" fmla="*/ 132588 w 652819"/>
                <a:gd name="connsiteY1" fmla="*/ 557070 h 1145065"/>
                <a:gd name="connsiteX2" fmla="*/ 190421 w 652819"/>
                <a:gd name="connsiteY2" fmla="*/ 264962 h 1145065"/>
                <a:gd name="connsiteX3" fmla="*/ 242809 w 652819"/>
                <a:gd name="connsiteY3" fmla="*/ 88518 h 1145065"/>
                <a:gd name="connsiteX4" fmla="*/ 329429 w 652819"/>
                <a:gd name="connsiteY4" fmla="*/ 2288 h 1145065"/>
                <a:gd name="connsiteX5" fmla="*/ 402310 w 652819"/>
                <a:gd name="connsiteY5" fmla="*/ 175126 h 1145065"/>
                <a:gd name="connsiteX6" fmla="*/ 652819 w 652819"/>
                <a:gd name="connsiteY6" fmla="*/ 1105685 h 1145065"/>
                <a:gd name="connsiteX0" fmla="*/ 0 w 652819"/>
                <a:gd name="connsiteY0" fmla="*/ 1130397 h 1130397"/>
                <a:gd name="connsiteX1" fmla="*/ 132588 w 652819"/>
                <a:gd name="connsiteY1" fmla="*/ 542402 h 1130397"/>
                <a:gd name="connsiteX2" fmla="*/ 190421 w 652819"/>
                <a:gd name="connsiteY2" fmla="*/ 250294 h 1130397"/>
                <a:gd name="connsiteX3" fmla="*/ 242809 w 652819"/>
                <a:gd name="connsiteY3" fmla="*/ 73850 h 1130397"/>
                <a:gd name="connsiteX4" fmla="*/ 312760 w 652819"/>
                <a:gd name="connsiteY4" fmla="*/ 2791 h 1130397"/>
                <a:gd name="connsiteX5" fmla="*/ 402310 w 652819"/>
                <a:gd name="connsiteY5" fmla="*/ 160458 h 1130397"/>
                <a:gd name="connsiteX6" fmla="*/ 652819 w 652819"/>
                <a:gd name="connsiteY6" fmla="*/ 1091017 h 1130397"/>
                <a:gd name="connsiteX0" fmla="*/ 0 w 652819"/>
                <a:gd name="connsiteY0" fmla="*/ 1130435 h 1130435"/>
                <a:gd name="connsiteX1" fmla="*/ 132588 w 652819"/>
                <a:gd name="connsiteY1" fmla="*/ 542440 h 1130435"/>
                <a:gd name="connsiteX2" fmla="*/ 190421 w 652819"/>
                <a:gd name="connsiteY2" fmla="*/ 250332 h 1130435"/>
                <a:gd name="connsiteX3" fmla="*/ 242809 w 652819"/>
                <a:gd name="connsiteY3" fmla="*/ 73888 h 1130435"/>
                <a:gd name="connsiteX4" fmla="*/ 312760 w 652819"/>
                <a:gd name="connsiteY4" fmla="*/ 2829 h 1130435"/>
                <a:gd name="connsiteX5" fmla="*/ 402310 w 652819"/>
                <a:gd name="connsiteY5" fmla="*/ 160496 h 1130435"/>
                <a:gd name="connsiteX6" fmla="*/ 652819 w 652819"/>
                <a:gd name="connsiteY6" fmla="*/ 1091055 h 1130435"/>
                <a:gd name="connsiteX0" fmla="*/ 0 w 652819"/>
                <a:gd name="connsiteY0" fmla="*/ 1129212 h 1129212"/>
                <a:gd name="connsiteX1" fmla="*/ 132588 w 652819"/>
                <a:gd name="connsiteY1" fmla="*/ 541217 h 1129212"/>
                <a:gd name="connsiteX2" fmla="*/ 190421 w 652819"/>
                <a:gd name="connsiteY2" fmla="*/ 249109 h 1129212"/>
                <a:gd name="connsiteX3" fmla="*/ 240427 w 652819"/>
                <a:gd name="connsiteY3" fmla="*/ 87836 h 1129212"/>
                <a:gd name="connsiteX4" fmla="*/ 312760 w 652819"/>
                <a:gd name="connsiteY4" fmla="*/ 1606 h 1129212"/>
                <a:gd name="connsiteX5" fmla="*/ 402310 w 652819"/>
                <a:gd name="connsiteY5" fmla="*/ 159273 h 1129212"/>
                <a:gd name="connsiteX6" fmla="*/ 652819 w 652819"/>
                <a:gd name="connsiteY6" fmla="*/ 1089832 h 1129212"/>
                <a:gd name="connsiteX0" fmla="*/ 0 w 652819"/>
                <a:gd name="connsiteY0" fmla="*/ 1129518 h 1129518"/>
                <a:gd name="connsiteX1" fmla="*/ 132588 w 652819"/>
                <a:gd name="connsiteY1" fmla="*/ 541523 h 1129518"/>
                <a:gd name="connsiteX2" fmla="*/ 190421 w 652819"/>
                <a:gd name="connsiteY2" fmla="*/ 249415 h 1129518"/>
                <a:gd name="connsiteX3" fmla="*/ 240427 w 652819"/>
                <a:gd name="connsiteY3" fmla="*/ 88142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518 h 1129518"/>
                <a:gd name="connsiteX1" fmla="*/ 132588 w 652819"/>
                <a:gd name="connsiteY1" fmla="*/ 541523 h 1129518"/>
                <a:gd name="connsiteX2" fmla="*/ 190421 w 652819"/>
                <a:gd name="connsiteY2" fmla="*/ 249415 h 1129518"/>
                <a:gd name="connsiteX3" fmla="*/ 230902 w 652819"/>
                <a:gd name="connsiteY3" fmla="*/ 88141 h 1129518"/>
                <a:gd name="connsiteX4" fmla="*/ 312760 w 652819"/>
                <a:gd name="connsiteY4" fmla="*/ 1912 h 1129518"/>
                <a:gd name="connsiteX5" fmla="*/ 402310 w 652819"/>
                <a:gd name="connsiteY5" fmla="*/ 159579 h 1129518"/>
                <a:gd name="connsiteX6" fmla="*/ 652819 w 652819"/>
                <a:gd name="connsiteY6" fmla="*/ 1090138 h 1129518"/>
                <a:gd name="connsiteX0" fmla="*/ 0 w 652819"/>
                <a:gd name="connsiteY0" fmla="*/ 1129227 h 1129227"/>
                <a:gd name="connsiteX1" fmla="*/ 132588 w 652819"/>
                <a:gd name="connsiteY1" fmla="*/ 541232 h 1129227"/>
                <a:gd name="connsiteX2" fmla="*/ 180896 w 652819"/>
                <a:gd name="connsiteY2" fmla="*/ 252916 h 1129227"/>
                <a:gd name="connsiteX3" fmla="*/ 230902 w 652819"/>
                <a:gd name="connsiteY3" fmla="*/ 87850 h 1129227"/>
                <a:gd name="connsiteX4" fmla="*/ 312760 w 652819"/>
                <a:gd name="connsiteY4" fmla="*/ 1621 h 1129227"/>
                <a:gd name="connsiteX5" fmla="*/ 402310 w 652819"/>
                <a:gd name="connsiteY5" fmla="*/ 159288 h 1129227"/>
                <a:gd name="connsiteX6" fmla="*/ 652819 w 652819"/>
                <a:gd name="connsiteY6" fmla="*/ 1089847 h 1129227"/>
                <a:gd name="connsiteX0" fmla="*/ 0 w 652819"/>
                <a:gd name="connsiteY0" fmla="*/ 1129225 h 1129225"/>
                <a:gd name="connsiteX1" fmla="*/ 132588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52819"/>
                <a:gd name="connsiteY0" fmla="*/ 1129225 h 1129225"/>
                <a:gd name="connsiteX1" fmla="*/ 127826 w 652819"/>
                <a:gd name="connsiteY1" fmla="*/ 541230 h 1129225"/>
                <a:gd name="connsiteX2" fmla="*/ 180896 w 652819"/>
                <a:gd name="connsiteY2" fmla="*/ 252914 h 1129225"/>
                <a:gd name="connsiteX3" fmla="*/ 230902 w 652819"/>
                <a:gd name="connsiteY3" fmla="*/ 87848 h 1129225"/>
                <a:gd name="connsiteX4" fmla="*/ 312760 w 652819"/>
                <a:gd name="connsiteY4" fmla="*/ 1619 h 1129225"/>
                <a:gd name="connsiteX5" fmla="*/ 402310 w 652819"/>
                <a:gd name="connsiteY5" fmla="*/ 159286 h 1129225"/>
                <a:gd name="connsiteX6" fmla="*/ 652819 w 652819"/>
                <a:gd name="connsiteY6" fmla="*/ 1089845 h 1129225"/>
                <a:gd name="connsiteX0" fmla="*/ 0 w 648056"/>
                <a:gd name="connsiteY0" fmla="*/ 1117847 h 1117847"/>
                <a:gd name="connsiteX1" fmla="*/ 123063 w 648056"/>
                <a:gd name="connsiteY1" fmla="*/ 541230 h 1117847"/>
                <a:gd name="connsiteX2" fmla="*/ 176133 w 648056"/>
                <a:gd name="connsiteY2" fmla="*/ 252914 h 1117847"/>
                <a:gd name="connsiteX3" fmla="*/ 226139 w 648056"/>
                <a:gd name="connsiteY3" fmla="*/ 87848 h 1117847"/>
                <a:gd name="connsiteX4" fmla="*/ 307997 w 648056"/>
                <a:gd name="connsiteY4" fmla="*/ 1619 h 1117847"/>
                <a:gd name="connsiteX5" fmla="*/ 397547 w 648056"/>
                <a:gd name="connsiteY5" fmla="*/ 159286 h 1117847"/>
                <a:gd name="connsiteX6" fmla="*/ 648056 w 648056"/>
                <a:gd name="connsiteY6" fmla="*/ 1089845 h 1117847"/>
                <a:gd name="connsiteX0" fmla="*/ 0 w 662344"/>
                <a:gd name="connsiteY0" fmla="*/ 1125431 h 1125431"/>
                <a:gd name="connsiteX1" fmla="*/ 137351 w 662344"/>
                <a:gd name="connsiteY1" fmla="*/ 541230 h 1125431"/>
                <a:gd name="connsiteX2" fmla="*/ 190421 w 662344"/>
                <a:gd name="connsiteY2" fmla="*/ 252914 h 1125431"/>
                <a:gd name="connsiteX3" fmla="*/ 240427 w 662344"/>
                <a:gd name="connsiteY3" fmla="*/ 87848 h 1125431"/>
                <a:gd name="connsiteX4" fmla="*/ 322285 w 662344"/>
                <a:gd name="connsiteY4" fmla="*/ 1619 h 1125431"/>
                <a:gd name="connsiteX5" fmla="*/ 411835 w 662344"/>
                <a:gd name="connsiteY5" fmla="*/ 159286 h 1125431"/>
                <a:gd name="connsiteX6" fmla="*/ 662344 w 662344"/>
                <a:gd name="connsiteY6" fmla="*/ 1089845 h 1125431"/>
                <a:gd name="connsiteX0" fmla="*/ 0 w 662344"/>
                <a:gd name="connsiteY0" fmla="*/ 1125431 h 1142731"/>
                <a:gd name="connsiteX1" fmla="*/ 41476 w 662344"/>
                <a:gd name="connsiteY1" fmla="*/ 1089647 h 1142731"/>
                <a:gd name="connsiteX2" fmla="*/ 137351 w 662344"/>
                <a:gd name="connsiteY2" fmla="*/ 541230 h 1142731"/>
                <a:gd name="connsiteX3" fmla="*/ 190421 w 662344"/>
                <a:gd name="connsiteY3" fmla="*/ 252914 h 1142731"/>
                <a:gd name="connsiteX4" fmla="*/ 240427 w 662344"/>
                <a:gd name="connsiteY4" fmla="*/ 87848 h 1142731"/>
                <a:gd name="connsiteX5" fmla="*/ 322285 w 662344"/>
                <a:gd name="connsiteY5" fmla="*/ 1619 h 1142731"/>
                <a:gd name="connsiteX6" fmla="*/ 411835 w 662344"/>
                <a:gd name="connsiteY6" fmla="*/ 159286 h 1142731"/>
                <a:gd name="connsiteX7" fmla="*/ 662344 w 662344"/>
                <a:gd name="connsiteY7" fmla="*/ 1089845 h 1142731"/>
                <a:gd name="connsiteX0" fmla="*/ 0 w 724257"/>
                <a:gd name="connsiteY0" fmla="*/ 1129225 h 1144257"/>
                <a:gd name="connsiteX1" fmla="*/ 103389 w 724257"/>
                <a:gd name="connsiteY1" fmla="*/ 1089647 h 1144257"/>
                <a:gd name="connsiteX2" fmla="*/ 199264 w 724257"/>
                <a:gd name="connsiteY2" fmla="*/ 541230 h 1144257"/>
                <a:gd name="connsiteX3" fmla="*/ 252334 w 724257"/>
                <a:gd name="connsiteY3" fmla="*/ 252914 h 1144257"/>
                <a:gd name="connsiteX4" fmla="*/ 302340 w 724257"/>
                <a:gd name="connsiteY4" fmla="*/ 87848 h 1144257"/>
                <a:gd name="connsiteX5" fmla="*/ 384198 w 724257"/>
                <a:gd name="connsiteY5" fmla="*/ 1619 h 1144257"/>
                <a:gd name="connsiteX6" fmla="*/ 473748 w 724257"/>
                <a:gd name="connsiteY6" fmla="*/ 159286 h 1144257"/>
                <a:gd name="connsiteX7" fmla="*/ 724257 w 724257"/>
                <a:gd name="connsiteY7" fmla="*/ 1089845 h 1144257"/>
                <a:gd name="connsiteX0" fmla="*/ 0 w 748070"/>
                <a:gd name="connsiteY0" fmla="*/ 1034412 h 1121346"/>
                <a:gd name="connsiteX1" fmla="*/ 127202 w 748070"/>
                <a:gd name="connsiteY1" fmla="*/ 1089647 h 1121346"/>
                <a:gd name="connsiteX2" fmla="*/ 223077 w 748070"/>
                <a:gd name="connsiteY2" fmla="*/ 541230 h 1121346"/>
                <a:gd name="connsiteX3" fmla="*/ 276147 w 748070"/>
                <a:gd name="connsiteY3" fmla="*/ 252914 h 1121346"/>
                <a:gd name="connsiteX4" fmla="*/ 326153 w 748070"/>
                <a:gd name="connsiteY4" fmla="*/ 87848 h 1121346"/>
                <a:gd name="connsiteX5" fmla="*/ 408011 w 748070"/>
                <a:gd name="connsiteY5" fmla="*/ 1619 h 1121346"/>
                <a:gd name="connsiteX6" fmla="*/ 497561 w 748070"/>
                <a:gd name="connsiteY6" fmla="*/ 159286 h 1121346"/>
                <a:gd name="connsiteX7" fmla="*/ 748070 w 748070"/>
                <a:gd name="connsiteY7" fmla="*/ 1089845 h 1121346"/>
                <a:gd name="connsiteX0" fmla="*/ 0 w 759976"/>
                <a:gd name="connsiteY0" fmla="*/ 1076130 h 1128543"/>
                <a:gd name="connsiteX1" fmla="*/ 139108 w 759976"/>
                <a:gd name="connsiteY1" fmla="*/ 1089647 h 1128543"/>
                <a:gd name="connsiteX2" fmla="*/ 234983 w 759976"/>
                <a:gd name="connsiteY2" fmla="*/ 541230 h 1128543"/>
                <a:gd name="connsiteX3" fmla="*/ 288053 w 759976"/>
                <a:gd name="connsiteY3" fmla="*/ 252914 h 1128543"/>
                <a:gd name="connsiteX4" fmla="*/ 338059 w 759976"/>
                <a:gd name="connsiteY4" fmla="*/ 87848 h 1128543"/>
                <a:gd name="connsiteX5" fmla="*/ 419917 w 759976"/>
                <a:gd name="connsiteY5" fmla="*/ 1619 h 1128543"/>
                <a:gd name="connsiteX6" fmla="*/ 509467 w 759976"/>
                <a:gd name="connsiteY6" fmla="*/ 159286 h 1128543"/>
                <a:gd name="connsiteX7" fmla="*/ 759976 w 759976"/>
                <a:gd name="connsiteY7" fmla="*/ 1089845 h 1128543"/>
                <a:gd name="connsiteX0" fmla="*/ 0 w 759976"/>
                <a:gd name="connsiteY0" fmla="*/ 1076130 h 1142262"/>
                <a:gd name="connsiteX1" fmla="*/ 34334 w 759976"/>
                <a:gd name="connsiteY1" fmla="*/ 1119987 h 1142262"/>
                <a:gd name="connsiteX2" fmla="*/ 139108 w 759976"/>
                <a:gd name="connsiteY2" fmla="*/ 1089647 h 1142262"/>
                <a:gd name="connsiteX3" fmla="*/ 234983 w 759976"/>
                <a:gd name="connsiteY3" fmla="*/ 541230 h 1142262"/>
                <a:gd name="connsiteX4" fmla="*/ 288053 w 759976"/>
                <a:gd name="connsiteY4" fmla="*/ 252914 h 1142262"/>
                <a:gd name="connsiteX5" fmla="*/ 338059 w 759976"/>
                <a:gd name="connsiteY5" fmla="*/ 87848 h 1142262"/>
                <a:gd name="connsiteX6" fmla="*/ 419917 w 759976"/>
                <a:gd name="connsiteY6" fmla="*/ 1619 h 1142262"/>
                <a:gd name="connsiteX7" fmla="*/ 509467 w 759976"/>
                <a:gd name="connsiteY7" fmla="*/ 159286 h 1142262"/>
                <a:gd name="connsiteX8" fmla="*/ 759976 w 759976"/>
                <a:gd name="connsiteY8" fmla="*/ 1089845 h 1142262"/>
                <a:gd name="connsiteX0" fmla="*/ 0 w 786169"/>
                <a:gd name="connsiteY0" fmla="*/ 909258 h 1142264"/>
                <a:gd name="connsiteX1" fmla="*/ 60527 w 786169"/>
                <a:gd name="connsiteY1" fmla="*/ 1119987 h 1142264"/>
                <a:gd name="connsiteX2" fmla="*/ 165301 w 786169"/>
                <a:gd name="connsiteY2" fmla="*/ 1089647 h 1142264"/>
                <a:gd name="connsiteX3" fmla="*/ 261176 w 786169"/>
                <a:gd name="connsiteY3" fmla="*/ 541230 h 1142264"/>
                <a:gd name="connsiteX4" fmla="*/ 314246 w 786169"/>
                <a:gd name="connsiteY4" fmla="*/ 252914 h 1142264"/>
                <a:gd name="connsiteX5" fmla="*/ 364252 w 786169"/>
                <a:gd name="connsiteY5" fmla="*/ 87848 h 1142264"/>
                <a:gd name="connsiteX6" fmla="*/ 446110 w 786169"/>
                <a:gd name="connsiteY6" fmla="*/ 1619 h 1142264"/>
                <a:gd name="connsiteX7" fmla="*/ 535660 w 786169"/>
                <a:gd name="connsiteY7" fmla="*/ 159286 h 1142264"/>
                <a:gd name="connsiteX8" fmla="*/ 786169 w 786169"/>
                <a:gd name="connsiteY8" fmla="*/ 1089845 h 1142264"/>
                <a:gd name="connsiteX0" fmla="*/ 0 w 990956"/>
                <a:gd name="connsiteY0" fmla="*/ 55936 h 1142262"/>
                <a:gd name="connsiteX1" fmla="*/ 265314 w 990956"/>
                <a:gd name="connsiteY1" fmla="*/ 1119987 h 1142262"/>
                <a:gd name="connsiteX2" fmla="*/ 370088 w 990956"/>
                <a:gd name="connsiteY2" fmla="*/ 1089647 h 1142262"/>
                <a:gd name="connsiteX3" fmla="*/ 465963 w 990956"/>
                <a:gd name="connsiteY3" fmla="*/ 541230 h 1142262"/>
                <a:gd name="connsiteX4" fmla="*/ 519033 w 990956"/>
                <a:gd name="connsiteY4" fmla="*/ 252914 h 1142262"/>
                <a:gd name="connsiteX5" fmla="*/ 569039 w 990956"/>
                <a:gd name="connsiteY5" fmla="*/ 87848 h 1142262"/>
                <a:gd name="connsiteX6" fmla="*/ 650897 w 990956"/>
                <a:gd name="connsiteY6" fmla="*/ 1619 h 1142262"/>
                <a:gd name="connsiteX7" fmla="*/ 740447 w 990956"/>
                <a:gd name="connsiteY7" fmla="*/ 159286 h 1142262"/>
                <a:gd name="connsiteX8" fmla="*/ 990956 w 990956"/>
                <a:gd name="connsiteY8" fmla="*/ 1089845 h 1142262"/>
                <a:gd name="connsiteX0" fmla="*/ 0 w 990956"/>
                <a:gd name="connsiteY0" fmla="*/ 55936 h 1142264"/>
                <a:gd name="connsiteX1" fmla="*/ 246264 w 990956"/>
                <a:gd name="connsiteY1" fmla="*/ 1119987 h 1142264"/>
                <a:gd name="connsiteX2" fmla="*/ 370088 w 990956"/>
                <a:gd name="connsiteY2" fmla="*/ 1089647 h 1142264"/>
                <a:gd name="connsiteX3" fmla="*/ 465963 w 990956"/>
                <a:gd name="connsiteY3" fmla="*/ 541230 h 1142264"/>
                <a:gd name="connsiteX4" fmla="*/ 519033 w 990956"/>
                <a:gd name="connsiteY4" fmla="*/ 252914 h 1142264"/>
                <a:gd name="connsiteX5" fmla="*/ 569039 w 990956"/>
                <a:gd name="connsiteY5" fmla="*/ 87848 h 1142264"/>
                <a:gd name="connsiteX6" fmla="*/ 650897 w 990956"/>
                <a:gd name="connsiteY6" fmla="*/ 1619 h 1142264"/>
                <a:gd name="connsiteX7" fmla="*/ 740447 w 990956"/>
                <a:gd name="connsiteY7" fmla="*/ 159286 h 1142264"/>
                <a:gd name="connsiteX8" fmla="*/ 990956 w 990956"/>
                <a:gd name="connsiteY8" fmla="*/ 1089845 h 1142264"/>
                <a:gd name="connsiteX0" fmla="*/ 0 w 990956"/>
                <a:gd name="connsiteY0" fmla="*/ 55936 h 1151339"/>
                <a:gd name="connsiteX1" fmla="*/ 246264 w 990956"/>
                <a:gd name="connsiteY1" fmla="*/ 1119987 h 1151339"/>
                <a:gd name="connsiteX2" fmla="*/ 370088 w 990956"/>
                <a:gd name="connsiteY2" fmla="*/ 1089647 h 1151339"/>
                <a:gd name="connsiteX3" fmla="*/ 465963 w 990956"/>
                <a:gd name="connsiteY3" fmla="*/ 541230 h 1151339"/>
                <a:gd name="connsiteX4" fmla="*/ 519033 w 990956"/>
                <a:gd name="connsiteY4" fmla="*/ 252914 h 1151339"/>
                <a:gd name="connsiteX5" fmla="*/ 569039 w 990956"/>
                <a:gd name="connsiteY5" fmla="*/ 87848 h 1151339"/>
                <a:gd name="connsiteX6" fmla="*/ 650897 w 990956"/>
                <a:gd name="connsiteY6" fmla="*/ 1619 h 1151339"/>
                <a:gd name="connsiteX7" fmla="*/ 740447 w 990956"/>
                <a:gd name="connsiteY7" fmla="*/ 159286 h 1151339"/>
                <a:gd name="connsiteX8" fmla="*/ 990956 w 990956"/>
                <a:gd name="connsiteY8" fmla="*/ 1089845 h 1151339"/>
                <a:gd name="connsiteX0" fmla="*/ 0 w 990956"/>
                <a:gd name="connsiteY0" fmla="*/ 55936 h 1153214"/>
                <a:gd name="connsiteX1" fmla="*/ 234358 w 990956"/>
                <a:gd name="connsiteY1" fmla="*/ 1123779 h 1153214"/>
                <a:gd name="connsiteX2" fmla="*/ 370088 w 990956"/>
                <a:gd name="connsiteY2" fmla="*/ 1089647 h 1153214"/>
                <a:gd name="connsiteX3" fmla="*/ 465963 w 990956"/>
                <a:gd name="connsiteY3" fmla="*/ 541230 h 1153214"/>
                <a:gd name="connsiteX4" fmla="*/ 519033 w 990956"/>
                <a:gd name="connsiteY4" fmla="*/ 252914 h 1153214"/>
                <a:gd name="connsiteX5" fmla="*/ 569039 w 990956"/>
                <a:gd name="connsiteY5" fmla="*/ 87848 h 1153214"/>
                <a:gd name="connsiteX6" fmla="*/ 650897 w 990956"/>
                <a:gd name="connsiteY6" fmla="*/ 1619 h 1153214"/>
                <a:gd name="connsiteX7" fmla="*/ 740447 w 990956"/>
                <a:gd name="connsiteY7" fmla="*/ 159286 h 1153214"/>
                <a:gd name="connsiteX8" fmla="*/ 990956 w 990956"/>
                <a:gd name="connsiteY8" fmla="*/ 1089845 h 1153214"/>
                <a:gd name="connsiteX0" fmla="*/ 0 w 990956"/>
                <a:gd name="connsiteY0" fmla="*/ 54816 h 1152094"/>
                <a:gd name="connsiteX1" fmla="*/ 234358 w 990956"/>
                <a:gd name="connsiteY1" fmla="*/ 1122659 h 1152094"/>
                <a:gd name="connsiteX2" fmla="*/ 370088 w 990956"/>
                <a:gd name="connsiteY2" fmla="*/ 1088527 h 1152094"/>
                <a:gd name="connsiteX3" fmla="*/ 465963 w 990956"/>
                <a:gd name="connsiteY3" fmla="*/ 540110 h 1152094"/>
                <a:gd name="connsiteX4" fmla="*/ 519033 w 990956"/>
                <a:gd name="connsiteY4" fmla="*/ 251794 h 1152094"/>
                <a:gd name="connsiteX5" fmla="*/ 576183 w 990956"/>
                <a:gd name="connsiteY5" fmla="*/ 113277 h 1152094"/>
                <a:gd name="connsiteX6" fmla="*/ 650897 w 990956"/>
                <a:gd name="connsiteY6" fmla="*/ 499 h 1152094"/>
                <a:gd name="connsiteX7" fmla="*/ 740447 w 990956"/>
                <a:gd name="connsiteY7" fmla="*/ 158166 h 1152094"/>
                <a:gd name="connsiteX8" fmla="*/ 990956 w 990956"/>
                <a:gd name="connsiteY8" fmla="*/ 1088725 h 1152094"/>
                <a:gd name="connsiteX0" fmla="*/ 0 w 990956"/>
                <a:gd name="connsiteY0" fmla="*/ 55036 h 1152314"/>
                <a:gd name="connsiteX1" fmla="*/ 234358 w 990956"/>
                <a:gd name="connsiteY1" fmla="*/ 1122879 h 1152314"/>
                <a:gd name="connsiteX2" fmla="*/ 370088 w 990956"/>
                <a:gd name="connsiteY2" fmla="*/ 1088747 h 1152314"/>
                <a:gd name="connsiteX3" fmla="*/ 465963 w 990956"/>
                <a:gd name="connsiteY3" fmla="*/ 540330 h 1152314"/>
                <a:gd name="connsiteX4" fmla="*/ 519033 w 990956"/>
                <a:gd name="connsiteY4" fmla="*/ 252014 h 1152314"/>
                <a:gd name="connsiteX5" fmla="*/ 576183 w 990956"/>
                <a:gd name="connsiteY5" fmla="*/ 113497 h 1152314"/>
                <a:gd name="connsiteX6" fmla="*/ 650897 w 990956"/>
                <a:gd name="connsiteY6" fmla="*/ 719 h 1152314"/>
                <a:gd name="connsiteX7" fmla="*/ 740447 w 990956"/>
                <a:gd name="connsiteY7" fmla="*/ 158386 h 1152314"/>
                <a:gd name="connsiteX8" fmla="*/ 990956 w 990956"/>
                <a:gd name="connsiteY8" fmla="*/ 1088945 h 1152314"/>
                <a:gd name="connsiteX0" fmla="*/ 0 w 990956"/>
                <a:gd name="connsiteY0" fmla="*/ 54843 h 1152121"/>
                <a:gd name="connsiteX1" fmla="*/ 234358 w 990956"/>
                <a:gd name="connsiteY1" fmla="*/ 1122686 h 1152121"/>
                <a:gd name="connsiteX2" fmla="*/ 370088 w 990956"/>
                <a:gd name="connsiteY2" fmla="*/ 1088554 h 1152121"/>
                <a:gd name="connsiteX3" fmla="*/ 465963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26177 w 990956"/>
                <a:gd name="connsiteY4" fmla="*/ 278369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7618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3 h 1152121"/>
                <a:gd name="connsiteX1" fmla="*/ 234358 w 990956"/>
                <a:gd name="connsiteY1" fmla="*/ 1122686 h 1152121"/>
                <a:gd name="connsiteX2" fmla="*/ 370088 w 990956"/>
                <a:gd name="connsiteY2" fmla="*/ 1088554 h 1152121"/>
                <a:gd name="connsiteX3" fmla="*/ 477869 w 990956"/>
                <a:gd name="connsiteY3" fmla="*/ 540137 h 1152121"/>
                <a:gd name="connsiteX4" fmla="*/ 549990 w 990956"/>
                <a:gd name="connsiteY4" fmla="*/ 278370 h 1152121"/>
                <a:gd name="connsiteX5" fmla="*/ 595233 w 990956"/>
                <a:gd name="connsiteY5" fmla="*/ 113304 h 1152121"/>
                <a:gd name="connsiteX6" fmla="*/ 650897 w 990956"/>
                <a:gd name="connsiteY6" fmla="*/ 526 h 1152121"/>
                <a:gd name="connsiteX7" fmla="*/ 740447 w 990956"/>
                <a:gd name="connsiteY7" fmla="*/ 158193 h 1152121"/>
                <a:gd name="connsiteX8" fmla="*/ 990956 w 990956"/>
                <a:gd name="connsiteY8" fmla="*/ 1088752 h 1152121"/>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77869 w 990956"/>
                <a:gd name="connsiteY3" fmla="*/ 540142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52126"/>
                <a:gd name="connsiteX1" fmla="*/ 234358 w 990956"/>
                <a:gd name="connsiteY1" fmla="*/ 1122691 h 1152126"/>
                <a:gd name="connsiteX2" fmla="*/ 370088 w 990956"/>
                <a:gd name="connsiteY2" fmla="*/ 1088559 h 1152126"/>
                <a:gd name="connsiteX3" fmla="*/ 494538 w 990956"/>
                <a:gd name="connsiteY3" fmla="*/ 543934 h 1152126"/>
                <a:gd name="connsiteX4" fmla="*/ 552371 w 990956"/>
                <a:gd name="connsiteY4" fmla="*/ 282167 h 1152126"/>
                <a:gd name="connsiteX5" fmla="*/ 595233 w 990956"/>
                <a:gd name="connsiteY5" fmla="*/ 113309 h 1152126"/>
                <a:gd name="connsiteX6" fmla="*/ 650897 w 990956"/>
                <a:gd name="connsiteY6" fmla="*/ 531 h 1152126"/>
                <a:gd name="connsiteX7" fmla="*/ 740447 w 990956"/>
                <a:gd name="connsiteY7" fmla="*/ 158198 h 1152126"/>
                <a:gd name="connsiteX8" fmla="*/ 990956 w 990956"/>
                <a:gd name="connsiteY8" fmla="*/ 1088757 h 1152126"/>
                <a:gd name="connsiteX0" fmla="*/ 0 w 990956"/>
                <a:gd name="connsiteY0" fmla="*/ 54848 h 1140667"/>
                <a:gd name="connsiteX1" fmla="*/ 241502 w 990956"/>
                <a:gd name="connsiteY1" fmla="*/ 1096142 h 1140667"/>
                <a:gd name="connsiteX2" fmla="*/ 370088 w 990956"/>
                <a:gd name="connsiteY2" fmla="*/ 1088559 h 1140667"/>
                <a:gd name="connsiteX3" fmla="*/ 494538 w 990956"/>
                <a:gd name="connsiteY3" fmla="*/ 543934 h 1140667"/>
                <a:gd name="connsiteX4" fmla="*/ 552371 w 990956"/>
                <a:gd name="connsiteY4" fmla="*/ 282167 h 1140667"/>
                <a:gd name="connsiteX5" fmla="*/ 595233 w 990956"/>
                <a:gd name="connsiteY5" fmla="*/ 113309 h 1140667"/>
                <a:gd name="connsiteX6" fmla="*/ 650897 w 990956"/>
                <a:gd name="connsiteY6" fmla="*/ 531 h 1140667"/>
                <a:gd name="connsiteX7" fmla="*/ 740447 w 990956"/>
                <a:gd name="connsiteY7" fmla="*/ 158198 h 1140667"/>
                <a:gd name="connsiteX8" fmla="*/ 990956 w 990956"/>
                <a:gd name="connsiteY8" fmla="*/ 1088757 h 1140667"/>
                <a:gd name="connsiteX0" fmla="*/ 0 w 990956"/>
                <a:gd name="connsiteY0" fmla="*/ 54848 h 1133745"/>
                <a:gd name="connsiteX1" fmla="*/ 241502 w 990956"/>
                <a:gd name="connsiteY1" fmla="*/ 1096142 h 1133745"/>
                <a:gd name="connsiteX2" fmla="*/ 355800 w 990956"/>
                <a:gd name="connsiteY2" fmla="*/ 1077183 h 1133745"/>
                <a:gd name="connsiteX3" fmla="*/ 494538 w 990956"/>
                <a:gd name="connsiteY3" fmla="*/ 543934 h 1133745"/>
                <a:gd name="connsiteX4" fmla="*/ 552371 w 990956"/>
                <a:gd name="connsiteY4" fmla="*/ 282167 h 1133745"/>
                <a:gd name="connsiteX5" fmla="*/ 595233 w 990956"/>
                <a:gd name="connsiteY5" fmla="*/ 113309 h 1133745"/>
                <a:gd name="connsiteX6" fmla="*/ 650897 w 990956"/>
                <a:gd name="connsiteY6" fmla="*/ 531 h 1133745"/>
                <a:gd name="connsiteX7" fmla="*/ 740447 w 990956"/>
                <a:gd name="connsiteY7" fmla="*/ 158198 h 1133745"/>
                <a:gd name="connsiteX8" fmla="*/ 990956 w 990956"/>
                <a:gd name="connsiteY8" fmla="*/ 1088757 h 1133745"/>
                <a:gd name="connsiteX0" fmla="*/ 0 w 962381"/>
                <a:gd name="connsiteY0" fmla="*/ 54848 h 1133747"/>
                <a:gd name="connsiteX1" fmla="*/ 241502 w 962381"/>
                <a:gd name="connsiteY1" fmla="*/ 1096142 h 1133747"/>
                <a:gd name="connsiteX2" fmla="*/ 355800 w 962381"/>
                <a:gd name="connsiteY2" fmla="*/ 1077183 h 1133747"/>
                <a:gd name="connsiteX3" fmla="*/ 494538 w 962381"/>
                <a:gd name="connsiteY3" fmla="*/ 543934 h 1133747"/>
                <a:gd name="connsiteX4" fmla="*/ 552371 w 962381"/>
                <a:gd name="connsiteY4" fmla="*/ 282167 h 1133747"/>
                <a:gd name="connsiteX5" fmla="*/ 595233 w 962381"/>
                <a:gd name="connsiteY5" fmla="*/ 113309 h 1133747"/>
                <a:gd name="connsiteX6" fmla="*/ 650897 w 962381"/>
                <a:gd name="connsiteY6" fmla="*/ 531 h 1133747"/>
                <a:gd name="connsiteX7" fmla="*/ 740447 w 962381"/>
                <a:gd name="connsiteY7" fmla="*/ 158198 h 1133747"/>
                <a:gd name="connsiteX8" fmla="*/ 962381 w 962381"/>
                <a:gd name="connsiteY8" fmla="*/ 1107721 h 1133747"/>
                <a:gd name="connsiteX0" fmla="*/ 0 w 952856"/>
                <a:gd name="connsiteY0" fmla="*/ 54848 h 1133745"/>
                <a:gd name="connsiteX1" fmla="*/ 241502 w 952856"/>
                <a:gd name="connsiteY1" fmla="*/ 1096142 h 1133745"/>
                <a:gd name="connsiteX2" fmla="*/ 355800 w 952856"/>
                <a:gd name="connsiteY2" fmla="*/ 1077183 h 1133745"/>
                <a:gd name="connsiteX3" fmla="*/ 494538 w 952856"/>
                <a:gd name="connsiteY3" fmla="*/ 543934 h 1133745"/>
                <a:gd name="connsiteX4" fmla="*/ 552371 w 952856"/>
                <a:gd name="connsiteY4" fmla="*/ 282167 h 1133745"/>
                <a:gd name="connsiteX5" fmla="*/ 595233 w 952856"/>
                <a:gd name="connsiteY5" fmla="*/ 113309 h 1133745"/>
                <a:gd name="connsiteX6" fmla="*/ 650897 w 952856"/>
                <a:gd name="connsiteY6" fmla="*/ 531 h 1133745"/>
                <a:gd name="connsiteX7" fmla="*/ 740447 w 952856"/>
                <a:gd name="connsiteY7" fmla="*/ 158198 h 1133745"/>
                <a:gd name="connsiteX8" fmla="*/ 952856 w 952856"/>
                <a:gd name="connsiteY8" fmla="*/ 1084965 h 1133745"/>
                <a:gd name="connsiteX0" fmla="*/ 0 w 952856"/>
                <a:gd name="connsiteY0" fmla="*/ 29638 h 1108536"/>
                <a:gd name="connsiteX1" fmla="*/ 241502 w 952856"/>
                <a:gd name="connsiteY1" fmla="*/ 1070932 h 1108536"/>
                <a:gd name="connsiteX2" fmla="*/ 355800 w 952856"/>
                <a:gd name="connsiteY2" fmla="*/ 1051973 h 1108536"/>
                <a:gd name="connsiteX3" fmla="*/ 494538 w 952856"/>
                <a:gd name="connsiteY3" fmla="*/ 518724 h 1108536"/>
                <a:gd name="connsiteX4" fmla="*/ 552371 w 952856"/>
                <a:gd name="connsiteY4" fmla="*/ 256957 h 1108536"/>
                <a:gd name="connsiteX5" fmla="*/ 595233 w 952856"/>
                <a:gd name="connsiteY5" fmla="*/ 88099 h 1108536"/>
                <a:gd name="connsiteX6" fmla="*/ 653278 w 952856"/>
                <a:gd name="connsiteY6" fmla="*/ 1869 h 1108536"/>
                <a:gd name="connsiteX7" fmla="*/ 740447 w 952856"/>
                <a:gd name="connsiteY7" fmla="*/ 132988 h 1108536"/>
                <a:gd name="connsiteX8" fmla="*/ 952856 w 952856"/>
                <a:gd name="connsiteY8" fmla="*/ 1059755 h 1108536"/>
                <a:gd name="connsiteX0" fmla="*/ 0 w 952856"/>
                <a:gd name="connsiteY0" fmla="*/ 29636 h 1108534"/>
                <a:gd name="connsiteX1" fmla="*/ 231977 w 952856"/>
                <a:gd name="connsiteY1" fmla="*/ 1070930 h 1108534"/>
                <a:gd name="connsiteX2" fmla="*/ 355800 w 952856"/>
                <a:gd name="connsiteY2" fmla="*/ 1051971 h 1108534"/>
                <a:gd name="connsiteX3" fmla="*/ 494538 w 952856"/>
                <a:gd name="connsiteY3" fmla="*/ 518722 h 1108534"/>
                <a:gd name="connsiteX4" fmla="*/ 552371 w 952856"/>
                <a:gd name="connsiteY4" fmla="*/ 256955 h 1108534"/>
                <a:gd name="connsiteX5" fmla="*/ 595233 w 952856"/>
                <a:gd name="connsiteY5" fmla="*/ 88097 h 1108534"/>
                <a:gd name="connsiteX6" fmla="*/ 653278 w 952856"/>
                <a:gd name="connsiteY6" fmla="*/ 1867 h 1108534"/>
                <a:gd name="connsiteX7" fmla="*/ 740447 w 952856"/>
                <a:gd name="connsiteY7" fmla="*/ 132986 h 1108534"/>
                <a:gd name="connsiteX8" fmla="*/ 952856 w 952856"/>
                <a:gd name="connsiteY8" fmla="*/ 1059753 h 1108534"/>
                <a:gd name="connsiteX0" fmla="*/ 0 w 952856"/>
                <a:gd name="connsiteY0" fmla="*/ 29636 h 1115535"/>
                <a:gd name="connsiteX1" fmla="*/ 231977 w 952856"/>
                <a:gd name="connsiteY1" fmla="*/ 1086100 h 1115535"/>
                <a:gd name="connsiteX2" fmla="*/ 355800 w 952856"/>
                <a:gd name="connsiteY2" fmla="*/ 1051971 h 1115535"/>
                <a:gd name="connsiteX3" fmla="*/ 494538 w 952856"/>
                <a:gd name="connsiteY3" fmla="*/ 518722 h 1115535"/>
                <a:gd name="connsiteX4" fmla="*/ 552371 w 952856"/>
                <a:gd name="connsiteY4" fmla="*/ 256955 h 1115535"/>
                <a:gd name="connsiteX5" fmla="*/ 595233 w 952856"/>
                <a:gd name="connsiteY5" fmla="*/ 88097 h 1115535"/>
                <a:gd name="connsiteX6" fmla="*/ 653278 w 952856"/>
                <a:gd name="connsiteY6" fmla="*/ 1867 h 1115535"/>
                <a:gd name="connsiteX7" fmla="*/ 740447 w 952856"/>
                <a:gd name="connsiteY7" fmla="*/ 132986 h 1115535"/>
                <a:gd name="connsiteX8" fmla="*/ 952856 w 952856"/>
                <a:gd name="connsiteY8" fmla="*/ 1059753 h 1115535"/>
                <a:gd name="connsiteX0" fmla="*/ 0 w 952856"/>
                <a:gd name="connsiteY0" fmla="*/ 29636 h 1115537"/>
                <a:gd name="connsiteX1" fmla="*/ 231977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 name="connsiteX0" fmla="*/ 0 w 952856"/>
                <a:gd name="connsiteY0" fmla="*/ 29636 h 1115537"/>
                <a:gd name="connsiteX1" fmla="*/ 227215 w 952856"/>
                <a:gd name="connsiteY1" fmla="*/ 1086100 h 1115537"/>
                <a:gd name="connsiteX2" fmla="*/ 362943 w 952856"/>
                <a:gd name="connsiteY2" fmla="*/ 1051972 h 1115537"/>
                <a:gd name="connsiteX3" fmla="*/ 494538 w 952856"/>
                <a:gd name="connsiteY3" fmla="*/ 518722 h 1115537"/>
                <a:gd name="connsiteX4" fmla="*/ 552371 w 952856"/>
                <a:gd name="connsiteY4" fmla="*/ 256955 h 1115537"/>
                <a:gd name="connsiteX5" fmla="*/ 595233 w 952856"/>
                <a:gd name="connsiteY5" fmla="*/ 88097 h 1115537"/>
                <a:gd name="connsiteX6" fmla="*/ 653278 w 952856"/>
                <a:gd name="connsiteY6" fmla="*/ 1867 h 1115537"/>
                <a:gd name="connsiteX7" fmla="*/ 740447 w 952856"/>
                <a:gd name="connsiteY7" fmla="*/ 132986 h 1115537"/>
                <a:gd name="connsiteX8" fmla="*/ 952856 w 952856"/>
                <a:gd name="connsiteY8" fmla="*/ 1059753 h 111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856" h="1115537">
                  <a:moveTo>
                    <a:pt x="0" y="29636"/>
                  </a:moveTo>
                  <a:cubicBezTo>
                    <a:pt x="8104" y="35681"/>
                    <a:pt x="204030" y="1083847"/>
                    <a:pt x="227215" y="1086100"/>
                  </a:cubicBezTo>
                  <a:cubicBezTo>
                    <a:pt x="243256" y="1114901"/>
                    <a:pt x="331883" y="1147167"/>
                    <a:pt x="362943" y="1051972"/>
                  </a:cubicBezTo>
                  <a:cubicBezTo>
                    <a:pt x="394003" y="956777"/>
                    <a:pt x="462967" y="651225"/>
                    <a:pt x="494538" y="518722"/>
                  </a:cubicBezTo>
                  <a:cubicBezTo>
                    <a:pt x="526109" y="386219"/>
                    <a:pt x="535589" y="328726"/>
                    <a:pt x="552371" y="256955"/>
                  </a:cubicBezTo>
                  <a:cubicBezTo>
                    <a:pt x="569153" y="185184"/>
                    <a:pt x="578415" y="130612"/>
                    <a:pt x="595233" y="88097"/>
                  </a:cubicBezTo>
                  <a:cubicBezTo>
                    <a:pt x="612051" y="45582"/>
                    <a:pt x="629076" y="-5614"/>
                    <a:pt x="653278" y="1867"/>
                  </a:cubicBezTo>
                  <a:cubicBezTo>
                    <a:pt x="677480" y="9348"/>
                    <a:pt x="690517" y="-43328"/>
                    <a:pt x="740447" y="132986"/>
                  </a:cubicBezTo>
                  <a:cubicBezTo>
                    <a:pt x="790377" y="309300"/>
                    <a:pt x="943654" y="1029586"/>
                    <a:pt x="952856" y="1059753"/>
                  </a:cubicBezTo>
                </a:path>
              </a:pathLst>
            </a:custGeom>
            <a:noFill/>
            <a:ln w="31750" cap="rnd" cmpd="sng" algn="ctr">
              <a:solidFill>
                <a:srgbClr val="00B050"/>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328" name="Straight Connector 327">
              <a:extLst>
                <a:ext uri="{FF2B5EF4-FFF2-40B4-BE49-F238E27FC236}">
                  <a16:creationId xmlns:a16="http://schemas.microsoft.com/office/drawing/2014/main" id="{DEC42275-ADA9-9EA9-CB08-138620D5DC17}"/>
                </a:ext>
              </a:extLst>
            </p:cNvPr>
            <p:cNvCxnSpPr/>
            <p:nvPr/>
          </p:nvCxnSpPr>
          <p:spPr>
            <a:xfrm flipV="1">
              <a:off x="8037223" y="3373068"/>
              <a:ext cx="650637" cy="3220"/>
            </a:xfrm>
            <a:prstGeom prst="line">
              <a:avLst/>
            </a:prstGeom>
            <a:noFill/>
            <a:ln w="12700" cap="flat" cmpd="sng" algn="ctr">
              <a:solidFill>
                <a:srgbClr val="FF0000"/>
              </a:solidFill>
              <a:prstDash val="solid"/>
            </a:ln>
            <a:effectLst/>
          </p:spPr>
        </p:cxnSp>
        <p:cxnSp>
          <p:nvCxnSpPr>
            <p:cNvPr id="329" name="Straight Connector 328">
              <a:extLst>
                <a:ext uri="{FF2B5EF4-FFF2-40B4-BE49-F238E27FC236}">
                  <a16:creationId xmlns:a16="http://schemas.microsoft.com/office/drawing/2014/main" id="{12535A8D-A219-6D65-E551-E7E4DFFE9D7B}"/>
                </a:ext>
              </a:extLst>
            </p:cNvPr>
            <p:cNvCxnSpPr/>
            <p:nvPr/>
          </p:nvCxnSpPr>
          <p:spPr>
            <a:xfrm flipV="1">
              <a:off x="8140679" y="2576460"/>
              <a:ext cx="650637" cy="3220"/>
            </a:xfrm>
            <a:prstGeom prst="line">
              <a:avLst/>
            </a:prstGeom>
            <a:noFill/>
            <a:ln w="12700" cap="flat" cmpd="sng" algn="ctr">
              <a:solidFill>
                <a:srgbClr val="FF0000"/>
              </a:solidFill>
              <a:prstDash val="solid"/>
            </a:ln>
            <a:effectLst/>
          </p:spPr>
        </p:cxnSp>
        <p:sp>
          <p:nvSpPr>
            <p:cNvPr id="330" name="TextBox 329">
              <a:extLst>
                <a:ext uri="{FF2B5EF4-FFF2-40B4-BE49-F238E27FC236}">
                  <a16:creationId xmlns:a16="http://schemas.microsoft.com/office/drawing/2014/main" id="{7888F02C-6A02-0759-F12D-C7BDEC0CC9D0}"/>
                </a:ext>
              </a:extLst>
            </p:cNvPr>
            <p:cNvSpPr txBox="1"/>
            <p:nvPr/>
          </p:nvSpPr>
          <p:spPr>
            <a:xfrm rot="16200000">
              <a:off x="7754646" y="3796319"/>
              <a:ext cx="588798" cy="3258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PSO</a:t>
              </a:r>
            </a:p>
          </p:txBody>
        </p:sp>
        <p:sp>
          <p:nvSpPr>
            <p:cNvPr id="331" name="TextBox 330">
              <a:extLst>
                <a:ext uri="{FF2B5EF4-FFF2-40B4-BE49-F238E27FC236}">
                  <a16:creationId xmlns:a16="http://schemas.microsoft.com/office/drawing/2014/main" id="{B193EFF1-568D-B127-D6BC-E0E5DDD8654B}"/>
                </a:ext>
              </a:extLst>
            </p:cNvPr>
            <p:cNvSpPr txBox="1"/>
            <p:nvPr/>
          </p:nvSpPr>
          <p:spPr>
            <a:xfrm rot="16200000">
              <a:off x="7615991" y="3817820"/>
              <a:ext cx="588798" cy="3258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NSO</a:t>
              </a:r>
            </a:p>
          </p:txBody>
        </p:sp>
        <p:cxnSp>
          <p:nvCxnSpPr>
            <p:cNvPr id="332" name="Straight Connector 331">
              <a:extLst>
                <a:ext uri="{FF2B5EF4-FFF2-40B4-BE49-F238E27FC236}">
                  <a16:creationId xmlns:a16="http://schemas.microsoft.com/office/drawing/2014/main" id="{A326CE0B-EB73-BA76-616E-47A2C8D71676}"/>
                </a:ext>
              </a:extLst>
            </p:cNvPr>
            <p:cNvCxnSpPr/>
            <p:nvPr/>
          </p:nvCxnSpPr>
          <p:spPr>
            <a:xfrm flipH="1">
              <a:off x="7810611" y="1646118"/>
              <a:ext cx="548640" cy="0"/>
            </a:xfrm>
            <a:prstGeom prst="line">
              <a:avLst/>
            </a:prstGeom>
            <a:noFill/>
            <a:ln w="12700" cap="rnd" cmpd="sng" algn="ctr">
              <a:solidFill>
                <a:srgbClr val="002060"/>
              </a:solidFill>
              <a:prstDash val="solid"/>
              <a:round/>
            </a:ln>
            <a:effectLst/>
          </p:spPr>
        </p:cxnSp>
        <p:cxnSp>
          <p:nvCxnSpPr>
            <p:cNvPr id="333" name="Straight Connector 332">
              <a:extLst>
                <a:ext uri="{FF2B5EF4-FFF2-40B4-BE49-F238E27FC236}">
                  <a16:creationId xmlns:a16="http://schemas.microsoft.com/office/drawing/2014/main" id="{AD71D340-C955-37D1-0450-7399D372453D}"/>
                </a:ext>
              </a:extLst>
            </p:cNvPr>
            <p:cNvCxnSpPr/>
            <p:nvPr/>
          </p:nvCxnSpPr>
          <p:spPr>
            <a:xfrm flipH="1">
              <a:off x="7929739" y="3624028"/>
              <a:ext cx="726013" cy="0"/>
            </a:xfrm>
            <a:prstGeom prst="line">
              <a:avLst/>
            </a:prstGeom>
            <a:noFill/>
            <a:ln w="12700" cap="rnd" cmpd="sng" algn="ctr">
              <a:solidFill>
                <a:srgbClr val="00B050"/>
              </a:solidFill>
              <a:prstDash val="solid"/>
              <a:round/>
            </a:ln>
            <a:effectLst/>
          </p:spPr>
        </p:cxnSp>
        <p:sp>
          <p:nvSpPr>
            <p:cNvPr id="334" name="Left Brace 55">
              <a:extLst>
                <a:ext uri="{FF2B5EF4-FFF2-40B4-BE49-F238E27FC236}">
                  <a16:creationId xmlns:a16="http://schemas.microsoft.com/office/drawing/2014/main" id="{7F42A653-BCC0-3AF5-D4F5-82DB19D3AFF2}"/>
                </a:ext>
              </a:extLst>
            </p:cNvPr>
            <p:cNvSpPr/>
            <p:nvPr/>
          </p:nvSpPr>
          <p:spPr>
            <a:xfrm rot="16200000">
              <a:off x="7735049" y="3689288"/>
              <a:ext cx="269649" cy="106847"/>
            </a:xfrm>
            <a:custGeom>
              <a:avLst/>
              <a:gdLst>
                <a:gd name="connsiteX0" fmla="*/ 113947 w 113947"/>
                <a:gd name="connsiteY0" fmla="*/ 116668 h 116668"/>
                <a:gd name="connsiteX1" fmla="*/ 56973 w 113947"/>
                <a:gd name="connsiteY1" fmla="*/ 107173 h 116668"/>
                <a:gd name="connsiteX2" fmla="*/ 56974 w 113947"/>
                <a:gd name="connsiteY2" fmla="*/ 72425 h 116668"/>
                <a:gd name="connsiteX3" fmla="*/ 0 w 113947"/>
                <a:gd name="connsiteY3" fmla="*/ 62930 h 116668"/>
                <a:gd name="connsiteX4" fmla="*/ 56974 w 113947"/>
                <a:gd name="connsiteY4" fmla="*/ 53435 h 116668"/>
                <a:gd name="connsiteX5" fmla="*/ 56974 w 113947"/>
                <a:gd name="connsiteY5" fmla="*/ 9495 h 116668"/>
                <a:gd name="connsiteX6" fmla="*/ 113948 w 113947"/>
                <a:gd name="connsiteY6" fmla="*/ 0 h 116668"/>
                <a:gd name="connsiteX7" fmla="*/ 113947 w 113947"/>
                <a:gd name="connsiteY7" fmla="*/ 116668 h 116668"/>
                <a:gd name="connsiteX0" fmla="*/ 113947 w 113947"/>
                <a:gd name="connsiteY0" fmla="*/ 116668 h 116668"/>
                <a:gd name="connsiteX1" fmla="*/ 56973 w 113947"/>
                <a:gd name="connsiteY1" fmla="*/ 107173 h 116668"/>
                <a:gd name="connsiteX2" fmla="*/ 56974 w 113947"/>
                <a:gd name="connsiteY2" fmla="*/ 72425 h 116668"/>
                <a:gd name="connsiteX3" fmla="*/ 0 w 113947"/>
                <a:gd name="connsiteY3" fmla="*/ 62930 h 116668"/>
                <a:gd name="connsiteX4" fmla="*/ 56974 w 113947"/>
                <a:gd name="connsiteY4" fmla="*/ 53435 h 116668"/>
                <a:gd name="connsiteX5" fmla="*/ 56974 w 113947"/>
                <a:gd name="connsiteY5" fmla="*/ 9495 h 116668"/>
                <a:gd name="connsiteX6" fmla="*/ 113948 w 113947"/>
                <a:gd name="connsiteY6" fmla="*/ 0 h 116668"/>
                <a:gd name="connsiteX0" fmla="*/ 113947 w 113948"/>
                <a:gd name="connsiteY0" fmla="*/ 116668 h 116668"/>
                <a:gd name="connsiteX1" fmla="*/ 56973 w 113948"/>
                <a:gd name="connsiteY1" fmla="*/ 107173 h 116668"/>
                <a:gd name="connsiteX2" fmla="*/ 56974 w 113948"/>
                <a:gd name="connsiteY2" fmla="*/ 72425 h 116668"/>
                <a:gd name="connsiteX3" fmla="*/ 0 w 113948"/>
                <a:gd name="connsiteY3" fmla="*/ 62930 h 116668"/>
                <a:gd name="connsiteX4" fmla="*/ 56974 w 113948"/>
                <a:gd name="connsiteY4" fmla="*/ 53435 h 116668"/>
                <a:gd name="connsiteX5" fmla="*/ 56974 w 113948"/>
                <a:gd name="connsiteY5" fmla="*/ 9495 h 116668"/>
                <a:gd name="connsiteX6" fmla="*/ 113948 w 113948"/>
                <a:gd name="connsiteY6" fmla="*/ 0 h 116668"/>
                <a:gd name="connsiteX7" fmla="*/ 113947 w 113948"/>
                <a:gd name="connsiteY7" fmla="*/ 116668 h 116668"/>
                <a:gd name="connsiteX0" fmla="*/ 113947 w 113948"/>
                <a:gd name="connsiteY0" fmla="*/ 116668 h 116668"/>
                <a:gd name="connsiteX1" fmla="*/ 56973 w 113948"/>
                <a:gd name="connsiteY1" fmla="*/ 107173 h 116668"/>
                <a:gd name="connsiteX2" fmla="*/ 56974 w 113948"/>
                <a:gd name="connsiteY2" fmla="*/ 72425 h 116668"/>
                <a:gd name="connsiteX3" fmla="*/ 27570 w 113948"/>
                <a:gd name="connsiteY3" fmla="*/ 62933 h 116668"/>
                <a:gd name="connsiteX4" fmla="*/ 56974 w 113948"/>
                <a:gd name="connsiteY4" fmla="*/ 53435 h 116668"/>
                <a:gd name="connsiteX5" fmla="*/ 56974 w 113948"/>
                <a:gd name="connsiteY5" fmla="*/ 9495 h 116668"/>
                <a:gd name="connsiteX6" fmla="*/ 113948 w 113948"/>
                <a:gd name="connsiteY6" fmla="*/ 0 h 11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948" h="116668" stroke="0" extrusionOk="0">
                  <a:moveTo>
                    <a:pt x="113947" y="116668"/>
                  </a:moveTo>
                  <a:cubicBezTo>
                    <a:pt x="82481" y="116668"/>
                    <a:pt x="56973" y="112417"/>
                    <a:pt x="56973" y="107173"/>
                  </a:cubicBezTo>
                  <a:cubicBezTo>
                    <a:pt x="56973" y="95590"/>
                    <a:pt x="56974" y="84008"/>
                    <a:pt x="56974" y="72425"/>
                  </a:cubicBezTo>
                  <a:cubicBezTo>
                    <a:pt x="56974" y="67181"/>
                    <a:pt x="31466" y="62930"/>
                    <a:pt x="0" y="62930"/>
                  </a:cubicBezTo>
                  <a:cubicBezTo>
                    <a:pt x="31466" y="62930"/>
                    <a:pt x="56974" y="58679"/>
                    <a:pt x="56974" y="53435"/>
                  </a:cubicBezTo>
                  <a:lnTo>
                    <a:pt x="56974" y="9495"/>
                  </a:lnTo>
                  <a:cubicBezTo>
                    <a:pt x="56974" y="4251"/>
                    <a:pt x="82482" y="0"/>
                    <a:pt x="113948" y="0"/>
                  </a:cubicBezTo>
                  <a:cubicBezTo>
                    <a:pt x="113948" y="38889"/>
                    <a:pt x="113947" y="77779"/>
                    <a:pt x="113947" y="116668"/>
                  </a:cubicBezTo>
                  <a:close/>
                </a:path>
                <a:path w="113948" h="116668" fill="none">
                  <a:moveTo>
                    <a:pt x="113947" y="116668"/>
                  </a:moveTo>
                  <a:cubicBezTo>
                    <a:pt x="82481" y="116668"/>
                    <a:pt x="56973" y="112417"/>
                    <a:pt x="56973" y="107173"/>
                  </a:cubicBezTo>
                  <a:cubicBezTo>
                    <a:pt x="56973" y="95590"/>
                    <a:pt x="61874" y="79798"/>
                    <a:pt x="56974" y="72425"/>
                  </a:cubicBezTo>
                  <a:cubicBezTo>
                    <a:pt x="52074" y="65052"/>
                    <a:pt x="59036" y="62933"/>
                    <a:pt x="27570" y="62933"/>
                  </a:cubicBezTo>
                  <a:cubicBezTo>
                    <a:pt x="59036" y="62933"/>
                    <a:pt x="56974" y="58679"/>
                    <a:pt x="56974" y="53435"/>
                  </a:cubicBezTo>
                  <a:lnTo>
                    <a:pt x="56974" y="9495"/>
                  </a:lnTo>
                  <a:cubicBezTo>
                    <a:pt x="56974" y="4251"/>
                    <a:pt x="82482" y="0"/>
                    <a:pt x="113948" y="0"/>
                  </a:cubicBezTo>
                </a:path>
              </a:pathLst>
            </a:custGeom>
            <a:noFill/>
            <a:ln w="19050"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335" name="Rectangle 334">
              <a:extLst>
                <a:ext uri="{FF2B5EF4-FFF2-40B4-BE49-F238E27FC236}">
                  <a16:creationId xmlns:a16="http://schemas.microsoft.com/office/drawing/2014/main" id="{109FB23F-0B1D-B0F9-3F9F-E90BDAB4715D}"/>
                </a:ext>
              </a:extLst>
            </p:cNvPr>
            <p:cNvSpPr/>
            <p:nvPr/>
          </p:nvSpPr>
          <p:spPr bwMode="auto">
            <a:xfrm>
              <a:off x="7825602" y="1554115"/>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1</a:t>
              </a:r>
            </a:p>
          </p:txBody>
        </p:sp>
        <p:sp>
          <p:nvSpPr>
            <p:cNvPr id="336" name="Rectangle 335">
              <a:extLst>
                <a:ext uri="{FF2B5EF4-FFF2-40B4-BE49-F238E27FC236}">
                  <a16:creationId xmlns:a16="http://schemas.microsoft.com/office/drawing/2014/main" id="{FE1D5630-F5F8-B8A1-A79F-4457826DBEC9}"/>
                </a:ext>
              </a:extLst>
            </p:cNvPr>
            <p:cNvSpPr/>
            <p:nvPr/>
          </p:nvSpPr>
          <p:spPr bwMode="auto">
            <a:xfrm>
              <a:off x="7956422" y="1545299"/>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2</a:t>
              </a:r>
            </a:p>
          </p:txBody>
        </p:sp>
        <p:sp>
          <p:nvSpPr>
            <p:cNvPr id="337" name="Rectangle 336">
              <a:extLst>
                <a:ext uri="{FF2B5EF4-FFF2-40B4-BE49-F238E27FC236}">
                  <a16:creationId xmlns:a16="http://schemas.microsoft.com/office/drawing/2014/main" id="{89A1F0F7-E8A0-4197-9627-8359D441EAE1}"/>
                </a:ext>
              </a:extLst>
            </p:cNvPr>
            <p:cNvSpPr/>
            <p:nvPr/>
          </p:nvSpPr>
          <p:spPr bwMode="auto">
            <a:xfrm>
              <a:off x="8097533" y="1545580"/>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3</a:t>
              </a:r>
            </a:p>
          </p:txBody>
        </p:sp>
        <p:sp>
          <p:nvSpPr>
            <p:cNvPr id="338" name="Rectangle 337">
              <a:extLst>
                <a:ext uri="{FF2B5EF4-FFF2-40B4-BE49-F238E27FC236}">
                  <a16:creationId xmlns:a16="http://schemas.microsoft.com/office/drawing/2014/main" id="{A2F8062A-A0DA-38E6-0B37-1F67C8465BE7}"/>
                </a:ext>
              </a:extLst>
            </p:cNvPr>
            <p:cNvSpPr/>
            <p:nvPr/>
          </p:nvSpPr>
          <p:spPr bwMode="auto">
            <a:xfrm>
              <a:off x="8250670" y="1553519"/>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4</a:t>
              </a:r>
            </a:p>
          </p:txBody>
        </p:sp>
        <p:sp>
          <p:nvSpPr>
            <p:cNvPr id="339" name="Rectangle 338">
              <a:extLst>
                <a:ext uri="{FF2B5EF4-FFF2-40B4-BE49-F238E27FC236}">
                  <a16:creationId xmlns:a16="http://schemas.microsoft.com/office/drawing/2014/main" id="{2058BCF8-69E4-3DD9-CE50-B380AEE30598}"/>
                </a:ext>
              </a:extLst>
            </p:cNvPr>
            <p:cNvSpPr/>
            <p:nvPr/>
          </p:nvSpPr>
          <p:spPr bwMode="auto">
            <a:xfrm>
              <a:off x="8072095" y="3664519"/>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2</a:t>
              </a:r>
            </a:p>
          </p:txBody>
        </p:sp>
        <p:sp>
          <p:nvSpPr>
            <p:cNvPr id="340" name="Rectangle 339">
              <a:extLst>
                <a:ext uri="{FF2B5EF4-FFF2-40B4-BE49-F238E27FC236}">
                  <a16:creationId xmlns:a16="http://schemas.microsoft.com/office/drawing/2014/main" id="{C8D55565-1B65-CEA0-F89B-D30F4A3D9AB4}"/>
                </a:ext>
              </a:extLst>
            </p:cNvPr>
            <p:cNvSpPr/>
            <p:nvPr/>
          </p:nvSpPr>
          <p:spPr bwMode="auto">
            <a:xfrm>
              <a:off x="8237727" y="3670061"/>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3</a:t>
              </a:r>
            </a:p>
          </p:txBody>
        </p:sp>
        <p:sp>
          <p:nvSpPr>
            <p:cNvPr id="341" name="Rectangle 340">
              <a:extLst>
                <a:ext uri="{FF2B5EF4-FFF2-40B4-BE49-F238E27FC236}">
                  <a16:creationId xmlns:a16="http://schemas.microsoft.com/office/drawing/2014/main" id="{D398C847-BB5F-EC6E-B15F-723C9289D904}"/>
                </a:ext>
              </a:extLst>
            </p:cNvPr>
            <p:cNvSpPr/>
            <p:nvPr/>
          </p:nvSpPr>
          <p:spPr bwMode="auto">
            <a:xfrm>
              <a:off x="8485873" y="3671824"/>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4</a:t>
              </a:r>
            </a:p>
          </p:txBody>
        </p:sp>
        <p:cxnSp>
          <p:nvCxnSpPr>
            <p:cNvPr id="342" name="Straight Connector 341">
              <a:extLst>
                <a:ext uri="{FF2B5EF4-FFF2-40B4-BE49-F238E27FC236}">
                  <a16:creationId xmlns:a16="http://schemas.microsoft.com/office/drawing/2014/main" id="{E015A734-9C60-1978-4AAC-B54927D86940}"/>
                </a:ext>
              </a:extLst>
            </p:cNvPr>
            <p:cNvCxnSpPr/>
            <p:nvPr/>
          </p:nvCxnSpPr>
          <p:spPr>
            <a:xfrm>
              <a:off x="10041437" y="3014901"/>
              <a:ext cx="171229" cy="2722"/>
            </a:xfrm>
            <a:prstGeom prst="line">
              <a:avLst/>
            </a:prstGeom>
            <a:noFill/>
            <a:ln w="25400" cap="rnd" cmpd="sng" algn="ctr">
              <a:solidFill>
                <a:srgbClr val="00407A"/>
              </a:solidFill>
              <a:prstDash val="solid"/>
            </a:ln>
            <a:effectLst/>
          </p:spPr>
        </p:cxnSp>
        <p:sp>
          <p:nvSpPr>
            <p:cNvPr id="343" name="Freeform 343">
              <a:extLst>
                <a:ext uri="{FF2B5EF4-FFF2-40B4-BE49-F238E27FC236}">
                  <a16:creationId xmlns:a16="http://schemas.microsoft.com/office/drawing/2014/main" id="{9F7BD61C-A4FD-4DE5-EB1C-FF1CC7F1CAE2}"/>
                </a:ext>
              </a:extLst>
            </p:cNvPr>
            <p:cNvSpPr/>
            <p:nvPr/>
          </p:nvSpPr>
          <p:spPr>
            <a:xfrm>
              <a:off x="10044783" y="3058099"/>
              <a:ext cx="165970" cy="45719"/>
            </a:xfrm>
            <a:custGeom>
              <a:avLst/>
              <a:gdLst>
                <a:gd name="connsiteX0" fmla="*/ 0 w 232228"/>
                <a:gd name="connsiteY0" fmla="*/ 48451 h 62965"/>
                <a:gd name="connsiteX1" fmla="*/ 87086 w 232228"/>
                <a:gd name="connsiteY1" fmla="*/ 2489 h 62965"/>
                <a:gd name="connsiteX2" fmla="*/ 169333 w 232228"/>
                <a:gd name="connsiteY2" fmla="*/ 12165 h 62965"/>
                <a:gd name="connsiteX3" fmla="*/ 232228 w 232228"/>
                <a:gd name="connsiteY3" fmla="*/ 62965 h 62965"/>
                <a:gd name="connsiteX4" fmla="*/ 232228 w 232228"/>
                <a:gd name="connsiteY4" fmla="*/ 62965 h 62965"/>
                <a:gd name="connsiteX0" fmla="*/ 0 w 232228"/>
                <a:gd name="connsiteY0" fmla="*/ 48451 h 62965"/>
                <a:gd name="connsiteX1" fmla="*/ 87086 w 232228"/>
                <a:gd name="connsiteY1" fmla="*/ 2489 h 62965"/>
                <a:gd name="connsiteX2" fmla="*/ 169334 w 232228"/>
                <a:gd name="connsiteY2" fmla="*/ 12165 h 62965"/>
                <a:gd name="connsiteX3" fmla="*/ 232228 w 232228"/>
                <a:gd name="connsiteY3" fmla="*/ 62965 h 62965"/>
                <a:gd name="connsiteX4" fmla="*/ 232228 w 232228"/>
                <a:gd name="connsiteY4" fmla="*/ 62965 h 62965"/>
                <a:gd name="connsiteX0" fmla="*/ 0 w 232228"/>
                <a:gd name="connsiteY0" fmla="*/ 41608 h 56122"/>
                <a:gd name="connsiteX1" fmla="*/ 87086 w 232228"/>
                <a:gd name="connsiteY1" fmla="*/ 5640 h 56122"/>
                <a:gd name="connsiteX2" fmla="*/ 169334 w 232228"/>
                <a:gd name="connsiteY2" fmla="*/ 5322 h 56122"/>
                <a:gd name="connsiteX3" fmla="*/ 232228 w 232228"/>
                <a:gd name="connsiteY3" fmla="*/ 56122 h 56122"/>
                <a:gd name="connsiteX4" fmla="*/ 232228 w 232228"/>
                <a:gd name="connsiteY4" fmla="*/ 56122 h 56122"/>
                <a:gd name="connsiteX0" fmla="*/ 0 w 232228"/>
                <a:gd name="connsiteY0" fmla="*/ 37491 h 52005"/>
                <a:gd name="connsiteX1" fmla="*/ 87086 w 232228"/>
                <a:gd name="connsiteY1" fmla="*/ 1523 h 52005"/>
                <a:gd name="connsiteX2" fmla="*/ 169334 w 232228"/>
                <a:gd name="connsiteY2" fmla="*/ 11199 h 52005"/>
                <a:gd name="connsiteX3" fmla="*/ 232228 w 232228"/>
                <a:gd name="connsiteY3" fmla="*/ 52005 h 52005"/>
                <a:gd name="connsiteX4" fmla="*/ 232228 w 232228"/>
                <a:gd name="connsiteY4" fmla="*/ 52005 h 52005"/>
                <a:gd name="connsiteX0" fmla="*/ 0 w 234524"/>
                <a:gd name="connsiteY0" fmla="*/ 37491 h 54282"/>
                <a:gd name="connsiteX1" fmla="*/ 87086 w 234524"/>
                <a:gd name="connsiteY1" fmla="*/ 1523 h 54282"/>
                <a:gd name="connsiteX2" fmla="*/ 169334 w 234524"/>
                <a:gd name="connsiteY2" fmla="*/ 11199 h 54282"/>
                <a:gd name="connsiteX3" fmla="*/ 232228 w 234524"/>
                <a:gd name="connsiteY3" fmla="*/ 52005 h 54282"/>
                <a:gd name="connsiteX4" fmla="*/ 219502 w 234524"/>
                <a:gd name="connsiteY4" fmla="*/ 48674 h 54282"/>
                <a:gd name="connsiteX0" fmla="*/ 0 w 233146"/>
                <a:gd name="connsiteY0" fmla="*/ 37491 h 53603"/>
                <a:gd name="connsiteX1" fmla="*/ 87086 w 233146"/>
                <a:gd name="connsiteY1" fmla="*/ 1523 h 53603"/>
                <a:gd name="connsiteX2" fmla="*/ 169334 w 233146"/>
                <a:gd name="connsiteY2" fmla="*/ 11199 h 53603"/>
                <a:gd name="connsiteX3" fmla="*/ 232228 w 233146"/>
                <a:gd name="connsiteY3" fmla="*/ 52005 h 53603"/>
                <a:gd name="connsiteX4" fmla="*/ 206777 w 233146"/>
                <a:gd name="connsiteY4" fmla="*/ 45342 h 53603"/>
                <a:gd name="connsiteX0" fmla="*/ 0 w 232228"/>
                <a:gd name="connsiteY0" fmla="*/ 37491 h 52005"/>
                <a:gd name="connsiteX1" fmla="*/ 87086 w 232228"/>
                <a:gd name="connsiteY1" fmla="*/ 1523 h 52005"/>
                <a:gd name="connsiteX2" fmla="*/ 169334 w 232228"/>
                <a:gd name="connsiteY2" fmla="*/ 11199 h 52005"/>
                <a:gd name="connsiteX3" fmla="*/ 232228 w 232228"/>
                <a:gd name="connsiteY3" fmla="*/ 52005 h 52005"/>
              </a:gdLst>
              <a:ahLst/>
              <a:cxnLst>
                <a:cxn ang="0">
                  <a:pos x="connsiteX0" y="connsiteY0"/>
                </a:cxn>
                <a:cxn ang="0">
                  <a:pos x="connsiteX1" y="connsiteY1"/>
                </a:cxn>
                <a:cxn ang="0">
                  <a:pos x="connsiteX2" y="connsiteY2"/>
                </a:cxn>
                <a:cxn ang="0">
                  <a:pos x="connsiteX3" y="connsiteY3"/>
                </a:cxn>
              </a:cxnLst>
              <a:rect l="l" t="t" r="r" b="b"/>
              <a:pathLst>
                <a:path w="232228" h="52005">
                  <a:moveTo>
                    <a:pt x="0" y="37491"/>
                  </a:moveTo>
                  <a:cubicBezTo>
                    <a:pt x="29432" y="17534"/>
                    <a:pt x="58864" y="5905"/>
                    <a:pt x="87086" y="1523"/>
                  </a:cubicBezTo>
                  <a:cubicBezTo>
                    <a:pt x="115308" y="-2859"/>
                    <a:pt x="145144" y="2785"/>
                    <a:pt x="169334" y="11199"/>
                  </a:cubicBezTo>
                  <a:cubicBezTo>
                    <a:pt x="193524" y="19613"/>
                    <a:pt x="225988" y="46315"/>
                    <a:pt x="232228" y="52005"/>
                  </a:cubicBezTo>
                </a:path>
              </a:pathLst>
            </a:custGeom>
            <a:noFill/>
            <a:ln w="22225" cap="rnd" cmpd="sng" algn="ctr">
              <a:solidFill>
                <a:srgbClr val="00407A"/>
              </a:solidFill>
              <a:prstDash val="solid"/>
              <a:roun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344" name="Straight Connector 343">
              <a:extLst>
                <a:ext uri="{FF2B5EF4-FFF2-40B4-BE49-F238E27FC236}">
                  <a16:creationId xmlns:a16="http://schemas.microsoft.com/office/drawing/2014/main" id="{D103F839-3204-1AF1-F908-DF99523437FA}"/>
                </a:ext>
              </a:extLst>
            </p:cNvPr>
            <p:cNvCxnSpPr/>
            <p:nvPr/>
          </p:nvCxnSpPr>
          <p:spPr>
            <a:xfrm flipH="1" flipV="1">
              <a:off x="10131087" y="3068718"/>
              <a:ext cx="2632" cy="808819"/>
            </a:xfrm>
            <a:prstGeom prst="line">
              <a:avLst/>
            </a:prstGeom>
            <a:noFill/>
            <a:ln w="25400" cap="rnd" cmpd="sng" algn="ctr">
              <a:solidFill>
                <a:srgbClr val="00407A"/>
              </a:solidFill>
              <a:prstDash val="solid"/>
            </a:ln>
            <a:effectLst/>
          </p:spPr>
        </p:cxnSp>
        <p:cxnSp>
          <p:nvCxnSpPr>
            <p:cNvPr id="345" name="Straight Connector 344">
              <a:extLst>
                <a:ext uri="{FF2B5EF4-FFF2-40B4-BE49-F238E27FC236}">
                  <a16:creationId xmlns:a16="http://schemas.microsoft.com/office/drawing/2014/main" id="{3D2B9410-0719-B7B0-3B21-0A48D8419F60}"/>
                </a:ext>
              </a:extLst>
            </p:cNvPr>
            <p:cNvCxnSpPr/>
            <p:nvPr/>
          </p:nvCxnSpPr>
          <p:spPr>
            <a:xfrm flipH="1" flipV="1">
              <a:off x="10128156" y="2806277"/>
              <a:ext cx="1517" cy="197002"/>
            </a:xfrm>
            <a:prstGeom prst="line">
              <a:avLst/>
            </a:prstGeom>
            <a:noFill/>
            <a:ln w="25400" cap="rnd" cmpd="sng" algn="ctr">
              <a:solidFill>
                <a:srgbClr val="00407A"/>
              </a:solidFill>
              <a:prstDash val="solid"/>
            </a:ln>
            <a:effectLst/>
          </p:spPr>
        </p:cxnSp>
        <p:sp>
          <p:nvSpPr>
            <p:cNvPr id="346" name="Oval 345">
              <a:extLst>
                <a:ext uri="{FF2B5EF4-FFF2-40B4-BE49-F238E27FC236}">
                  <a16:creationId xmlns:a16="http://schemas.microsoft.com/office/drawing/2014/main" id="{7D5DCC66-5649-0DF0-0C75-34A11973A875}"/>
                </a:ext>
              </a:extLst>
            </p:cNvPr>
            <p:cNvSpPr/>
            <p:nvPr/>
          </p:nvSpPr>
          <p:spPr>
            <a:xfrm>
              <a:off x="8962567" y="3477642"/>
              <a:ext cx="71179" cy="69470"/>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47" name="TextBox 346">
              <a:extLst>
                <a:ext uri="{FF2B5EF4-FFF2-40B4-BE49-F238E27FC236}">
                  <a16:creationId xmlns:a16="http://schemas.microsoft.com/office/drawing/2014/main" id="{2C33C5E8-CA87-03D6-3CF2-0598D280540B}"/>
                </a:ext>
              </a:extLst>
            </p:cNvPr>
            <p:cNvSpPr txBox="1"/>
            <p:nvPr/>
          </p:nvSpPr>
          <p:spPr>
            <a:xfrm>
              <a:off x="8567530" y="3462286"/>
              <a:ext cx="743782" cy="70788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Pre-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rPr>
                <a:t>Charge Path</a:t>
              </a:r>
              <a:endParaRPr kumimoji="0" lang="en-US" sz="1000" b="1" i="0" u="none" strike="noStrike" kern="0" cap="none" spc="0" normalizeH="0" baseline="-25000" noProof="0" smtClean="0">
                <a:ln>
                  <a:noFill/>
                </a:ln>
                <a:solidFill>
                  <a:srgbClr val="FF0000"/>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348" name="Oval 347">
              <a:extLst>
                <a:ext uri="{FF2B5EF4-FFF2-40B4-BE49-F238E27FC236}">
                  <a16:creationId xmlns:a16="http://schemas.microsoft.com/office/drawing/2014/main" id="{8A779690-5AFC-0FBC-B9F6-9E5CE2826598}"/>
                </a:ext>
              </a:extLst>
            </p:cNvPr>
            <p:cNvSpPr/>
            <p:nvPr/>
          </p:nvSpPr>
          <p:spPr>
            <a:xfrm>
              <a:off x="9894463" y="2770683"/>
              <a:ext cx="71179" cy="69470"/>
            </a:xfrm>
            <a:prstGeom prst="ellipse">
              <a:avLst/>
            </a:prstGeom>
            <a:solidFill>
              <a:srgbClr val="00407A"/>
            </a:solidFill>
            <a:ln w="10795" cap="flat" cmpd="sng" algn="ctr">
              <a:solidFill>
                <a:srgbClr val="00407A">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49" name="TextBox 348">
              <a:extLst>
                <a:ext uri="{FF2B5EF4-FFF2-40B4-BE49-F238E27FC236}">
                  <a16:creationId xmlns:a16="http://schemas.microsoft.com/office/drawing/2014/main" id="{8C5A9E33-96CB-6667-3B1E-35992C003AE4}"/>
                </a:ext>
              </a:extLst>
            </p:cNvPr>
            <p:cNvSpPr txBox="1"/>
            <p:nvPr/>
          </p:nvSpPr>
          <p:spPr>
            <a:xfrm>
              <a:off x="8665111" y="3277198"/>
              <a:ext cx="468225"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350" name="Straight Connector 349">
              <a:extLst>
                <a:ext uri="{FF2B5EF4-FFF2-40B4-BE49-F238E27FC236}">
                  <a16:creationId xmlns:a16="http://schemas.microsoft.com/office/drawing/2014/main" id="{FDA3868E-71F6-3448-DE9B-697943843F36}"/>
                </a:ext>
              </a:extLst>
            </p:cNvPr>
            <p:cNvCxnSpPr/>
            <p:nvPr/>
          </p:nvCxnSpPr>
          <p:spPr>
            <a:xfrm flipV="1">
              <a:off x="7877587" y="2006016"/>
              <a:ext cx="650637" cy="3220"/>
            </a:xfrm>
            <a:prstGeom prst="line">
              <a:avLst/>
            </a:prstGeom>
            <a:noFill/>
            <a:ln w="12700" cap="flat" cmpd="sng" algn="ctr">
              <a:solidFill>
                <a:srgbClr val="FF0000"/>
              </a:solidFill>
              <a:prstDash val="solid"/>
            </a:ln>
            <a:effectLst/>
          </p:spPr>
        </p:cxnSp>
        <p:cxnSp>
          <p:nvCxnSpPr>
            <p:cNvPr id="351" name="Straight Connector 350">
              <a:extLst>
                <a:ext uri="{FF2B5EF4-FFF2-40B4-BE49-F238E27FC236}">
                  <a16:creationId xmlns:a16="http://schemas.microsoft.com/office/drawing/2014/main" id="{3F2FDB31-ADA6-BC2C-B282-A878A242F6BC}"/>
                </a:ext>
              </a:extLst>
            </p:cNvPr>
            <p:cNvCxnSpPr/>
            <p:nvPr/>
          </p:nvCxnSpPr>
          <p:spPr>
            <a:xfrm>
              <a:off x="8182968" y="1622944"/>
              <a:ext cx="0" cy="1508760"/>
            </a:xfrm>
            <a:prstGeom prst="line">
              <a:avLst/>
            </a:prstGeom>
            <a:noFill/>
            <a:ln w="12700" cap="rnd" cmpd="sng" algn="ctr">
              <a:solidFill>
                <a:srgbClr val="002060"/>
              </a:solidFill>
              <a:prstDash val="solid"/>
              <a:round/>
            </a:ln>
            <a:effectLst/>
          </p:spPr>
        </p:cxnSp>
        <p:cxnSp>
          <p:nvCxnSpPr>
            <p:cNvPr id="352" name="Straight Connector 351">
              <a:extLst>
                <a:ext uri="{FF2B5EF4-FFF2-40B4-BE49-F238E27FC236}">
                  <a16:creationId xmlns:a16="http://schemas.microsoft.com/office/drawing/2014/main" id="{32121663-CEB8-5026-7BAD-F4FA0ED8C096}"/>
                </a:ext>
              </a:extLst>
            </p:cNvPr>
            <p:cNvCxnSpPr/>
            <p:nvPr/>
          </p:nvCxnSpPr>
          <p:spPr>
            <a:xfrm>
              <a:off x="8371389" y="1635585"/>
              <a:ext cx="0" cy="1847384"/>
            </a:xfrm>
            <a:prstGeom prst="line">
              <a:avLst/>
            </a:prstGeom>
            <a:noFill/>
            <a:ln w="12700" cap="rnd" cmpd="sng" algn="ctr">
              <a:solidFill>
                <a:srgbClr val="002060"/>
              </a:solidFill>
              <a:prstDash val="solid"/>
              <a:round/>
            </a:ln>
            <a:effectLst/>
          </p:spPr>
        </p:cxnSp>
        <p:cxnSp>
          <p:nvCxnSpPr>
            <p:cNvPr id="353" name="Straight Connector 352">
              <a:extLst>
                <a:ext uri="{FF2B5EF4-FFF2-40B4-BE49-F238E27FC236}">
                  <a16:creationId xmlns:a16="http://schemas.microsoft.com/office/drawing/2014/main" id="{55A89128-40D8-7F00-4A61-9A05E7EA7365}"/>
                </a:ext>
              </a:extLst>
            </p:cNvPr>
            <p:cNvCxnSpPr/>
            <p:nvPr/>
          </p:nvCxnSpPr>
          <p:spPr>
            <a:xfrm flipH="1" flipV="1">
              <a:off x="8064996" y="2684979"/>
              <a:ext cx="0" cy="917605"/>
            </a:xfrm>
            <a:prstGeom prst="line">
              <a:avLst/>
            </a:prstGeom>
            <a:noFill/>
            <a:ln w="19050" cap="rnd" cmpd="sng" algn="ctr">
              <a:solidFill>
                <a:srgbClr val="00B050"/>
              </a:solidFill>
              <a:prstDash val="sysDash"/>
              <a:round/>
            </a:ln>
            <a:effectLst/>
          </p:spPr>
        </p:cxnSp>
        <p:cxnSp>
          <p:nvCxnSpPr>
            <p:cNvPr id="354" name="Straight Connector 353">
              <a:extLst>
                <a:ext uri="{FF2B5EF4-FFF2-40B4-BE49-F238E27FC236}">
                  <a16:creationId xmlns:a16="http://schemas.microsoft.com/office/drawing/2014/main" id="{8CAA4B71-5856-0460-A7EF-69635506D00B}"/>
                </a:ext>
              </a:extLst>
            </p:cNvPr>
            <p:cNvCxnSpPr/>
            <p:nvPr/>
          </p:nvCxnSpPr>
          <p:spPr>
            <a:xfrm flipH="1" flipV="1">
              <a:off x="8153400" y="2403144"/>
              <a:ext cx="0" cy="1188720"/>
            </a:xfrm>
            <a:prstGeom prst="line">
              <a:avLst/>
            </a:prstGeom>
            <a:noFill/>
            <a:ln w="19050" cap="rnd" cmpd="sng" algn="ctr">
              <a:solidFill>
                <a:srgbClr val="00B050"/>
              </a:solidFill>
              <a:prstDash val="sysDash"/>
              <a:round/>
            </a:ln>
            <a:effectLst/>
          </p:spPr>
        </p:cxnSp>
        <p:cxnSp>
          <p:nvCxnSpPr>
            <p:cNvPr id="355" name="Straight Connector 354">
              <a:extLst>
                <a:ext uri="{FF2B5EF4-FFF2-40B4-BE49-F238E27FC236}">
                  <a16:creationId xmlns:a16="http://schemas.microsoft.com/office/drawing/2014/main" id="{3EE50864-17F9-F5C2-4606-E73D400D6A35}"/>
                </a:ext>
              </a:extLst>
            </p:cNvPr>
            <p:cNvCxnSpPr/>
            <p:nvPr/>
          </p:nvCxnSpPr>
          <p:spPr>
            <a:xfrm flipH="1" flipV="1">
              <a:off x="8396881" y="2377704"/>
              <a:ext cx="0" cy="1280160"/>
            </a:xfrm>
            <a:prstGeom prst="line">
              <a:avLst/>
            </a:prstGeom>
            <a:noFill/>
            <a:ln w="19050" cap="rnd" cmpd="sng" algn="ctr">
              <a:solidFill>
                <a:srgbClr val="00B050"/>
              </a:solidFill>
              <a:prstDash val="sysDash"/>
              <a:round/>
            </a:ln>
            <a:effectLst/>
          </p:spPr>
        </p:cxnSp>
        <p:cxnSp>
          <p:nvCxnSpPr>
            <p:cNvPr id="356" name="Straight Connector 355">
              <a:extLst>
                <a:ext uri="{FF2B5EF4-FFF2-40B4-BE49-F238E27FC236}">
                  <a16:creationId xmlns:a16="http://schemas.microsoft.com/office/drawing/2014/main" id="{835AD7C4-D83A-7296-FBBE-AF1B19D55381}"/>
                </a:ext>
              </a:extLst>
            </p:cNvPr>
            <p:cNvCxnSpPr/>
            <p:nvPr/>
          </p:nvCxnSpPr>
          <p:spPr>
            <a:xfrm flipH="1" flipV="1">
              <a:off x="8639372" y="2794711"/>
              <a:ext cx="0" cy="822960"/>
            </a:xfrm>
            <a:prstGeom prst="line">
              <a:avLst/>
            </a:prstGeom>
            <a:noFill/>
            <a:ln w="19050" cap="rnd" cmpd="sng" algn="ctr">
              <a:solidFill>
                <a:srgbClr val="00B050"/>
              </a:solidFill>
              <a:prstDash val="sysDash"/>
              <a:round/>
            </a:ln>
            <a:effectLst/>
          </p:spPr>
        </p:cxnSp>
        <p:sp>
          <p:nvSpPr>
            <p:cNvPr id="357" name="Left Brace 55">
              <a:extLst>
                <a:ext uri="{FF2B5EF4-FFF2-40B4-BE49-F238E27FC236}">
                  <a16:creationId xmlns:a16="http://schemas.microsoft.com/office/drawing/2014/main" id="{41D37BE7-4AD5-B68F-EFDE-43F06C0D3FE8}"/>
                </a:ext>
              </a:extLst>
            </p:cNvPr>
            <p:cNvSpPr/>
            <p:nvPr/>
          </p:nvSpPr>
          <p:spPr>
            <a:xfrm rot="16200000">
              <a:off x="7892220" y="3672896"/>
              <a:ext cx="220560" cy="135712"/>
            </a:xfrm>
            <a:custGeom>
              <a:avLst/>
              <a:gdLst>
                <a:gd name="connsiteX0" fmla="*/ 113947 w 113947"/>
                <a:gd name="connsiteY0" fmla="*/ 116668 h 116668"/>
                <a:gd name="connsiteX1" fmla="*/ 56973 w 113947"/>
                <a:gd name="connsiteY1" fmla="*/ 107173 h 116668"/>
                <a:gd name="connsiteX2" fmla="*/ 56974 w 113947"/>
                <a:gd name="connsiteY2" fmla="*/ 72425 h 116668"/>
                <a:gd name="connsiteX3" fmla="*/ 0 w 113947"/>
                <a:gd name="connsiteY3" fmla="*/ 62930 h 116668"/>
                <a:gd name="connsiteX4" fmla="*/ 56974 w 113947"/>
                <a:gd name="connsiteY4" fmla="*/ 53435 h 116668"/>
                <a:gd name="connsiteX5" fmla="*/ 56974 w 113947"/>
                <a:gd name="connsiteY5" fmla="*/ 9495 h 116668"/>
                <a:gd name="connsiteX6" fmla="*/ 113948 w 113947"/>
                <a:gd name="connsiteY6" fmla="*/ 0 h 116668"/>
                <a:gd name="connsiteX7" fmla="*/ 113947 w 113947"/>
                <a:gd name="connsiteY7" fmla="*/ 116668 h 116668"/>
                <a:gd name="connsiteX0" fmla="*/ 113947 w 113947"/>
                <a:gd name="connsiteY0" fmla="*/ 116668 h 116668"/>
                <a:gd name="connsiteX1" fmla="*/ 56973 w 113947"/>
                <a:gd name="connsiteY1" fmla="*/ 107173 h 116668"/>
                <a:gd name="connsiteX2" fmla="*/ 56974 w 113947"/>
                <a:gd name="connsiteY2" fmla="*/ 72425 h 116668"/>
                <a:gd name="connsiteX3" fmla="*/ 0 w 113947"/>
                <a:gd name="connsiteY3" fmla="*/ 62930 h 116668"/>
                <a:gd name="connsiteX4" fmla="*/ 56974 w 113947"/>
                <a:gd name="connsiteY4" fmla="*/ 53435 h 116668"/>
                <a:gd name="connsiteX5" fmla="*/ 56974 w 113947"/>
                <a:gd name="connsiteY5" fmla="*/ 9495 h 116668"/>
                <a:gd name="connsiteX6" fmla="*/ 113948 w 113947"/>
                <a:gd name="connsiteY6" fmla="*/ 0 h 116668"/>
                <a:gd name="connsiteX0" fmla="*/ 113947 w 113948"/>
                <a:gd name="connsiteY0" fmla="*/ 116668 h 116668"/>
                <a:gd name="connsiteX1" fmla="*/ 56973 w 113948"/>
                <a:gd name="connsiteY1" fmla="*/ 107173 h 116668"/>
                <a:gd name="connsiteX2" fmla="*/ 56974 w 113948"/>
                <a:gd name="connsiteY2" fmla="*/ 72425 h 116668"/>
                <a:gd name="connsiteX3" fmla="*/ 0 w 113948"/>
                <a:gd name="connsiteY3" fmla="*/ 62930 h 116668"/>
                <a:gd name="connsiteX4" fmla="*/ 56974 w 113948"/>
                <a:gd name="connsiteY4" fmla="*/ 53435 h 116668"/>
                <a:gd name="connsiteX5" fmla="*/ 56974 w 113948"/>
                <a:gd name="connsiteY5" fmla="*/ 9495 h 116668"/>
                <a:gd name="connsiteX6" fmla="*/ 113948 w 113948"/>
                <a:gd name="connsiteY6" fmla="*/ 0 h 116668"/>
                <a:gd name="connsiteX7" fmla="*/ 113947 w 113948"/>
                <a:gd name="connsiteY7" fmla="*/ 116668 h 116668"/>
                <a:gd name="connsiteX0" fmla="*/ 113947 w 113948"/>
                <a:gd name="connsiteY0" fmla="*/ 116668 h 116668"/>
                <a:gd name="connsiteX1" fmla="*/ 56973 w 113948"/>
                <a:gd name="connsiteY1" fmla="*/ 107173 h 116668"/>
                <a:gd name="connsiteX2" fmla="*/ 56974 w 113948"/>
                <a:gd name="connsiteY2" fmla="*/ 72425 h 116668"/>
                <a:gd name="connsiteX3" fmla="*/ 27570 w 113948"/>
                <a:gd name="connsiteY3" fmla="*/ 62933 h 116668"/>
                <a:gd name="connsiteX4" fmla="*/ 56974 w 113948"/>
                <a:gd name="connsiteY4" fmla="*/ 53435 h 116668"/>
                <a:gd name="connsiteX5" fmla="*/ 56974 w 113948"/>
                <a:gd name="connsiteY5" fmla="*/ 9495 h 116668"/>
                <a:gd name="connsiteX6" fmla="*/ 113948 w 113948"/>
                <a:gd name="connsiteY6" fmla="*/ 0 h 11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948" h="116668" stroke="0" extrusionOk="0">
                  <a:moveTo>
                    <a:pt x="113947" y="116668"/>
                  </a:moveTo>
                  <a:cubicBezTo>
                    <a:pt x="82481" y="116668"/>
                    <a:pt x="56973" y="112417"/>
                    <a:pt x="56973" y="107173"/>
                  </a:cubicBezTo>
                  <a:cubicBezTo>
                    <a:pt x="56973" y="95590"/>
                    <a:pt x="56974" y="84008"/>
                    <a:pt x="56974" y="72425"/>
                  </a:cubicBezTo>
                  <a:cubicBezTo>
                    <a:pt x="56974" y="67181"/>
                    <a:pt x="31466" y="62930"/>
                    <a:pt x="0" y="62930"/>
                  </a:cubicBezTo>
                  <a:cubicBezTo>
                    <a:pt x="31466" y="62930"/>
                    <a:pt x="56974" y="58679"/>
                    <a:pt x="56974" y="53435"/>
                  </a:cubicBezTo>
                  <a:lnTo>
                    <a:pt x="56974" y="9495"/>
                  </a:lnTo>
                  <a:cubicBezTo>
                    <a:pt x="56974" y="4251"/>
                    <a:pt x="82482" y="0"/>
                    <a:pt x="113948" y="0"/>
                  </a:cubicBezTo>
                  <a:cubicBezTo>
                    <a:pt x="113948" y="38889"/>
                    <a:pt x="113947" y="77779"/>
                    <a:pt x="113947" y="116668"/>
                  </a:cubicBezTo>
                  <a:close/>
                </a:path>
                <a:path w="113948" h="116668" fill="none">
                  <a:moveTo>
                    <a:pt x="113947" y="116668"/>
                  </a:moveTo>
                  <a:cubicBezTo>
                    <a:pt x="82481" y="116668"/>
                    <a:pt x="56973" y="112417"/>
                    <a:pt x="56973" y="107173"/>
                  </a:cubicBezTo>
                  <a:cubicBezTo>
                    <a:pt x="56973" y="95590"/>
                    <a:pt x="61874" y="79798"/>
                    <a:pt x="56974" y="72425"/>
                  </a:cubicBezTo>
                  <a:cubicBezTo>
                    <a:pt x="52074" y="65052"/>
                    <a:pt x="59036" y="62933"/>
                    <a:pt x="27570" y="62933"/>
                  </a:cubicBezTo>
                  <a:cubicBezTo>
                    <a:pt x="59036" y="62933"/>
                    <a:pt x="56974" y="58679"/>
                    <a:pt x="56974" y="53435"/>
                  </a:cubicBezTo>
                  <a:lnTo>
                    <a:pt x="56974" y="9495"/>
                  </a:lnTo>
                  <a:cubicBezTo>
                    <a:pt x="56974" y="4251"/>
                    <a:pt x="82482" y="0"/>
                    <a:pt x="113948" y="0"/>
                  </a:cubicBezTo>
                </a:path>
              </a:pathLst>
            </a:custGeom>
            <a:noFill/>
            <a:ln w="19050"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00407A"/>
                </a:solidFill>
                <a:effectLst/>
                <a:uLnTx/>
                <a:uFillTx/>
                <a:latin typeface="Arial"/>
                <a:ea typeface="+mn-ea"/>
                <a:cs typeface="+mn-cs"/>
              </a:endParaRPr>
            </a:p>
          </p:txBody>
        </p:sp>
        <p:sp>
          <p:nvSpPr>
            <p:cNvPr id="358" name="Rectangle 357">
              <a:extLst>
                <a:ext uri="{FF2B5EF4-FFF2-40B4-BE49-F238E27FC236}">
                  <a16:creationId xmlns:a16="http://schemas.microsoft.com/office/drawing/2014/main" id="{2B450A70-7245-05AF-8A69-D96D87DCAA93}"/>
                </a:ext>
              </a:extLst>
            </p:cNvPr>
            <p:cNvSpPr/>
            <p:nvPr/>
          </p:nvSpPr>
          <p:spPr bwMode="auto">
            <a:xfrm>
              <a:off x="7968875" y="3677421"/>
              <a:ext cx="84702" cy="84701"/>
            </a:xfrm>
            <a:prstGeom prst="rect">
              <a:avLst/>
            </a:prstGeom>
            <a:solidFill>
              <a:srgbClr val="00407A"/>
            </a:solidFill>
            <a:ln w="10795" cap="flat" cmpd="sng" algn="ctr">
              <a:solidFill>
                <a:srgbClr val="00407A"/>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rPr>
                <a:t>1</a:t>
              </a:r>
            </a:p>
          </p:txBody>
        </p:sp>
        <p:sp>
          <p:nvSpPr>
            <p:cNvPr id="359" name="TextBox 358">
              <a:extLst>
                <a:ext uri="{FF2B5EF4-FFF2-40B4-BE49-F238E27FC236}">
                  <a16:creationId xmlns:a16="http://schemas.microsoft.com/office/drawing/2014/main" id="{52CABE36-C75B-C249-1C55-573F62A968AE}"/>
                </a:ext>
              </a:extLst>
            </p:cNvPr>
            <p:cNvSpPr txBox="1"/>
            <p:nvPr/>
          </p:nvSpPr>
          <p:spPr>
            <a:xfrm>
              <a:off x="8812640" y="1649404"/>
              <a:ext cx="532375" cy="55399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2060"/>
                  </a:solidFill>
                  <a:effectLst/>
                  <a:uLnTx/>
                  <a:uFillTx/>
                  <a:latin typeface="Times New Roman" panose="02020603050405020304" pitchFamily="18" charset="0"/>
                  <a:cs typeface="Times New Roman" panose="02020603050405020304" pitchFamily="18" charset="0"/>
                </a:rPr>
                <a:t>NSO</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a:t>
              </a:r>
              <a:r>
                <a:rPr kumimoji="0" lang="en-US" sz="10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B050"/>
                  </a:solidFill>
                  <a:effectLst/>
                  <a:uLnTx/>
                  <a:uFillTx/>
                  <a:latin typeface="Times New Roman" panose="02020603050405020304" pitchFamily="18" charset="0"/>
                  <a:cs typeface="Times New Roman" panose="02020603050405020304" pitchFamily="18" charset="0"/>
                </a:rPr>
                <a:t>PSO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360" name="TextBox 359">
              <a:extLst>
                <a:ext uri="{FF2B5EF4-FFF2-40B4-BE49-F238E27FC236}">
                  <a16:creationId xmlns:a16="http://schemas.microsoft.com/office/drawing/2014/main" id="{B3443595-D501-2DC3-C0E8-CDBAB1D7F790}"/>
                </a:ext>
              </a:extLst>
            </p:cNvPr>
            <p:cNvSpPr txBox="1"/>
            <p:nvPr/>
          </p:nvSpPr>
          <p:spPr>
            <a:xfrm>
              <a:off x="10112499" y="2546698"/>
              <a:ext cx="63909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Output</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361" name="Straight Connector 360">
              <a:extLst>
                <a:ext uri="{FF2B5EF4-FFF2-40B4-BE49-F238E27FC236}">
                  <a16:creationId xmlns:a16="http://schemas.microsoft.com/office/drawing/2014/main" id="{7FA3E310-3D0C-163C-586D-DDCCCAA22872}"/>
                </a:ext>
              </a:extLst>
            </p:cNvPr>
            <p:cNvCxnSpPr/>
            <p:nvPr/>
          </p:nvCxnSpPr>
          <p:spPr>
            <a:xfrm>
              <a:off x="9441976" y="4264356"/>
              <a:ext cx="54864" cy="0"/>
            </a:xfrm>
            <a:prstGeom prst="line">
              <a:avLst/>
            </a:prstGeom>
            <a:noFill/>
            <a:ln w="25400" cap="rnd" cmpd="sng" algn="ctr">
              <a:solidFill>
                <a:srgbClr val="00407A"/>
              </a:solidFill>
              <a:prstDash val="solid"/>
              <a:round/>
            </a:ln>
            <a:effectLst/>
          </p:spPr>
        </p:cxnSp>
        <p:sp>
          <p:nvSpPr>
            <p:cNvPr id="362" name="Rectangle 361">
              <a:extLst>
                <a:ext uri="{FF2B5EF4-FFF2-40B4-BE49-F238E27FC236}">
                  <a16:creationId xmlns:a16="http://schemas.microsoft.com/office/drawing/2014/main" id="{CA99BC3B-0CE9-ABE3-84C3-027AB67F08DC}"/>
                </a:ext>
              </a:extLst>
            </p:cNvPr>
            <p:cNvSpPr/>
            <p:nvPr/>
          </p:nvSpPr>
          <p:spPr>
            <a:xfrm rot="17195305">
              <a:off x="8246452" y="1706867"/>
              <a:ext cx="453970" cy="24622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2060"/>
                  </a:solidFill>
                  <a:effectLst/>
                  <a:uLnTx/>
                  <a:uFillTx/>
                  <a:latin typeface="Times New Roman" panose="02020603050405020304" pitchFamily="18" charset="0"/>
                  <a:cs typeface="Times New Roman" panose="02020603050405020304" pitchFamily="18" charset="0"/>
                </a:rPr>
                <a:t>NSO</a:t>
              </a:r>
            </a:p>
          </p:txBody>
        </p:sp>
        <p:sp>
          <p:nvSpPr>
            <p:cNvPr id="363" name="Rectangle 362">
              <a:extLst>
                <a:ext uri="{FF2B5EF4-FFF2-40B4-BE49-F238E27FC236}">
                  <a16:creationId xmlns:a16="http://schemas.microsoft.com/office/drawing/2014/main" id="{71DF0DBC-5728-C1E6-991A-BCE79E7255B4}"/>
                </a:ext>
              </a:extLst>
            </p:cNvPr>
            <p:cNvSpPr/>
            <p:nvPr/>
          </p:nvSpPr>
          <p:spPr>
            <a:xfrm rot="17195305">
              <a:off x="8506401" y="2307148"/>
              <a:ext cx="444352" cy="246221"/>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B050"/>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B050"/>
                  </a:solidFill>
                  <a:effectLst/>
                  <a:uLnTx/>
                  <a:uFillTx/>
                  <a:latin typeface="Times New Roman" panose="02020603050405020304" pitchFamily="18" charset="0"/>
                  <a:cs typeface="Times New Roman" panose="02020603050405020304" pitchFamily="18" charset="0"/>
                </a:rPr>
                <a:t>PSO</a:t>
              </a:r>
            </a:p>
          </p:txBody>
        </p:sp>
        <p:sp>
          <p:nvSpPr>
            <p:cNvPr id="364" name="TextBox 363">
              <a:extLst>
                <a:ext uri="{FF2B5EF4-FFF2-40B4-BE49-F238E27FC236}">
                  <a16:creationId xmlns:a16="http://schemas.microsoft.com/office/drawing/2014/main" id="{5766089D-508C-9969-1456-8833017E67C4}"/>
                </a:ext>
              </a:extLst>
            </p:cNvPr>
            <p:cNvSpPr txBox="1"/>
            <p:nvPr/>
          </p:nvSpPr>
          <p:spPr>
            <a:xfrm rot="18176675">
              <a:off x="8469829" y="3033532"/>
              <a:ext cx="468225"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365" name="Straight Connector 364">
              <a:extLst>
                <a:ext uri="{FF2B5EF4-FFF2-40B4-BE49-F238E27FC236}">
                  <a16:creationId xmlns:a16="http://schemas.microsoft.com/office/drawing/2014/main" id="{F7E3C4A2-301C-0ED8-18C5-13AA99160AA5}"/>
                </a:ext>
              </a:extLst>
            </p:cNvPr>
            <p:cNvCxnSpPr/>
            <p:nvPr/>
          </p:nvCxnSpPr>
          <p:spPr>
            <a:xfrm>
              <a:off x="9165008" y="3274816"/>
              <a:ext cx="0" cy="475488"/>
            </a:xfrm>
            <a:prstGeom prst="line">
              <a:avLst/>
            </a:prstGeom>
            <a:noFill/>
            <a:ln w="31750" cap="rnd" cmpd="sng" algn="ctr">
              <a:solidFill>
                <a:srgbClr val="FF0000"/>
              </a:solidFill>
              <a:prstDash val="solid"/>
            </a:ln>
            <a:effectLst/>
          </p:spPr>
        </p:cxnSp>
        <p:cxnSp>
          <p:nvCxnSpPr>
            <p:cNvPr id="366" name="Straight Connector 365">
              <a:extLst>
                <a:ext uri="{FF2B5EF4-FFF2-40B4-BE49-F238E27FC236}">
                  <a16:creationId xmlns:a16="http://schemas.microsoft.com/office/drawing/2014/main" id="{78586792-B010-B212-2D5F-FC9B0C3696D6}"/>
                </a:ext>
              </a:extLst>
            </p:cNvPr>
            <p:cNvCxnSpPr/>
            <p:nvPr/>
          </p:nvCxnSpPr>
          <p:spPr>
            <a:xfrm>
              <a:off x="9978603" y="2228644"/>
              <a:ext cx="0" cy="457200"/>
            </a:xfrm>
            <a:prstGeom prst="line">
              <a:avLst/>
            </a:prstGeom>
            <a:noFill/>
            <a:ln w="31750" cap="rnd" cmpd="sng" algn="ctr">
              <a:solidFill>
                <a:srgbClr val="00B050"/>
              </a:solidFill>
              <a:prstDash val="sysDash"/>
            </a:ln>
            <a:effectLst/>
          </p:spPr>
        </p:cxnSp>
        <p:cxnSp>
          <p:nvCxnSpPr>
            <p:cNvPr id="367" name="Straight Connector 366">
              <a:extLst>
                <a:ext uri="{FF2B5EF4-FFF2-40B4-BE49-F238E27FC236}">
                  <a16:creationId xmlns:a16="http://schemas.microsoft.com/office/drawing/2014/main" id="{292A6425-9DBD-6B2D-78C0-27FB331C4795}"/>
                </a:ext>
              </a:extLst>
            </p:cNvPr>
            <p:cNvCxnSpPr/>
            <p:nvPr/>
          </p:nvCxnSpPr>
          <p:spPr>
            <a:xfrm>
              <a:off x="9168596" y="2335213"/>
              <a:ext cx="246888" cy="0"/>
            </a:xfrm>
            <a:prstGeom prst="line">
              <a:avLst/>
            </a:prstGeom>
            <a:noFill/>
            <a:ln w="31750" cap="rnd" cmpd="sng" algn="ctr">
              <a:solidFill>
                <a:srgbClr val="FF0000"/>
              </a:solidFill>
              <a:prstDash val="solid"/>
            </a:ln>
            <a:effectLst/>
          </p:spPr>
        </p:cxnSp>
        <p:cxnSp>
          <p:nvCxnSpPr>
            <p:cNvPr id="368" name="Straight Connector 367">
              <a:extLst>
                <a:ext uri="{FF2B5EF4-FFF2-40B4-BE49-F238E27FC236}">
                  <a16:creationId xmlns:a16="http://schemas.microsoft.com/office/drawing/2014/main" id="{854F749F-A1CF-A017-7892-65FD7D8BC7A9}"/>
                </a:ext>
              </a:extLst>
            </p:cNvPr>
            <p:cNvCxnSpPr/>
            <p:nvPr/>
          </p:nvCxnSpPr>
          <p:spPr>
            <a:xfrm>
              <a:off x="9165802" y="2149270"/>
              <a:ext cx="0" cy="182880"/>
            </a:xfrm>
            <a:prstGeom prst="line">
              <a:avLst/>
            </a:prstGeom>
            <a:noFill/>
            <a:ln w="31750" cap="rnd" cmpd="sng" algn="ctr">
              <a:solidFill>
                <a:srgbClr val="FF0000"/>
              </a:solidFill>
              <a:prstDash val="solid"/>
            </a:ln>
            <a:effectLst/>
          </p:spPr>
        </p:cxnSp>
        <p:cxnSp>
          <p:nvCxnSpPr>
            <p:cNvPr id="369" name="Straight Connector 368">
              <a:extLst>
                <a:ext uri="{FF2B5EF4-FFF2-40B4-BE49-F238E27FC236}">
                  <a16:creationId xmlns:a16="http://schemas.microsoft.com/office/drawing/2014/main" id="{B8F8A9DB-DBD8-0CAC-EDD0-198890F79D04}"/>
                </a:ext>
              </a:extLst>
            </p:cNvPr>
            <p:cNvCxnSpPr/>
            <p:nvPr/>
          </p:nvCxnSpPr>
          <p:spPr>
            <a:xfrm>
              <a:off x="9399958" y="3759789"/>
              <a:ext cx="0" cy="365760"/>
            </a:xfrm>
            <a:prstGeom prst="line">
              <a:avLst/>
            </a:prstGeom>
            <a:noFill/>
            <a:ln w="31750" cap="rnd" cmpd="sng" algn="ctr">
              <a:solidFill>
                <a:srgbClr val="FF0000"/>
              </a:solidFill>
              <a:prstDash val="solid"/>
              <a:tailEnd type="triangle"/>
            </a:ln>
            <a:effectLst/>
          </p:spPr>
        </p:cxnSp>
        <p:cxnSp>
          <p:nvCxnSpPr>
            <p:cNvPr id="370" name="Straight Connector 369">
              <a:extLst>
                <a:ext uri="{FF2B5EF4-FFF2-40B4-BE49-F238E27FC236}">
                  <a16:creationId xmlns:a16="http://schemas.microsoft.com/office/drawing/2014/main" id="{995F544F-1751-C707-97FB-499152AA5B21}"/>
                </a:ext>
              </a:extLst>
            </p:cNvPr>
            <p:cNvCxnSpPr/>
            <p:nvPr/>
          </p:nvCxnSpPr>
          <p:spPr>
            <a:xfrm>
              <a:off x="9413082" y="2870201"/>
              <a:ext cx="640080" cy="0"/>
            </a:xfrm>
            <a:prstGeom prst="line">
              <a:avLst/>
            </a:prstGeom>
            <a:noFill/>
            <a:ln w="31750" cap="rnd" cmpd="sng" algn="ctr">
              <a:solidFill>
                <a:srgbClr val="FF0000"/>
              </a:solidFill>
              <a:prstDash val="solid"/>
            </a:ln>
            <a:effectLst/>
          </p:spPr>
        </p:cxnSp>
        <p:cxnSp>
          <p:nvCxnSpPr>
            <p:cNvPr id="371" name="Straight Connector 370">
              <a:extLst>
                <a:ext uri="{FF2B5EF4-FFF2-40B4-BE49-F238E27FC236}">
                  <a16:creationId xmlns:a16="http://schemas.microsoft.com/office/drawing/2014/main" id="{A36CD0C7-36FE-F49D-7C20-4FAB4E463436}"/>
                </a:ext>
              </a:extLst>
            </p:cNvPr>
            <p:cNvCxnSpPr/>
            <p:nvPr/>
          </p:nvCxnSpPr>
          <p:spPr>
            <a:xfrm>
              <a:off x="9164627" y="3265489"/>
              <a:ext cx="246888" cy="0"/>
            </a:xfrm>
            <a:prstGeom prst="line">
              <a:avLst/>
            </a:prstGeom>
            <a:noFill/>
            <a:ln w="31750" cap="rnd" cmpd="sng" algn="ctr">
              <a:solidFill>
                <a:srgbClr val="FF0000"/>
              </a:solidFill>
              <a:prstDash val="solid"/>
            </a:ln>
            <a:effectLst/>
          </p:spPr>
        </p:cxnSp>
        <p:cxnSp>
          <p:nvCxnSpPr>
            <p:cNvPr id="372" name="Straight Connector 371">
              <a:extLst>
                <a:ext uri="{FF2B5EF4-FFF2-40B4-BE49-F238E27FC236}">
                  <a16:creationId xmlns:a16="http://schemas.microsoft.com/office/drawing/2014/main" id="{C0B73246-1AA8-2602-29C7-422987F5445E}"/>
                </a:ext>
              </a:extLst>
            </p:cNvPr>
            <p:cNvCxnSpPr/>
            <p:nvPr/>
          </p:nvCxnSpPr>
          <p:spPr>
            <a:xfrm>
              <a:off x="9163039" y="3759201"/>
              <a:ext cx="228600" cy="0"/>
            </a:xfrm>
            <a:prstGeom prst="line">
              <a:avLst/>
            </a:prstGeom>
            <a:noFill/>
            <a:ln w="31750" cap="rnd" cmpd="sng" algn="ctr">
              <a:solidFill>
                <a:srgbClr val="FF0000"/>
              </a:solidFill>
              <a:prstDash val="solid"/>
            </a:ln>
            <a:effectLst/>
          </p:spPr>
        </p:cxnSp>
        <p:cxnSp>
          <p:nvCxnSpPr>
            <p:cNvPr id="373" name="Straight Connector 372">
              <a:extLst>
                <a:ext uri="{FF2B5EF4-FFF2-40B4-BE49-F238E27FC236}">
                  <a16:creationId xmlns:a16="http://schemas.microsoft.com/office/drawing/2014/main" id="{C0B3C841-9826-D6DA-6381-390411568E40}"/>
                </a:ext>
              </a:extLst>
            </p:cNvPr>
            <p:cNvCxnSpPr/>
            <p:nvPr/>
          </p:nvCxnSpPr>
          <p:spPr>
            <a:xfrm>
              <a:off x="10287372" y="2754905"/>
              <a:ext cx="0" cy="274320"/>
            </a:xfrm>
            <a:prstGeom prst="line">
              <a:avLst/>
            </a:prstGeom>
            <a:noFill/>
            <a:ln w="31750" cap="rnd" cmpd="sng" algn="ctr">
              <a:solidFill>
                <a:srgbClr val="FF0000"/>
              </a:solidFill>
              <a:prstDash val="solid"/>
              <a:tailEnd type="triangle"/>
            </a:ln>
            <a:effectLst/>
          </p:spPr>
        </p:cxnSp>
        <p:cxnSp>
          <p:nvCxnSpPr>
            <p:cNvPr id="374" name="Straight Connector 373">
              <a:extLst>
                <a:ext uri="{FF2B5EF4-FFF2-40B4-BE49-F238E27FC236}">
                  <a16:creationId xmlns:a16="http://schemas.microsoft.com/office/drawing/2014/main" id="{A193AD11-8C82-A5E7-7EE8-733143B80278}"/>
                </a:ext>
              </a:extLst>
            </p:cNvPr>
            <p:cNvCxnSpPr/>
            <p:nvPr/>
          </p:nvCxnSpPr>
          <p:spPr>
            <a:xfrm>
              <a:off x="10057979" y="2873965"/>
              <a:ext cx="0" cy="91440"/>
            </a:xfrm>
            <a:prstGeom prst="line">
              <a:avLst/>
            </a:prstGeom>
            <a:noFill/>
            <a:ln w="31750" cap="rnd" cmpd="sng" algn="ctr">
              <a:solidFill>
                <a:srgbClr val="FF0000"/>
              </a:solidFill>
              <a:prstDash val="solid"/>
            </a:ln>
            <a:effectLst/>
          </p:spPr>
        </p:cxnSp>
        <p:cxnSp>
          <p:nvCxnSpPr>
            <p:cNvPr id="375" name="Straight Connector 374">
              <a:extLst>
                <a:ext uri="{FF2B5EF4-FFF2-40B4-BE49-F238E27FC236}">
                  <a16:creationId xmlns:a16="http://schemas.microsoft.com/office/drawing/2014/main" id="{607E6F02-7099-5B78-736E-9C6915985E75}"/>
                </a:ext>
              </a:extLst>
            </p:cNvPr>
            <p:cNvCxnSpPr/>
            <p:nvPr/>
          </p:nvCxnSpPr>
          <p:spPr>
            <a:xfrm>
              <a:off x="9411070" y="2873967"/>
              <a:ext cx="0" cy="384048"/>
            </a:xfrm>
            <a:prstGeom prst="line">
              <a:avLst/>
            </a:prstGeom>
            <a:noFill/>
            <a:ln w="31750" cap="rnd" cmpd="sng" algn="ctr">
              <a:solidFill>
                <a:srgbClr val="FF0000"/>
              </a:solidFill>
              <a:prstDash val="solid"/>
            </a:ln>
            <a:effectLst/>
          </p:spPr>
        </p:cxnSp>
        <p:cxnSp>
          <p:nvCxnSpPr>
            <p:cNvPr id="376" name="Straight Connector 375">
              <a:extLst>
                <a:ext uri="{FF2B5EF4-FFF2-40B4-BE49-F238E27FC236}">
                  <a16:creationId xmlns:a16="http://schemas.microsoft.com/office/drawing/2014/main" id="{C2DACC3E-0425-DF51-81AC-500F08862EAA}"/>
                </a:ext>
              </a:extLst>
            </p:cNvPr>
            <p:cNvCxnSpPr/>
            <p:nvPr/>
          </p:nvCxnSpPr>
          <p:spPr>
            <a:xfrm>
              <a:off x="9417057" y="2750344"/>
              <a:ext cx="868680" cy="0"/>
            </a:xfrm>
            <a:prstGeom prst="line">
              <a:avLst/>
            </a:prstGeom>
            <a:noFill/>
            <a:ln w="31750" cap="rnd" cmpd="sng" algn="ctr">
              <a:solidFill>
                <a:srgbClr val="FF0000"/>
              </a:solidFill>
              <a:prstDash val="solid"/>
            </a:ln>
            <a:effectLst/>
          </p:spPr>
        </p:cxnSp>
        <p:cxnSp>
          <p:nvCxnSpPr>
            <p:cNvPr id="377" name="Straight Connector 376">
              <a:extLst>
                <a:ext uri="{FF2B5EF4-FFF2-40B4-BE49-F238E27FC236}">
                  <a16:creationId xmlns:a16="http://schemas.microsoft.com/office/drawing/2014/main" id="{6FF2B208-11D6-7603-6714-2CFE3BCF9D7E}"/>
                </a:ext>
              </a:extLst>
            </p:cNvPr>
            <p:cNvCxnSpPr/>
            <p:nvPr/>
          </p:nvCxnSpPr>
          <p:spPr>
            <a:xfrm>
              <a:off x="9415039" y="2336582"/>
              <a:ext cx="0" cy="411480"/>
            </a:xfrm>
            <a:prstGeom prst="line">
              <a:avLst/>
            </a:prstGeom>
            <a:noFill/>
            <a:ln w="31750" cap="rnd" cmpd="sng" algn="ctr">
              <a:solidFill>
                <a:srgbClr val="FF0000"/>
              </a:solidFill>
              <a:prstDash val="solid"/>
            </a:ln>
            <a:effectLst/>
          </p:spPr>
        </p:cxnSp>
        <p:cxnSp>
          <p:nvCxnSpPr>
            <p:cNvPr id="378" name="Straight Connector 377">
              <a:extLst>
                <a:ext uri="{FF2B5EF4-FFF2-40B4-BE49-F238E27FC236}">
                  <a16:creationId xmlns:a16="http://schemas.microsoft.com/office/drawing/2014/main" id="{BCFF61E2-6E90-E367-F690-A2D2CA3361DA}"/>
                </a:ext>
              </a:extLst>
            </p:cNvPr>
            <p:cNvCxnSpPr/>
            <p:nvPr/>
          </p:nvCxnSpPr>
          <p:spPr>
            <a:xfrm>
              <a:off x="8937199" y="2462816"/>
              <a:ext cx="0" cy="1005840"/>
            </a:xfrm>
            <a:prstGeom prst="line">
              <a:avLst/>
            </a:prstGeom>
            <a:noFill/>
            <a:ln w="31750" cap="rnd" cmpd="sng" algn="ctr">
              <a:solidFill>
                <a:srgbClr val="00B050"/>
              </a:solidFill>
              <a:prstDash val="sysDash"/>
            </a:ln>
            <a:effectLst/>
          </p:spPr>
        </p:cxnSp>
        <p:cxnSp>
          <p:nvCxnSpPr>
            <p:cNvPr id="379" name="Straight Connector 378">
              <a:extLst>
                <a:ext uri="{FF2B5EF4-FFF2-40B4-BE49-F238E27FC236}">
                  <a16:creationId xmlns:a16="http://schemas.microsoft.com/office/drawing/2014/main" id="{1197513D-00DD-866E-1C2F-393D9863595A}"/>
                </a:ext>
              </a:extLst>
            </p:cNvPr>
            <p:cNvCxnSpPr/>
            <p:nvPr/>
          </p:nvCxnSpPr>
          <p:spPr>
            <a:xfrm>
              <a:off x="9599189" y="2973967"/>
              <a:ext cx="0" cy="640080"/>
            </a:xfrm>
            <a:prstGeom prst="line">
              <a:avLst/>
            </a:prstGeom>
            <a:noFill/>
            <a:ln w="31750" cap="rnd" cmpd="sng" algn="ctr">
              <a:solidFill>
                <a:srgbClr val="00B050"/>
              </a:solidFill>
              <a:prstDash val="sysDash"/>
            </a:ln>
            <a:effectLst/>
          </p:spPr>
        </p:cxnSp>
        <p:cxnSp>
          <p:nvCxnSpPr>
            <p:cNvPr id="380" name="Straight Connector 379">
              <a:extLst>
                <a:ext uri="{FF2B5EF4-FFF2-40B4-BE49-F238E27FC236}">
                  <a16:creationId xmlns:a16="http://schemas.microsoft.com/office/drawing/2014/main" id="{44B8BE1B-EDD3-E3FA-C6A8-DDFCE6DA742A}"/>
                </a:ext>
              </a:extLst>
            </p:cNvPr>
            <p:cNvCxnSpPr/>
            <p:nvPr/>
          </p:nvCxnSpPr>
          <p:spPr>
            <a:xfrm>
              <a:off x="10023845" y="3645493"/>
              <a:ext cx="0" cy="274320"/>
            </a:xfrm>
            <a:prstGeom prst="line">
              <a:avLst/>
            </a:prstGeom>
            <a:noFill/>
            <a:ln w="31750" cap="rnd" cmpd="sng" algn="ctr">
              <a:solidFill>
                <a:srgbClr val="00B050"/>
              </a:solidFill>
              <a:prstDash val="sysDash"/>
            </a:ln>
            <a:effectLst/>
          </p:spPr>
        </p:cxnSp>
        <p:cxnSp>
          <p:nvCxnSpPr>
            <p:cNvPr id="381" name="Straight Connector 380">
              <a:extLst>
                <a:ext uri="{FF2B5EF4-FFF2-40B4-BE49-F238E27FC236}">
                  <a16:creationId xmlns:a16="http://schemas.microsoft.com/office/drawing/2014/main" id="{94147E42-2601-4B9D-B371-6C93F91B9916}"/>
                </a:ext>
              </a:extLst>
            </p:cNvPr>
            <p:cNvCxnSpPr/>
            <p:nvPr/>
          </p:nvCxnSpPr>
          <p:spPr>
            <a:xfrm flipV="1">
              <a:off x="9067014" y="2972561"/>
              <a:ext cx="530352" cy="0"/>
            </a:xfrm>
            <a:prstGeom prst="line">
              <a:avLst/>
            </a:prstGeom>
            <a:noFill/>
            <a:ln w="31750" cap="rnd" cmpd="sng" algn="ctr">
              <a:solidFill>
                <a:srgbClr val="00B050"/>
              </a:solidFill>
              <a:prstDash val="sysDash"/>
            </a:ln>
            <a:effectLst/>
          </p:spPr>
        </p:cxnSp>
        <p:cxnSp>
          <p:nvCxnSpPr>
            <p:cNvPr id="382" name="Straight Connector 381">
              <a:extLst>
                <a:ext uri="{FF2B5EF4-FFF2-40B4-BE49-F238E27FC236}">
                  <a16:creationId xmlns:a16="http://schemas.microsoft.com/office/drawing/2014/main" id="{CD2C5A94-5BB8-316D-334F-FA49354CE8FD}"/>
                </a:ext>
              </a:extLst>
            </p:cNvPr>
            <p:cNvCxnSpPr/>
            <p:nvPr/>
          </p:nvCxnSpPr>
          <p:spPr>
            <a:xfrm flipV="1">
              <a:off x="8970967" y="2454254"/>
              <a:ext cx="548640" cy="0"/>
            </a:xfrm>
            <a:prstGeom prst="line">
              <a:avLst/>
            </a:prstGeom>
            <a:noFill/>
            <a:ln w="31750" cap="rnd" cmpd="sng" algn="ctr">
              <a:solidFill>
                <a:srgbClr val="00B050"/>
              </a:solidFill>
              <a:prstDash val="sysDash"/>
            </a:ln>
            <a:effectLst/>
          </p:spPr>
        </p:cxnSp>
        <p:cxnSp>
          <p:nvCxnSpPr>
            <p:cNvPr id="383" name="Straight Connector 382">
              <a:extLst>
                <a:ext uri="{FF2B5EF4-FFF2-40B4-BE49-F238E27FC236}">
                  <a16:creationId xmlns:a16="http://schemas.microsoft.com/office/drawing/2014/main" id="{A8C2F6D4-70DB-A6D4-6D20-3506E8E25DD9}"/>
                </a:ext>
              </a:extLst>
            </p:cNvPr>
            <p:cNvCxnSpPr/>
            <p:nvPr/>
          </p:nvCxnSpPr>
          <p:spPr>
            <a:xfrm flipV="1">
              <a:off x="9531346" y="2222476"/>
              <a:ext cx="457200" cy="0"/>
            </a:xfrm>
            <a:prstGeom prst="line">
              <a:avLst/>
            </a:prstGeom>
            <a:noFill/>
            <a:ln w="31750" cap="rnd" cmpd="sng" algn="ctr">
              <a:solidFill>
                <a:srgbClr val="00B050"/>
              </a:solidFill>
              <a:prstDash val="sysDash"/>
            </a:ln>
            <a:effectLst/>
          </p:spPr>
        </p:cxnSp>
        <p:cxnSp>
          <p:nvCxnSpPr>
            <p:cNvPr id="384" name="Straight Connector 383">
              <a:extLst>
                <a:ext uri="{FF2B5EF4-FFF2-40B4-BE49-F238E27FC236}">
                  <a16:creationId xmlns:a16="http://schemas.microsoft.com/office/drawing/2014/main" id="{7C86874B-9CBC-55E6-306A-028FC67DF460}"/>
                </a:ext>
              </a:extLst>
            </p:cNvPr>
            <p:cNvCxnSpPr/>
            <p:nvPr/>
          </p:nvCxnSpPr>
          <p:spPr>
            <a:xfrm flipV="1">
              <a:off x="9598024" y="3625035"/>
              <a:ext cx="420624" cy="0"/>
            </a:xfrm>
            <a:prstGeom prst="line">
              <a:avLst/>
            </a:prstGeom>
            <a:noFill/>
            <a:ln w="31750" cap="rnd" cmpd="sng" algn="ctr">
              <a:solidFill>
                <a:srgbClr val="00B050"/>
              </a:solidFill>
              <a:prstDash val="sysDash"/>
            </a:ln>
            <a:effectLst/>
          </p:spPr>
        </p:cxnSp>
        <p:cxnSp>
          <p:nvCxnSpPr>
            <p:cNvPr id="385" name="Straight Connector 384">
              <a:extLst>
                <a:ext uri="{FF2B5EF4-FFF2-40B4-BE49-F238E27FC236}">
                  <a16:creationId xmlns:a16="http://schemas.microsoft.com/office/drawing/2014/main" id="{0C1D5F86-350D-3FAF-510D-738490B5D5DD}"/>
                </a:ext>
              </a:extLst>
            </p:cNvPr>
            <p:cNvCxnSpPr/>
            <p:nvPr/>
          </p:nvCxnSpPr>
          <p:spPr>
            <a:xfrm>
              <a:off x="9530132" y="2238963"/>
              <a:ext cx="0" cy="182880"/>
            </a:xfrm>
            <a:prstGeom prst="line">
              <a:avLst/>
            </a:prstGeom>
            <a:noFill/>
            <a:ln w="31750" cap="rnd" cmpd="sng" algn="ctr">
              <a:solidFill>
                <a:srgbClr val="00B050"/>
              </a:solidFill>
              <a:prstDash val="sysDash"/>
            </a:ln>
            <a:effectLst/>
          </p:spPr>
        </p:cxnSp>
        <p:cxnSp>
          <p:nvCxnSpPr>
            <p:cNvPr id="386" name="Straight Connector 385">
              <a:extLst>
                <a:ext uri="{FF2B5EF4-FFF2-40B4-BE49-F238E27FC236}">
                  <a16:creationId xmlns:a16="http://schemas.microsoft.com/office/drawing/2014/main" id="{C1668CB2-1D8B-70E4-74E5-F5D3D619BC68}"/>
                </a:ext>
              </a:extLst>
            </p:cNvPr>
            <p:cNvCxnSpPr/>
            <p:nvPr/>
          </p:nvCxnSpPr>
          <p:spPr>
            <a:xfrm>
              <a:off x="9062623" y="2163552"/>
              <a:ext cx="0" cy="771707"/>
            </a:xfrm>
            <a:prstGeom prst="line">
              <a:avLst/>
            </a:prstGeom>
            <a:noFill/>
            <a:ln w="31750" cap="rnd" cmpd="sng" algn="ctr">
              <a:solidFill>
                <a:srgbClr val="00B050"/>
              </a:solidFill>
              <a:prstDash val="sysDash"/>
            </a:ln>
            <a:effectLst/>
          </p:spPr>
        </p:cxnSp>
        <p:cxnSp>
          <p:nvCxnSpPr>
            <p:cNvPr id="387" name="Straight Connector 386">
              <a:extLst>
                <a:ext uri="{FF2B5EF4-FFF2-40B4-BE49-F238E27FC236}">
                  <a16:creationId xmlns:a16="http://schemas.microsoft.com/office/drawing/2014/main" id="{64489ED5-1D51-E5C8-94FA-B642D0AD8CB8}"/>
                </a:ext>
              </a:extLst>
            </p:cNvPr>
            <p:cNvCxnSpPr/>
            <p:nvPr/>
          </p:nvCxnSpPr>
          <p:spPr>
            <a:xfrm>
              <a:off x="9536482" y="3942351"/>
              <a:ext cx="0" cy="182880"/>
            </a:xfrm>
            <a:prstGeom prst="line">
              <a:avLst/>
            </a:prstGeom>
            <a:noFill/>
            <a:ln w="31750" cap="rnd" cmpd="sng" algn="ctr">
              <a:solidFill>
                <a:srgbClr val="00B050"/>
              </a:solidFill>
              <a:prstDash val="sysDash"/>
              <a:tailEnd type="triangle"/>
            </a:ln>
            <a:effectLst/>
          </p:spPr>
        </p:cxnSp>
        <p:cxnSp>
          <p:nvCxnSpPr>
            <p:cNvPr id="388" name="Straight Connector 387">
              <a:extLst>
                <a:ext uri="{FF2B5EF4-FFF2-40B4-BE49-F238E27FC236}">
                  <a16:creationId xmlns:a16="http://schemas.microsoft.com/office/drawing/2014/main" id="{BF669D06-D91D-D29E-B3F5-45F919322452}"/>
                </a:ext>
              </a:extLst>
            </p:cNvPr>
            <p:cNvCxnSpPr/>
            <p:nvPr/>
          </p:nvCxnSpPr>
          <p:spPr>
            <a:xfrm>
              <a:off x="10180213" y="2715221"/>
              <a:ext cx="0" cy="274320"/>
            </a:xfrm>
            <a:prstGeom prst="line">
              <a:avLst/>
            </a:prstGeom>
            <a:noFill/>
            <a:ln w="31750" cap="rnd" cmpd="sng" algn="ctr">
              <a:solidFill>
                <a:srgbClr val="00B050"/>
              </a:solidFill>
              <a:prstDash val="sysDash"/>
              <a:tailEnd type="triangle"/>
            </a:ln>
            <a:effectLst/>
          </p:spPr>
        </p:cxnSp>
        <p:cxnSp>
          <p:nvCxnSpPr>
            <p:cNvPr id="389" name="Straight Connector 388">
              <a:extLst>
                <a:ext uri="{FF2B5EF4-FFF2-40B4-BE49-F238E27FC236}">
                  <a16:creationId xmlns:a16="http://schemas.microsoft.com/office/drawing/2014/main" id="{18A0AAD6-AE9A-30DF-F1B0-C733697ED8D8}"/>
                </a:ext>
              </a:extLst>
            </p:cNvPr>
            <p:cNvCxnSpPr/>
            <p:nvPr/>
          </p:nvCxnSpPr>
          <p:spPr>
            <a:xfrm flipV="1">
              <a:off x="9538495" y="3940953"/>
              <a:ext cx="482969" cy="0"/>
            </a:xfrm>
            <a:prstGeom prst="line">
              <a:avLst/>
            </a:prstGeom>
            <a:noFill/>
            <a:ln w="31750" cap="rnd" cmpd="sng" algn="ctr">
              <a:solidFill>
                <a:srgbClr val="00B050"/>
              </a:solidFill>
              <a:prstDash val="sysDash"/>
            </a:ln>
            <a:effectLst/>
          </p:spPr>
        </p:cxnSp>
        <p:cxnSp>
          <p:nvCxnSpPr>
            <p:cNvPr id="390" name="Straight Connector 389">
              <a:extLst>
                <a:ext uri="{FF2B5EF4-FFF2-40B4-BE49-F238E27FC236}">
                  <a16:creationId xmlns:a16="http://schemas.microsoft.com/office/drawing/2014/main" id="{47DC075F-5957-1B80-D970-09C3F54EF084}"/>
                </a:ext>
              </a:extLst>
            </p:cNvPr>
            <p:cNvCxnSpPr/>
            <p:nvPr/>
          </p:nvCxnSpPr>
          <p:spPr>
            <a:xfrm flipV="1">
              <a:off x="9978235" y="2714604"/>
              <a:ext cx="182880" cy="0"/>
            </a:xfrm>
            <a:prstGeom prst="line">
              <a:avLst/>
            </a:prstGeom>
            <a:noFill/>
            <a:ln w="31750" cap="rnd" cmpd="sng" algn="ctr">
              <a:solidFill>
                <a:srgbClr val="00B050"/>
              </a:solidFill>
              <a:prstDash val="sysDash"/>
            </a:ln>
            <a:effectLst/>
          </p:spPr>
        </p:cxnSp>
        <p:sp>
          <p:nvSpPr>
            <p:cNvPr id="391" name="Isosceles Triangle 390">
              <a:extLst>
                <a:ext uri="{FF2B5EF4-FFF2-40B4-BE49-F238E27FC236}">
                  <a16:creationId xmlns:a16="http://schemas.microsoft.com/office/drawing/2014/main" id="{14547511-B937-7631-1734-9C3F556429A7}"/>
                </a:ext>
              </a:extLst>
            </p:cNvPr>
            <p:cNvSpPr/>
            <p:nvPr/>
          </p:nvSpPr>
          <p:spPr>
            <a:xfrm rot="5400000" flipV="1">
              <a:off x="10242437" y="2757064"/>
              <a:ext cx="139273" cy="98037"/>
            </a:xfrm>
            <a:prstGeom prst="triangle">
              <a:avLst/>
            </a:prstGeom>
            <a:solidFill>
              <a:srgbClr val="00407A"/>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392" name="Straight Connector 391">
              <a:extLst>
                <a:ext uri="{FF2B5EF4-FFF2-40B4-BE49-F238E27FC236}">
                  <a16:creationId xmlns:a16="http://schemas.microsoft.com/office/drawing/2014/main" id="{1FC95FE8-DA5E-893D-A636-305D5C5A1C55}"/>
                </a:ext>
              </a:extLst>
            </p:cNvPr>
            <p:cNvCxnSpPr/>
            <p:nvPr/>
          </p:nvCxnSpPr>
          <p:spPr>
            <a:xfrm>
              <a:off x="7751181" y="3635495"/>
              <a:ext cx="968031" cy="0"/>
            </a:xfrm>
            <a:prstGeom prst="line">
              <a:avLst/>
            </a:prstGeom>
            <a:noFill/>
            <a:ln w="25400" cap="rnd" cmpd="sng" algn="ctr">
              <a:solidFill>
                <a:srgbClr val="00407A"/>
              </a:solidFill>
              <a:prstDash val="solid"/>
              <a:round/>
              <a:tailEnd type="triangle"/>
            </a:ln>
            <a:effectLst/>
          </p:spPr>
        </p:cxnSp>
        <p:cxnSp>
          <p:nvCxnSpPr>
            <p:cNvPr id="393" name="Straight Connector 392">
              <a:extLst>
                <a:ext uri="{FF2B5EF4-FFF2-40B4-BE49-F238E27FC236}">
                  <a16:creationId xmlns:a16="http://schemas.microsoft.com/office/drawing/2014/main" id="{AD419CAD-2043-90B9-4CF5-E7247ABD5877}"/>
                </a:ext>
              </a:extLst>
            </p:cNvPr>
            <p:cNvCxnSpPr/>
            <p:nvPr/>
          </p:nvCxnSpPr>
          <p:spPr>
            <a:xfrm flipV="1">
              <a:off x="7756163" y="2916849"/>
              <a:ext cx="0" cy="704685"/>
            </a:xfrm>
            <a:prstGeom prst="line">
              <a:avLst/>
            </a:prstGeom>
            <a:noFill/>
            <a:ln w="25400" cap="rnd" cmpd="sng" algn="ctr">
              <a:solidFill>
                <a:srgbClr val="00407A"/>
              </a:solidFill>
              <a:prstDash val="solid"/>
              <a:round/>
              <a:tailEnd type="triangle"/>
            </a:ln>
            <a:effectLst/>
          </p:spPr>
        </p:cxnSp>
        <p:sp>
          <p:nvSpPr>
            <p:cNvPr id="394" name="TextBox 393">
              <a:extLst>
                <a:ext uri="{FF2B5EF4-FFF2-40B4-BE49-F238E27FC236}">
                  <a16:creationId xmlns:a16="http://schemas.microsoft.com/office/drawing/2014/main" id="{59034521-C2F7-F64D-ED5A-ACBA66EF4986}"/>
                </a:ext>
              </a:extLst>
            </p:cNvPr>
            <p:cNvSpPr txBox="1"/>
            <p:nvPr/>
          </p:nvSpPr>
          <p:spPr>
            <a:xfrm rot="16200000">
              <a:off x="7308282" y="3065497"/>
              <a:ext cx="703269"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395" name="TextBox 394">
              <a:extLst>
                <a:ext uri="{FF2B5EF4-FFF2-40B4-BE49-F238E27FC236}">
                  <a16:creationId xmlns:a16="http://schemas.microsoft.com/office/drawing/2014/main" id="{12BF4A05-2E1D-DA5A-2156-F0BE8E7337A0}"/>
                </a:ext>
              </a:extLst>
            </p:cNvPr>
            <p:cNvSpPr txBox="1"/>
            <p:nvPr/>
          </p:nvSpPr>
          <p:spPr>
            <a:xfrm>
              <a:off x="8400459" y="3732435"/>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396" name="Straight Connector 395">
              <a:extLst>
                <a:ext uri="{FF2B5EF4-FFF2-40B4-BE49-F238E27FC236}">
                  <a16:creationId xmlns:a16="http://schemas.microsoft.com/office/drawing/2014/main" id="{8134B682-BDA1-1793-DBDF-65B47DDA21FF}"/>
                </a:ext>
              </a:extLst>
            </p:cNvPr>
            <p:cNvCxnSpPr/>
            <p:nvPr/>
          </p:nvCxnSpPr>
          <p:spPr>
            <a:xfrm>
              <a:off x="7851356" y="2852381"/>
              <a:ext cx="968031" cy="0"/>
            </a:xfrm>
            <a:prstGeom prst="line">
              <a:avLst/>
            </a:prstGeom>
            <a:noFill/>
            <a:ln w="25400" cap="rnd" cmpd="sng" algn="ctr">
              <a:solidFill>
                <a:srgbClr val="00407A"/>
              </a:solidFill>
              <a:prstDash val="solid"/>
              <a:round/>
              <a:tailEnd type="triangle"/>
            </a:ln>
            <a:effectLst/>
          </p:spPr>
        </p:cxnSp>
        <p:cxnSp>
          <p:nvCxnSpPr>
            <p:cNvPr id="397" name="Straight Connector 396">
              <a:extLst>
                <a:ext uri="{FF2B5EF4-FFF2-40B4-BE49-F238E27FC236}">
                  <a16:creationId xmlns:a16="http://schemas.microsoft.com/office/drawing/2014/main" id="{3EAA70EB-2DDB-0E88-2181-834868E8C8AC}"/>
                </a:ext>
              </a:extLst>
            </p:cNvPr>
            <p:cNvCxnSpPr/>
            <p:nvPr/>
          </p:nvCxnSpPr>
          <p:spPr>
            <a:xfrm>
              <a:off x="7697080" y="2234230"/>
              <a:ext cx="968031" cy="0"/>
            </a:xfrm>
            <a:prstGeom prst="line">
              <a:avLst/>
            </a:prstGeom>
            <a:noFill/>
            <a:ln w="25400" cap="rnd" cmpd="sng" algn="ctr">
              <a:solidFill>
                <a:srgbClr val="00407A"/>
              </a:solidFill>
              <a:prstDash val="solid"/>
              <a:round/>
              <a:tailEnd type="triangle"/>
            </a:ln>
            <a:effectLst/>
          </p:spPr>
        </p:cxnSp>
        <p:cxnSp>
          <p:nvCxnSpPr>
            <p:cNvPr id="398" name="Straight Connector 397">
              <a:extLst>
                <a:ext uri="{FF2B5EF4-FFF2-40B4-BE49-F238E27FC236}">
                  <a16:creationId xmlns:a16="http://schemas.microsoft.com/office/drawing/2014/main" id="{9A91C6AA-A723-A697-CE86-9711C1EB186D}"/>
                </a:ext>
              </a:extLst>
            </p:cNvPr>
            <p:cNvCxnSpPr/>
            <p:nvPr/>
          </p:nvCxnSpPr>
          <p:spPr>
            <a:xfrm flipH="1" flipV="1">
              <a:off x="7877587" y="2300071"/>
              <a:ext cx="0" cy="557192"/>
            </a:xfrm>
            <a:prstGeom prst="line">
              <a:avLst/>
            </a:prstGeom>
            <a:noFill/>
            <a:ln w="25400" cap="rnd" cmpd="sng" algn="ctr">
              <a:solidFill>
                <a:srgbClr val="00407A"/>
              </a:solidFill>
              <a:prstDash val="solid"/>
              <a:round/>
              <a:tailEnd type="triangle"/>
            </a:ln>
            <a:effectLst/>
          </p:spPr>
        </p:cxnSp>
        <p:cxnSp>
          <p:nvCxnSpPr>
            <p:cNvPr id="399" name="Straight Connector 398">
              <a:extLst>
                <a:ext uri="{FF2B5EF4-FFF2-40B4-BE49-F238E27FC236}">
                  <a16:creationId xmlns:a16="http://schemas.microsoft.com/office/drawing/2014/main" id="{9227D7E5-25D5-597D-6618-B15F6CA05DF0}"/>
                </a:ext>
              </a:extLst>
            </p:cNvPr>
            <p:cNvCxnSpPr/>
            <p:nvPr/>
          </p:nvCxnSpPr>
          <p:spPr>
            <a:xfrm flipV="1">
              <a:off x="7757907" y="1524119"/>
              <a:ext cx="0" cy="704685"/>
            </a:xfrm>
            <a:prstGeom prst="line">
              <a:avLst/>
            </a:prstGeom>
            <a:noFill/>
            <a:ln w="25400" cap="rnd" cmpd="sng" algn="ctr">
              <a:solidFill>
                <a:srgbClr val="00407A"/>
              </a:solidFill>
              <a:prstDash val="solid"/>
              <a:round/>
              <a:tailEnd type="triangle"/>
            </a:ln>
            <a:effectLst/>
          </p:spPr>
        </p:cxnSp>
        <p:sp>
          <p:nvSpPr>
            <p:cNvPr id="400" name="TextBox 399">
              <a:extLst>
                <a:ext uri="{FF2B5EF4-FFF2-40B4-BE49-F238E27FC236}">
                  <a16:creationId xmlns:a16="http://schemas.microsoft.com/office/drawing/2014/main" id="{F4092E6B-E90D-84DF-FA69-D126C34BF208}"/>
                </a:ext>
              </a:extLst>
            </p:cNvPr>
            <p:cNvSpPr txBox="1"/>
            <p:nvPr/>
          </p:nvSpPr>
          <p:spPr>
            <a:xfrm rot="16200000">
              <a:off x="7319665" y="1816173"/>
              <a:ext cx="703269"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01" name="TextBox 400">
              <a:extLst>
                <a:ext uri="{FF2B5EF4-FFF2-40B4-BE49-F238E27FC236}">
                  <a16:creationId xmlns:a16="http://schemas.microsoft.com/office/drawing/2014/main" id="{76FFFD5A-FD34-84ED-1021-26C986DDCE4E}"/>
                </a:ext>
              </a:extLst>
            </p:cNvPr>
            <p:cNvSpPr txBox="1"/>
            <p:nvPr/>
          </p:nvSpPr>
          <p:spPr>
            <a:xfrm rot="16200000">
              <a:off x="7376379" y="2417172"/>
              <a:ext cx="703269"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02" name="TextBox 401">
              <a:extLst>
                <a:ext uri="{FF2B5EF4-FFF2-40B4-BE49-F238E27FC236}">
                  <a16:creationId xmlns:a16="http://schemas.microsoft.com/office/drawing/2014/main" id="{857A7E84-27C6-0E82-9658-C0253DF9CE91}"/>
                </a:ext>
              </a:extLst>
            </p:cNvPr>
            <p:cNvSpPr txBox="1"/>
            <p:nvPr/>
          </p:nvSpPr>
          <p:spPr>
            <a:xfrm>
              <a:off x="8448111" y="2834730"/>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03" name="TextBox 402">
              <a:extLst>
                <a:ext uri="{FF2B5EF4-FFF2-40B4-BE49-F238E27FC236}">
                  <a16:creationId xmlns:a16="http://schemas.microsoft.com/office/drawing/2014/main" id="{643D074A-FB49-BFA0-D319-0BF2FE99614C}"/>
                </a:ext>
              </a:extLst>
            </p:cNvPr>
            <p:cNvSpPr txBox="1"/>
            <p:nvPr/>
          </p:nvSpPr>
          <p:spPr>
            <a:xfrm>
              <a:off x="8373499" y="2180778"/>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404" name="Straight Connector 403">
              <a:extLst>
                <a:ext uri="{FF2B5EF4-FFF2-40B4-BE49-F238E27FC236}">
                  <a16:creationId xmlns:a16="http://schemas.microsoft.com/office/drawing/2014/main" id="{EDD8B379-D60D-B28B-1ED5-40017F4F6773}"/>
                </a:ext>
              </a:extLst>
            </p:cNvPr>
            <p:cNvCxnSpPr/>
            <p:nvPr/>
          </p:nvCxnSpPr>
          <p:spPr>
            <a:xfrm>
              <a:off x="10286950" y="2559138"/>
              <a:ext cx="876744" cy="0"/>
            </a:xfrm>
            <a:prstGeom prst="line">
              <a:avLst/>
            </a:prstGeom>
            <a:noFill/>
            <a:ln w="25400" cap="rnd" cmpd="sng" algn="ctr">
              <a:solidFill>
                <a:srgbClr val="00407A"/>
              </a:solidFill>
              <a:prstDash val="solid"/>
              <a:round/>
              <a:tailEnd type="triangle"/>
            </a:ln>
            <a:effectLst/>
          </p:spPr>
        </p:cxnSp>
        <p:cxnSp>
          <p:nvCxnSpPr>
            <p:cNvPr id="405" name="Straight Connector 404">
              <a:extLst>
                <a:ext uri="{FF2B5EF4-FFF2-40B4-BE49-F238E27FC236}">
                  <a16:creationId xmlns:a16="http://schemas.microsoft.com/office/drawing/2014/main" id="{B41BC397-97F0-5618-BB55-F8ADE18B8185}"/>
                </a:ext>
              </a:extLst>
            </p:cNvPr>
            <p:cNvCxnSpPr/>
            <p:nvPr/>
          </p:nvCxnSpPr>
          <p:spPr>
            <a:xfrm flipV="1">
              <a:off x="10281370" y="1847745"/>
              <a:ext cx="0" cy="704685"/>
            </a:xfrm>
            <a:prstGeom prst="line">
              <a:avLst/>
            </a:prstGeom>
            <a:noFill/>
            <a:ln w="25400" cap="rnd" cmpd="sng" algn="ctr">
              <a:solidFill>
                <a:srgbClr val="00407A"/>
              </a:solidFill>
              <a:prstDash val="solid"/>
              <a:round/>
              <a:tailEnd type="triangle"/>
            </a:ln>
            <a:effectLst/>
          </p:spPr>
        </p:cxnSp>
        <p:sp>
          <p:nvSpPr>
            <p:cNvPr id="406" name="TextBox 405">
              <a:extLst>
                <a:ext uri="{FF2B5EF4-FFF2-40B4-BE49-F238E27FC236}">
                  <a16:creationId xmlns:a16="http://schemas.microsoft.com/office/drawing/2014/main" id="{BDB5F823-6632-FFF5-E37A-1BD992AB2AF9}"/>
                </a:ext>
              </a:extLst>
            </p:cNvPr>
            <p:cNvSpPr txBox="1"/>
            <p:nvPr/>
          </p:nvSpPr>
          <p:spPr>
            <a:xfrm rot="16200000">
              <a:off x="9843128" y="2139799"/>
              <a:ext cx="703269"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07" name="TextBox 406">
              <a:extLst>
                <a:ext uri="{FF2B5EF4-FFF2-40B4-BE49-F238E27FC236}">
                  <a16:creationId xmlns:a16="http://schemas.microsoft.com/office/drawing/2014/main" id="{92F9108E-3DDD-9B2A-E3A7-AB16338D6F1A}"/>
                </a:ext>
              </a:extLst>
            </p:cNvPr>
            <p:cNvSpPr txBox="1"/>
            <p:nvPr/>
          </p:nvSpPr>
          <p:spPr>
            <a:xfrm>
              <a:off x="10872993" y="2510123"/>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cxnSp>
          <p:nvCxnSpPr>
            <p:cNvPr id="408" name="Straight Connector 407">
              <a:extLst>
                <a:ext uri="{FF2B5EF4-FFF2-40B4-BE49-F238E27FC236}">
                  <a16:creationId xmlns:a16="http://schemas.microsoft.com/office/drawing/2014/main" id="{6C0FDE81-3AC4-9F75-2229-8EB6741170D5}"/>
                </a:ext>
              </a:extLst>
            </p:cNvPr>
            <p:cNvCxnSpPr/>
            <p:nvPr/>
          </p:nvCxnSpPr>
          <p:spPr>
            <a:xfrm flipV="1">
              <a:off x="10387945" y="3680491"/>
              <a:ext cx="815595" cy="0"/>
            </a:xfrm>
            <a:prstGeom prst="line">
              <a:avLst/>
            </a:prstGeom>
            <a:noFill/>
            <a:ln w="25400" cap="rnd" cmpd="sng" algn="ctr">
              <a:solidFill>
                <a:srgbClr val="00407A"/>
              </a:solidFill>
              <a:prstDash val="solid"/>
              <a:round/>
              <a:tailEnd type="triangle"/>
            </a:ln>
            <a:effectLst/>
          </p:spPr>
        </p:cxnSp>
        <p:cxnSp>
          <p:nvCxnSpPr>
            <p:cNvPr id="409" name="Straight Connector 408">
              <a:extLst>
                <a:ext uri="{FF2B5EF4-FFF2-40B4-BE49-F238E27FC236}">
                  <a16:creationId xmlns:a16="http://schemas.microsoft.com/office/drawing/2014/main" id="{15E3C4AF-292B-0BBE-3549-8AFEE411075D}"/>
                </a:ext>
              </a:extLst>
            </p:cNvPr>
            <p:cNvCxnSpPr/>
            <p:nvPr/>
          </p:nvCxnSpPr>
          <p:spPr>
            <a:xfrm flipV="1">
              <a:off x="10399012" y="2975806"/>
              <a:ext cx="0" cy="704685"/>
            </a:xfrm>
            <a:prstGeom prst="line">
              <a:avLst/>
            </a:prstGeom>
            <a:noFill/>
            <a:ln w="25400" cap="rnd" cmpd="sng" algn="ctr">
              <a:solidFill>
                <a:srgbClr val="00407A"/>
              </a:solidFill>
              <a:prstDash val="solid"/>
              <a:round/>
              <a:tailEnd type="triangle"/>
            </a:ln>
            <a:effectLst/>
          </p:spPr>
        </p:cxnSp>
        <p:sp>
          <p:nvSpPr>
            <p:cNvPr id="410" name="TextBox 409">
              <a:extLst>
                <a:ext uri="{FF2B5EF4-FFF2-40B4-BE49-F238E27FC236}">
                  <a16:creationId xmlns:a16="http://schemas.microsoft.com/office/drawing/2014/main" id="{A04CF312-77F8-34C1-26E1-BFF66D417015}"/>
                </a:ext>
              </a:extLst>
            </p:cNvPr>
            <p:cNvSpPr txBox="1"/>
            <p:nvPr/>
          </p:nvSpPr>
          <p:spPr>
            <a:xfrm rot="16200000">
              <a:off x="9960770" y="3267860"/>
              <a:ext cx="703269"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Voltage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11" name="TextBox 410">
              <a:extLst>
                <a:ext uri="{FF2B5EF4-FFF2-40B4-BE49-F238E27FC236}">
                  <a16:creationId xmlns:a16="http://schemas.microsoft.com/office/drawing/2014/main" id="{DC18D58C-7EA7-426C-B4EA-B2E1CE6077C8}"/>
                </a:ext>
              </a:extLst>
            </p:cNvPr>
            <p:cNvSpPr txBox="1"/>
            <p:nvPr/>
          </p:nvSpPr>
          <p:spPr>
            <a:xfrm>
              <a:off x="10612515" y="3689570"/>
              <a:ext cx="476014"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Time</a:t>
              </a:r>
              <a:endPar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12" name="TextBox 411">
              <a:extLst>
                <a:ext uri="{FF2B5EF4-FFF2-40B4-BE49-F238E27FC236}">
                  <a16:creationId xmlns:a16="http://schemas.microsoft.com/office/drawing/2014/main" id="{B5B73C34-D4C6-AFB8-23BB-6B59F5E50E09}"/>
                </a:ext>
              </a:extLst>
            </p:cNvPr>
            <p:cNvSpPr txBox="1"/>
            <p:nvPr/>
          </p:nvSpPr>
          <p:spPr>
            <a:xfrm rot="4310628">
              <a:off x="10561748" y="2107578"/>
              <a:ext cx="967193"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O_PDC_NSO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sp>
          <p:nvSpPr>
            <p:cNvPr id="413" name="TextBox 412">
              <a:extLst>
                <a:ext uri="{FF2B5EF4-FFF2-40B4-BE49-F238E27FC236}">
                  <a16:creationId xmlns:a16="http://schemas.microsoft.com/office/drawing/2014/main" id="{5197121E-F9A0-661A-3FB3-23209714F2AF}"/>
                </a:ext>
              </a:extLst>
            </p:cNvPr>
            <p:cNvSpPr txBox="1"/>
            <p:nvPr/>
          </p:nvSpPr>
          <p:spPr>
            <a:xfrm rot="4310628">
              <a:off x="10653074" y="3127077"/>
              <a:ext cx="967193" cy="4001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V</a:t>
              </a:r>
              <a:r>
                <a:rPr kumimoji="0" lang="en-US" sz="10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rPr>
                <a:t>O_PDC_PSO</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nvGrpSpPr>
            <p:cNvPr id="414" name="Group 413">
              <a:extLst>
                <a:ext uri="{FF2B5EF4-FFF2-40B4-BE49-F238E27FC236}">
                  <a16:creationId xmlns:a16="http://schemas.microsoft.com/office/drawing/2014/main" id="{DF9816C5-CA91-FEDA-D9B7-A36816939CB2}"/>
                </a:ext>
              </a:extLst>
            </p:cNvPr>
            <p:cNvGrpSpPr/>
            <p:nvPr/>
          </p:nvGrpSpPr>
          <p:grpSpPr>
            <a:xfrm>
              <a:off x="10759398" y="3886680"/>
              <a:ext cx="489628" cy="463869"/>
              <a:chOff x="4376591" y="6340248"/>
              <a:chExt cx="489628" cy="463869"/>
            </a:xfrm>
          </p:grpSpPr>
          <p:grpSp>
            <p:nvGrpSpPr>
              <p:cNvPr id="415" name="Group 414">
                <a:extLst>
                  <a:ext uri="{FF2B5EF4-FFF2-40B4-BE49-F238E27FC236}">
                    <a16:creationId xmlns:a16="http://schemas.microsoft.com/office/drawing/2014/main" id="{C42B8CC3-00CC-48AD-0213-CFB562A60CA8}"/>
                  </a:ext>
                </a:extLst>
              </p:cNvPr>
              <p:cNvGrpSpPr/>
              <p:nvPr/>
            </p:nvGrpSpPr>
            <p:grpSpPr>
              <a:xfrm>
                <a:off x="4397994" y="6340248"/>
                <a:ext cx="468225" cy="294721"/>
                <a:chOff x="4951111" y="6450319"/>
                <a:chExt cx="468225" cy="294721"/>
              </a:xfrm>
            </p:grpSpPr>
            <p:sp>
              <p:nvSpPr>
                <p:cNvPr id="417" name="Oval 416">
                  <a:extLst>
                    <a:ext uri="{FF2B5EF4-FFF2-40B4-BE49-F238E27FC236}">
                      <a16:creationId xmlns:a16="http://schemas.microsoft.com/office/drawing/2014/main" id="{A3767BD2-2167-0557-1BAC-83FE49DCD5D8}"/>
                    </a:ext>
                  </a:extLst>
                </p:cNvPr>
                <p:cNvSpPr/>
                <p:nvPr/>
              </p:nvSpPr>
              <p:spPr>
                <a:xfrm>
                  <a:off x="5000720" y="6516444"/>
                  <a:ext cx="227706" cy="228596"/>
                </a:xfrm>
                <a:prstGeom prst="ellipse">
                  <a:avLst/>
                </a:prstGeom>
                <a:solidFill>
                  <a:srgbClr val="FFFFFF"/>
                </a:solidFill>
                <a:ln w="10795" cap="flat" cmpd="sng" algn="ctr">
                  <a:solidFill>
                    <a:srgbClr val="00407A"/>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418" name="TextBox 417">
                  <a:extLst>
                    <a:ext uri="{FF2B5EF4-FFF2-40B4-BE49-F238E27FC236}">
                      <a16:creationId xmlns:a16="http://schemas.microsoft.com/office/drawing/2014/main" id="{9A5ACF06-BBAE-183B-FAD6-162E432DAB17}"/>
                    </a:ext>
                  </a:extLst>
                </p:cNvPr>
                <p:cNvSpPr txBox="1"/>
                <p:nvPr/>
              </p:nvSpPr>
              <p:spPr>
                <a:xfrm>
                  <a:off x="4951111" y="6450319"/>
                  <a:ext cx="468225" cy="24622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sp>
            <p:nvSpPr>
              <p:cNvPr id="416" name="TextBox 415">
                <a:extLst>
                  <a:ext uri="{FF2B5EF4-FFF2-40B4-BE49-F238E27FC236}">
                    <a16:creationId xmlns:a16="http://schemas.microsoft.com/office/drawing/2014/main" id="{7DC37294-2D72-E942-D4D7-03B95EFB9383}"/>
                  </a:ext>
                </a:extLst>
              </p:cNvPr>
              <p:cNvSpPr txBox="1"/>
              <p:nvPr/>
            </p:nvSpPr>
            <p:spPr>
              <a:xfrm>
                <a:off x="4376591" y="6342452"/>
                <a:ext cx="46822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rPr>
                  <a:t> C</a:t>
                </a:r>
                <a:endParaRPr kumimoji="0" lang="en-US" sz="1400" b="1" i="0" u="none" strike="noStrike" kern="0" cap="none" spc="0" normalizeH="0" baseline="-25000" noProof="0" smtClean="0">
                  <a:ln>
                    <a:noFill/>
                  </a:ln>
                  <a:solidFill>
                    <a:srgbClr val="00407A"/>
                  </a:solidFill>
                  <a:effectLst/>
                  <a:uLnTx/>
                  <a:uFillTx/>
                  <a:latin typeface="Times New Roman" panose="02020603050405020304" pitchFamily="18" charset="0"/>
                  <a:cs typeface="Times New Roman" panose="020206030504050203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smtClean="0">
                  <a:ln>
                    <a:noFill/>
                  </a:ln>
                  <a:solidFill>
                    <a:srgbClr val="00407A"/>
                  </a:solidFill>
                  <a:effectLst/>
                  <a:uLnTx/>
                  <a:uFillTx/>
                  <a:latin typeface="Times New Roman" panose="02020603050405020304" pitchFamily="18" charset="0"/>
                  <a:cs typeface="Times New Roman" panose="02020603050405020304" pitchFamily="18" charset="0"/>
                </a:endParaRPr>
              </a:p>
            </p:txBody>
          </p:sp>
        </p:grpSp>
      </p:grpSp>
      <p:sp>
        <p:nvSpPr>
          <p:cNvPr id="472" name="TextBox 471">
            <a:extLst>
              <a:ext uri="{FF2B5EF4-FFF2-40B4-BE49-F238E27FC236}">
                <a16:creationId xmlns:a16="http://schemas.microsoft.com/office/drawing/2014/main" id="{7D79E8E4-594A-2B7E-3072-170BE65D2167}"/>
              </a:ext>
            </a:extLst>
          </p:cNvPr>
          <p:cNvSpPr txBox="1"/>
          <p:nvPr/>
        </p:nvSpPr>
        <p:spPr>
          <a:xfrm>
            <a:off x="124576" y="53338"/>
            <a:ext cx="11714045" cy="584775"/>
          </a:xfrm>
          <a:prstGeom prst="rect">
            <a:avLst/>
          </a:prstGeom>
          <a:noFill/>
        </p:spPr>
        <p:txBody>
          <a:bodyPr wrap="square" rtlCol="0">
            <a:spAutoFit/>
          </a:bodyPr>
          <a:lstStyle/>
          <a:p>
            <a:r>
              <a:rPr lang="en-US" sz="3200" b="1">
                <a:solidFill>
                  <a:srgbClr val="FFFFFF"/>
                </a:solidFill>
                <a:cs typeface="Arial" panose="020B0604020202020204" pitchFamily="34" charset="0"/>
              </a:rPr>
              <a:t>Delay Modulation in Separately Driven Delay Cell (SDDC)</a:t>
            </a:r>
          </a:p>
        </p:txBody>
      </p:sp>
      <p:cxnSp>
        <p:nvCxnSpPr>
          <p:cNvPr id="473" name="Straight Connector 472">
            <a:extLst>
              <a:ext uri="{FF2B5EF4-FFF2-40B4-BE49-F238E27FC236}">
                <a16:creationId xmlns:a16="http://schemas.microsoft.com/office/drawing/2014/main" id="{8FF00962-C460-E17C-A4C1-55915D66DB12}"/>
              </a:ext>
            </a:extLst>
          </p:cNvPr>
          <p:cNvCxnSpPr/>
          <p:nvPr/>
        </p:nvCxnSpPr>
        <p:spPr>
          <a:xfrm flipV="1">
            <a:off x="0" y="639298"/>
            <a:ext cx="12192000" cy="0"/>
          </a:xfrm>
          <a:prstGeom prst="line">
            <a:avLst/>
          </a:prstGeom>
          <a:noFill/>
          <a:ln w="63500" cap="flat" cmpd="sng" algn="ctr">
            <a:solidFill>
              <a:srgbClr val="002060"/>
            </a:solidFill>
            <a:prstDash val="solid"/>
          </a:ln>
          <a:effectLst/>
        </p:spPr>
      </p:cxnSp>
      <p:cxnSp>
        <p:nvCxnSpPr>
          <p:cNvPr id="474" name="Straight Connector 473">
            <a:extLst>
              <a:ext uri="{FF2B5EF4-FFF2-40B4-BE49-F238E27FC236}">
                <a16:creationId xmlns:a16="http://schemas.microsoft.com/office/drawing/2014/main" id="{51DA2C1E-9E05-33CA-EA2B-456495134A16}"/>
              </a:ext>
            </a:extLst>
          </p:cNvPr>
          <p:cNvCxnSpPr>
            <a:cxnSpLocks/>
          </p:cNvCxnSpPr>
          <p:nvPr/>
        </p:nvCxnSpPr>
        <p:spPr>
          <a:xfrm flipV="1">
            <a:off x="3816307" y="629334"/>
            <a:ext cx="0" cy="3577627"/>
          </a:xfrm>
          <a:prstGeom prst="line">
            <a:avLst/>
          </a:prstGeom>
          <a:noFill/>
          <a:ln w="63500" cap="flat" cmpd="sng" algn="ctr">
            <a:solidFill>
              <a:srgbClr val="002060"/>
            </a:solidFill>
            <a:prstDash val="solid"/>
          </a:ln>
          <a:effectLst/>
        </p:spPr>
      </p:cxnSp>
      <p:cxnSp>
        <p:nvCxnSpPr>
          <p:cNvPr id="475" name="Straight Connector 474">
            <a:extLst>
              <a:ext uri="{FF2B5EF4-FFF2-40B4-BE49-F238E27FC236}">
                <a16:creationId xmlns:a16="http://schemas.microsoft.com/office/drawing/2014/main" id="{7C54BCBF-B4BA-66AF-4232-136DCA76F90E}"/>
              </a:ext>
            </a:extLst>
          </p:cNvPr>
          <p:cNvCxnSpPr>
            <a:cxnSpLocks/>
          </p:cNvCxnSpPr>
          <p:nvPr/>
        </p:nvCxnSpPr>
        <p:spPr>
          <a:xfrm flipH="1" flipV="1">
            <a:off x="8094319" y="621660"/>
            <a:ext cx="0" cy="3585301"/>
          </a:xfrm>
          <a:prstGeom prst="line">
            <a:avLst/>
          </a:prstGeom>
          <a:noFill/>
          <a:ln w="63500" cap="flat" cmpd="sng" algn="ctr">
            <a:solidFill>
              <a:srgbClr val="002060"/>
            </a:solidFill>
            <a:prstDash val="solid"/>
          </a:ln>
          <a:effectLst/>
        </p:spPr>
      </p:cxnSp>
      <p:cxnSp>
        <p:nvCxnSpPr>
          <p:cNvPr id="476" name="Straight Connector 475">
            <a:extLst>
              <a:ext uri="{FF2B5EF4-FFF2-40B4-BE49-F238E27FC236}">
                <a16:creationId xmlns:a16="http://schemas.microsoft.com/office/drawing/2014/main" id="{E8132E0C-668D-19FB-B5C7-0B60B390D646}"/>
              </a:ext>
            </a:extLst>
          </p:cNvPr>
          <p:cNvCxnSpPr>
            <a:cxnSpLocks/>
          </p:cNvCxnSpPr>
          <p:nvPr/>
        </p:nvCxnSpPr>
        <p:spPr>
          <a:xfrm flipH="1">
            <a:off x="-34453" y="4206961"/>
            <a:ext cx="12150052" cy="0"/>
          </a:xfrm>
          <a:prstGeom prst="line">
            <a:avLst/>
          </a:prstGeom>
          <a:noFill/>
          <a:ln w="63500" cap="flat" cmpd="sng" algn="ctr">
            <a:solidFill>
              <a:srgbClr val="002060"/>
            </a:solidFill>
            <a:prstDash val="solid"/>
          </a:ln>
          <a:effectLst/>
        </p:spPr>
      </p:cxnSp>
      <p:sp>
        <p:nvSpPr>
          <p:cNvPr id="477" name="TextBox 476">
            <a:extLst>
              <a:ext uri="{FF2B5EF4-FFF2-40B4-BE49-F238E27FC236}">
                <a16:creationId xmlns:a16="http://schemas.microsoft.com/office/drawing/2014/main" id="{3B831D50-4ABC-0776-C8E1-35B8E6B2C4BC}"/>
              </a:ext>
            </a:extLst>
          </p:cNvPr>
          <p:cNvSpPr txBox="1"/>
          <p:nvPr/>
        </p:nvSpPr>
        <p:spPr>
          <a:xfrm>
            <a:off x="360863" y="4523374"/>
            <a:ext cx="11426720" cy="1477328"/>
          </a:xfrm>
          <a:prstGeom prst="rect">
            <a:avLst/>
          </a:prstGeom>
          <a:noFill/>
          <a:ln>
            <a:noFill/>
          </a:ln>
        </p:spPr>
        <p:txBody>
          <a:bodyPr wrap="square">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0" cap="none" spc="0" normalizeH="0" baseline="0" noProof="0" dirty="0" smtClean="0">
                <a:ln>
                  <a:noFill/>
                </a:ln>
                <a:solidFill>
                  <a:srgbClr val="002060"/>
                </a:solidFill>
                <a:effectLst/>
                <a:uLnTx/>
                <a:uFillTx/>
              </a:rPr>
              <a:t>High Resistance Region (HRR): </a:t>
            </a:r>
            <a:r>
              <a:rPr kumimoji="0" lang="en-GB" sz="1800" b="0" i="0" u="none" strike="noStrike" kern="0" cap="none" spc="0" normalizeH="0" baseline="0" noProof="0" dirty="0" smtClean="0">
                <a:ln>
                  <a:noFill/>
                </a:ln>
                <a:solidFill>
                  <a:srgbClr val="002060"/>
                </a:solidFill>
                <a:effectLst/>
                <a:uLnTx/>
                <a:uFillTx/>
              </a:rPr>
              <a:t>Both transistors are either weakly ON / OFF (Floating node A), and  Their prolonged duration shifts (delayed) the output transition.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smtClean="0">
              <a:ln>
                <a:noFill/>
              </a:ln>
              <a:solidFill>
                <a:srgbClr val="002060"/>
              </a:solidFill>
              <a:effectLst/>
              <a:uLnTx/>
              <a:uFillTx/>
            </a:endParaRP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1" i="0" u="none" strike="noStrike" kern="0" cap="none" spc="0" normalizeH="0" baseline="0" noProof="0" dirty="0" smtClean="0">
                <a:ln>
                  <a:noFill/>
                </a:ln>
                <a:solidFill>
                  <a:srgbClr val="002060"/>
                </a:solidFill>
                <a:effectLst/>
                <a:uLnTx/>
                <a:uFillTx/>
              </a:rPr>
              <a:t>Low Resistance Region (LRR)</a:t>
            </a:r>
            <a:r>
              <a:rPr kumimoji="0" lang="en-GB" sz="1800" b="0" i="0" u="none" strike="noStrike" kern="0" cap="none" spc="0" normalizeH="0" baseline="0" noProof="0" dirty="0" smtClean="0">
                <a:ln>
                  <a:noFill/>
                </a:ln>
                <a:solidFill>
                  <a:srgbClr val="002060"/>
                </a:solidFill>
                <a:effectLst/>
                <a:uLnTx/>
                <a:uFillTx/>
              </a:rPr>
              <a:t>: Both transistors are ON (or short-circuit) in this case. Its prolonged duration slows down the output transition</a:t>
            </a:r>
            <a:r>
              <a:rPr kumimoji="0" lang="en-GB" sz="1800" b="0" i="0" u="none" strike="noStrike" kern="0" cap="none" spc="0" normalizeH="0" baseline="0" noProof="0" dirty="0" smtClean="0">
                <a:ln>
                  <a:noFill/>
                </a:ln>
                <a:solidFill>
                  <a:srgbClr val="00407A"/>
                </a:solidFill>
                <a:effectLst/>
                <a:uLnTx/>
                <a:uFillTx/>
              </a:rPr>
              <a:t>.</a:t>
            </a:r>
          </a:p>
        </p:txBody>
      </p:sp>
      <p:cxnSp>
        <p:nvCxnSpPr>
          <p:cNvPr id="478" name="Straight Connector 477">
            <a:extLst>
              <a:ext uri="{FF2B5EF4-FFF2-40B4-BE49-F238E27FC236}">
                <a16:creationId xmlns:a16="http://schemas.microsoft.com/office/drawing/2014/main" id="{58C7D912-056B-006D-6535-68535AB91295}"/>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479" name="Straight Connector 478">
            <a:extLst>
              <a:ext uri="{FF2B5EF4-FFF2-40B4-BE49-F238E27FC236}">
                <a16:creationId xmlns:a16="http://schemas.microsoft.com/office/drawing/2014/main" id="{7FEC335B-86B4-3F44-C338-BFE4D333B49C}"/>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480" name="Straight Connector 479">
            <a:extLst>
              <a:ext uri="{FF2B5EF4-FFF2-40B4-BE49-F238E27FC236}">
                <a16:creationId xmlns:a16="http://schemas.microsoft.com/office/drawing/2014/main" id="{5095EF91-F0D7-0747-0DC2-F5882F1D16BA}"/>
              </a:ext>
            </a:extLst>
          </p:cNvPr>
          <p:cNvCxnSpPr/>
          <p:nvPr/>
        </p:nvCxnSpPr>
        <p:spPr>
          <a:xfrm flipV="1">
            <a:off x="0" y="30424"/>
            <a:ext cx="12192000" cy="0"/>
          </a:xfrm>
          <a:prstGeom prst="line">
            <a:avLst/>
          </a:prstGeom>
          <a:noFill/>
          <a:ln w="63500" cap="flat" cmpd="sng" algn="ctr">
            <a:solidFill>
              <a:srgbClr val="002060"/>
            </a:solidFill>
            <a:prstDash val="solid"/>
          </a:ln>
          <a:effectLst/>
        </p:spPr>
      </p:cxnSp>
      <p:sp>
        <p:nvSpPr>
          <p:cNvPr id="481" name="Rectangle 480">
            <a:extLst>
              <a:ext uri="{FF2B5EF4-FFF2-40B4-BE49-F238E27FC236}">
                <a16:creationId xmlns:a16="http://schemas.microsoft.com/office/drawing/2014/main" id="{18D75218-61AC-AE99-218D-099A9E35FB76}"/>
              </a:ext>
            </a:extLst>
          </p:cNvPr>
          <p:cNvSpPr/>
          <p:nvPr/>
        </p:nvSpPr>
        <p:spPr>
          <a:xfrm>
            <a:off x="1040335" y="3718856"/>
            <a:ext cx="9513638" cy="338554"/>
          </a:xfrm>
          <a:prstGeom prst="rect">
            <a:avLst/>
          </a:prstGeom>
          <a:solidFill>
            <a:srgbClr val="FFFFFF"/>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sng" strike="noStrike" kern="0" cap="none" spc="0" normalizeH="0" baseline="0" noProof="0" smtClean="0">
                <a:ln>
                  <a:noFill/>
                </a:ln>
                <a:solidFill>
                  <a:srgbClr val="00407A"/>
                </a:solidFill>
                <a:effectLst/>
                <a:uLnTx/>
                <a:uFillTx/>
              </a:rPr>
              <a:t>The concept of adding FF pre-discharging, pre-discharging path in (A) NSO (B) PSO (C) NSO-PSO</a:t>
            </a:r>
          </a:p>
        </p:txBody>
      </p:sp>
    </p:spTree>
    <p:extLst>
      <p:ext uri="{BB962C8B-B14F-4D97-AF65-F5344CB8AC3E}">
        <p14:creationId xmlns:p14="http://schemas.microsoft.com/office/powerpoint/2010/main" val="202163048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60D6DE-563A-45BF-9470-55C5F40BB50F}"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55</a:t>
            </a:fld>
            <a:endParaRPr lang="en-BE"/>
          </a:p>
        </p:txBody>
      </p:sp>
      <p:sp>
        <p:nvSpPr>
          <p:cNvPr id="5" name="Rectangle 4">
            <a:extLst>
              <a:ext uri="{FF2B5EF4-FFF2-40B4-BE49-F238E27FC236}">
                <a16:creationId xmlns:a16="http://schemas.microsoft.com/office/drawing/2014/main" id="{89B02E6C-D8DE-DE36-389B-DB57E001684F}"/>
              </a:ext>
            </a:extLst>
          </p:cNvPr>
          <p:cNvSpPr/>
          <p:nvPr/>
        </p:nvSpPr>
        <p:spPr>
          <a:xfrm>
            <a:off x="139040" y="4140652"/>
            <a:ext cx="11913461" cy="1853542"/>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 name="Rounded Rectangle 92">
            <a:extLst>
              <a:ext uri="{FF2B5EF4-FFF2-40B4-BE49-F238E27FC236}">
                <a16:creationId xmlns:a16="http://schemas.microsoft.com/office/drawing/2014/main" id="{4370C40B-A6FD-3B13-DB68-1CC9E9ABDD43}"/>
              </a:ext>
            </a:extLst>
          </p:cNvPr>
          <p:cNvSpPr/>
          <p:nvPr/>
        </p:nvSpPr>
        <p:spPr>
          <a:xfrm>
            <a:off x="287908" y="920679"/>
            <a:ext cx="3983393" cy="2415836"/>
          </a:xfrm>
          <a:prstGeom prst="roundRect">
            <a:avLst/>
          </a:prstGeom>
          <a:solidFill>
            <a:srgbClr val="F79646">
              <a:lumMod val="20000"/>
              <a:lumOff val="80000"/>
            </a:srgbClr>
          </a:solidFill>
          <a:ln w="25400" cap="flat" cmpd="sng" algn="ctr">
            <a:solidFill>
              <a:srgbClr val="002060"/>
            </a:solidFill>
            <a:prstDash val="solid"/>
          </a:ln>
          <a:effectLst/>
        </p:spPr>
        <p:txBody>
          <a:bodyPr rtlCol="0" anchor="ctr"/>
          <a:lstStyle/>
          <a:p>
            <a:pPr algn="ctr" eaLnBrk="0" fontAlgn="base" hangingPunct="0">
              <a:spcBef>
                <a:spcPct val="0"/>
              </a:spcBef>
              <a:spcAft>
                <a:spcPct val="0"/>
              </a:spcAft>
              <a:defRPr/>
            </a:pPr>
            <a:endParaRPr lang="en-IN" kern="0" dirty="0">
              <a:solidFill>
                <a:prstClr val="white"/>
              </a:solidFill>
              <a:latin typeface="Calibri"/>
            </a:endParaRPr>
          </a:p>
        </p:txBody>
      </p:sp>
      <p:sp>
        <p:nvSpPr>
          <p:cNvPr id="7" name="Rectangle 6">
            <a:extLst>
              <a:ext uri="{FF2B5EF4-FFF2-40B4-BE49-F238E27FC236}">
                <a16:creationId xmlns:a16="http://schemas.microsoft.com/office/drawing/2014/main" id="{9B11DA5C-48B5-E8F8-A031-522394E06206}"/>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pic>
        <p:nvPicPr>
          <p:cNvPr id="8" name="Picture 7">
            <a:extLst>
              <a:ext uri="{FF2B5EF4-FFF2-40B4-BE49-F238E27FC236}">
                <a16:creationId xmlns:a16="http://schemas.microsoft.com/office/drawing/2014/main" id="{BEB15936-5D29-9B3B-284E-A0BB790B2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917" y="934538"/>
            <a:ext cx="3862589" cy="2363891"/>
          </a:xfrm>
          <a:prstGeom prst="rect">
            <a:avLst/>
          </a:prstGeom>
        </p:spPr>
      </p:pic>
      <p:pic>
        <p:nvPicPr>
          <p:cNvPr id="9" name="Picture 8">
            <a:extLst>
              <a:ext uri="{FF2B5EF4-FFF2-40B4-BE49-F238E27FC236}">
                <a16:creationId xmlns:a16="http://schemas.microsoft.com/office/drawing/2014/main" id="{A519E24D-5CD4-CC95-B2CF-CB1B19B53503}"/>
              </a:ext>
            </a:extLst>
          </p:cNvPr>
          <p:cNvPicPr>
            <a:picLocks noChangeAspect="1"/>
          </p:cNvPicPr>
          <p:nvPr/>
        </p:nvPicPr>
        <p:blipFill rotWithShape="1">
          <a:blip r:embed="rId3">
            <a:extLst>
              <a:ext uri="{28A0092B-C50C-407E-A947-70E740481C1C}">
                <a14:useLocalDpi xmlns:a14="http://schemas.microsoft.com/office/drawing/2010/main" val="0"/>
              </a:ext>
            </a:extLst>
          </a:blip>
          <a:srcRect t="-1" b="3762"/>
          <a:stretch/>
        </p:blipFill>
        <p:spPr>
          <a:xfrm>
            <a:off x="4987330" y="765663"/>
            <a:ext cx="6595110" cy="2691378"/>
          </a:xfrm>
          <a:prstGeom prst="rect">
            <a:avLst/>
          </a:prstGeom>
        </p:spPr>
      </p:pic>
      <p:sp>
        <p:nvSpPr>
          <p:cNvPr id="10" name="TextBox 9">
            <a:extLst>
              <a:ext uri="{FF2B5EF4-FFF2-40B4-BE49-F238E27FC236}">
                <a16:creationId xmlns:a16="http://schemas.microsoft.com/office/drawing/2014/main" id="{A0AFADB6-94E4-CE15-8EE6-2A1E08404DD5}"/>
              </a:ext>
            </a:extLst>
          </p:cNvPr>
          <p:cNvSpPr txBox="1"/>
          <p:nvPr/>
        </p:nvSpPr>
        <p:spPr>
          <a:xfrm>
            <a:off x="165100" y="54523"/>
            <a:ext cx="5989810" cy="584775"/>
          </a:xfrm>
          <a:prstGeom prst="rect">
            <a:avLst/>
          </a:prstGeom>
          <a:noFill/>
        </p:spPr>
        <p:txBody>
          <a:bodyPr wrap="square" rtlCol="0">
            <a:spAutoFit/>
          </a:bodyPr>
          <a:lstStyle/>
          <a:p>
            <a:r>
              <a:rPr lang="en-US" sz="3200" b="1">
                <a:solidFill>
                  <a:srgbClr val="FFFFFF"/>
                </a:solidFill>
                <a:cs typeface="Arial" panose="020B0604020202020204" pitchFamily="34" charset="0"/>
              </a:rPr>
              <a:t>Quadrature Signal Generation</a:t>
            </a:r>
          </a:p>
        </p:txBody>
      </p:sp>
      <p:sp>
        <p:nvSpPr>
          <p:cNvPr id="11" name="Rectangle 10">
            <a:extLst>
              <a:ext uri="{FF2B5EF4-FFF2-40B4-BE49-F238E27FC236}">
                <a16:creationId xmlns:a16="http://schemas.microsoft.com/office/drawing/2014/main" id="{39DDD297-DD89-089E-C016-AC357B810D72}"/>
              </a:ext>
            </a:extLst>
          </p:cNvPr>
          <p:cNvSpPr/>
          <p:nvPr/>
        </p:nvSpPr>
        <p:spPr>
          <a:xfrm>
            <a:off x="883461" y="3517735"/>
            <a:ext cx="2941831"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sng" strike="noStrike" kern="0" cap="none" spc="0" normalizeH="0" baseline="0" noProof="0" dirty="0" smtClean="0">
                <a:ln>
                  <a:noFill/>
                </a:ln>
                <a:solidFill>
                  <a:srgbClr val="002060"/>
                </a:solidFill>
                <a:effectLst/>
                <a:uLnTx/>
                <a:uFillTx/>
              </a:rPr>
              <a:t>Proposed 4-stage PCD-PSRO</a:t>
            </a:r>
          </a:p>
        </p:txBody>
      </p:sp>
      <p:sp>
        <p:nvSpPr>
          <p:cNvPr id="12" name="Rectangle 11">
            <a:extLst>
              <a:ext uri="{FF2B5EF4-FFF2-40B4-BE49-F238E27FC236}">
                <a16:creationId xmlns:a16="http://schemas.microsoft.com/office/drawing/2014/main" id="{1026F9A8-6B9D-DE47-74B5-2BF9B28F79F5}"/>
              </a:ext>
            </a:extLst>
          </p:cNvPr>
          <p:cNvSpPr/>
          <p:nvPr/>
        </p:nvSpPr>
        <p:spPr>
          <a:xfrm>
            <a:off x="5342991" y="3472492"/>
            <a:ext cx="6135715" cy="338554"/>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sng" strike="noStrike" kern="0" cap="none" spc="0" normalizeH="0" baseline="0" noProof="0" dirty="0" smtClean="0">
                <a:ln>
                  <a:noFill/>
                </a:ln>
                <a:solidFill>
                  <a:srgbClr val="00407A"/>
                </a:solidFill>
                <a:effectLst/>
                <a:uLnTx/>
                <a:uFillTx/>
              </a:rPr>
              <a:t>Output transition of 4 stages (a) MSSRO and (b) PCD-PSRO</a:t>
            </a:r>
          </a:p>
        </p:txBody>
      </p:sp>
      <p:cxnSp>
        <p:nvCxnSpPr>
          <p:cNvPr id="13" name="Straight Connector 12">
            <a:extLst>
              <a:ext uri="{FF2B5EF4-FFF2-40B4-BE49-F238E27FC236}">
                <a16:creationId xmlns:a16="http://schemas.microsoft.com/office/drawing/2014/main" id="{A068B5CC-0FFF-2EDB-86A5-9E9897905D41}"/>
              </a:ext>
            </a:extLst>
          </p:cNvPr>
          <p:cNvCxnSpPr/>
          <p:nvPr/>
        </p:nvCxnSpPr>
        <p:spPr>
          <a:xfrm flipV="1">
            <a:off x="0" y="639298"/>
            <a:ext cx="12192000" cy="0"/>
          </a:xfrm>
          <a:prstGeom prst="line">
            <a:avLst/>
          </a:prstGeom>
          <a:noFill/>
          <a:ln w="63500" cap="flat" cmpd="sng" algn="ctr">
            <a:solidFill>
              <a:srgbClr val="002060"/>
            </a:solidFill>
            <a:prstDash val="solid"/>
          </a:ln>
          <a:effectLst/>
        </p:spPr>
      </p:cxnSp>
      <p:grpSp>
        <p:nvGrpSpPr>
          <p:cNvPr id="14" name="Group 13">
            <a:extLst>
              <a:ext uri="{FF2B5EF4-FFF2-40B4-BE49-F238E27FC236}">
                <a16:creationId xmlns:a16="http://schemas.microsoft.com/office/drawing/2014/main" id="{40A30F42-2813-90A5-DE61-B4F9BA2756AD}"/>
              </a:ext>
            </a:extLst>
          </p:cNvPr>
          <p:cNvGrpSpPr/>
          <p:nvPr/>
        </p:nvGrpSpPr>
        <p:grpSpPr>
          <a:xfrm>
            <a:off x="11496774" y="2877179"/>
            <a:ext cx="435827" cy="459336"/>
            <a:chOff x="1776138" y="3223476"/>
            <a:chExt cx="462238" cy="475490"/>
          </a:xfrm>
        </p:grpSpPr>
        <p:sp>
          <p:nvSpPr>
            <p:cNvPr id="15" name="Oval 14">
              <a:extLst>
                <a:ext uri="{FF2B5EF4-FFF2-40B4-BE49-F238E27FC236}">
                  <a16:creationId xmlns:a16="http://schemas.microsoft.com/office/drawing/2014/main" id="{655BB217-2BDD-160B-A4C5-352B1F089BE0}"/>
                </a:ext>
              </a:extLst>
            </p:cNvPr>
            <p:cNvSpPr/>
            <p:nvPr/>
          </p:nvSpPr>
          <p:spPr>
            <a:xfrm>
              <a:off x="1776138" y="3289313"/>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6" name="Oval 15">
              <a:extLst>
                <a:ext uri="{FF2B5EF4-FFF2-40B4-BE49-F238E27FC236}">
                  <a16:creationId xmlns:a16="http://schemas.microsoft.com/office/drawing/2014/main" id="{28FBACAA-59CE-C0E5-728E-3B7FBDD51F32}"/>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7" name="Oval 16">
              <a:extLst>
                <a:ext uri="{FF2B5EF4-FFF2-40B4-BE49-F238E27FC236}">
                  <a16:creationId xmlns:a16="http://schemas.microsoft.com/office/drawing/2014/main" id="{CC337F2C-1923-B0E7-AD74-9382A5945ED0}"/>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8" name="Arc 17">
              <a:extLst>
                <a:ext uri="{FF2B5EF4-FFF2-40B4-BE49-F238E27FC236}">
                  <a16:creationId xmlns:a16="http://schemas.microsoft.com/office/drawing/2014/main" id="{2EE6166E-BDC3-F946-5084-AEC52A482240}"/>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19" name="Group 18">
            <a:extLst>
              <a:ext uri="{FF2B5EF4-FFF2-40B4-BE49-F238E27FC236}">
                <a16:creationId xmlns:a16="http://schemas.microsoft.com/office/drawing/2014/main" id="{D5098E1E-4DD5-5474-3B26-B27CE7FF7284}"/>
              </a:ext>
            </a:extLst>
          </p:cNvPr>
          <p:cNvGrpSpPr/>
          <p:nvPr/>
        </p:nvGrpSpPr>
        <p:grpSpPr>
          <a:xfrm>
            <a:off x="5250605" y="3036869"/>
            <a:ext cx="445350" cy="637809"/>
            <a:chOff x="1776139" y="3289314"/>
            <a:chExt cx="472338" cy="660239"/>
          </a:xfrm>
        </p:grpSpPr>
        <p:sp>
          <p:nvSpPr>
            <p:cNvPr id="20" name="Oval 19">
              <a:extLst>
                <a:ext uri="{FF2B5EF4-FFF2-40B4-BE49-F238E27FC236}">
                  <a16:creationId xmlns:a16="http://schemas.microsoft.com/office/drawing/2014/main" id="{53C433A5-05AA-C17C-F171-489F5FEBF87E}"/>
                </a:ext>
              </a:extLst>
            </p:cNvPr>
            <p:cNvSpPr/>
            <p:nvPr/>
          </p:nvSpPr>
          <p:spPr>
            <a:xfrm>
              <a:off x="1776139" y="3289314"/>
              <a:ext cx="432000" cy="409653"/>
            </a:xfrm>
            <a:prstGeom prst="ellipse">
              <a:avLst/>
            </a:prstGeom>
            <a:solidFill>
              <a:srgbClr val="FFFFFF"/>
            </a:solidFill>
            <a:ln w="444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134CDC2F-861E-1233-330C-62FFE2003994}"/>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2" name="Oval 21">
              <a:extLst>
                <a:ext uri="{FF2B5EF4-FFF2-40B4-BE49-F238E27FC236}">
                  <a16:creationId xmlns:a16="http://schemas.microsoft.com/office/drawing/2014/main" id="{BDF5E4A9-9F2D-94CD-6473-9F03718CCFBD}"/>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23" name="Arc 22">
              <a:extLst>
                <a:ext uri="{FF2B5EF4-FFF2-40B4-BE49-F238E27FC236}">
                  <a16:creationId xmlns:a16="http://schemas.microsoft.com/office/drawing/2014/main" id="{86EC68F1-110A-8EAF-5AFA-CBEA5CBC6132}"/>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cxnSp>
        <p:nvCxnSpPr>
          <p:cNvPr id="24" name="Straight Connector 23">
            <a:extLst>
              <a:ext uri="{FF2B5EF4-FFF2-40B4-BE49-F238E27FC236}">
                <a16:creationId xmlns:a16="http://schemas.microsoft.com/office/drawing/2014/main" id="{1473C7EE-668A-80D8-71B9-BE9360CB9993}"/>
              </a:ext>
            </a:extLst>
          </p:cNvPr>
          <p:cNvCxnSpPr>
            <a:cxnSpLocks/>
          </p:cNvCxnSpPr>
          <p:nvPr/>
        </p:nvCxnSpPr>
        <p:spPr>
          <a:xfrm flipV="1">
            <a:off x="4606819" y="677539"/>
            <a:ext cx="0" cy="3348964"/>
          </a:xfrm>
          <a:prstGeom prst="line">
            <a:avLst/>
          </a:prstGeom>
          <a:noFill/>
          <a:ln w="63500" cap="flat" cmpd="sng" algn="ctr">
            <a:solidFill>
              <a:srgbClr val="002060"/>
            </a:solidFill>
            <a:prstDash val="solid"/>
          </a:ln>
          <a:effectLst/>
        </p:spPr>
      </p:cxnSp>
      <p:cxnSp>
        <p:nvCxnSpPr>
          <p:cNvPr id="25" name="Straight Connector 24">
            <a:extLst>
              <a:ext uri="{FF2B5EF4-FFF2-40B4-BE49-F238E27FC236}">
                <a16:creationId xmlns:a16="http://schemas.microsoft.com/office/drawing/2014/main" id="{49E4A34C-1BB4-E520-9789-F30387938623}"/>
              </a:ext>
            </a:extLst>
          </p:cNvPr>
          <p:cNvCxnSpPr/>
          <p:nvPr/>
        </p:nvCxnSpPr>
        <p:spPr>
          <a:xfrm flipV="1">
            <a:off x="21261" y="4026503"/>
            <a:ext cx="12192000" cy="0"/>
          </a:xfrm>
          <a:prstGeom prst="line">
            <a:avLst/>
          </a:prstGeom>
          <a:noFill/>
          <a:ln w="63500" cap="flat" cmpd="sng" algn="ctr">
            <a:solidFill>
              <a:srgbClr val="002060"/>
            </a:solidFill>
            <a:prstDash val="solid"/>
          </a:ln>
          <a:effectLst/>
        </p:spPr>
      </p:cxnSp>
      <p:cxnSp>
        <p:nvCxnSpPr>
          <p:cNvPr id="26" name="Straight Connector 25">
            <a:extLst>
              <a:ext uri="{FF2B5EF4-FFF2-40B4-BE49-F238E27FC236}">
                <a16:creationId xmlns:a16="http://schemas.microsoft.com/office/drawing/2014/main" id="{D3F8934A-6910-5709-0709-57BBE0CE1542}"/>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27" name="Straight Connector 26">
            <a:extLst>
              <a:ext uri="{FF2B5EF4-FFF2-40B4-BE49-F238E27FC236}">
                <a16:creationId xmlns:a16="http://schemas.microsoft.com/office/drawing/2014/main" id="{354C482C-0703-A613-CF07-DD7AC9E5AAB0}"/>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28" name="Straight Connector 27">
            <a:extLst>
              <a:ext uri="{FF2B5EF4-FFF2-40B4-BE49-F238E27FC236}">
                <a16:creationId xmlns:a16="http://schemas.microsoft.com/office/drawing/2014/main" id="{A53D376F-E8FB-B6A4-3160-8445DB13B1E1}"/>
              </a:ext>
            </a:extLst>
          </p:cNvPr>
          <p:cNvCxnSpPr/>
          <p:nvPr/>
        </p:nvCxnSpPr>
        <p:spPr>
          <a:xfrm flipV="1">
            <a:off x="0" y="30424"/>
            <a:ext cx="12192000" cy="0"/>
          </a:xfrm>
          <a:prstGeom prst="line">
            <a:avLst/>
          </a:prstGeom>
          <a:noFill/>
          <a:ln w="63500" cap="flat" cmpd="sng" algn="ctr">
            <a:solidFill>
              <a:srgbClr val="002060"/>
            </a:solidFill>
            <a:prstDash val="solid"/>
          </a:ln>
          <a:effectLst/>
        </p:spPr>
      </p:cxnSp>
      <p:grpSp>
        <p:nvGrpSpPr>
          <p:cNvPr id="29" name="Group 28">
            <a:extLst>
              <a:ext uri="{FF2B5EF4-FFF2-40B4-BE49-F238E27FC236}">
                <a16:creationId xmlns:a16="http://schemas.microsoft.com/office/drawing/2014/main" id="{9859F1D5-D1FE-2655-809D-9EC7C0F7D5EE}"/>
              </a:ext>
            </a:extLst>
          </p:cNvPr>
          <p:cNvGrpSpPr/>
          <p:nvPr/>
        </p:nvGrpSpPr>
        <p:grpSpPr>
          <a:xfrm>
            <a:off x="139496" y="4151180"/>
            <a:ext cx="11858521" cy="1800170"/>
            <a:chOff x="-1" y="4430413"/>
            <a:chExt cx="11858521" cy="1800170"/>
          </a:xfrm>
        </p:grpSpPr>
        <p:sp>
          <p:nvSpPr>
            <p:cNvPr id="30" name="TextBox 29">
              <a:extLst>
                <a:ext uri="{FF2B5EF4-FFF2-40B4-BE49-F238E27FC236}">
                  <a16:creationId xmlns:a16="http://schemas.microsoft.com/office/drawing/2014/main" id="{45F7983A-2D8A-F062-7AF8-1ADFD11CE4C6}"/>
                </a:ext>
              </a:extLst>
            </p:cNvPr>
            <p:cNvSpPr txBox="1"/>
            <p:nvPr/>
          </p:nvSpPr>
          <p:spPr>
            <a:xfrm>
              <a:off x="165100" y="4430413"/>
              <a:ext cx="11693420" cy="1754326"/>
            </a:xfrm>
            <a:prstGeom prst="rect">
              <a:avLst/>
            </a:prstGeom>
            <a:noFill/>
            <a:ln>
              <a:noFill/>
            </a:ln>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2060"/>
                  </a:solidFill>
                  <a:effectLst/>
                  <a:uLnTx/>
                  <a:uFillTx/>
                </a:rPr>
                <a:t>Using the above mechanism, the effective skew-offset</a:t>
              </a:r>
              <a:r>
                <a:rPr kumimoji="0" lang="en-GB" sz="1800" b="0" i="0" u="none" strike="noStrike" kern="0" cap="none" spc="0" normalizeH="0" baseline="0" noProof="0" dirty="0" smtClean="0">
                  <a:ln>
                    <a:noFill/>
                  </a:ln>
                  <a:solidFill>
                    <a:srgbClr val="002060"/>
                  </a:solidFill>
                  <a:effectLst/>
                  <a:uLnTx/>
                  <a:uFillTx/>
                </a:rPr>
                <a:t>, as well as propagation delay at the stage level,</a:t>
              </a:r>
              <a:r>
                <a:rPr kumimoji="0" lang="en-US" sz="1800" b="0" i="0" u="none" strike="noStrike" kern="0" cap="none" spc="0" normalizeH="0" baseline="0" noProof="0" dirty="0" smtClean="0">
                  <a:ln>
                    <a:noFill/>
                  </a:ln>
                  <a:solidFill>
                    <a:srgbClr val="002060"/>
                  </a:solidFill>
                  <a:effectLst/>
                  <a:uLnTx/>
                  <a:uFillTx/>
                </a:rPr>
                <a:t> will effectively change, which results in :</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smtClean="0">
                <a:ln>
                  <a:noFill/>
                </a:ln>
                <a:solidFill>
                  <a:srgbClr val="002060"/>
                </a:solidFill>
                <a:effectLst/>
                <a:uLnTx/>
                <a:uFillTx/>
              </a:endParaRP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smtClean="0">
                  <a:ln>
                    <a:noFill/>
                  </a:ln>
                  <a:solidFill>
                    <a:srgbClr val="002060"/>
                  </a:solidFill>
                  <a:effectLst/>
                  <a:uLnTx/>
                  <a:uFillTx/>
                </a:rPr>
                <a:t>Higher oscillation frequency for PSO &amp; NSO (Possible to achieve the highest possible frequency).</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smtClean="0">
                <a:ln>
                  <a:noFill/>
                </a:ln>
                <a:solidFill>
                  <a:srgbClr val="002060"/>
                </a:solidFill>
                <a:effectLst/>
                <a:uLnTx/>
                <a:uFillTx/>
              </a:endParaRP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smtClean="0">
                  <a:ln>
                    <a:noFill/>
                  </a:ln>
                  <a:solidFill>
                    <a:srgbClr val="002060"/>
                  </a:solidFill>
                  <a:effectLst/>
                  <a:uLnTx/>
                  <a:uFillTx/>
                </a:rPr>
                <a:t>The Transition speed-up result in less noise susceptibility</a:t>
              </a:r>
              <a:r>
                <a:rPr kumimoji="0" lang="en-US" sz="1800" b="1" i="0" u="none" strike="noStrike" kern="0" cap="none" spc="0" normalizeH="0" baseline="0" noProof="0" dirty="0" smtClean="0">
                  <a:ln>
                    <a:noFill/>
                  </a:ln>
                  <a:solidFill>
                    <a:srgbClr val="002060"/>
                  </a:solidFill>
                  <a:effectLst/>
                  <a:uLnTx/>
                  <a:uFillTx/>
                </a:rPr>
                <a:t>.</a:t>
              </a:r>
            </a:p>
          </p:txBody>
        </p:sp>
        <p:grpSp>
          <p:nvGrpSpPr>
            <p:cNvPr id="31" name="Group 30">
              <a:extLst>
                <a:ext uri="{FF2B5EF4-FFF2-40B4-BE49-F238E27FC236}">
                  <a16:creationId xmlns:a16="http://schemas.microsoft.com/office/drawing/2014/main" id="{7ED3A8DA-8C5D-527E-C2B7-C6840E81462D}"/>
                </a:ext>
              </a:extLst>
            </p:cNvPr>
            <p:cNvGrpSpPr/>
            <p:nvPr/>
          </p:nvGrpSpPr>
          <p:grpSpPr>
            <a:xfrm>
              <a:off x="11089457" y="5171186"/>
              <a:ext cx="435826" cy="459340"/>
              <a:chOff x="1776139" y="3223476"/>
              <a:chExt cx="462237" cy="475494"/>
            </a:xfrm>
          </p:grpSpPr>
          <p:sp>
            <p:nvSpPr>
              <p:cNvPr id="39" name="Oval 38">
                <a:extLst>
                  <a:ext uri="{FF2B5EF4-FFF2-40B4-BE49-F238E27FC236}">
                    <a16:creationId xmlns:a16="http://schemas.microsoft.com/office/drawing/2014/main" id="{5BE05D52-7894-B43D-C1E5-CE68CD097940}"/>
                  </a:ext>
                </a:extLst>
              </p:cNvPr>
              <p:cNvSpPr/>
              <p:nvPr/>
            </p:nvSpPr>
            <p:spPr>
              <a:xfrm>
                <a:off x="1776139" y="3289317"/>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40" name="Oval 39">
                <a:extLst>
                  <a:ext uri="{FF2B5EF4-FFF2-40B4-BE49-F238E27FC236}">
                    <a16:creationId xmlns:a16="http://schemas.microsoft.com/office/drawing/2014/main" id="{72233866-F609-2035-8DCF-8506393E1978}"/>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41" name="Oval 40">
                <a:extLst>
                  <a:ext uri="{FF2B5EF4-FFF2-40B4-BE49-F238E27FC236}">
                    <a16:creationId xmlns:a16="http://schemas.microsoft.com/office/drawing/2014/main" id="{70AC2D97-5255-B7E1-B546-1FF4A9429A66}"/>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42" name="Arc 41">
                <a:extLst>
                  <a:ext uri="{FF2B5EF4-FFF2-40B4-BE49-F238E27FC236}">
                    <a16:creationId xmlns:a16="http://schemas.microsoft.com/office/drawing/2014/main" id="{EF69038D-A0B6-2C1B-C606-1A4448D2BD73}"/>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grpSp>
          <p:nvGrpSpPr>
            <p:cNvPr id="32" name="Group 31">
              <a:extLst>
                <a:ext uri="{FF2B5EF4-FFF2-40B4-BE49-F238E27FC236}">
                  <a16:creationId xmlns:a16="http://schemas.microsoft.com/office/drawing/2014/main" id="{EDC8618D-3BD8-6357-0655-063E97F1670B}"/>
                </a:ext>
              </a:extLst>
            </p:cNvPr>
            <p:cNvGrpSpPr/>
            <p:nvPr/>
          </p:nvGrpSpPr>
          <p:grpSpPr>
            <a:xfrm>
              <a:off x="6986264" y="5725402"/>
              <a:ext cx="435826" cy="459337"/>
              <a:chOff x="1776139" y="3223476"/>
              <a:chExt cx="462237" cy="475491"/>
            </a:xfrm>
          </p:grpSpPr>
          <p:sp>
            <p:nvSpPr>
              <p:cNvPr id="35" name="Oval 34">
                <a:extLst>
                  <a:ext uri="{FF2B5EF4-FFF2-40B4-BE49-F238E27FC236}">
                    <a16:creationId xmlns:a16="http://schemas.microsoft.com/office/drawing/2014/main" id="{5F8DA9F4-5FE4-4990-FC02-4F9BC9A41EF2}"/>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6" name="Oval 35">
                <a:extLst>
                  <a:ext uri="{FF2B5EF4-FFF2-40B4-BE49-F238E27FC236}">
                    <a16:creationId xmlns:a16="http://schemas.microsoft.com/office/drawing/2014/main" id="{6BDD289F-BE47-332F-8419-DAC600B86401}"/>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7" name="Oval 36">
                <a:extLst>
                  <a:ext uri="{FF2B5EF4-FFF2-40B4-BE49-F238E27FC236}">
                    <a16:creationId xmlns:a16="http://schemas.microsoft.com/office/drawing/2014/main" id="{7A090863-E411-0F28-240F-40A59B17FDB5}"/>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8" name="Arc 37">
                <a:extLst>
                  <a:ext uri="{FF2B5EF4-FFF2-40B4-BE49-F238E27FC236}">
                    <a16:creationId xmlns:a16="http://schemas.microsoft.com/office/drawing/2014/main" id="{734D95D4-D171-ECA0-9969-0031D006AD18}"/>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pic>
          <p:nvPicPr>
            <p:cNvPr id="33" name="Picture 32" descr="Icon&#10;&#10;Description automatically generated">
              <a:extLst>
                <a:ext uri="{FF2B5EF4-FFF2-40B4-BE49-F238E27FC236}">
                  <a16:creationId xmlns:a16="http://schemas.microsoft.com/office/drawing/2014/main" id="{84EFDEDA-2B5C-9F12-1E65-D83438CCD6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110466"/>
              <a:ext cx="548247" cy="548247"/>
            </a:xfrm>
            <a:prstGeom prst="rect">
              <a:avLst/>
            </a:prstGeom>
          </p:spPr>
        </p:pic>
        <p:pic>
          <p:nvPicPr>
            <p:cNvPr id="34" name="Picture 33" descr="Icon&#10;&#10;Description automatically generated">
              <a:extLst>
                <a:ext uri="{FF2B5EF4-FFF2-40B4-BE49-F238E27FC236}">
                  <a16:creationId xmlns:a16="http://schemas.microsoft.com/office/drawing/2014/main" id="{1CA56679-4EA8-209E-31E4-50D129B183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5682336"/>
              <a:ext cx="548247" cy="548247"/>
            </a:xfrm>
            <a:prstGeom prst="rect">
              <a:avLst/>
            </a:prstGeom>
          </p:spPr>
        </p:pic>
      </p:grpSp>
      <p:sp>
        <p:nvSpPr>
          <p:cNvPr id="43" name="TextBox 42">
            <a:extLst>
              <a:ext uri="{FF2B5EF4-FFF2-40B4-BE49-F238E27FC236}">
                <a16:creationId xmlns:a16="http://schemas.microsoft.com/office/drawing/2014/main" id="{0F9C9173-B81D-F99D-A3B2-CAAF75848BBE}"/>
              </a:ext>
            </a:extLst>
          </p:cNvPr>
          <p:cNvSpPr txBox="1"/>
          <p:nvPr/>
        </p:nvSpPr>
        <p:spPr>
          <a:xfrm>
            <a:off x="11507171" y="1814851"/>
            <a:ext cx="646331" cy="369332"/>
          </a:xfrm>
          <a:prstGeom prst="rect">
            <a:avLst/>
          </a:prstGeom>
          <a:noFill/>
          <a:ln w="38100">
            <a:solidFill>
              <a:srgbClr val="FF0000"/>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dirty="0" smtClean="0">
                <a:ln>
                  <a:noFill/>
                </a:ln>
                <a:solidFill>
                  <a:srgbClr val="00407A"/>
                </a:solidFill>
                <a:effectLst/>
                <a:uLnTx/>
                <a:uFillTx/>
              </a:rPr>
              <a:t>75%</a:t>
            </a:r>
          </a:p>
        </p:txBody>
      </p:sp>
    </p:spTree>
    <p:extLst>
      <p:ext uri="{BB962C8B-B14F-4D97-AF65-F5344CB8AC3E}">
        <p14:creationId xmlns:p14="http://schemas.microsoft.com/office/powerpoint/2010/main" val="109292127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63FEC4-B997-4080-BD7D-62E0551EBCF1}"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56</a:t>
            </a:fld>
            <a:endParaRPr lang="en-BE"/>
          </a:p>
        </p:txBody>
      </p:sp>
      <p:sp>
        <p:nvSpPr>
          <p:cNvPr id="5" name="Rectangle 4">
            <a:extLst>
              <a:ext uri="{FF2B5EF4-FFF2-40B4-BE49-F238E27FC236}">
                <a16:creationId xmlns:a16="http://schemas.microsoft.com/office/drawing/2014/main" id="{A4F58130-EB44-51D7-5B6F-9E3E7BE842F2}"/>
              </a:ext>
            </a:extLst>
          </p:cNvPr>
          <p:cNvSpPr/>
          <p:nvPr/>
        </p:nvSpPr>
        <p:spPr>
          <a:xfrm>
            <a:off x="0" y="0"/>
            <a:ext cx="12192000" cy="639298"/>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pic>
        <p:nvPicPr>
          <p:cNvPr id="6" name="Picture 5">
            <a:extLst>
              <a:ext uri="{FF2B5EF4-FFF2-40B4-BE49-F238E27FC236}">
                <a16:creationId xmlns:a16="http://schemas.microsoft.com/office/drawing/2014/main" id="{40B61DF9-1B9D-26F3-A9AF-5421454B98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250" y="776498"/>
            <a:ext cx="2655171" cy="2207202"/>
          </a:xfrm>
          <a:prstGeom prst="rect">
            <a:avLst/>
          </a:prstGeom>
        </p:spPr>
      </p:pic>
      <p:pic>
        <p:nvPicPr>
          <p:cNvPr id="7" name="Picture 6">
            <a:extLst>
              <a:ext uri="{FF2B5EF4-FFF2-40B4-BE49-F238E27FC236}">
                <a16:creationId xmlns:a16="http://schemas.microsoft.com/office/drawing/2014/main" id="{C365E4E6-6A69-BEE8-075E-FFFB1AFE7A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9961" y="743235"/>
            <a:ext cx="2655171" cy="2237820"/>
          </a:xfrm>
          <a:prstGeom prst="rect">
            <a:avLst/>
          </a:prstGeom>
        </p:spPr>
      </p:pic>
      <p:pic>
        <p:nvPicPr>
          <p:cNvPr id="8" name="Picture 7">
            <a:extLst>
              <a:ext uri="{FF2B5EF4-FFF2-40B4-BE49-F238E27FC236}">
                <a16:creationId xmlns:a16="http://schemas.microsoft.com/office/drawing/2014/main" id="{AFE78439-706C-B357-51BA-45DCDD93EE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87674" y="904554"/>
            <a:ext cx="2908183" cy="1973526"/>
          </a:xfrm>
          <a:prstGeom prst="rect">
            <a:avLst/>
          </a:prstGeom>
        </p:spPr>
      </p:pic>
      <p:pic>
        <p:nvPicPr>
          <p:cNvPr id="9" name="Picture 8">
            <a:extLst>
              <a:ext uri="{FF2B5EF4-FFF2-40B4-BE49-F238E27FC236}">
                <a16:creationId xmlns:a16="http://schemas.microsoft.com/office/drawing/2014/main" id="{DA60FAD3-0AB9-B1BC-082A-FAA87BEC74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17726" y="817048"/>
            <a:ext cx="2923348" cy="2163532"/>
          </a:xfrm>
          <a:prstGeom prst="rect">
            <a:avLst/>
          </a:prstGeom>
        </p:spPr>
      </p:pic>
      <p:sp>
        <p:nvSpPr>
          <p:cNvPr id="10" name="Rectangle 9">
            <a:extLst>
              <a:ext uri="{FF2B5EF4-FFF2-40B4-BE49-F238E27FC236}">
                <a16:creationId xmlns:a16="http://schemas.microsoft.com/office/drawing/2014/main" id="{1A20D097-9328-FC72-B4C5-053BCD57CB7B}"/>
              </a:ext>
            </a:extLst>
          </p:cNvPr>
          <p:cNvSpPr/>
          <p:nvPr/>
        </p:nvSpPr>
        <p:spPr>
          <a:xfrm>
            <a:off x="1594683" y="2911312"/>
            <a:ext cx="495649"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smtClean="0">
                <a:ln>
                  <a:noFill/>
                </a:ln>
                <a:solidFill>
                  <a:srgbClr val="002060"/>
                </a:solidFill>
                <a:effectLst/>
                <a:uLnTx/>
                <a:uFillTx/>
              </a:rPr>
              <a:t>(a) </a:t>
            </a:r>
          </a:p>
        </p:txBody>
      </p:sp>
      <p:sp>
        <p:nvSpPr>
          <p:cNvPr id="11" name="Rectangle 10">
            <a:extLst>
              <a:ext uri="{FF2B5EF4-FFF2-40B4-BE49-F238E27FC236}">
                <a16:creationId xmlns:a16="http://schemas.microsoft.com/office/drawing/2014/main" id="{B2357D23-2FD1-464B-F4AC-04C9BDA77E7B}"/>
              </a:ext>
            </a:extLst>
          </p:cNvPr>
          <p:cNvSpPr/>
          <p:nvPr/>
        </p:nvSpPr>
        <p:spPr>
          <a:xfrm>
            <a:off x="4479658" y="2911312"/>
            <a:ext cx="500458"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2060"/>
                </a:solidFill>
                <a:effectLst/>
                <a:uLnTx/>
                <a:uFillTx/>
              </a:rPr>
              <a:t>(b) </a:t>
            </a:r>
          </a:p>
        </p:txBody>
      </p:sp>
      <p:sp>
        <p:nvSpPr>
          <p:cNvPr id="12" name="Rectangle 11">
            <a:extLst>
              <a:ext uri="{FF2B5EF4-FFF2-40B4-BE49-F238E27FC236}">
                <a16:creationId xmlns:a16="http://schemas.microsoft.com/office/drawing/2014/main" id="{CDFDC27D-9511-1162-114E-1EF7945617AD}"/>
              </a:ext>
            </a:extLst>
          </p:cNvPr>
          <p:cNvSpPr/>
          <p:nvPr/>
        </p:nvSpPr>
        <p:spPr>
          <a:xfrm>
            <a:off x="7255029" y="2864290"/>
            <a:ext cx="476412"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2060"/>
                </a:solidFill>
                <a:effectLst/>
                <a:uLnTx/>
                <a:uFillTx/>
              </a:rPr>
              <a:t>(c) </a:t>
            </a:r>
          </a:p>
        </p:txBody>
      </p:sp>
      <p:sp>
        <p:nvSpPr>
          <p:cNvPr id="13" name="Rectangle 12">
            <a:extLst>
              <a:ext uri="{FF2B5EF4-FFF2-40B4-BE49-F238E27FC236}">
                <a16:creationId xmlns:a16="http://schemas.microsoft.com/office/drawing/2014/main" id="{37BE04AA-6576-FF8B-E633-821E9607B37F}"/>
              </a:ext>
            </a:extLst>
          </p:cNvPr>
          <p:cNvSpPr/>
          <p:nvPr/>
        </p:nvSpPr>
        <p:spPr>
          <a:xfrm>
            <a:off x="10417607" y="2911312"/>
            <a:ext cx="500458"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2060"/>
                </a:solidFill>
                <a:effectLst/>
                <a:uLnTx/>
                <a:uFillTx/>
              </a:rPr>
              <a:t>(d) </a:t>
            </a:r>
          </a:p>
        </p:txBody>
      </p:sp>
      <p:sp>
        <p:nvSpPr>
          <p:cNvPr id="14" name="TextBox 13">
            <a:extLst>
              <a:ext uri="{FF2B5EF4-FFF2-40B4-BE49-F238E27FC236}">
                <a16:creationId xmlns:a16="http://schemas.microsoft.com/office/drawing/2014/main" id="{0A807601-E00B-E65A-FCE6-8F8BC2EFAB64}"/>
              </a:ext>
            </a:extLst>
          </p:cNvPr>
          <p:cNvSpPr txBox="1"/>
          <p:nvPr/>
        </p:nvSpPr>
        <p:spPr>
          <a:xfrm>
            <a:off x="205740" y="52957"/>
            <a:ext cx="10303444" cy="584775"/>
          </a:xfrm>
          <a:prstGeom prst="rect">
            <a:avLst/>
          </a:prstGeom>
          <a:noFill/>
        </p:spPr>
        <p:txBody>
          <a:bodyPr wrap="square" rtlCol="0">
            <a:spAutoFit/>
          </a:bodyPr>
          <a:lstStyle/>
          <a:p>
            <a:r>
              <a:rPr lang="en-US" sz="3200" b="1">
                <a:solidFill>
                  <a:srgbClr val="FFFFFF"/>
                </a:solidFill>
                <a:cs typeface="Arial" panose="020B0604020202020204" pitchFamily="34" charset="0"/>
              </a:rPr>
              <a:t>Comparison of the proposed design with MSSRO </a:t>
            </a:r>
          </a:p>
        </p:txBody>
      </p:sp>
      <p:pic>
        <p:nvPicPr>
          <p:cNvPr id="15" name="Picture 14">
            <a:extLst>
              <a:ext uri="{FF2B5EF4-FFF2-40B4-BE49-F238E27FC236}">
                <a16:creationId xmlns:a16="http://schemas.microsoft.com/office/drawing/2014/main" id="{96BD97A9-7404-38C7-AEBA-6FF05DCFA922}"/>
              </a:ext>
            </a:extLst>
          </p:cNvPr>
          <p:cNvPicPr>
            <a:picLocks noChangeAspect="1"/>
          </p:cNvPicPr>
          <p:nvPr/>
        </p:nvPicPr>
        <p:blipFill>
          <a:blip r:embed="rId6"/>
          <a:stretch>
            <a:fillRect/>
          </a:stretch>
        </p:blipFill>
        <p:spPr>
          <a:xfrm>
            <a:off x="2410191" y="4008749"/>
            <a:ext cx="3848010" cy="2260200"/>
          </a:xfrm>
          <a:prstGeom prst="rect">
            <a:avLst/>
          </a:prstGeom>
        </p:spPr>
      </p:pic>
      <p:cxnSp>
        <p:nvCxnSpPr>
          <p:cNvPr id="16" name="Straight Connector 15">
            <a:extLst>
              <a:ext uri="{FF2B5EF4-FFF2-40B4-BE49-F238E27FC236}">
                <a16:creationId xmlns:a16="http://schemas.microsoft.com/office/drawing/2014/main" id="{5FD7E762-8149-A3FB-655E-24876E407BBE}"/>
              </a:ext>
            </a:extLst>
          </p:cNvPr>
          <p:cNvCxnSpPr/>
          <p:nvPr/>
        </p:nvCxnSpPr>
        <p:spPr>
          <a:xfrm flipV="1">
            <a:off x="0" y="639298"/>
            <a:ext cx="12192000" cy="0"/>
          </a:xfrm>
          <a:prstGeom prst="line">
            <a:avLst/>
          </a:prstGeom>
          <a:noFill/>
          <a:ln w="63500" cap="flat" cmpd="sng" algn="ctr">
            <a:solidFill>
              <a:srgbClr val="002060"/>
            </a:solidFill>
            <a:prstDash val="solid"/>
          </a:ln>
          <a:effectLst/>
        </p:spPr>
      </p:cxnSp>
      <p:sp>
        <p:nvSpPr>
          <p:cNvPr id="17" name="TextBox 16">
            <a:extLst>
              <a:ext uri="{FF2B5EF4-FFF2-40B4-BE49-F238E27FC236}">
                <a16:creationId xmlns:a16="http://schemas.microsoft.com/office/drawing/2014/main" id="{26CDE008-7C0C-CAF6-63B6-748A7B8DD125}"/>
              </a:ext>
            </a:extLst>
          </p:cNvPr>
          <p:cNvSpPr txBox="1"/>
          <p:nvPr/>
        </p:nvSpPr>
        <p:spPr>
          <a:xfrm>
            <a:off x="8929123" y="4264782"/>
            <a:ext cx="2575677" cy="2559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smtClean="0">
                <a:ln>
                  <a:noFill/>
                </a:ln>
                <a:solidFill>
                  <a:srgbClr val="00B050"/>
                </a:solidFill>
                <a:effectLst/>
                <a:uLnTx/>
                <a:uFillTx/>
              </a:rPr>
              <a:t>[5] </a:t>
            </a:r>
            <a:r>
              <a:rPr kumimoji="0" lang="en-IN" sz="1000" b="1" i="0" u="none" strike="noStrike" kern="0" cap="none" spc="0" normalizeH="0" baseline="0" noProof="0" err="1" smtClean="0">
                <a:ln>
                  <a:noFill/>
                </a:ln>
                <a:solidFill>
                  <a:srgbClr val="00B050"/>
                </a:solidFill>
                <a:effectLst/>
                <a:uLnTx/>
                <a:uFillTx/>
              </a:rPr>
              <a:t>H.Yuan</a:t>
            </a:r>
            <a:r>
              <a:rPr kumimoji="0" lang="en-IN" sz="1000" b="1" i="0" u="none" strike="noStrike" kern="0" cap="none" spc="0" normalizeH="0" baseline="0" noProof="0" smtClean="0">
                <a:ln>
                  <a:noFill/>
                </a:ln>
                <a:solidFill>
                  <a:srgbClr val="00B050"/>
                </a:solidFill>
                <a:effectLst/>
                <a:uLnTx/>
                <a:uFillTx/>
              </a:rPr>
              <a:t> et al., al </a:t>
            </a:r>
            <a:r>
              <a:rPr kumimoji="0" lang="en-IN" sz="1000" b="1" i="1" u="none" strike="noStrike" kern="0" cap="none" spc="0" normalizeH="0" baseline="0" noProof="0" smtClean="0">
                <a:ln>
                  <a:noFill/>
                </a:ln>
                <a:solidFill>
                  <a:srgbClr val="00B050"/>
                </a:solidFill>
                <a:effectLst/>
                <a:uLnTx/>
                <a:uFillTx/>
              </a:rPr>
              <a:t>Electron. Lett., </a:t>
            </a:r>
            <a:r>
              <a:rPr kumimoji="0" lang="en-IN" sz="1000" b="1" i="0" u="none" strike="noStrike" kern="0" cap="none" spc="0" normalizeH="0" baseline="0" noProof="0" smtClean="0">
                <a:ln>
                  <a:noFill/>
                </a:ln>
                <a:solidFill>
                  <a:srgbClr val="00B050"/>
                </a:solidFill>
                <a:effectLst/>
                <a:uLnTx/>
                <a:uFillTx/>
              </a:rPr>
              <a:t>2019</a:t>
            </a:r>
          </a:p>
        </p:txBody>
      </p:sp>
      <p:sp>
        <p:nvSpPr>
          <p:cNvPr id="18" name="TextBox 17">
            <a:extLst>
              <a:ext uri="{FF2B5EF4-FFF2-40B4-BE49-F238E27FC236}">
                <a16:creationId xmlns:a16="http://schemas.microsoft.com/office/drawing/2014/main" id="{66FA4AB1-F1E2-FBDF-9D2B-C72D674663A3}"/>
              </a:ext>
            </a:extLst>
          </p:cNvPr>
          <p:cNvSpPr txBox="1"/>
          <p:nvPr/>
        </p:nvSpPr>
        <p:spPr>
          <a:xfrm>
            <a:off x="8929123" y="4548196"/>
            <a:ext cx="2575677" cy="2559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smtClean="0">
                <a:ln>
                  <a:noFill/>
                </a:ln>
                <a:solidFill>
                  <a:srgbClr val="00B050"/>
                </a:solidFill>
                <a:effectLst/>
                <a:uLnTx/>
                <a:uFillTx/>
              </a:rPr>
              <a:t>[11] I. Sun et al.  IEEE </a:t>
            </a:r>
            <a:r>
              <a:rPr kumimoji="0" lang="en-IN" sz="1000" b="1" i="1" u="none" strike="noStrike" kern="0" cap="none" spc="0" normalizeH="0" baseline="0" noProof="0" smtClean="0">
                <a:ln>
                  <a:noFill/>
                </a:ln>
                <a:solidFill>
                  <a:srgbClr val="00B050"/>
                </a:solidFill>
                <a:effectLst/>
                <a:uLnTx/>
                <a:uFillTx/>
              </a:rPr>
              <a:t>TCAS-II</a:t>
            </a:r>
            <a:r>
              <a:rPr kumimoji="0" lang="en-IN" sz="1000" b="1" i="0" u="none" strike="noStrike" kern="0" cap="none" spc="0" normalizeH="0" baseline="0" noProof="0" smtClean="0">
                <a:ln>
                  <a:noFill/>
                </a:ln>
                <a:solidFill>
                  <a:srgbClr val="00B050"/>
                </a:solidFill>
                <a:effectLst/>
                <a:uLnTx/>
                <a:uFillTx/>
              </a:rPr>
              <a:t> 2019</a:t>
            </a:r>
          </a:p>
        </p:txBody>
      </p:sp>
      <p:sp>
        <p:nvSpPr>
          <p:cNvPr id="19" name="TextBox 18">
            <a:extLst>
              <a:ext uri="{FF2B5EF4-FFF2-40B4-BE49-F238E27FC236}">
                <a16:creationId xmlns:a16="http://schemas.microsoft.com/office/drawing/2014/main" id="{1C5813D1-93B3-D3B9-3F19-121AEB927042}"/>
              </a:ext>
            </a:extLst>
          </p:cNvPr>
          <p:cNvSpPr txBox="1"/>
          <p:nvPr/>
        </p:nvSpPr>
        <p:spPr>
          <a:xfrm>
            <a:off x="8929123" y="4877849"/>
            <a:ext cx="2575677" cy="2559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smtClean="0">
                <a:ln>
                  <a:noFill/>
                </a:ln>
                <a:solidFill>
                  <a:srgbClr val="00B050"/>
                </a:solidFill>
                <a:effectLst/>
                <a:uLnTx/>
                <a:uFillTx/>
              </a:rPr>
              <a:t>[12] J. Kim et al., IEEE </a:t>
            </a:r>
            <a:r>
              <a:rPr kumimoji="0" lang="en-IN" sz="1000" b="1" i="1" u="none" strike="noStrike" kern="0" cap="none" spc="0" normalizeH="0" baseline="0" noProof="0" smtClean="0">
                <a:ln>
                  <a:noFill/>
                </a:ln>
                <a:solidFill>
                  <a:srgbClr val="00B050"/>
                </a:solidFill>
                <a:effectLst/>
                <a:uLnTx/>
                <a:uFillTx/>
              </a:rPr>
              <a:t>TCAS-II</a:t>
            </a:r>
            <a:r>
              <a:rPr kumimoji="0" lang="en-IN" sz="1000" b="1" i="0" u="none" strike="noStrike" kern="0" cap="none" spc="0" normalizeH="0" baseline="0" noProof="0" smtClean="0">
                <a:ln>
                  <a:noFill/>
                </a:ln>
                <a:solidFill>
                  <a:srgbClr val="00B050"/>
                </a:solidFill>
                <a:effectLst/>
                <a:uLnTx/>
                <a:uFillTx/>
              </a:rPr>
              <a:t> 2013</a:t>
            </a:r>
          </a:p>
        </p:txBody>
      </p:sp>
      <p:sp>
        <p:nvSpPr>
          <p:cNvPr id="20" name="TextBox 19">
            <a:extLst>
              <a:ext uri="{FF2B5EF4-FFF2-40B4-BE49-F238E27FC236}">
                <a16:creationId xmlns:a16="http://schemas.microsoft.com/office/drawing/2014/main" id="{41B8C414-7B91-07F6-F2D2-37B415446C34}"/>
              </a:ext>
            </a:extLst>
          </p:cNvPr>
          <p:cNvSpPr txBox="1"/>
          <p:nvPr/>
        </p:nvSpPr>
        <p:spPr>
          <a:xfrm>
            <a:off x="8929123" y="5265345"/>
            <a:ext cx="2575677" cy="25592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smtClean="0">
                <a:ln>
                  <a:noFill/>
                </a:ln>
                <a:solidFill>
                  <a:srgbClr val="00B050"/>
                </a:solidFill>
                <a:effectLst/>
                <a:uLnTx/>
                <a:uFillTx/>
              </a:rPr>
              <a:t>[13] X. </a:t>
            </a:r>
            <a:r>
              <a:rPr kumimoji="0" lang="en-IN" sz="1000" b="1" i="0" u="none" strike="noStrike" kern="0" cap="none" spc="0" normalizeH="0" baseline="0" noProof="0" err="1" smtClean="0">
                <a:ln>
                  <a:noFill/>
                </a:ln>
                <a:solidFill>
                  <a:srgbClr val="00B050"/>
                </a:solidFill>
                <a:effectLst/>
                <a:uLnTx/>
                <a:uFillTx/>
              </a:rPr>
              <a:t>Gui</a:t>
            </a:r>
            <a:r>
              <a:rPr kumimoji="0" lang="en-IN" sz="1000" b="1" i="0" u="none" strike="noStrike" kern="0" cap="none" spc="0" normalizeH="0" baseline="0" noProof="0" smtClean="0">
                <a:ln>
                  <a:noFill/>
                </a:ln>
                <a:solidFill>
                  <a:srgbClr val="00B050"/>
                </a:solidFill>
                <a:effectLst/>
                <a:uLnTx/>
                <a:uFillTx/>
              </a:rPr>
              <a:t> et al IEEE </a:t>
            </a:r>
            <a:r>
              <a:rPr kumimoji="0" lang="en-IN" sz="1000" b="1" i="1" u="none" strike="noStrike" kern="0" cap="none" spc="0" normalizeH="0" baseline="0" noProof="0" smtClean="0">
                <a:ln>
                  <a:noFill/>
                </a:ln>
                <a:solidFill>
                  <a:srgbClr val="00B050"/>
                </a:solidFill>
                <a:effectLst/>
                <a:uLnTx/>
                <a:uFillTx/>
              </a:rPr>
              <a:t>TCAS-1</a:t>
            </a:r>
            <a:r>
              <a:rPr kumimoji="0" lang="en-IN" sz="1000" b="1" i="0" u="none" strike="noStrike" kern="0" cap="none" spc="0" normalizeH="0" baseline="0" noProof="0" smtClean="0">
                <a:ln>
                  <a:noFill/>
                </a:ln>
                <a:solidFill>
                  <a:srgbClr val="00B050"/>
                </a:solidFill>
                <a:effectLst/>
                <a:uLnTx/>
                <a:uFillTx/>
              </a:rPr>
              <a:t> 2013</a:t>
            </a:r>
          </a:p>
        </p:txBody>
      </p:sp>
      <p:cxnSp>
        <p:nvCxnSpPr>
          <p:cNvPr id="21" name="Straight Connector 20">
            <a:extLst>
              <a:ext uri="{FF2B5EF4-FFF2-40B4-BE49-F238E27FC236}">
                <a16:creationId xmlns:a16="http://schemas.microsoft.com/office/drawing/2014/main" id="{B7F9C4D5-8C07-75FB-EC3C-157DBBB4DB36}"/>
              </a:ext>
            </a:extLst>
          </p:cNvPr>
          <p:cNvCxnSpPr>
            <a:cxnSpLocks/>
          </p:cNvCxnSpPr>
          <p:nvPr/>
        </p:nvCxnSpPr>
        <p:spPr>
          <a:xfrm flipV="1">
            <a:off x="3173606" y="643636"/>
            <a:ext cx="0" cy="3258183"/>
          </a:xfrm>
          <a:prstGeom prst="line">
            <a:avLst/>
          </a:prstGeom>
          <a:noFill/>
          <a:ln w="63500" cap="flat" cmpd="sng" algn="ctr">
            <a:solidFill>
              <a:srgbClr val="002060"/>
            </a:solidFill>
            <a:prstDash val="solid"/>
          </a:ln>
          <a:effectLst/>
        </p:spPr>
      </p:cxnSp>
      <p:cxnSp>
        <p:nvCxnSpPr>
          <p:cNvPr id="22" name="Straight Connector 21">
            <a:extLst>
              <a:ext uri="{FF2B5EF4-FFF2-40B4-BE49-F238E27FC236}">
                <a16:creationId xmlns:a16="http://schemas.microsoft.com/office/drawing/2014/main" id="{C813B14D-21C2-C41F-BFB1-F0BC54929FB9}"/>
              </a:ext>
            </a:extLst>
          </p:cNvPr>
          <p:cNvCxnSpPr>
            <a:cxnSpLocks/>
          </p:cNvCxnSpPr>
          <p:nvPr/>
        </p:nvCxnSpPr>
        <p:spPr>
          <a:xfrm flipV="1">
            <a:off x="5978771" y="643636"/>
            <a:ext cx="0" cy="3258183"/>
          </a:xfrm>
          <a:prstGeom prst="line">
            <a:avLst/>
          </a:prstGeom>
          <a:noFill/>
          <a:ln w="63500" cap="flat" cmpd="sng" algn="ctr">
            <a:solidFill>
              <a:srgbClr val="002060"/>
            </a:solidFill>
            <a:prstDash val="solid"/>
          </a:ln>
          <a:effectLst/>
        </p:spPr>
      </p:cxnSp>
      <p:cxnSp>
        <p:nvCxnSpPr>
          <p:cNvPr id="23" name="Straight Connector 22">
            <a:extLst>
              <a:ext uri="{FF2B5EF4-FFF2-40B4-BE49-F238E27FC236}">
                <a16:creationId xmlns:a16="http://schemas.microsoft.com/office/drawing/2014/main" id="{5F5FF211-A20F-CE55-2BC1-CEBF2835672C}"/>
              </a:ext>
            </a:extLst>
          </p:cNvPr>
          <p:cNvCxnSpPr>
            <a:cxnSpLocks/>
          </p:cNvCxnSpPr>
          <p:nvPr/>
        </p:nvCxnSpPr>
        <p:spPr>
          <a:xfrm flipV="1">
            <a:off x="9010070" y="637732"/>
            <a:ext cx="0" cy="3264087"/>
          </a:xfrm>
          <a:prstGeom prst="line">
            <a:avLst/>
          </a:prstGeom>
          <a:noFill/>
          <a:ln w="63500" cap="flat" cmpd="sng" algn="ctr">
            <a:solidFill>
              <a:srgbClr val="002060"/>
            </a:solidFill>
            <a:prstDash val="solid"/>
          </a:ln>
          <a:effectLst/>
        </p:spPr>
      </p:cxnSp>
      <p:cxnSp>
        <p:nvCxnSpPr>
          <p:cNvPr id="24" name="Straight Connector 23">
            <a:extLst>
              <a:ext uri="{FF2B5EF4-FFF2-40B4-BE49-F238E27FC236}">
                <a16:creationId xmlns:a16="http://schemas.microsoft.com/office/drawing/2014/main" id="{FCA7EC69-8629-485A-F603-92A98C6480F9}"/>
              </a:ext>
            </a:extLst>
          </p:cNvPr>
          <p:cNvCxnSpPr/>
          <p:nvPr/>
        </p:nvCxnSpPr>
        <p:spPr>
          <a:xfrm flipV="1">
            <a:off x="0" y="3901819"/>
            <a:ext cx="12192000" cy="0"/>
          </a:xfrm>
          <a:prstGeom prst="line">
            <a:avLst/>
          </a:prstGeom>
          <a:noFill/>
          <a:ln w="63500" cap="flat" cmpd="sng" algn="ctr">
            <a:solidFill>
              <a:srgbClr val="002060"/>
            </a:solidFill>
            <a:prstDash val="solid"/>
          </a:ln>
          <a:effectLst/>
        </p:spPr>
      </p:cxnSp>
      <p:cxnSp>
        <p:nvCxnSpPr>
          <p:cNvPr id="25" name="Straight Connector 24">
            <a:extLst>
              <a:ext uri="{FF2B5EF4-FFF2-40B4-BE49-F238E27FC236}">
                <a16:creationId xmlns:a16="http://schemas.microsoft.com/office/drawing/2014/main" id="{7FDAFEB2-FBD0-EB50-221E-C909C7ED36D3}"/>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26" name="Straight Connector 25">
            <a:extLst>
              <a:ext uri="{FF2B5EF4-FFF2-40B4-BE49-F238E27FC236}">
                <a16:creationId xmlns:a16="http://schemas.microsoft.com/office/drawing/2014/main" id="{0BB97ED3-2D9C-2192-BC5D-139668A3E10F}"/>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27" name="Straight Connector 26">
            <a:extLst>
              <a:ext uri="{FF2B5EF4-FFF2-40B4-BE49-F238E27FC236}">
                <a16:creationId xmlns:a16="http://schemas.microsoft.com/office/drawing/2014/main" id="{C43F1292-B1D7-27B0-0A0F-4AF99DDD475C}"/>
              </a:ext>
            </a:extLst>
          </p:cNvPr>
          <p:cNvCxnSpPr/>
          <p:nvPr/>
        </p:nvCxnSpPr>
        <p:spPr>
          <a:xfrm flipV="1">
            <a:off x="0" y="30424"/>
            <a:ext cx="12192000" cy="0"/>
          </a:xfrm>
          <a:prstGeom prst="line">
            <a:avLst/>
          </a:prstGeom>
          <a:noFill/>
          <a:ln w="63500" cap="flat" cmpd="sng" algn="ctr">
            <a:solidFill>
              <a:srgbClr val="002060"/>
            </a:solidFill>
            <a:prstDash val="solid"/>
          </a:ln>
          <a:effectLst/>
        </p:spPr>
      </p:cxnSp>
      <p:cxnSp>
        <p:nvCxnSpPr>
          <p:cNvPr id="28" name="Straight Arrow Connector 27">
            <a:extLst>
              <a:ext uri="{FF2B5EF4-FFF2-40B4-BE49-F238E27FC236}">
                <a16:creationId xmlns:a16="http://schemas.microsoft.com/office/drawing/2014/main" id="{2D2D3056-2986-A9C4-712E-C37BEB9B8483}"/>
              </a:ext>
            </a:extLst>
          </p:cNvPr>
          <p:cNvCxnSpPr/>
          <p:nvPr/>
        </p:nvCxnSpPr>
        <p:spPr>
          <a:xfrm flipH="1">
            <a:off x="6258295" y="6071519"/>
            <a:ext cx="486383" cy="0"/>
          </a:xfrm>
          <a:prstGeom prst="straightConnector1">
            <a:avLst/>
          </a:prstGeom>
          <a:noFill/>
          <a:ln w="31750" cap="flat" cmpd="sng" algn="ctr">
            <a:solidFill>
              <a:srgbClr val="00407A"/>
            </a:solidFill>
            <a:prstDash val="solid"/>
            <a:tailEnd type="triangle"/>
          </a:ln>
          <a:effectLst/>
        </p:spPr>
      </p:cxnSp>
      <p:grpSp>
        <p:nvGrpSpPr>
          <p:cNvPr id="29" name="Group 28">
            <a:extLst>
              <a:ext uri="{FF2B5EF4-FFF2-40B4-BE49-F238E27FC236}">
                <a16:creationId xmlns:a16="http://schemas.microsoft.com/office/drawing/2014/main" id="{0270909B-3C4A-C467-D900-9145F7BB8C63}"/>
              </a:ext>
            </a:extLst>
          </p:cNvPr>
          <p:cNvGrpSpPr/>
          <p:nvPr/>
        </p:nvGrpSpPr>
        <p:grpSpPr>
          <a:xfrm>
            <a:off x="6977687" y="5660106"/>
            <a:ext cx="435826" cy="459337"/>
            <a:chOff x="1776139" y="3223476"/>
            <a:chExt cx="462237" cy="475491"/>
          </a:xfrm>
        </p:grpSpPr>
        <p:sp>
          <p:nvSpPr>
            <p:cNvPr id="30" name="Oval 29">
              <a:extLst>
                <a:ext uri="{FF2B5EF4-FFF2-40B4-BE49-F238E27FC236}">
                  <a16:creationId xmlns:a16="http://schemas.microsoft.com/office/drawing/2014/main" id="{481DB87D-80C3-C6BA-098F-AFA4C7A4EBBB}"/>
                </a:ext>
              </a:extLst>
            </p:cNvPr>
            <p:cNvSpPr/>
            <p:nvPr/>
          </p:nvSpPr>
          <p:spPr>
            <a:xfrm>
              <a:off x="1776139" y="3289314"/>
              <a:ext cx="432000" cy="409653"/>
            </a:xfrm>
            <a:prstGeom prst="ellipse">
              <a:avLst/>
            </a:prstGeom>
            <a:solidFill>
              <a:srgbClr val="FFFFFF"/>
            </a:solidFill>
            <a:ln w="444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1" name="Oval 30">
              <a:extLst>
                <a:ext uri="{FF2B5EF4-FFF2-40B4-BE49-F238E27FC236}">
                  <a16:creationId xmlns:a16="http://schemas.microsoft.com/office/drawing/2014/main" id="{2C0168E6-390B-AE6C-3795-33A9460F8357}"/>
                </a:ext>
              </a:extLst>
            </p:cNvPr>
            <p:cNvSpPr/>
            <p:nvPr/>
          </p:nvSpPr>
          <p:spPr bwMode="auto">
            <a:xfrm>
              <a:off x="1872337" y="3410307"/>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2" name="Oval 31">
              <a:extLst>
                <a:ext uri="{FF2B5EF4-FFF2-40B4-BE49-F238E27FC236}">
                  <a16:creationId xmlns:a16="http://schemas.microsoft.com/office/drawing/2014/main" id="{B1576D28-D15D-4C28-78E5-10FC6BB2AEAF}"/>
                </a:ext>
              </a:extLst>
            </p:cNvPr>
            <p:cNvSpPr/>
            <p:nvPr/>
          </p:nvSpPr>
          <p:spPr bwMode="auto">
            <a:xfrm>
              <a:off x="2027187" y="3406984"/>
              <a:ext cx="76363" cy="74801"/>
            </a:xfrm>
            <a:prstGeom prst="ellipse">
              <a:avLst/>
            </a:prstGeom>
            <a:solidFill>
              <a:srgbClr val="00B050"/>
            </a:solidFill>
            <a:ln w="10795" cap="flat" cmpd="sng" algn="ctr">
              <a:solidFill>
                <a:srgbClr val="00B05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33" name="Arc 32">
              <a:extLst>
                <a:ext uri="{FF2B5EF4-FFF2-40B4-BE49-F238E27FC236}">
                  <a16:creationId xmlns:a16="http://schemas.microsoft.com/office/drawing/2014/main" id="{25DEED15-9BD9-9BBB-897F-BF5C88F311B3}"/>
                </a:ext>
              </a:extLst>
            </p:cNvPr>
            <p:cNvSpPr/>
            <p:nvPr/>
          </p:nvSpPr>
          <p:spPr>
            <a:xfrm rot="8155382">
              <a:off x="1795794" y="3223476"/>
              <a:ext cx="442582" cy="369556"/>
            </a:xfrm>
            <a:prstGeom prst="arc">
              <a:avLst>
                <a:gd name="adj1" fmla="val 17114423"/>
                <a:gd name="adj2" fmla="val 0"/>
              </a:avLst>
            </a:prstGeom>
            <a:noFill/>
            <a:ln w="19050" cap="flat" cmpd="sng" algn="ctr">
              <a:solidFill>
                <a:srgbClr val="00B05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sp>
        <p:nvSpPr>
          <p:cNvPr id="34" name="Rectangle 33">
            <a:extLst>
              <a:ext uri="{FF2B5EF4-FFF2-40B4-BE49-F238E27FC236}">
                <a16:creationId xmlns:a16="http://schemas.microsoft.com/office/drawing/2014/main" id="{FED19E10-0AFE-A50C-71E0-54B169081735}"/>
              </a:ext>
            </a:extLst>
          </p:cNvPr>
          <p:cNvSpPr/>
          <p:nvPr/>
        </p:nvSpPr>
        <p:spPr>
          <a:xfrm>
            <a:off x="110065" y="3241106"/>
            <a:ext cx="12025084" cy="584775"/>
          </a:xfrm>
          <a:prstGeom prst="rect">
            <a:avLst/>
          </a:prstGeom>
          <a:solidFill>
            <a:srgbClr val="FFFFFF"/>
          </a:solid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sng" strike="noStrike" kern="0" cap="none" spc="0" normalizeH="0" baseline="0" noProof="0" dirty="0" smtClean="0">
                <a:ln>
                  <a:noFill/>
                </a:ln>
                <a:solidFill>
                  <a:srgbClr val="002060"/>
                </a:solidFill>
                <a:effectLst/>
                <a:uLnTx/>
                <a:uFillTx/>
              </a:rPr>
              <a:t>Comparison of the proposed design w.r.t MSSRO’s (a) Temperature variation  (b)  Process corner analysis. FOM of different  number of stages of MSSRO and proposed design (c) 180nm, (d) 65nm</a:t>
            </a:r>
          </a:p>
        </p:txBody>
      </p:sp>
      <p:sp>
        <p:nvSpPr>
          <p:cNvPr id="35" name="Rectangle 34">
            <a:extLst>
              <a:ext uri="{FF2B5EF4-FFF2-40B4-BE49-F238E27FC236}">
                <a16:creationId xmlns:a16="http://schemas.microsoft.com/office/drawing/2014/main" id="{2B5EB735-CA2A-ACF8-D7C1-7566CF04E4FB}"/>
              </a:ext>
            </a:extLst>
          </p:cNvPr>
          <p:cNvSpPr/>
          <p:nvPr/>
        </p:nvSpPr>
        <p:spPr>
          <a:xfrm>
            <a:off x="3173606" y="5689985"/>
            <a:ext cx="3084595" cy="248390"/>
          </a:xfrm>
          <a:prstGeom prst="rect">
            <a:avLst/>
          </a:prstGeom>
          <a:noFill/>
          <a:ln w="381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36" name="Rectangle 35">
            <a:extLst>
              <a:ext uri="{FF2B5EF4-FFF2-40B4-BE49-F238E27FC236}">
                <a16:creationId xmlns:a16="http://schemas.microsoft.com/office/drawing/2014/main" id="{E68CE8FE-CDD4-CDD1-BEC8-5FAA3FA42B9B}"/>
              </a:ext>
            </a:extLst>
          </p:cNvPr>
          <p:cNvSpPr/>
          <p:nvPr/>
        </p:nvSpPr>
        <p:spPr>
          <a:xfrm>
            <a:off x="3157015" y="5957051"/>
            <a:ext cx="3084595" cy="248390"/>
          </a:xfrm>
          <a:prstGeom prst="rect">
            <a:avLst/>
          </a:prstGeom>
          <a:noFill/>
          <a:ln w="381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cxnSp>
        <p:nvCxnSpPr>
          <p:cNvPr id="37" name="Straight Arrow Connector 36">
            <a:extLst>
              <a:ext uri="{FF2B5EF4-FFF2-40B4-BE49-F238E27FC236}">
                <a16:creationId xmlns:a16="http://schemas.microsoft.com/office/drawing/2014/main" id="{61BDF3D6-6CD1-D0C3-3803-09F47CB5AE37}"/>
              </a:ext>
            </a:extLst>
          </p:cNvPr>
          <p:cNvCxnSpPr/>
          <p:nvPr/>
        </p:nvCxnSpPr>
        <p:spPr>
          <a:xfrm flipH="1">
            <a:off x="6258295" y="5814180"/>
            <a:ext cx="486383" cy="0"/>
          </a:xfrm>
          <a:prstGeom prst="straightConnector1">
            <a:avLst/>
          </a:prstGeom>
          <a:noFill/>
          <a:ln w="31750" cap="flat" cmpd="sng" algn="ctr">
            <a:solidFill>
              <a:srgbClr val="00407A"/>
            </a:solidFill>
            <a:prstDash val="solid"/>
            <a:tailEnd type="triangle"/>
          </a:ln>
          <a:effectLst/>
        </p:spPr>
      </p:cxnSp>
    </p:spTree>
    <p:extLst>
      <p:ext uri="{BB962C8B-B14F-4D97-AF65-F5344CB8AC3E}">
        <p14:creationId xmlns:p14="http://schemas.microsoft.com/office/powerpoint/2010/main" val="81392455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049426-D2C4-4A4E-876F-7C510AFDC54E}"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57</a:t>
            </a:fld>
            <a:endParaRPr lang="en-BE" dirty="0"/>
          </a:p>
        </p:txBody>
      </p:sp>
      <p:sp>
        <p:nvSpPr>
          <p:cNvPr id="7" name="Slide Number Placeholder 1">
            <a:extLst>
              <a:ext uri="{FF2B5EF4-FFF2-40B4-BE49-F238E27FC236}">
                <a16:creationId xmlns:a16="http://schemas.microsoft.com/office/drawing/2014/main" id="{E3E3011C-195C-96CF-F22B-1E3620758347}"/>
              </a:ext>
            </a:extLst>
          </p:cNvPr>
          <p:cNvSpPr txBox="1">
            <a:spLocks/>
          </p:cNvSpPr>
          <p:nvPr/>
        </p:nvSpPr>
        <p:spPr>
          <a:xfrm>
            <a:off x="5520267" y="6525298"/>
            <a:ext cx="1151467" cy="225767"/>
          </a:xfrm>
          <a:prstGeom prst="rect">
            <a:avLst/>
          </a:prstGeom>
        </p:spPr>
        <p:txBody>
          <a:bodyPr vert="horz" lIns="121920" tIns="60960" rIns="121920" bIns="60960" rtlCol="0" anchor="ctr">
            <a:spAutoFit/>
          </a:bodyPr>
          <a:lstStyle>
            <a:defPPr>
              <a:defRPr lang="en-US"/>
            </a:defPPr>
            <a:lvl1pPr marL="0" algn="ctr" defTabSz="411480" rtl="0" eaLnBrk="1" latinLnBrk="0" hangingPunct="1">
              <a:defRPr sz="500" b="0" i="0" kern="1200">
                <a:solidFill>
                  <a:schemeClr val="tx1"/>
                </a:solidFill>
                <a:latin typeface="Gill Sans MT" panose="020B0502020104020203" pitchFamily="34" charset="77"/>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a:lstStyle>
          <a:p>
            <a:pPr marL="0" marR="0" lvl="0" indent="0" algn="ctr" defTabSz="411480" rtl="0" eaLnBrk="1" fontAlgn="auto" latinLnBrk="0" hangingPunct="1">
              <a:lnSpc>
                <a:spcPct val="100000"/>
              </a:lnSpc>
              <a:spcBef>
                <a:spcPts val="0"/>
              </a:spcBef>
              <a:spcAft>
                <a:spcPts val="0"/>
              </a:spcAft>
              <a:buClrTx/>
              <a:buSzTx/>
              <a:buFontTx/>
              <a:buNone/>
              <a:tabLst/>
              <a:defRPr/>
            </a:pPr>
            <a:fld id="{8836216C-5BC3-7C44-80F8-E30864FFC228}" type="slidenum">
              <a:rPr kumimoji="0" lang="en-US" sz="667" b="0" i="0" u="none" strike="noStrike" kern="1200" cap="none" spc="0" normalizeH="0" baseline="0" noProof="0">
                <a:ln>
                  <a:noFill/>
                </a:ln>
                <a:solidFill>
                  <a:prstClr val="black"/>
                </a:solidFill>
                <a:effectLst/>
                <a:uLnTx/>
                <a:uFillTx/>
                <a:latin typeface="Gill Sans MT" panose="020B0502020104020203" pitchFamily="34" charset="77"/>
                <a:ea typeface="+mn-ea"/>
                <a:cs typeface="+mn-cs"/>
              </a:rPr>
              <a:pPr marL="0" marR="0" lvl="0" indent="0" algn="ctr" defTabSz="411480" rtl="0" eaLnBrk="1" fontAlgn="auto" latinLnBrk="0" hangingPunct="1">
                <a:lnSpc>
                  <a:spcPct val="100000"/>
                </a:lnSpc>
                <a:spcBef>
                  <a:spcPts val="0"/>
                </a:spcBef>
                <a:spcAft>
                  <a:spcPts val="0"/>
                </a:spcAft>
                <a:buClrTx/>
                <a:buSzTx/>
                <a:buFontTx/>
                <a:buNone/>
                <a:tabLst/>
                <a:defRPr/>
              </a:pPr>
              <a:t>57</a:t>
            </a:fld>
            <a:endParaRPr kumimoji="0" lang="en-US" sz="667" b="0" i="0" u="none" strike="noStrike" kern="1200" cap="none" spc="0" normalizeH="0" baseline="0" noProof="0">
              <a:ln>
                <a:noFill/>
              </a:ln>
              <a:solidFill>
                <a:prstClr val="black"/>
              </a:solidFill>
              <a:effectLst/>
              <a:uLnTx/>
              <a:uFillTx/>
              <a:latin typeface="Gill Sans MT" panose="020B0502020104020203" pitchFamily="34" charset="77"/>
              <a:ea typeface="+mn-ea"/>
              <a:cs typeface="+mn-cs"/>
            </a:endParaRPr>
          </a:p>
        </p:txBody>
      </p:sp>
      <p:sp>
        <p:nvSpPr>
          <p:cNvPr id="8" name="Slide Number Placeholder 1">
            <a:extLst>
              <a:ext uri="{FF2B5EF4-FFF2-40B4-BE49-F238E27FC236}">
                <a16:creationId xmlns:a16="http://schemas.microsoft.com/office/drawing/2014/main" id="{BBB104D0-2553-1798-6C94-D3A9C7298143}"/>
              </a:ext>
            </a:extLst>
          </p:cNvPr>
          <p:cNvSpPr txBox="1">
            <a:spLocks/>
          </p:cNvSpPr>
          <p:nvPr/>
        </p:nvSpPr>
        <p:spPr>
          <a:xfrm>
            <a:off x="5520267" y="6525298"/>
            <a:ext cx="1151467" cy="225767"/>
          </a:xfrm>
          <a:prstGeom prst="rect">
            <a:avLst/>
          </a:prstGeom>
        </p:spPr>
        <p:txBody>
          <a:bodyPr vert="horz" lIns="121920" tIns="60960" rIns="121920" bIns="60960" rtlCol="0" anchor="ctr">
            <a:spAutoFit/>
          </a:bodyPr>
          <a:lstStyle>
            <a:defPPr>
              <a:defRPr lang="en-US"/>
            </a:defPPr>
            <a:lvl1pPr marL="0" algn="ctr" defTabSz="411480" rtl="0" eaLnBrk="1" latinLnBrk="0" hangingPunct="1">
              <a:defRPr sz="500" b="0" i="0" kern="1200">
                <a:solidFill>
                  <a:schemeClr val="tx1"/>
                </a:solidFill>
                <a:latin typeface="Gill Sans MT" panose="020B0502020104020203" pitchFamily="34" charset="77"/>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a:lstStyle>
          <a:p>
            <a:pPr marL="0" marR="0" lvl="0" indent="0" algn="ctr" defTabSz="411480" rtl="0" eaLnBrk="1" fontAlgn="auto" latinLnBrk="0" hangingPunct="1">
              <a:lnSpc>
                <a:spcPct val="100000"/>
              </a:lnSpc>
              <a:spcBef>
                <a:spcPts val="0"/>
              </a:spcBef>
              <a:spcAft>
                <a:spcPts val="0"/>
              </a:spcAft>
              <a:buClrTx/>
              <a:buSzTx/>
              <a:buFontTx/>
              <a:buNone/>
              <a:tabLst/>
              <a:defRPr/>
            </a:pPr>
            <a:fld id="{8836216C-5BC3-7C44-80F8-E30864FFC228}" type="slidenum">
              <a:rPr kumimoji="0" lang="en-US" sz="667" b="0" i="0" u="none" strike="noStrike" kern="1200" cap="none" spc="0" normalizeH="0" baseline="0" noProof="0">
                <a:ln>
                  <a:noFill/>
                </a:ln>
                <a:solidFill>
                  <a:prstClr val="black"/>
                </a:solidFill>
                <a:effectLst/>
                <a:uLnTx/>
                <a:uFillTx/>
                <a:latin typeface="Gill Sans MT" panose="020B0502020104020203" pitchFamily="34" charset="77"/>
                <a:ea typeface="+mn-ea"/>
                <a:cs typeface="+mn-cs"/>
              </a:rPr>
              <a:pPr marL="0" marR="0" lvl="0" indent="0" algn="ctr" defTabSz="411480" rtl="0" eaLnBrk="1" fontAlgn="auto" latinLnBrk="0" hangingPunct="1">
                <a:lnSpc>
                  <a:spcPct val="100000"/>
                </a:lnSpc>
                <a:spcBef>
                  <a:spcPts val="0"/>
                </a:spcBef>
                <a:spcAft>
                  <a:spcPts val="0"/>
                </a:spcAft>
                <a:buClrTx/>
                <a:buSzTx/>
                <a:buFontTx/>
                <a:buNone/>
                <a:tabLst/>
                <a:defRPr/>
              </a:pPr>
              <a:t>57</a:t>
            </a:fld>
            <a:endParaRPr kumimoji="0" lang="en-US" sz="667" b="0" i="0" u="none" strike="noStrike" kern="1200" cap="none" spc="0" normalizeH="0" baseline="0" noProof="0">
              <a:ln>
                <a:noFill/>
              </a:ln>
              <a:solidFill>
                <a:prstClr val="black"/>
              </a:solidFill>
              <a:effectLst/>
              <a:uLnTx/>
              <a:uFillTx/>
              <a:latin typeface="Gill Sans MT" panose="020B0502020104020203" pitchFamily="34" charset="77"/>
              <a:ea typeface="+mn-ea"/>
              <a:cs typeface="+mn-cs"/>
            </a:endParaRPr>
          </a:p>
        </p:txBody>
      </p:sp>
      <p:grpSp>
        <p:nvGrpSpPr>
          <p:cNvPr id="9" name="Group 8">
            <a:extLst>
              <a:ext uri="{FF2B5EF4-FFF2-40B4-BE49-F238E27FC236}">
                <a16:creationId xmlns:a16="http://schemas.microsoft.com/office/drawing/2014/main" id="{CED829E1-7605-FD82-975F-FA9EE646C344}"/>
              </a:ext>
            </a:extLst>
          </p:cNvPr>
          <p:cNvGrpSpPr/>
          <p:nvPr/>
        </p:nvGrpSpPr>
        <p:grpSpPr>
          <a:xfrm>
            <a:off x="2239405" y="1648689"/>
            <a:ext cx="7472631" cy="1468583"/>
            <a:chOff x="2239405" y="1648689"/>
            <a:chExt cx="7472631" cy="1468583"/>
          </a:xfrm>
        </p:grpSpPr>
        <p:sp>
          <p:nvSpPr>
            <p:cNvPr id="10" name="Rectangle: Rounded Corners 13">
              <a:extLst>
                <a:ext uri="{FF2B5EF4-FFF2-40B4-BE49-F238E27FC236}">
                  <a16:creationId xmlns:a16="http://schemas.microsoft.com/office/drawing/2014/main" id="{07A56D47-FA74-9046-1B46-8EFC8F079BAE}"/>
                </a:ext>
              </a:extLst>
            </p:cNvPr>
            <p:cNvSpPr/>
            <p:nvPr/>
          </p:nvSpPr>
          <p:spPr>
            <a:xfrm>
              <a:off x="2424545" y="1648689"/>
              <a:ext cx="7287491" cy="1468583"/>
            </a:xfrm>
            <a:prstGeom prst="roundRect">
              <a:avLst/>
            </a:prstGeom>
            <a:solidFill>
              <a:sysClr val="window" lastClr="FFFFFF"/>
            </a:solidFill>
            <a:ln w="571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smtClean="0">
                <a:ln>
                  <a:noFill/>
                </a:ln>
                <a:solidFill>
                  <a:srgbClr val="002060"/>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C841EDF-31B2-8911-8AE6-1707A379907B}"/>
                </a:ext>
              </a:extLst>
            </p:cNvPr>
            <p:cNvSpPr txBox="1"/>
            <p:nvPr/>
          </p:nvSpPr>
          <p:spPr>
            <a:xfrm>
              <a:off x="2239405" y="1685683"/>
              <a:ext cx="7382935" cy="1241622"/>
            </a:xfrm>
            <a:prstGeom prst="rect">
              <a:avLst/>
            </a:prstGeom>
            <a:noFill/>
          </p:spPr>
          <p:txBody>
            <a:bodyPr wrap="square" rtlCol="0">
              <a:spAutoFit/>
            </a:bodyPr>
            <a:lstStyle/>
            <a:p>
              <a:pPr marL="342900" marR="0" lvl="0" indent="-342900" algn="ctr"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67" b="1" i="0" u="sng" strike="noStrike" kern="0" cap="none" spc="0" normalizeH="0" baseline="0" noProof="0" dirty="0" smtClean="0">
                  <a:ln>
                    <a:noFill/>
                  </a:ln>
                  <a:solidFill>
                    <a:srgbClr val="00B050"/>
                  </a:solidFill>
                  <a:effectLst/>
                  <a:uLnTx/>
                  <a:uFillTx/>
                  <a:latin typeface="Calibri" panose="020F0502020204030204"/>
                </a:rPr>
                <a:t>Key Highlights</a:t>
              </a:r>
            </a:p>
            <a:p>
              <a:pPr marL="228594" marR="0" lvl="0" indent="-228594"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1" i="0" u="none" strike="noStrike" kern="0" cap="none" spc="0" normalizeH="0" baseline="0" noProof="0" dirty="0" smtClean="0">
                  <a:ln>
                    <a:noFill/>
                  </a:ln>
                  <a:solidFill>
                    <a:prstClr val="black"/>
                  </a:solidFill>
                  <a:effectLst/>
                  <a:uLnTx/>
                  <a:uFillTx/>
                  <a:latin typeface="Calibri" panose="020F0502020204030204"/>
                </a:rPr>
                <a:t>Generalized Edge Propagation and Multi-Band Frequency Switching Mechanism for MSSROs” which is must required for its usability in real high performance sub-systems</a:t>
              </a:r>
            </a:p>
          </p:txBody>
        </p:sp>
      </p:grpSp>
      <p:grpSp>
        <p:nvGrpSpPr>
          <p:cNvPr id="12" name="Group 11">
            <a:extLst>
              <a:ext uri="{FF2B5EF4-FFF2-40B4-BE49-F238E27FC236}">
                <a16:creationId xmlns:a16="http://schemas.microsoft.com/office/drawing/2014/main" id="{8BFF103C-5CD8-F2D5-16FD-3B681AD80369}"/>
              </a:ext>
            </a:extLst>
          </p:cNvPr>
          <p:cNvGrpSpPr/>
          <p:nvPr/>
        </p:nvGrpSpPr>
        <p:grpSpPr>
          <a:xfrm>
            <a:off x="304799" y="3463636"/>
            <a:ext cx="11768668" cy="2133599"/>
            <a:chOff x="304799" y="3463636"/>
            <a:chExt cx="11768668" cy="2133599"/>
          </a:xfrm>
        </p:grpSpPr>
        <p:sp>
          <p:nvSpPr>
            <p:cNvPr id="13" name="Rectangle: Rounded Corners 18">
              <a:extLst>
                <a:ext uri="{FF2B5EF4-FFF2-40B4-BE49-F238E27FC236}">
                  <a16:creationId xmlns:a16="http://schemas.microsoft.com/office/drawing/2014/main" id="{0C9A1B1C-655C-948F-17DD-80FFB3B0DC19}"/>
                </a:ext>
              </a:extLst>
            </p:cNvPr>
            <p:cNvSpPr/>
            <p:nvPr/>
          </p:nvSpPr>
          <p:spPr>
            <a:xfrm>
              <a:off x="304799" y="3463636"/>
              <a:ext cx="11762510" cy="2133599"/>
            </a:xfrm>
            <a:prstGeom prst="roundRect">
              <a:avLst/>
            </a:prstGeom>
            <a:solidFill>
              <a:sysClr val="window" lastClr="FFFFFF"/>
            </a:solidFill>
            <a:ln w="571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smtClean="0">
                <a:ln>
                  <a:noFill/>
                </a:ln>
                <a:solidFill>
                  <a:srgbClr val="002060"/>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46C3AD94-E1D4-8E43-C5DD-58591D57559F}"/>
                </a:ext>
              </a:extLst>
            </p:cNvPr>
            <p:cNvSpPr txBox="1"/>
            <p:nvPr/>
          </p:nvSpPr>
          <p:spPr>
            <a:xfrm>
              <a:off x="452968" y="3519297"/>
              <a:ext cx="11620499" cy="1795428"/>
            </a:xfrm>
            <a:prstGeom prst="rect">
              <a:avLst/>
            </a:prstGeom>
            <a:noFill/>
          </p:spPr>
          <p:txBody>
            <a:bodyPr wrap="square">
              <a:spAutoFit/>
            </a:bodyPr>
            <a:lstStyle/>
            <a:p>
              <a:pPr marL="457200" marR="0" lvl="0" indent="-457200" algn="ctr"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667" b="1" i="0" u="sng" strike="noStrike" kern="0" cap="none" spc="0" normalizeH="0" baseline="0" noProof="0" dirty="0" smtClean="0">
                  <a:ln>
                    <a:noFill/>
                  </a:ln>
                  <a:solidFill>
                    <a:srgbClr val="00B050"/>
                  </a:solidFill>
                  <a:effectLst/>
                  <a:uLnTx/>
                  <a:uFillTx/>
                  <a:latin typeface="Calibri" panose="020F0502020204030204"/>
                </a:rPr>
                <a:t>Key Outcomes</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2400" b="1" i="0" u="none" strike="noStrike" kern="0" cap="none" spc="0" normalizeH="0" baseline="0" noProof="0" dirty="0" smtClean="0">
                <a:ln>
                  <a:noFill/>
                </a:ln>
                <a:solidFill>
                  <a:srgbClr val="002060"/>
                </a:solidFill>
                <a:effectLst/>
                <a:uLnTx/>
                <a:uFillTx/>
                <a:latin typeface="Calibri" panose="020F0502020204030204"/>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2060"/>
                  </a:solidFill>
                  <a:effectLst/>
                  <a:uLnTx/>
                  <a:uFillTx/>
                  <a:latin typeface="Calibri" panose="020F0502020204030204"/>
                </a:rPr>
                <a:t>Neeraj Mishra</a:t>
              </a:r>
              <a:r>
                <a:rPr kumimoji="0" lang="en-US" sz="2000" b="0" i="0" u="none" strike="noStrike" kern="0" cap="none" spc="0" normalizeH="0" baseline="0" noProof="0" dirty="0" smtClean="0">
                  <a:ln>
                    <a:noFill/>
                  </a:ln>
                  <a:solidFill>
                    <a:srgbClr val="002060"/>
                  </a:solidFill>
                  <a:effectLst/>
                  <a:uLnTx/>
                  <a:uFillTx/>
                  <a:latin typeface="Calibri" panose="020F0502020204030204"/>
                </a:rPr>
                <a:t>, </a:t>
              </a:r>
              <a:r>
                <a:rPr kumimoji="0" lang="en-US" sz="2000" b="0" i="0" u="none" strike="noStrike" kern="0" cap="none" spc="0" normalizeH="0" baseline="0" noProof="0" dirty="0" err="1" smtClean="0">
                  <a:ln>
                    <a:noFill/>
                  </a:ln>
                  <a:solidFill>
                    <a:srgbClr val="002060"/>
                  </a:solidFill>
                  <a:effectLst/>
                  <a:uLnTx/>
                  <a:uFillTx/>
                  <a:latin typeface="Calibri" panose="020F0502020204030204"/>
                </a:rPr>
                <a:t>Anchit</a:t>
              </a:r>
              <a:r>
                <a:rPr kumimoji="0" lang="en-US" sz="2000" b="0" i="0" u="none" strike="noStrike" kern="0" cap="none" spc="0" normalizeH="0" baseline="0" noProof="0" dirty="0" smtClean="0">
                  <a:ln>
                    <a:noFill/>
                  </a:ln>
                  <a:solidFill>
                    <a:srgbClr val="002060"/>
                  </a:solidFill>
                  <a:effectLst/>
                  <a:uLnTx/>
                  <a:uFillTx/>
                  <a:latin typeface="Calibri" panose="020F0502020204030204"/>
                </a:rPr>
                <a:t> </a:t>
              </a:r>
              <a:r>
                <a:rPr kumimoji="0" lang="en-US" sz="2000" b="0" i="0" u="none" strike="noStrike" kern="0" cap="none" spc="0" normalizeH="0" baseline="0" noProof="0" dirty="0" err="1" smtClean="0">
                  <a:ln>
                    <a:noFill/>
                  </a:ln>
                  <a:solidFill>
                    <a:srgbClr val="002060"/>
                  </a:solidFill>
                  <a:effectLst/>
                  <a:uLnTx/>
                  <a:uFillTx/>
                  <a:latin typeface="Calibri" panose="020F0502020204030204"/>
                </a:rPr>
                <a:t>Proch</a:t>
              </a:r>
              <a:r>
                <a:rPr kumimoji="0" lang="en-US" sz="2000" b="0" i="0" u="none" strike="noStrike" kern="0" cap="none" spc="0" normalizeH="0" baseline="0" noProof="0" dirty="0" smtClean="0">
                  <a:ln>
                    <a:noFill/>
                  </a:ln>
                  <a:solidFill>
                    <a:srgbClr val="002060"/>
                  </a:solidFill>
                  <a:effectLst/>
                  <a:uLnTx/>
                  <a:uFillTx/>
                  <a:latin typeface="Calibri" panose="020F0502020204030204"/>
                </a:rPr>
                <a:t>, </a:t>
              </a:r>
              <a:r>
                <a:rPr kumimoji="0" lang="en-US" sz="2000" b="0" i="0" u="none" strike="noStrike" kern="0" cap="none" spc="0" normalizeH="0" baseline="0" noProof="0" dirty="0" err="1" smtClean="0">
                  <a:ln>
                    <a:noFill/>
                  </a:ln>
                  <a:solidFill>
                    <a:srgbClr val="002060"/>
                  </a:solidFill>
                  <a:effectLst/>
                  <a:uLnTx/>
                  <a:uFillTx/>
                  <a:latin typeface="Calibri" panose="020F0502020204030204"/>
                </a:rPr>
                <a:t>Lomash</a:t>
              </a:r>
              <a:r>
                <a:rPr kumimoji="0" lang="en-US" sz="2000" b="0" i="0" u="none" strike="noStrike" kern="0" cap="none" spc="0" normalizeH="0" baseline="0" noProof="0" dirty="0" smtClean="0">
                  <a:ln>
                    <a:noFill/>
                  </a:ln>
                  <a:solidFill>
                    <a:srgbClr val="002060"/>
                  </a:solidFill>
                  <a:effectLst/>
                  <a:uLnTx/>
                  <a:uFillTx/>
                  <a:latin typeface="Calibri" panose="020F0502020204030204"/>
                </a:rPr>
                <a:t> Acharya, S. Chakraborty, and B. Anand, </a:t>
              </a:r>
              <a:r>
                <a:rPr kumimoji="0" lang="en-US" sz="2000" b="1" i="0" u="none" strike="noStrike" kern="0" cap="none" spc="0" normalizeH="0" baseline="0" noProof="0" dirty="0" smtClean="0">
                  <a:ln>
                    <a:noFill/>
                  </a:ln>
                  <a:solidFill>
                    <a:srgbClr val="002060"/>
                  </a:solidFill>
                  <a:effectLst/>
                  <a:uLnTx/>
                  <a:uFillTx/>
                  <a:latin typeface="Calibri" panose="020F0502020204030204"/>
                </a:rPr>
                <a:t>“</a:t>
              </a:r>
              <a:r>
                <a:rPr kumimoji="0" lang="en-US" sz="2000" b="1" i="0" u="none" strike="noStrike" kern="0" cap="none" spc="0" normalizeH="0" baseline="0" noProof="0" dirty="0" smtClean="0">
                  <a:ln>
                    <a:noFill/>
                  </a:ln>
                  <a:solidFill>
                    <a:srgbClr val="0070C0"/>
                  </a:solidFill>
                  <a:effectLst/>
                  <a:uLnTx/>
                  <a:uFillTx/>
                  <a:latin typeface="Calibri" panose="020F0502020204030204"/>
                </a:rPr>
                <a:t>Generalized Edge Propagation and Multi-Band Frequency Switching Mechanism for MSSROs</a:t>
              </a:r>
              <a:r>
                <a:rPr kumimoji="0" lang="en-US" sz="2000" b="1" i="0" u="none" strike="noStrike" kern="0" cap="none" spc="0" normalizeH="0" baseline="0" noProof="0" dirty="0" smtClean="0">
                  <a:ln>
                    <a:noFill/>
                  </a:ln>
                  <a:solidFill>
                    <a:srgbClr val="002060"/>
                  </a:solidFill>
                  <a:effectLst/>
                  <a:uLnTx/>
                  <a:uFillTx/>
                  <a:latin typeface="Calibri" panose="020F0502020204030204"/>
                </a:rPr>
                <a:t>” </a:t>
              </a:r>
              <a:r>
                <a:rPr kumimoji="0" lang="en-US" sz="2000" b="1" i="1" u="none" strike="noStrike" kern="0" cap="none" spc="0" normalizeH="0" baseline="0" noProof="0" dirty="0" smtClean="0">
                  <a:ln>
                    <a:noFill/>
                  </a:ln>
                  <a:solidFill>
                    <a:srgbClr val="002060"/>
                  </a:solidFill>
                  <a:effectLst/>
                  <a:uLnTx/>
                  <a:uFillTx/>
                  <a:latin typeface="Calibri" panose="020F0502020204030204"/>
                </a:rPr>
                <a:t>IEEE Transactions on Circuits and Systems II: Express Briefs vol. 70, no. 9, pp. 3609-3613, Sept. 2023 </a:t>
              </a:r>
              <a:r>
                <a:rPr kumimoji="0" lang="en-US" sz="2000" b="1" i="0" u="none" strike="noStrike" kern="0" cap="none" spc="0" normalizeH="0" baseline="0" noProof="0" dirty="0" smtClean="0">
                  <a:ln>
                    <a:noFill/>
                  </a:ln>
                  <a:solidFill>
                    <a:srgbClr val="002060"/>
                  </a:solidFill>
                  <a:effectLst/>
                  <a:uLnTx/>
                  <a:uFillTx/>
                  <a:latin typeface="Calibri" panose="020F0502020204030204"/>
                </a:rPr>
                <a:t> </a:t>
              </a:r>
              <a:r>
                <a:rPr kumimoji="0" lang="en-US" sz="2000" b="1" i="0" u="none" strike="noStrike" kern="0" cap="none" spc="0" normalizeH="0" baseline="0" noProof="0" dirty="0" err="1" smtClean="0">
                  <a:ln>
                    <a:noFill/>
                  </a:ln>
                  <a:solidFill>
                    <a:srgbClr val="002060"/>
                  </a:solidFill>
                  <a:effectLst/>
                  <a:uLnTx/>
                  <a:uFillTx/>
                  <a:latin typeface="Calibri" panose="020F0502020204030204"/>
                </a:rPr>
                <a:t>doi</a:t>
              </a:r>
              <a:r>
                <a:rPr kumimoji="0" lang="en-US" sz="2000" b="1" i="0" u="none" strike="noStrike" kern="0" cap="none" spc="0" normalizeH="0" baseline="0" noProof="0" dirty="0" smtClean="0">
                  <a:ln>
                    <a:noFill/>
                  </a:ln>
                  <a:solidFill>
                    <a:srgbClr val="002060"/>
                  </a:solidFill>
                  <a:effectLst/>
                  <a:uLnTx/>
                  <a:uFillTx/>
                  <a:latin typeface="Calibri" panose="020F0502020204030204"/>
                </a:rPr>
                <a:t>: 10.1109/TCSII.2023.3267384.</a:t>
              </a:r>
              <a:endParaRPr kumimoji="0" lang="en-US" sz="2000" b="0" i="0" u="none" strike="noStrike" kern="0" cap="none" spc="0" normalizeH="0" baseline="0" noProof="0" dirty="0" smtClean="0">
                <a:ln>
                  <a:noFill/>
                </a:ln>
                <a:solidFill>
                  <a:srgbClr val="002060"/>
                </a:solidFill>
                <a:effectLst/>
                <a:uLnTx/>
                <a:uFillTx/>
                <a:latin typeface="Calibri" panose="020F0502020204030204"/>
              </a:endParaRPr>
            </a:p>
          </p:txBody>
        </p:sp>
      </p:grpSp>
      <p:grpSp>
        <p:nvGrpSpPr>
          <p:cNvPr id="18" name="Group 17">
            <a:extLst>
              <a:ext uri="{FF2B5EF4-FFF2-40B4-BE49-F238E27FC236}">
                <a16:creationId xmlns:a16="http://schemas.microsoft.com/office/drawing/2014/main" id="{618A53AD-E8EB-3038-4B44-C5FB5A719D4A}"/>
              </a:ext>
            </a:extLst>
          </p:cNvPr>
          <p:cNvGrpSpPr/>
          <p:nvPr/>
        </p:nvGrpSpPr>
        <p:grpSpPr>
          <a:xfrm>
            <a:off x="4461164" y="318655"/>
            <a:ext cx="3144981" cy="762000"/>
            <a:chOff x="4461164" y="318655"/>
            <a:chExt cx="3144981" cy="762000"/>
          </a:xfrm>
        </p:grpSpPr>
        <p:sp>
          <p:nvSpPr>
            <p:cNvPr id="19" name="Rectangle: Rounded Corners 12">
              <a:extLst>
                <a:ext uri="{FF2B5EF4-FFF2-40B4-BE49-F238E27FC236}">
                  <a16:creationId xmlns:a16="http://schemas.microsoft.com/office/drawing/2014/main" id="{3A998860-B84E-C0C6-4BCD-2CEA217FF1C4}"/>
                </a:ext>
              </a:extLst>
            </p:cNvPr>
            <p:cNvSpPr/>
            <p:nvPr/>
          </p:nvSpPr>
          <p:spPr>
            <a:xfrm>
              <a:off x="4461164" y="318655"/>
              <a:ext cx="3144981" cy="762000"/>
            </a:xfrm>
            <a:prstGeom prst="roundRect">
              <a:avLst/>
            </a:prstGeom>
            <a:solidFill>
              <a:sysClr val="window" lastClr="FFFFFF"/>
            </a:solidFill>
            <a:ln w="57150" cap="flat" cmpd="sng" algn="ctr">
              <a:solidFill>
                <a:srgbClr val="00B05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BE" sz="1800" b="0" i="0" u="none" strike="noStrike" kern="0" cap="none" spc="0" normalizeH="0" baseline="0" noProof="0" smtClean="0">
                <a:ln>
                  <a:noFill/>
                </a:ln>
                <a:solidFill>
                  <a:srgbClr val="002060"/>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AE061827-2E73-7B2C-A72C-B9FDCC9695AA}"/>
                </a:ext>
              </a:extLst>
            </p:cNvPr>
            <p:cNvSpPr txBox="1"/>
            <p:nvPr/>
          </p:nvSpPr>
          <p:spPr>
            <a:xfrm>
              <a:off x="4557988" y="431409"/>
              <a:ext cx="2990306" cy="502766"/>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667" b="1" i="0" u="sng" strike="noStrike" kern="0" cap="none" spc="0" normalizeH="0" baseline="0" noProof="0" dirty="0" smtClean="0">
                  <a:ln>
                    <a:noFill/>
                  </a:ln>
                  <a:solidFill>
                    <a:srgbClr val="00B050"/>
                  </a:solidFill>
                  <a:effectLst/>
                  <a:uLnTx/>
                  <a:uFillTx/>
                  <a:latin typeface="Calibri" panose="020F0502020204030204"/>
                </a:rPr>
                <a:t>Research Problem 3</a:t>
              </a:r>
              <a:endParaRPr kumimoji="0" lang="en-BE" sz="2667" b="1" i="0" u="sng" strike="noStrike" kern="0" cap="none" spc="0" normalizeH="0" baseline="0" noProof="0" dirty="0" err="1" smtClean="0">
                <a:ln>
                  <a:noFill/>
                </a:ln>
                <a:solidFill>
                  <a:srgbClr val="00B050"/>
                </a:solidFill>
                <a:effectLst/>
                <a:uLnTx/>
                <a:uFillTx/>
                <a:latin typeface="Calibri" panose="020F0502020204030204"/>
              </a:endParaRPr>
            </a:p>
          </p:txBody>
        </p:sp>
      </p:grpSp>
    </p:spTree>
    <p:extLst>
      <p:ext uri="{BB962C8B-B14F-4D97-AF65-F5344CB8AC3E}">
        <p14:creationId xmlns:p14="http://schemas.microsoft.com/office/powerpoint/2010/main" val="2780578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F7ECB2-D979-4A72-86C1-696322F24500}"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58</a:t>
            </a:fld>
            <a:endParaRPr lang="en-BE"/>
          </a:p>
        </p:txBody>
      </p:sp>
      <p:sp>
        <p:nvSpPr>
          <p:cNvPr id="5" name="Rectangle: Rounded Corners 47">
            <a:extLst>
              <a:ext uri="{FF2B5EF4-FFF2-40B4-BE49-F238E27FC236}">
                <a16:creationId xmlns:a16="http://schemas.microsoft.com/office/drawing/2014/main" id="{B8F55050-B11E-0EFF-B740-822EFE44B885}"/>
              </a:ext>
            </a:extLst>
          </p:cNvPr>
          <p:cNvSpPr/>
          <p:nvPr/>
        </p:nvSpPr>
        <p:spPr>
          <a:xfrm>
            <a:off x="265575" y="2666448"/>
            <a:ext cx="3242713" cy="132673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44">
            <a:extLst>
              <a:ext uri="{FF2B5EF4-FFF2-40B4-BE49-F238E27FC236}">
                <a16:creationId xmlns:a16="http://schemas.microsoft.com/office/drawing/2014/main" id="{4351EC1D-0C34-69E7-D82A-BE1D7A92A3CD}"/>
              </a:ext>
            </a:extLst>
          </p:cNvPr>
          <p:cNvSpPr/>
          <p:nvPr/>
        </p:nvSpPr>
        <p:spPr>
          <a:xfrm>
            <a:off x="3678251" y="5262783"/>
            <a:ext cx="8295473" cy="6086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42">
            <a:extLst>
              <a:ext uri="{FF2B5EF4-FFF2-40B4-BE49-F238E27FC236}">
                <a16:creationId xmlns:a16="http://schemas.microsoft.com/office/drawing/2014/main" id="{D01DA1D4-D03A-98F8-D6DE-A21D87215FA2}"/>
              </a:ext>
            </a:extLst>
          </p:cNvPr>
          <p:cNvSpPr/>
          <p:nvPr/>
        </p:nvSpPr>
        <p:spPr>
          <a:xfrm>
            <a:off x="3678251" y="4634959"/>
            <a:ext cx="8295473" cy="401499"/>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41">
            <a:extLst>
              <a:ext uri="{FF2B5EF4-FFF2-40B4-BE49-F238E27FC236}">
                <a16:creationId xmlns:a16="http://schemas.microsoft.com/office/drawing/2014/main" id="{A4CA6B7A-AB19-276E-42FD-3F6F760C9463}"/>
              </a:ext>
            </a:extLst>
          </p:cNvPr>
          <p:cNvSpPr/>
          <p:nvPr/>
        </p:nvSpPr>
        <p:spPr>
          <a:xfrm>
            <a:off x="8528056" y="2616812"/>
            <a:ext cx="3479439" cy="139351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38">
            <a:extLst>
              <a:ext uri="{FF2B5EF4-FFF2-40B4-BE49-F238E27FC236}">
                <a16:creationId xmlns:a16="http://schemas.microsoft.com/office/drawing/2014/main" id="{A71A5B3E-AD27-766B-75BC-A44AADC14D8B}"/>
              </a:ext>
            </a:extLst>
          </p:cNvPr>
          <p:cNvSpPr/>
          <p:nvPr/>
        </p:nvSpPr>
        <p:spPr>
          <a:xfrm>
            <a:off x="4170471" y="2626886"/>
            <a:ext cx="3578662" cy="147909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10">
            <a:extLst>
              <a:ext uri="{FF2B5EF4-FFF2-40B4-BE49-F238E27FC236}">
                <a16:creationId xmlns:a16="http://schemas.microsoft.com/office/drawing/2014/main" id="{645EC903-F6D6-7B3F-B7E4-577A1CA6D0AD}"/>
              </a:ext>
            </a:extLst>
          </p:cNvPr>
          <p:cNvSpPr/>
          <p:nvPr/>
        </p:nvSpPr>
        <p:spPr>
          <a:xfrm>
            <a:off x="2888403" y="723866"/>
            <a:ext cx="6689357" cy="97343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74A3AA1-BBFD-6048-A47A-A51368B2B872}"/>
              </a:ext>
            </a:extLst>
          </p:cNvPr>
          <p:cNvSpPr/>
          <p:nvPr/>
        </p:nvSpPr>
        <p:spPr>
          <a:xfrm>
            <a:off x="0" y="-1"/>
            <a:ext cx="12192000" cy="608815"/>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26D7DA94-188A-C1DC-05AE-502D679D8A79}"/>
              </a:ext>
            </a:extLst>
          </p:cNvPr>
          <p:cNvCxnSpPr/>
          <p:nvPr/>
        </p:nvCxnSpPr>
        <p:spPr>
          <a:xfrm flipV="1">
            <a:off x="0" y="639298"/>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2B36C79-F92E-AC5E-3860-811F1CF7487B}"/>
              </a:ext>
            </a:extLst>
          </p:cNvPr>
          <p:cNvSpPr txBox="1"/>
          <p:nvPr/>
        </p:nvSpPr>
        <p:spPr>
          <a:xfrm>
            <a:off x="-73660" y="124881"/>
            <a:ext cx="10955020" cy="584775"/>
          </a:xfrm>
          <a:prstGeom prst="rect">
            <a:avLst/>
          </a:prstGeom>
          <a:noFill/>
        </p:spPr>
        <p:txBody>
          <a:bodyPr wrap="square">
            <a:spAutoFit/>
          </a:bodyPr>
          <a:lstStyle/>
          <a:p>
            <a:pPr algn="ctr" defTabSz="1219170"/>
            <a:r>
              <a:rPr lang="en-US" sz="3200" b="1" dirty="0">
                <a:solidFill>
                  <a:schemeClr val="bg1"/>
                </a:solidFill>
                <a:latin typeface="Arial" panose="020B0604020202020204" pitchFamily="34" charset="0"/>
                <a:ea typeface="+mn-lt"/>
                <a:cs typeface="Arial" panose="020B0604020202020204" pitchFamily="34" charset="0"/>
                <a:sym typeface="Lato Black"/>
              </a:rPr>
              <a:t>Bottlenecks of MSSROs for its usage in Sub-Systems</a:t>
            </a:r>
            <a:endParaRPr lang="en-US" sz="3200" dirty="0">
              <a:solidFill>
                <a:schemeClr val="bg1"/>
              </a:solidFill>
              <a:latin typeface="Arial" panose="020B0604020202020204" pitchFamily="34" charset="0"/>
              <a:ea typeface="+mn-lt"/>
              <a:cs typeface="Arial" panose="020B0604020202020204" pitchFamily="34" charset="0"/>
            </a:endParaRPr>
          </a:p>
        </p:txBody>
      </p:sp>
      <p:cxnSp>
        <p:nvCxnSpPr>
          <p:cNvPr id="14" name="Straight Connector 13">
            <a:extLst>
              <a:ext uri="{FF2B5EF4-FFF2-40B4-BE49-F238E27FC236}">
                <a16:creationId xmlns:a16="http://schemas.microsoft.com/office/drawing/2014/main" id="{436AF854-5517-F764-E204-D21BC0AE2BCE}"/>
              </a:ext>
            </a:extLst>
          </p:cNvPr>
          <p:cNvCxnSpPr>
            <a:cxnSpLocks/>
          </p:cNvCxnSpPr>
          <p:nvPr/>
        </p:nvCxnSpPr>
        <p:spPr>
          <a:xfrm flipV="1">
            <a:off x="21261" y="30424"/>
            <a:ext cx="0" cy="6386032"/>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165CFC8-BF51-EC21-3E7B-73FA61CE8B35}"/>
              </a:ext>
            </a:extLst>
          </p:cNvPr>
          <p:cNvCxnSpPr>
            <a:cxnSpLocks/>
          </p:cNvCxnSpPr>
          <p:nvPr/>
        </p:nvCxnSpPr>
        <p:spPr>
          <a:xfrm flipV="1">
            <a:off x="12163574" y="45664"/>
            <a:ext cx="0" cy="6340891"/>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CF5D8EA-129A-8933-32B5-363759F4FD15}"/>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sp>
        <p:nvSpPr>
          <p:cNvPr id="17" name="Slide Number Placeholder 3">
            <a:extLst>
              <a:ext uri="{FF2B5EF4-FFF2-40B4-BE49-F238E27FC236}">
                <a16:creationId xmlns:a16="http://schemas.microsoft.com/office/drawing/2014/main" id="{013D5394-BDD7-1D6E-E8EA-2545BC5AE469}"/>
              </a:ext>
            </a:extLst>
          </p:cNvPr>
          <p:cNvSpPr txBox="1">
            <a:spLocks/>
          </p:cNvSpPr>
          <p:nvPr/>
        </p:nvSpPr>
        <p:spPr>
          <a:xfrm>
            <a:off x="4849280" y="6496018"/>
            <a:ext cx="1248000" cy="288000"/>
          </a:xfrm>
          <a:prstGeom prst="rect">
            <a:avLst/>
          </a:prstGeom>
        </p:spPr>
        <p:txBody>
          <a:bodyPr vert="horz" lIns="91440" tIns="45720" rIns="91440" bIns="45720" rtlCol="0" anchor="ctr"/>
          <a:lstStyle>
            <a:defPPr>
              <a:defRPr lang="en-US"/>
            </a:defPPr>
            <a:lvl1pPr marL="0" algn="r" defTabSz="914400" rtl="0" eaLnBrk="1" latinLnBrk="0" hangingPunct="1">
              <a:defRPr sz="1400" b="1"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5A9FE30-EA4F-4BEC-A613-F46EDCC7C20D}" type="slidenum">
              <a:rPr lang="en-IN" sz="1600" smtClean="0">
                <a:solidFill>
                  <a:schemeClr val="bg1"/>
                </a:solidFill>
              </a:rPr>
              <a:pPr/>
              <a:t>58</a:t>
            </a:fld>
            <a:endParaRPr lang="en-IN" sz="1600" dirty="0">
              <a:solidFill>
                <a:schemeClr val="bg1"/>
              </a:solidFill>
            </a:endParaRPr>
          </a:p>
        </p:txBody>
      </p:sp>
      <p:grpSp>
        <p:nvGrpSpPr>
          <p:cNvPr id="18" name="Group 17">
            <a:extLst>
              <a:ext uri="{FF2B5EF4-FFF2-40B4-BE49-F238E27FC236}">
                <a16:creationId xmlns:a16="http://schemas.microsoft.com/office/drawing/2014/main" id="{991DDB46-F482-8CE3-5F9C-2EE5169824D9}"/>
              </a:ext>
            </a:extLst>
          </p:cNvPr>
          <p:cNvGrpSpPr/>
          <p:nvPr/>
        </p:nvGrpSpPr>
        <p:grpSpPr>
          <a:xfrm>
            <a:off x="265575" y="645514"/>
            <a:ext cx="11861169" cy="5225869"/>
            <a:chOff x="187366" y="871176"/>
            <a:chExt cx="11861169" cy="5225869"/>
          </a:xfrm>
        </p:grpSpPr>
        <p:cxnSp>
          <p:nvCxnSpPr>
            <p:cNvPr id="19" name="Straight Arrow Connector 18">
              <a:extLst>
                <a:ext uri="{FF2B5EF4-FFF2-40B4-BE49-F238E27FC236}">
                  <a16:creationId xmlns:a16="http://schemas.microsoft.com/office/drawing/2014/main" id="{D2CEE523-4359-335F-3FC2-ECDF985B0B8E}"/>
                </a:ext>
              </a:extLst>
            </p:cNvPr>
            <p:cNvCxnSpPr>
              <a:cxnSpLocks/>
            </p:cNvCxnSpPr>
            <p:nvPr/>
          </p:nvCxnSpPr>
          <p:spPr>
            <a:xfrm>
              <a:off x="8057795" y="5232205"/>
              <a:ext cx="0" cy="278982"/>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A69BC37-3B96-40DE-C20D-C2B2B527B312}"/>
                </a:ext>
              </a:extLst>
            </p:cNvPr>
            <p:cNvCxnSpPr>
              <a:cxnSpLocks/>
            </p:cNvCxnSpPr>
            <p:nvPr/>
          </p:nvCxnSpPr>
          <p:spPr>
            <a:xfrm>
              <a:off x="10626885" y="4218850"/>
              <a:ext cx="0" cy="199747"/>
            </a:xfrm>
            <a:prstGeom prst="straightConnector1">
              <a:avLst/>
            </a:prstGeom>
            <a:ln w="44450">
              <a:tailEnd type="non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49A404E3-6F88-AAA0-31E9-5195B2F3E918}"/>
                </a:ext>
              </a:extLst>
            </p:cNvPr>
            <p:cNvGrpSpPr/>
            <p:nvPr/>
          </p:nvGrpSpPr>
          <p:grpSpPr>
            <a:xfrm>
              <a:off x="187366" y="949528"/>
              <a:ext cx="11743896" cy="4282677"/>
              <a:chOff x="766637" y="1470829"/>
              <a:chExt cx="11021472" cy="4583772"/>
            </a:xfrm>
          </p:grpSpPr>
          <p:sp>
            <p:nvSpPr>
              <p:cNvPr id="53" name="Rectangle: Rounded Corners 2">
                <a:extLst>
                  <a:ext uri="{FF2B5EF4-FFF2-40B4-BE49-F238E27FC236}">
                    <a16:creationId xmlns:a16="http://schemas.microsoft.com/office/drawing/2014/main" id="{CA3E06CB-B22E-4984-B357-7DFD4DB1234A}"/>
                  </a:ext>
                </a:extLst>
              </p:cNvPr>
              <p:cNvSpPr/>
              <p:nvPr/>
            </p:nvSpPr>
            <p:spPr>
              <a:xfrm>
                <a:off x="3228122" y="1470829"/>
                <a:ext cx="6292187" cy="1048466"/>
              </a:xfrm>
              <a:prstGeom prst="roundRect">
                <a:avLst/>
              </a:prstGeom>
              <a:noFill/>
              <a:ln w="50800">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600" b="1" dirty="0">
                    <a:solidFill>
                      <a:schemeClr val="tx1"/>
                    </a:solidFill>
                    <a:latin typeface="+mj-lt"/>
                    <a:ea typeface="Lato" panose="020F0502020204030203" pitchFamily="34" charset="0"/>
                    <a:cs typeface="Lato" panose="020F0502020204030203" pitchFamily="34" charset="0"/>
                  </a:rPr>
                  <a:t>How to achieve lower frequencies with the MSSRO architecture</a:t>
                </a:r>
                <a:r>
                  <a:rPr lang="en-IN" sz="1600" dirty="0">
                    <a:solidFill>
                      <a:schemeClr val="tx1"/>
                    </a:solidFill>
                    <a:latin typeface="+mj-lt"/>
                    <a:ea typeface="Lato" panose="020F0502020204030203" pitchFamily="34" charset="0"/>
                    <a:cs typeface="Lato" panose="020F0502020204030203" pitchFamily="34" charset="0"/>
                  </a:rPr>
                  <a:t>, </a:t>
                </a:r>
              </a:p>
              <a:p>
                <a:pPr algn="ctr"/>
                <a:r>
                  <a:rPr lang="en-IN" sz="1600" dirty="0">
                    <a:solidFill>
                      <a:schemeClr val="tx1"/>
                    </a:solidFill>
                    <a:latin typeface="+mj-lt"/>
                    <a:ea typeface="Lato" panose="020F0502020204030203" pitchFamily="34" charset="0"/>
                    <a:cs typeface="Lato" panose="020F0502020204030203" pitchFamily="34" charset="0"/>
                  </a:rPr>
                  <a:t>while enjoying all other benefits it provides </a:t>
                </a:r>
              </a:p>
              <a:p>
                <a:pPr algn="ctr"/>
                <a:r>
                  <a:rPr lang="en-IN" sz="1600" dirty="0">
                    <a:solidFill>
                      <a:schemeClr val="tx1"/>
                    </a:solidFill>
                    <a:latin typeface="+mj-lt"/>
                    <a:ea typeface="Lato" panose="020F0502020204030203" pitchFamily="34" charset="0"/>
                    <a:cs typeface="Lato" panose="020F0502020204030203" pitchFamily="34" charset="0"/>
                  </a:rPr>
                  <a:t>(lower power dissipation, better phase noise, multiple phases)?</a:t>
                </a:r>
              </a:p>
            </p:txBody>
          </p:sp>
          <p:sp>
            <p:nvSpPr>
              <p:cNvPr id="54" name="Rectangle: Rounded Corners 4">
                <a:extLst>
                  <a:ext uri="{FF2B5EF4-FFF2-40B4-BE49-F238E27FC236}">
                    <a16:creationId xmlns:a16="http://schemas.microsoft.com/office/drawing/2014/main" id="{02EF6C11-49A5-4F14-98B1-D517431C17FD}"/>
                  </a:ext>
                </a:extLst>
              </p:cNvPr>
              <p:cNvSpPr/>
              <p:nvPr/>
            </p:nvSpPr>
            <p:spPr>
              <a:xfrm>
                <a:off x="766637" y="3516716"/>
                <a:ext cx="3043238" cy="1453284"/>
              </a:xfrm>
              <a:prstGeom prst="round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dirty="0">
                    <a:solidFill>
                      <a:schemeClr val="tx1"/>
                    </a:solidFill>
                    <a:latin typeface="+mj-lt"/>
                    <a:ea typeface="Lato" panose="020F0502020204030203" pitchFamily="34" charset="0"/>
                    <a:cs typeface="Lato" panose="020F0502020204030203" pitchFamily="34" charset="0"/>
                  </a:rPr>
                  <a:t>Change relative NMOS-to-PMOS size ratios</a:t>
                </a:r>
              </a:p>
              <a:p>
                <a:pPr algn="ctr"/>
                <a:endParaRPr lang="en-IN" sz="1400" b="1" dirty="0">
                  <a:solidFill>
                    <a:schemeClr val="tx1"/>
                  </a:solidFill>
                  <a:latin typeface="+mj-lt"/>
                  <a:ea typeface="Lato" panose="020F0502020204030203" pitchFamily="34" charset="0"/>
                  <a:cs typeface="Lato" panose="020F0502020204030203" pitchFamily="34" charset="0"/>
                </a:endParaRPr>
              </a:p>
              <a:p>
                <a:pPr algn="ctr"/>
                <a:r>
                  <a:rPr lang="en-IN" sz="1400" b="1" dirty="0">
                    <a:solidFill>
                      <a:srgbClr val="FF0000"/>
                    </a:solidFill>
                    <a:latin typeface="+mj-lt"/>
                    <a:ea typeface="Lato" panose="020F0502020204030203" pitchFamily="34" charset="0"/>
                    <a:cs typeface="Lato" panose="020F0502020204030203" pitchFamily="34" charset="0"/>
                  </a:rPr>
                  <a:t>Problem:</a:t>
                </a:r>
                <a:r>
                  <a:rPr lang="en-IN" sz="1400" dirty="0">
                    <a:solidFill>
                      <a:schemeClr val="bg1"/>
                    </a:solidFill>
                    <a:latin typeface="+mj-lt"/>
                    <a:ea typeface="Lato" panose="020F0502020204030203" pitchFamily="34" charset="0"/>
                    <a:cs typeface="Lato" panose="020F0502020204030203" pitchFamily="34" charset="0"/>
                  </a:rPr>
                  <a:t> </a:t>
                </a:r>
                <a:r>
                  <a:rPr lang="en-IN" sz="1400" dirty="0">
                    <a:solidFill>
                      <a:schemeClr val="tx1"/>
                    </a:solidFill>
                    <a:latin typeface="+mj-lt"/>
                    <a:ea typeface="Lato" panose="020F0502020204030203" pitchFamily="34" charset="0"/>
                    <a:cs typeface="Lato" panose="020F0502020204030203" pitchFamily="34" charset="0"/>
                  </a:rPr>
                  <a:t>The range of frequencies achieved is within range (</a:t>
                </a:r>
                <a:r>
                  <a:rPr lang="en-IN" sz="1400" b="1" dirty="0">
                    <a:solidFill>
                      <a:schemeClr val="tx1"/>
                    </a:solidFill>
                    <a:latin typeface="+mj-lt"/>
                    <a:ea typeface="Lato" panose="020F0502020204030203" pitchFamily="34" charset="0"/>
                    <a:cs typeface="Lato" panose="020F0502020204030203" pitchFamily="34" charset="0"/>
                  </a:rPr>
                  <a:t>0.5-0.6 GHz)</a:t>
                </a:r>
              </a:p>
            </p:txBody>
          </p:sp>
          <p:sp>
            <p:nvSpPr>
              <p:cNvPr id="55" name="Rectangle: Rounded Corners 5">
                <a:extLst>
                  <a:ext uri="{FF2B5EF4-FFF2-40B4-BE49-F238E27FC236}">
                    <a16:creationId xmlns:a16="http://schemas.microsoft.com/office/drawing/2014/main" id="{2A8F0F3C-A972-4112-8588-84940D4693CC}"/>
                  </a:ext>
                </a:extLst>
              </p:cNvPr>
              <p:cNvSpPr/>
              <p:nvPr/>
            </p:nvSpPr>
            <p:spPr>
              <a:xfrm>
                <a:off x="4431323" y="3490636"/>
                <a:ext cx="3373025" cy="1591717"/>
              </a:xfrm>
              <a:prstGeom prst="round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dirty="0">
                    <a:solidFill>
                      <a:schemeClr val="tx1"/>
                    </a:solidFill>
                    <a:latin typeface="+mj-lt"/>
                    <a:ea typeface="Lato" panose="020F0502020204030203" pitchFamily="34" charset="0"/>
                    <a:cs typeface="Lato" panose="020F0502020204030203" pitchFamily="34" charset="0"/>
                  </a:rPr>
                  <a:t>Attach load capacitances</a:t>
                </a:r>
              </a:p>
              <a:p>
                <a:pPr algn="ctr"/>
                <a:r>
                  <a:rPr lang="en-IN" sz="1400" b="1" dirty="0">
                    <a:solidFill>
                      <a:schemeClr val="tx1"/>
                    </a:solidFill>
                    <a:latin typeface="+mj-lt"/>
                    <a:ea typeface="Lato" panose="020F0502020204030203" pitchFamily="34" charset="0"/>
                    <a:cs typeface="Lato" panose="020F0502020204030203" pitchFamily="34" charset="0"/>
                  </a:rPr>
                  <a:t> </a:t>
                </a:r>
              </a:p>
              <a:p>
                <a:pPr algn="ctr"/>
                <a:r>
                  <a:rPr lang="en-IN" sz="1400" b="1" dirty="0">
                    <a:solidFill>
                      <a:srgbClr val="FF0000"/>
                    </a:solidFill>
                    <a:latin typeface="+mj-lt"/>
                    <a:ea typeface="Lato" panose="020F0502020204030203" pitchFamily="34" charset="0"/>
                    <a:cs typeface="Lato" panose="020F0502020204030203" pitchFamily="34" charset="0"/>
                  </a:rPr>
                  <a:t>Problem:</a:t>
                </a:r>
                <a:r>
                  <a:rPr lang="en-IN" sz="1400" dirty="0">
                    <a:solidFill>
                      <a:schemeClr val="bg1"/>
                    </a:solidFill>
                    <a:latin typeface="+mj-lt"/>
                    <a:ea typeface="Lato" panose="020F0502020204030203" pitchFamily="34" charset="0"/>
                    <a:cs typeface="Lato" panose="020F0502020204030203" pitchFamily="34" charset="0"/>
                  </a:rPr>
                  <a:t> </a:t>
                </a:r>
                <a:r>
                  <a:rPr lang="en-IN" sz="1400" dirty="0">
                    <a:solidFill>
                      <a:schemeClr val="tx1"/>
                    </a:solidFill>
                    <a:latin typeface="+mj-lt"/>
                    <a:ea typeface="Lato" panose="020F0502020204030203" pitchFamily="34" charset="0"/>
                    <a:cs typeface="Lato" panose="020F0502020204030203" pitchFamily="34" charset="0"/>
                  </a:rPr>
                  <a:t>Oscillator </a:t>
                </a:r>
                <a:r>
                  <a:rPr lang="en-IN" sz="1400" b="1" dirty="0">
                    <a:solidFill>
                      <a:schemeClr val="tx1"/>
                    </a:solidFill>
                    <a:latin typeface="+mj-lt"/>
                    <a:ea typeface="Lato" panose="020F0502020204030203" pitchFamily="34" charset="0"/>
                    <a:cs typeface="Lato" panose="020F0502020204030203" pitchFamily="34" charset="0"/>
                  </a:rPr>
                  <a:t>fails to sustain oscillation</a:t>
                </a:r>
                <a:r>
                  <a:rPr lang="en-IN" sz="1400" dirty="0">
                    <a:solidFill>
                      <a:schemeClr val="tx1"/>
                    </a:solidFill>
                    <a:latin typeface="+mj-lt"/>
                    <a:ea typeface="Lato" panose="020F0502020204030203" pitchFamily="34" charset="0"/>
                    <a:cs typeface="Lato" panose="020F0502020204030203" pitchFamily="34" charset="0"/>
                  </a:rPr>
                  <a:t> for a majority of sizes, if the load is large. So, a large frequency range is not practically achievable</a:t>
                </a:r>
                <a:endParaRPr lang="en-IN" sz="1400" b="1" dirty="0">
                  <a:solidFill>
                    <a:schemeClr val="tx1"/>
                  </a:solidFill>
                  <a:latin typeface="+mj-lt"/>
                  <a:ea typeface="Lato" panose="020F0502020204030203" pitchFamily="34" charset="0"/>
                  <a:cs typeface="Lato" panose="020F0502020204030203" pitchFamily="34" charset="0"/>
                </a:endParaRPr>
              </a:p>
            </p:txBody>
          </p:sp>
          <p:sp>
            <p:nvSpPr>
              <p:cNvPr id="56" name="Rectangle: Rounded Corners 8">
                <a:extLst>
                  <a:ext uri="{FF2B5EF4-FFF2-40B4-BE49-F238E27FC236}">
                    <a16:creationId xmlns:a16="http://schemas.microsoft.com/office/drawing/2014/main" id="{674A09BD-68F9-4ED3-A453-86C788428340}"/>
                  </a:ext>
                </a:extLst>
              </p:cNvPr>
              <p:cNvSpPr/>
              <p:nvPr/>
            </p:nvSpPr>
            <p:spPr>
              <a:xfrm>
                <a:off x="8544120" y="3467229"/>
                <a:ext cx="3243989" cy="1502773"/>
              </a:xfrm>
              <a:prstGeom prst="roundRect">
                <a:avLst/>
              </a:prstGeom>
              <a:noFill/>
              <a:ln w="5080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dirty="0">
                    <a:solidFill>
                      <a:schemeClr val="tx1"/>
                    </a:solidFill>
                    <a:latin typeface="+mj-lt"/>
                    <a:ea typeface="Lato" panose="020F0502020204030203" pitchFamily="34" charset="0"/>
                    <a:cs typeface="Lato" panose="020F0502020204030203" pitchFamily="34" charset="0"/>
                  </a:rPr>
                  <a:t>Change multi-loop length</a:t>
                </a:r>
              </a:p>
              <a:p>
                <a:pPr algn="ctr"/>
                <a:endParaRPr lang="en-IN" sz="1400" b="1" dirty="0">
                  <a:solidFill>
                    <a:schemeClr val="tx1"/>
                  </a:solidFill>
                  <a:latin typeface="+mj-lt"/>
                  <a:ea typeface="Lato" panose="020F0502020204030203" pitchFamily="34" charset="0"/>
                  <a:cs typeface="Lato" panose="020F0502020204030203" pitchFamily="34" charset="0"/>
                </a:endParaRPr>
              </a:p>
              <a:p>
                <a:r>
                  <a:rPr lang="en-IN" sz="1400" b="1" dirty="0">
                    <a:solidFill>
                      <a:srgbClr val="00B050"/>
                    </a:solidFill>
                    <a:latin typeface="+mj-lt"/>
                    <a:ea typeface="Lato" panose="020F0502020204030203" pitchFamily="34" charset="0"/>
                    <a:cs typeface="Lato" panose="020F0502020204030203" pitchFamily="34" charset="0"/>
                  </a:rPr>
                  <a:t>Benefits:</a:t>
                </a:r>
                <a:r>
                  <a:rPr lang="en-IN" sz="1400" dirty="0">
                    <a:solidFill>
                      <a:schemeClr val="bg1"/>
                    </a:solidFill>
                    <a:latin typeface="+mj-lt"/>
                    <a:ea typeface="Lato" panose="020F0502020204030203" pitchFamily="34" charset="0"/>
                    <a:cs typeface="Lato" panose="020F0502020204030203" pitchFamily="34" charset="0"/>
                  </a:rPr>
                  <a:t> </a:t>
                </a:r>
                <a:endParaRPr lang="en-IN" sz="1400" dirty="0">
                  <a:solidFill>
                    <a:schemeClr val="tx1"/>
                  </a:solidFill>
                  <a:latin typeface="+mj-lt"/>
                  <a:ea typeface="Lato" panose="020F0502020204030203" pitchFamily="34" charset="0"/>
                  <a:cs typeface="Lato" panose="020F0502020204030203" pitchFamily="34" charset="0"/>
                </a:endParaRPr>
              </a:p>
              <a:p>
                <a:pPr marL="342900" indent="-342900">
                  <a:buAutoNum type="arabicParenR"/>
                </a:pPr>
                <a:r>
                  <a:rPr lang="en-IN" sz="1400" dirty="0">
                    <a:solidFill>
                      <a:schemeClr val="tx1"/>
                    </a:solidFill>
                    <a:latin typeface="+mj-lt"/>
                    <a:ea typeface="Lato" panose="020F0502020204030203" pitchFamily="34" charset="0"/>
                    <a:cs typeface="Lato" panose="020F0502020204030203" pitchFamily="34" charset="0"/>
                  </a:rPr>
                  <a:t>High-frequency range (2-7 GHz) in 180nm Technology</a:t>
                </a:r>
              </a:p>
              <a:p>
                <a:pPr marL="342900" indent="-342900">
                  <a:buAutoNum type="arabicParenR"/>
                </a:pPr>
                <a:r>
                  <a:rPr lang="en-IN" sz="1400" dirty="0">
                    <a:solidFill>
                      <a:schemeClr val="tx1"/>
                    </a:solidFill>
                    <a:latin typeface="+mj-lt"/>
                    <a:ea typeface="Lato" panose="020F0502020204030203" pitchFamily="34" charset="0"/>
                    <a:cs typeface="Lato" panose="020F0502020204030203" pitchFamily="34" charset="0"/>
                  </a:rPr>
                  <a:t>Lesser multi-mode operation</a:t>
                </a:r>
              </a:p>
            </p:txBody>
          </p:sp>
          <p:sp>
            <p:nvSpPr>
              <p:cNvPr id="57" name="Rectangle: Rounded Corners 9">
                <a:extLst>
                  <a:ext uri="{FF2B5EF4-FFF2-40B4-BE49-F238E27FC236}">
                    <a16:creationId xmlns:a16="http://schemas.microsoft.com/office/drawing/2014/main" id="{D5443AAB-ACF0-4968-B921-DB71CB0D698B}"/>
                  </a:ext>
                </a:extLst>
              </p:cNvPr>
              <p:cNvSpPr/>
              <p:nvPr/>
            </p:nvSpPr>
            <p:spPr>
              <a:xfrm>
                <a:off x="3969383" y="5641701"/>
                <a:ext cx="7816872" cy="412900"/>
              </a:xfrm>
              <a:prstGeom prst="round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sz="1400" b="1" dirty="0">
                  <a:solidFill>
                    <a:srgbClr val="FF0000"/>
                  </a:solidFill>
                  <a:latin typeface="+mj-lt"/>
                  <a:ea typeface="Lato" panose="020F0502020204030203" pitchFamily="34" charset="0"/>
                  <a:cs typeface="Lato" panose="020F0502020204030203" pitchFamily="34" charset="0"/>
                </a:endParaRPr>
              </a:p>
              <a:p>
                <a:pPr algn="ctr"/>
                <a:r>
                  <a:rPr lang="en-IN" sz="1400" b="1" dirty="0">
                    <a:solidFill>
                      <a:srgbClr val="FF0000"/>
                    </a:solidFill>
                    <a:latin typeface="+mj-lt"/>
                    <a:ea typeface="Lato" panose="020F0502020204030203" pitchFamily="34" charset="0"/>
                    <a:cs typeface="Lato" panose="020F0502020204030203" pitchFamily="34" charset="0"/>
                  </a:rPr>
                  <a:t>Problem:  </a:t>
                </a:r>
                <a:r>
                  <a:rPr lang="en-IN" sz="1400" b="1" dirty="0">
                    <a:solidFill>
                      <a:schemeClr val="tx1"/>
                    </a:solidFill>
                    <a:latin typeface="+mj-lt"/>
                    <a:ea typeface="Lato" panose="020F0502020204030203" pitchFamily="34" charset="0"/>
                    <a:cs typeface="Lato" panose="020F0502020204030203" pitchFamily="34" charset="0"/>
                  </a:rPr>
                  <a:t>Difficult to predict the frequency and phase sequence for a connection scheme.</a:t>
                </a:r>
              </a:p>
              <a:p>
                <a:pPr algn="ctr"/>
                <a:r>
                  <a:rPr lang="en-IN" sz="1400" b="1" dirty="0">
                    <a:solidFill>
                      <a:schemeClr val="tx1"/>
                    </a:solidFill>
                    <a:latin typeface="Lato" panose="020F0502020204030203" pitchFamily="34" charset="0"/>
                    <a:ea typeface="Lato" panose="020F0502020204030203" pitchFamily="34" charset="0"/>
                    <a:cs typeface="Lato" panose="020F0502020204030203" pitchFamily="34" charset="0"/>
                  </a:rPr>
                  <a:t> </a:t>
                </a:r>
              </a:p>
            </p:txBody>
          </p:sp>
        </p:grpSp>
        <p:grpSp>
          <p:nvGrpSpPr>
            <p:cNvPr id="22" name="Group 21">
              <a:extLst>
                <a:ext uri="{FF2B5EF4-FFF2-40B4-BE49-F238E27FC236}">
                  <a16:creationId xmlns:a16="http://schemas.microsoft.com/office/drawing/2014/main" id="{109706EC-DCC5-B80B-1153-8EE61425B91B}"/>
                </a:ext>
              </a:extLst>
            </p:cNvPr>
            <p:cNvGrpSpPr/>
            <p:nvPr/>
          </p:nvGrpSpPr>
          <p:grpSpPr>
            <a:xfrm>
              <a:off x="10286062" y="2276924"/>
              <a:ext cx="435826" cy="459337"/>
              <a:chOff x="1776139" y="3223476"/>
              <a:chExt cx="462237" cy="475491"/>
            </a:xfrm>
          </p:grpSpPr>
          <p:sp>
            <p:nvSpPr>
              <p:cNvPr id="49" name="Oval 48">
                <a:extLst>
                  <a:ext uri="{FF2B5EF4-FFF2-40B4-BE49-F238E27FC236}">
                    <a16:creationId xmlns:a16="http://schemas.microsoft.com/office/drawing/2014/main" id="{76B6C6BA-A376-E9DE-C5FF-9D904B33F813}"/>
                  </a:ext>
                </a:extLst>
              </p:cNvPr>
              <p:cNvSpPr/>
              <p:nvPr/>
            </p:nvSpPr>
            <p:spPr>
              <a:xfrm>
                <a:off x="1776139" y="3289314"/>
                <a:ext cx="432000" cy="409653"/>
              </a:xfrm>
              <a:prstGeom prst="ellipse">
                <a:avLst/>
              </a:prstGeom>
              <a:solidFill>
                <a:schemeClr val="bg1"/>
              </a:solidFill>
              <a:ln w="444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DDEF395D-4411-8F58-1543-C37E0D161C2D}"/>
                  </a:ext>
                </a:extLst>
              </p:cNvPr>
              <p:cNvSpPr/>
              <p:nvPr/>
            </p:nvSpPr>
            <p:spPr bwMode="auto">
              <a:xfrm>
                <a:off x="1872337" y="3410307"/>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51" name="Oval 50">
                <a:extLst>
                  <a:ext uri="{FF2B5EF4-FFF2-40B4-BE49-F238E27FC236}">
                    <a16:creationId xmlns:a16="http://schemas.microsoft.com/office/drawing/2014/main" id="{79715ABF-E611-E830-F811-101907D4721A}"/>
                  </a:ext>
                </a:extLst>
              </p:cNvPr>
              <p:cNvSpPr/>
              <p:nvPr/>
            </p:nvSpPr>
            <p:spPr bwMode="auto">
              <a:xfrm>
                <a:off x="2027187" y="3406984"/>
                <a:ext cx="76363" cy="74801"/>
              </a:xfrm>
              <a:prstGeom prst="ellipse">
                <a:avLst/>
              </a:prstGeom>
              <a:solidFill>
                <a:srgbClr val="00B050"/>
              </a:solidFill>
              <a:ln>
                <a:solidFill>
                  <a:srgbClr val="00B05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52" name="Arc 51">
                <a:extLst>
                  <a:ext uri="{FF2B5EF4-FFF2-40B4-BE49-F238E27FC236}">
                    <a16:creationId xmlns:a16="http://schemas.microsoft.com/office/drawing/2014/main" id="{5492976D-24CD-7DCB-81EF-ABE024128967}"/>
                  </a:ext>
                </a:extLst>
              </p:cNvPr>
              <p:cNvSpPr/>
              <p:nvPr/>
            </p:nvSpPr>
            <p:spPr>
              <a:xfrm rot="8155382">
                <a:off x="1795794" y="3223476"/>
                <a:ext cx="442582" cy="369556"/>
              </a:xfrm>
              <a:prstGeom prst="arc">
                <a:avLst>
                  <a:gd name="adj1" fmla="val 17114423"/>
                  <a:gd name="adj2" fmla="val 0"/>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3" name="Group 22">
              <a:extLst>
                <a:ext uri="{FF2B5EF4-FFF2-40B4-BE49-F238E27FC236}">
                  <a16:creationId xmlns:a16="http://schemas.microsoft.com/office/drawing/2014/main" id="{C537414F-2A80-3190-54D2-5DA043110699}"/>
                </a:ext>
              </a:extLst>
            </p:cNvPr>
            <p:cNvGrpSpPr/>
            <p:nvPr/>
          </p:nvGrpSpPr>
          <p:grpSpPr>
            <a:xfrm>
              <a:off x="1151735" y="2346852"/>
              <a:ext cx="445350" cy="637809"/>
              <a:chOff x="1776139" y="3289314"/>
              <a:chExt cx="472338" cy="660239"/>
            </a:xfrm>
          </p:grpSpPr>
          <p:sp>
            <p:nvSpPr>
              <p:cNvPr id="45" name="Oval 44">
                <a:extLst>
                  <a:ext uri="{FF2B5EF4-FFF2-40B4-BE49-F238E27FC236}">
                    <a16:creationId xmlns:a16="http://schemas.microsoft.com/office/drawing/2014/main" id="{925C4B3D-A6D6-469B-3386-2DD811E3CFF2}"/>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813C557B-84A5-35EB-7F54-6B5A4EA78603}"/>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47" name="Oval 46">
                <a:extLst>
                  <a:ext uri="{FF2B5EF4-FFF2-40B4-BE49-F238E27FC236}">
                    <a16:creationId xmlns:a16="http://schemas.microsoft.com/office/drawing/2014/main" id="{1F7C1707-D66A-38BC-B2B9-82022492FF2D}"/>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48" name="Arc 47">
                <a:extLst>
                  <a:ext uri="{FF2B5EF4-FFF2-40B4-BE49-F238E27FC236}">
                    <a16:creationId xmlns:a16="http://schemas.microsoft.com/office/drawing/2014/main" id="{8B69B8ED-8904-36E6-9DFF-66250AACC26B}"/>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4" name="Group 23">
              <a:extLst>
                <a:ext uri="{FF2B5EF4-FFF2-40B4-BE49-F238E27FC236}">
                  <a16:creationId xmlns:a16="http://schemas.microsoft.com/office/drawing/2014/main" id="{EA091DE4-21A3-C438-0E93-C8B9D06799DA}"/>
                </a:ext>
              </a:extLst>
            </p:cNvPr>
            <p:cNvGrpSpPr/>
            <p:nvPr/>
          </p:nvGrpSpPr>
          <p:grpSpPr>
            <a:xfrm>
              <a:off x="6242459" y="2332675"/>
              <a:ext cx="445350" cy="637809"/>
              <a:chOff x="1776139" y="3289314"/>
              <a:chExt cx="472338" cy="660239"/>
            </a:xfrm>
          </p:grpSpPr>
          <p:sp>
            <p:nvSpPr>
              <p:cNvPr id="41" name="Oval 40">
                <a:extLst>
                  <a:ext uri="{FF2B5EF4-FFF2-40B4-BE49-F238E27FC236}">
                    <a16:creationId xmlns:a16="http://schemas.microsoft.com/office/drawing/2014/main" id="{0C6C070B-364A-D1C4-2DE2-958C663DAF82}"/>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3258E488-D03C-EAC7-36E6-18829804431D}"/>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43" name="Oval 42">
                <a:extLst>
                  <a:ext uri="{FF2B5EF4-FFF2-40B4-BE49-F238E27FC236}">
                    <a16:creationId xmlns:a16="http://schemas.microsoft.com/office/drawing/2014/main" id="{AB2623B4-97B4-1A9A-0B5B-191732A492C3}"/>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44" name="Arc 43">
                <a:extLst>
                  <a:ext uri="{FF2B5EF4-FFF2-40B4-BE49-F238E27FC236}">
                    <a16:creationId xmlns:a16="http://schemas.microsoft.com/office/drawing/2014/main" id="{4A2DEBD1-A809-E5A0-7C82-56EE6C29C828}"/>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25" name="Group 24">
              <a:extLst>
                <a:ext uri="{FF2B5EF4-FFF2-40B4-BE49-F238E27FC236}">
                  <a16:creationId xmlns:a16="http://schemas.microsoft.com/office/drawing/2014/main" id="{8F783B72-1647-479F-1779-EBBF053769C8}"/>
                </a:ext>
              </a:extLst>
            </p:cNvPr>
            <p:cNvGrpSpPr/>
            <p:nvPr/>
          </p:nvGrpSpPr>
          <p:grpSpPr>
            <a:xfrm>
              <a:off x="7508221" y="4366464"/>
              <a:ext cx="445350" cy="637809"/>
              <a:chOff x="1776139" y="3289314"/>
              <a:chExt cx="472338" cy="660239"/>
            </a:xfrm>
          </p:grpSpPr>
          <p:sp>
            <p:nvSpPr>
              <p:cNvPr id="37" name="Oval 36">
                <a:extLst>
                  <a:ext uri="{FF2B5EF4-FFF2-40B4-BE49-F238E27FC236}">
                    <a16:creationId xmlns:a16="http://schemas.microsoft.com/office/drawing/2014/main" id="{11755D58-F61A-B348-03B0-B0DEB3734B95}"/>
                  </a:ext>
                </a:extLst>
              </p:cNvPr>
              <p:cNvSpPr/>
              <p:nvPr/>
            </p:nvSpPr>
            <p:spPr>
              <a:xfrm>
                <a:off x="1776139" y="3289314"/>
                <a:ext cx="432000" cy="409653"/>
              </a:xfrm>
              <a:prstGeom prst="ellipse">
                <a:avLst/>
              </a:prstGeom>
              <a:solidFill>
                <a:schemeClr val="bg1"/>
              </a:solid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260D941B-9676-F4D8-1C37-C53C10DCF8BD}"/>
                  </a:ext>
                </a:extLst>
              </p:cNvPr>
              <p:cNvSpPr/>
              <p:nvPr/>
            </p:nvSpPr>
            <p:spPr bwMode="auto">
              <a:xfrm>
                <a:off x="1872337" y="3410307"/>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39" name="Oval 38">
                <a:extLst>
                  <a:ext uri="{FF2B5EF4-FFF2-40B4-BE49-F238E27FC236}">
                    <a16:creationId xmlns:a16="http://schemas.microsoft.com/office/drawing/2014/main" id="{955F5AC2-5F6E-C316-ED1B-A8E06ABC20EF}"/>
                  </a:ext>
                </a:extLst>
              </p:cNvPr>
              <p:cNvSpPr/>
              <p:nvPr/>
            </p:nvSpPr>
            <p:spPr bwMode="auto">
              <a:xfrm>
                <a:off x="2027187" y="3406984"/>
                <a:ext cx="76363" cy="74801"/>
              </a:xfrm>
              <a:prstGeom prst="ellipse">
                <a:avLst/>
              </a:prstGeom>
              <a:solidFill>
                <a:srgbClr val="FF0000"/>
              </a:solidFill>
              <a:ln>
                <a:solidFill>
                  <a:srgbClr val="FF0000"/>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US">
                  <a:solidFill>
                    <a:srgbClr val="FF0000"/>
                  </a:solidFill>
                </a:endParaRPr>
              </a:p>
            </p:txBody>
          </p:sp>
          <p:sp>
            <p:nvSpPr>
              <p:cNvPr id="40" name="Arc 39">
                <a:extLst>
                  <a:ext uri="{FF2B5EF4-FFF2-40B4-BE49-F238E27FC236}">
                    <a16:creationId xmlns:a16="http://schemas.microsoft.com/office/drawing/2014/main" id="{4A751BEE-76CB-94DF-E81E-9EA821CC41A0}"/>
                  </a:ext>
                </a:extLst>
              </p:cNvPr>
              <p:cNvSpPr/>
              <p:nvPr/>
            </p:nvSpPr>
            <p:spPr>
              <a:xfrm rot="13444618" flipV="1">
                <a:off x="1805895" y="3579997"/>
                <a:ext cx="442582" cy="369556"/>
              </a:xfrm>
              <a:prstGeom prst="arc">
                <a:avLst>
                  <a:gd name="adj1" fmla="val 17067167"/>
                  <a:gd name="adj2" fmla="val 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cxnSp>
          <p:nvCxnSpPr>
            <p:cNvPr id="26" name="Straight Arrow Connector 25">
              <a:extLst>
                <a:ext uri="{FF2B5EF4-FFF2-40B4-BE49-F238E27FC236}">
                  <a16:creationId xmlns:a16="http://schemas.microsoft.com/office/drawing/2014/main" id="{9D63009D-22C4-40E6-D277-1C5FC9596E5C}"/>
                </a:ext>
              </a:extLst>
            </p:cNvPr>
            <p:cNvCxnSpPr>
              <a:cxnSpLocks/>
            </p:cNvCxnSpPr>
            <p:nvPr/>
          </p:nvCxnSpPr>
          <p:spPr>
            <a:xfrm flipH="1">
              <a:off x="6059314" y="1940135"/>
              <a:ext cx="0" cy="907537"/>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411EB4D-5EF4-C818-7025-B9469F5CEEBA}"/>
                </a:ext>
              </a:extLst>
            </p:cNvPr>
            <p:cNvCxnSpPr>
              <a:cxnSpLocks/>
            </p:cNvCxnSpPr>
            <p:nvPr/>
          </p:nvCxnSpPr>
          <p:spPr>
            <a:xfrm>
              <a:off x="1663879" y="2250860"/>
              <a:ext cx="8477844" cy="0"/>
            </a:xfrm>
            <a:prstGeom prst="line">
              <a:avLst/>
            </a:prstGeom>
            <a:ln w="44450"/>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739775-B834-0535-86BE-BA04C32AE1FA}"/>
                </a:ext>
              </a:extLst>
            </p:cNvPr>
            <p:cNvCxnSpPr>
              <a:cxnSpLocks/>
            </p:cNvCxnSpPr>
            <p:nvPr/>
          </p:nvCxnSpPr>
          <p:spPr>
            <a:xfrm>
              <a:off x="10141723" y="2229786"/>
              <a:ext cx="0" cy="606874"/>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9608DB4-1AB0-18A4-3885-9BAEA5C13ED1}"/>
                </a:ext>
              </a:extLst>
            </p:cNvPr>
            <p:cNvCxnSpPr>
              <a:cxnSpLocks/>
            </p:cNvCxnSpPr>
            <p:nvPr/>
          </p:nvCxnSpPr>
          <p:spPr>
            <a:xfrm>
              <a:off x="1680828" y="2235668"/>
              <a:ext cx="0" cy="625358"/>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AF363FE-B861-8BC8-F992-BF27F3FFF969}"/>
                </a:ext>
              </a:extLst>
            </p:cNvPr>
            <p:cNvCxnSpPr>
              <a:cxnSpLocks/>
            </p:cNvCxnSpPr>
            <p:nvPr/>
          </p:nvCxnSpPr>
          <p:spPr>
            <a:xfrm>
              <a:off x="8048042" y="4383861"/>
              <a:ext cx="0" cy="450429"/>
            </a:xfrm>
            <a:prstGeom prst="straightConnector1">
              <a:avLst/>
            </a:prstGeom>
            <a:ln w="44450">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ACDCB2E-E50D-7C49-1501-023991F77CC9}"/>
                </a:ext>
              </a:extLst>
            </p:cNvPr>
            <p:cNvCxnSpPr>
              <a:cxnSpLocks/>
            </p:cNvCxnSpPr>
            <p:nvPr/>
          </p:nvCxnSpPr>
          <p:spPr>
            <a:xfrm flipV="1">
              <a:off x="8025485" y="4401427"/>
              <a:ext cx="2620687" cy="0"/>
            </a:xfrm>
            <a:prstGeom prst="line">
              <a:avLst/>
            </a:prstGeom>
            <a:ln w="44450"/>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E864EB0E-44B1-165E-9C6E-D15339CABB68}"/>
                </a:ext>
              </a:extLst>
            </p:cNvPr>
            <p:cNvPicPr>
              <a:picLocks noChangeAspect="1"/>
            </p:cNvPicPr>
            <p:nvPr/>
          </p:nvPicPr>
          <p:blipFill>
            <a:blip r:embed="rId2"/>
            <a:stretch>
              <a:fillRect/>
            </a:stretch>
          </p:blipFill>
          <p:spPr>
            <a:xfrm>
              <a:off x="2901559" y="5463833"/>
              <a:ext cx="548688" cy="548688"/>
            </a:xfrm>
            <a:prstGeom prst="rect">
              <a:avLst/>
            </a:prstGeom>
          </p:spPr>
        </p:pic>
        <p:pic>
          <p:nvPicPr>
            <p:cNvPr id="33" name="Picture 32" descr="A picture containing text&#10;&#10;Description automatically generated">
              <a:extLst>
                <a:ext uri="{FF2B5EF4-FFF2-40B4-BE49-F238E27FC236}">
                  <a16:creationId xmlns:a16="http://schemas.microsoft.com/office/drawing/2014/main" id="{C81A2981-DC05-E84D-42C3-8F00AA3104C1}"/>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artisticMarker/>
                      </a14:imgEffect>
                    </a14:imgLayer>
                  </a14:imgProps>
                </a:ext>
                <a:ext uri="{28A0092B-C50C-407E-A947-70E740481C1C}">
                  <a14:useLocalDpi xmlns:a14="http://schemas.microsoft.com/office/drawing/2010/main" val="0"/>
                </a:ext>
              </a:extLst>
            </a:blip>
            <a:stretch>
              <a:fillRect/>
            </a:stretch>
          </p:blipFill>
          <p:spPr>
            <a:xfrm>
              <a:off x="11505017" y="2083003"/>
              <a:ext cx="543518" cy="643294"/>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6CA1C74A-9E47-FE43-6835-2642FDE06F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99551" y="871176"/>
              <a:ext cx="983042" cy="983042"/>
            </a:xfrm>
            <a:prstGeom prst="rect">
              <a:avLst/>
            </a:prstGeom>
          </p:spPr>
        </p:pic>
        <p:sp>
          <p:nvSpPr>
            <p:cNvPr id="35" name="TextBox 34">
              <a:extLst>
                <a:ext uri="{FF2B5EF4-FFF2-40B4-BE49-F238E27FC236}">
                  <a16:creationId xmlns:a16="http://schemas.microsoft.com/office/drawing/2014/main" id="{5D560017-8F30-65EF-4D73-0B1A8F8EA3CF}"/>
                </a:ext>
              </a:extLst>
            </p:cNvPr>
            <p:cNvSpPr txBox="1"/>
            <p:nvPr/>
          </p:nvSpPr>
          <p:spPr>
            <a:xfrm>
              <a:off x="3000983" y="2828836"/>
              <a:ext cx="6157608" cy="369332"/>
            </a:xfrm>
            <a:prstGeom prst="rect">
              <a:avLst/>
            </a:prstGeom>
            <a:noFill/>
          </p:spPr>
          <p:txBody>
            <a:bodyPr wrap="square">
              <a:spAutoFit/>
            </a:bodyPr>
            <a:lstStyle/>
            <a:p>
              <a:pPr algn="ctr"/>
              <a:r>
                <a:rPr lang="en-IN" sz="1800" dirty="0">
                  <a:solidFill>
                    <a:schemeClr val="tx1"/>
                  </a:solidFill>
                  <a:latin typeface="Lato" panose="020F0502020204030203" pitchFamily="34" charset="0"/>
                  <a:ea typeface="Lato" panose="020F0502020204030203" pitchFamily="34" charset="0"/>
                  <a:cs typeface="Lato" panose="020F0502020204030203" pitchFamily="34" charset="0"/>
                </a:rPr>
                <a:t>.</a:t>
              </a:r>
            </a:p>
          </p:txBody>
        </p:sp>
        <p:sp>
          <p:nvSpPr>
            <p:cNvPr id="36" name="Rectangle: Rounded Corners 51">
              <a:extLst>
                <a:ext uri="{FF2B5EF4-FFF2-40B4-BE49-F238E27FC236}">
                  <a16:creationId xmlns:a16="http://schemas.microsoft.com/office/drawing/2014/main" id="{4456FB98-496C-43D9-DA10-B16E01748453}"/>
                </a:ext>
              </a:extLst>
            </p:cNvPr>
            <p:cNvSpPr/>
            <p:nvPr/>
          </p:nvSpPr>
          <p:spPr>
            <a:xfrm>
              <a:off x="3566274" y="5511187"/>
              <a:ext cx="8329244" cy="585858"/>
            </a:xfrm>
            <a:prstGeom prst="roundRect">
              <a:avLst/>
            </a:prstGeom>
            <a:noFill/>
            <a:ln w="5080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dirty="0">
                  <a:solidFill>
                    <a:srgbClr val="00B050"/>
                  </a:solidFill>
                  <a:latin typeface="+mj-lt"/>
                  <a:ea typeface="Lato" panose="020F0502020204030203" pitchFamily="34" charset="0"/>
                  <a:cs typeface="Lato" panose="020F0502020204030203" pitchFamily="34" charset="0"/>
                </a:rPr>
                <a:t>Solution: </a:t>
              </a:r>
              <a:r>
                <a:rPr lang="en-IN" sz="1400" dirty="0">
                  <a:solidFill>
                    <a:schemeClr val="tx1"/>
                  </a:solidFill>
                  <a:latin typeface="+mj-lt"/>
                  <a:ea typeface="Lato" panose="020F0502020204030203" pitchFamily="34" charset="0"/>
                  <a:cs typeface="Lato" panose="020F0502020204030203" pitchFamily="34" charset="0"/>
                </a:rPr>
                <a:t>we propose a generalized phase sequence and frequency prediction method to achieve frequencies equivalent to any (2n+1)-stage conventional RO with a pre-defined phase sequence</a:t>
              </a:r>
              <a:endParaRPr lang="en-IN" sz="1400" b="1" dirty="0">
                <a:solidFill>
                  <a:schemeClr val="tx1"/>
                </a:solidFill>
                <a:latin typeface="Lato" panose="020F0502020204030203" pitchFamily="34" charset="0"/>
                <a:ea typeface="Lato" panose="020F0502020204030203" pitchFamily="34" charset="0"/>
                <a:cs typeface="Lato" panose="020F0502020204030203" pitchFamily="34" charset="0"/>
              </a:endParaRPr>
            </a:p>
          </p:txBody>
        </p:sp>
      </p:grpSp>
    </p:spTree>
    <p:extLst>
      <p:ext uri="{BB962C8B-B14F-4D97-AF65-F5344CB8AC3E}">
        <p14:creationId xmlns:p14="http://schemas.microsoft.com/office/powerpoint/2010/main" val="262009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86204D-9C0C-4CF5-8059-AA89183195BD}"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59</a:t>
            </a:fld>
            <a:endParaRPr lang="en-BE"/>
          </a:p>
        </p:txBody>
      </p:sp>
      <p:sp>
        <p:nvSpPr>
          <p:cNvPr id="5" name="Rectangle 4">
            <a:extLst>
              <a:ext uri="{FF2B5EF4-FFF2-40B4-BE49-F238E27FC236}">
                <a16:creationId xmlns:a16="http://schemas.microsoft.com/office/drawing/2014/main" id="{4A08199D-4E45-52A3-D29F-EA0FC73934E5}"/>
              </a:ext>
            </a:extLst>
          </p:cNvPr>
          <p:cNvSpPr/>
          <p:nvPr/>
        </p:nvSpPr>
        <p:spPr>
          <a:xfrm>
            <a:off x="55669" y="780578"/>
            <a:ext cx="8037978" cy="4666905"/>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2DA0D8AA-74C0-D828-1DE1-4355ED20D6EA}"/>
              </a:ext>
            </a:extLst>
          </p:cNvPr>
          <p:cNvSpPr/>
          <p:nvPr/>
        </p:nvSpPr>
        <p:spPr>
          <a:xfrm>
            <a:off x="8253543" y="1428827"/>
            <a:ext cx="3836477" cy="4262477"/>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C603B1CD-3729-04AB-4BD5-0655163694A9}"/>
              </a:ext>
            </a:extLst>
          </p:cNvPr>
          <p:cNvSpPr/>
          <p:nvPr/>
        </p:nvSpPr>
        <p:spPr>
          <a:xfrm>
            <a:off x="0" y="0"/>
            <a:ext cx="12192000" cy="624139"/>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pic>
        <p:nvPicPr>
          <p:cNvPr id="8" name="Picture 7">
            <a:extLst>
              <a:ext uri="{FF2B5EF4-FFF2-40B4-BE49-F238E27FC236}">
                <a16:creationId xmlns:a16="http://schemas.microsoft.com/office/drawing/2014/main" id="{4F139DB6-6CD1-10F6-1A06-2DE445605571}"/>
              </a:ext>
            </a:extLst>
          </p:cNvPr>
          <p:cNvPicPr>
            <a:picLocks noChangeAspect="1"/>
          </p:cNvPicPr>
          <p:nvPr/>
        </p:nvPicPr>
        <p:blipFill>
          <a:blip r:embed="rId2"/>
          <a:stretch>
            <a:fillRect/>
          </a:stretch>
        </p:blipFill>
        <p:spPr>
          <a:xfrm>
            <a:off x="101978" y="817927"/>
            <a:ext cx="7943038" cy="4554174"/>
          </a:xfrm>
          <a:prstGeom prst="rect">
            <a:avLst/>
          </a:prstGeom>
        </p:spPr>
      </p:pic>
      <p:sp>
        <p:nvSpPr>
          <p:cNvPr id="9" name="TextBox 8">
            <a:extLst>
              <a:ext uri="{FF2B5EF4-FFF2-40B4-BE49-F238E27FC236}">
                <a16:creationId xmlns:a16="http://schemas.microsoft.com/office/drawing/2014/main" id="{A1E96108-05A7-2AFF-76AB-1256019680E9}"/>
              </a:ext>
            </a:extLst>
          </p:cNvPr>
          <p:cNvSpPr txBox="1"/>
          <p:nvPr/>
        </p:nvSpPr>
        <p:spPr>
          <a:xfrm>
            <a:off x="55669" y="52621"/>
            <a:ext cx="8819051" cy="584775"/>
          </a:xfrm>
          <a:prstGeom prst="rect">
            <a:avLst/>
          </a:prstGeom>
          <a:noFill/>
        </p:spPr>
        <p:txBody>
          <a:bodyPr wrap="square">
            <a:spAutoFit/>
          </a:bodyPr>
          <a:lstStyle/>
          <a:p>
            <a:pPr algn="ctr" defTabSz="1219170"/>
            <a:r>
              <a:rPr lang="en-US" sz="3200" b="1">
                <a:solidFill>
                  <a:srgbClr val="FFFFFF"/>
                </a:solidFill>
                <a:ea typeface="+mn-lt"/>
                <a:cs typeface="Arial" panose="020B0604020202020204" pitchFamily="34" charset="0"/>
                <a:sym typeface="Lato Black"/>
              </a:rPr>
              <a:t>Standard Time to digital converters designs</a:t>
            </a:r>
            <a:endParaRPr lang="en-US" sz="3200">
              <a:solidFill>
                <a:srgbClr val="FFFFFF"/>
              </a:solidFill>
              <a:ea typeface="+mn-lt"/>
              <a:cs typeface="Arial" panose="020B0604020202020204" pitchFamily="34" charset="0"/>
            </a:endParaRPr>
          </a:p>
        </p:txBody>
      </p:sp>
      <p:cxnSp>
        <p:nvCxnSpPr>
          <p:cNvPr id="10" name="Straight Connector 9">
            <a:extLst>
              <a:ext uri="{FF2B5EF4-FFF2-40B4-BE49-F238E27FC236}">
                <a16:creationId xmlns:a16="http://schemas.microsoft.com/office/drawing/2014/main" id="{3FDC025B-1C94-00DF-81FC-1DF5C935E353}"/>
              </a:ext>
            </a:extLst>
          </p:cNvPr>
          <p:cNvCxnSpPr/>
          <p:nvPr/>
        </p:nvCxnSpPr>
        <p:spPr>
          <a:xfrm flipV="1">
            <a:off x="0" y="639298"/>
            <a:ext cx="12192000" cy="0"/>
          </a:xfrm>
          <a:prstGeom prst="line">
            <a:avLst/>
          </a:prstGeom>
          <a:noFill/>
          <a:ln w="63500" cap="flat" cmpd="sng" algn="ctr">
            <a:solidFill>
              <a:srgbClr val="002060"/>
            </a:solidFill>
            <a:prstDash val="solid"/>
          </a:ln>
          <a:effectLst/>
        </p:spPr>
      </p:cxnSp>
      <p:sp>
        <p:nvSpPr>
          <p:cNvPr id="11" name="TextBox 10">
            <a:extLst>
              <a:ext uri="{FF2B5EF4-FFF2-40B4-BE49-F238E27FC236}">
                <a16:creationId xmlns:a16="http://schemas.microsoft.com/office/drawing/2014/main" id="{BCAB95C2-50A3-4FB1-A76F-EF0C460B674F}"/>
              </a:ext>
            </a:extLst>
          </p:cNvPr>
          <p:cNvSpPr txBox="1"/>
          <p:nvPr/>
        </p:nvSpPr>
        <p:spPr>
          <a:xfrm>
            <a:off x="8275137" y="1443987"/>
            <a:ext cx="3793288" cy="4247317"/>
          </a:xfrm>
          <a:prstGeom prst="rect">
            <a:avLst/>
          </a:prstGeom>
          <a:noFill/>
          <a:ln>
            <a:solidFill>
              <a:srgbClr val="FF0000"/>
            </a:solidFill>
          </a:ln>
        </p:spPr>
        <p:txBody>
          <a:bodyPr wrap="square" rtlCol="0">
            <a:spAutoFit/>
          </a:bodyPr>
          <a:lstStyle/>
          <a:p>
            <a:pPr marL="285750" marR="0" lvl="0"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800" b="0" i="0" u="none" strike="noStrike" kern="0" cap="none" spc="0" normalizeH="0" baseline="0" noProof="0" dirty="0" smtClean="0">
                <a:ln>
                  <a:noFill/>
                </a:ln>
                <a:solidFill>
                  <a:srgbClr val="002060"/>
                </a:solidFill>
                <a:effectLst/>
                <a:uLnTx/>
                <a:uFillTx/>
              </a:rPr>
              <a:t>In standard TDCs, the resolution is mainly dependent on the following:</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smtClean="0">
              <a:ln>
                <a:noFill/>
              </a:ln>
              <a:solidFill>
                <a:srgbClr val="002060"/>
              </a:solidFill>
              <a:effectLst/>
              <a:uLnTx/>
              <a:uFillTx/>
            </a:endParaRPr>
          </a:p>
          <a:p>
            <a:pPr marL="342900" marR="0" lvl="0" indent="-342900" algn="just" defTabSz="91440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0" cap="none" spc="0" normalizeH="0" baseline="0" noProof="0" dirty="0" smtClean="0">
                <a:ln>
                  <a:noFill/>
                </a:ln>
                <a:solidFill>
                  <a:srgbClr val="FF0000"/>
                </a:solidFill>
                <a:effectLst/>
                <a:uLnTx/>
                <a:uFillTx/>
              </a:rPr>
              <a:t>Number of stages </a:t>
            </a:r>
          </a:p>
          <a:p>
            <a:pPr marL="342900" marR="0" lvl="0" indent="-342900" algn="just" defTabSz="914400" eaLnBrk="1" fontAlgn="auto" latinLnBrk="0" hangingPunct="1">
              <a:lnSpc>
                <a:spcPct val="100000"/>
              </a:lnSpc>
              <a:spcBef>
                <a:spcPts val="0"/>
              </a:spcBef>
              <a:spcAft>
                <a:spcPts val="0"/>
              </a:spcAft>
              <a:buClrTx/>
              <a:buSzTx/>
              <a:buFont typeface="+mj-lt"/>
              <a:buAutoNum type="arabicPeriod"/>
              <a:tabLst/>
              <a:defRPr/>
            </a:pPr>
            <a:r>
              <a:rPr kumimoji="0" lang="en-GB" sz="1800" b="0" i="0" u="none" strike="noStrike" kern="0" cap="none" spc="0" normalizeH="0" baseline="0" noProof="0" dirty="0" smtClean="0">
                <a:ln>
                  <a:noFill/>
                </a:ln>
                <a:solidFill>
                  <a:srgbClr val="FF0000"/>
                </a:solidFill>
                <a:effectLst/>
                <a:uLnTx/>
                <a:uFillTx/>
              </a:rPr>
              <a:t>Sampling methods, </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smtClean="0">
              <a:ln>
                <a:noFill/>
              </a:ln>
              <a:solidFill>
                <a:srgbClr val="002060"/>
              </a:solidFill>
              <a:effectLst/>
              <a:uLnTx/>
              <a:uFillTx/>
            </a:endParaRPr>
          </a:p>
          <a:p>
            <a:pPr marL="285750" marR="0" lvl="0"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800" b="0" i="0" u="none" strike="noStrike" kern="0" cap="none" spc="0" normalizeH="0" baseline="0" noProof="0" dirty="0" smtClean="0">
                <a:ln>
                  <a:noFill/>
                </a:ln>
                <a:solidFill>
                  <a:srgbClr val="002060"/>
                </a:solidFill>
                <a:effectLst/>
                <a:uLnTx/>
                <a:uFillTx/>
              </a:rPr>
              <a:t>But in principle, there is always a trade-off between the resolution and sampling method. </a:t>
            </a:r>
          </a:p>
          <a:p>
            <a:pPr marL="285750" marR="0" lvl="0"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800" b="0" i="0" u="none" strike="noStrike" kern="0" cap="none" spc="0" normalizeH="0" baseline="0" noProof="0" dirty="0" smtClean="0">
                <a:ln>
                  <a:noFill/>
                </a:ln>
                <a:solidFill>
                  <a:srgbClr val="002060"/>
                </a:solidFill>
                <a:effectLst/>
                <a:uLnTx/>
                <a:uFillTx/>
              </a:rPr>
              <a:t>Thus design of sub-</a:t>
            </a:r>
            <a:r>
              <a:rPr kumimoji="0" lang="en-GB" sz="1800" b="0" i="0" u="none" strike="noStrike" kern="0" cap="none" spc="0" normalizeH="0" baseline="0" noProof="0" dirty="0" err="1" smtClean="0">
                <a:ln>
                  <a:noFill/>
                </a:ln>
                <a:solidFill>
                  <a:srgbClr val="002060"/>
                </a:solidFill>
                <a:effectLst/>
                <a:uLnTx/>
                <a:uFillTx/>
              </a:rPr>
              <a:t>pico</a:t>
            </a:r>
            <a:r>
              <a:rPr kumimoji="0" lang="en-GB" sz="1800" b="0" i="0" u="none" strike="noStrike" kern="0" cap="none" spc="0" normalizeH="0" baseline="0" noProof="0" dirty="0" smtClean="0">
                <a:ln>
                  <a:noFill/>
                </a:ln>
                <a:solidFill>
                  <a:srgbClr val="002060"/>
                </a:solidFill>
                <a:effectLst/>
                <a:uLnTx/>
                <a:uFillTx/>
              </a:rPr>
              <a:t> resolution is critical</a:t>
            </a:r>
          </a:p>
          <a:p>
            <a:pPr marL="285750" marR="0" lvl="0"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800" b="0" i="0" u="none" strike="noStrike" kern="0" cap="none" spc="0" normalizeH="0" baseline="0" noProof="0" dirty="0" smtClean="0">
                <a:ln>
                  <a:noFill/>
                </a:ln>
                <a:solidFill>
                  <a:srgbClr val="002060"/>
                </a:solidFill>
                <a:effectLst/>
                <a:uLnTx/>
                <a:uFillTx/>
              </a:rPr>
              <a:t>As the number of stages increases, the resolution decreases.</a:t>
            </a:r>
            <a:endParaRPr kumimoji="0" lang="en-IN" sz="1800" b="0" i="0" u="none" strike="noStrike" kern="0" cap="none" spc="0" normalizeH="0" baseline="0" noProof="0" dirty="0" smtClean="0">
              <a:ln>
                <a:noFill/>
              </a:ln>
              <a:solidFill>
                <a:srgbClr val="002060"/>
              </a:solidFill>
              <a:effectLst/>
              <a:uLnTx/>
              <a:uFillTx/>
            </a:endParaRPr>
          </a:p>
        </p:txBody>
      </p:sp>
      <p:cxnSp>
        <p:nvCxnSpPr>
          <p:cNvPr id="12" name="Straight Connector 11">
            <a:extLst>
              <a:ext uri="{FF2B5EF4-FFF2-40B4-BE49-F238E27FC236}">
                <a16:creationId xmlns:a16="http://schemas.microsoft.com/office/drawing/2014/main" id="{A65CBBCD-0F72-A1B0-4B7D-88D9C494F026}"/>
              </a:ext>
            </a:extLst>
          </p:cNvPr>
          <p:cNvCxnSpPr>
            <a:cxnSpLocks/>
          </p:cNvCxnSpPr>
          <p:nvPr/>
        </p:nvCxnSpPr>
        <p:spPr>
          <a:xfrm flipV="1">
            <a:off x="8179990" y="652556"/>
            <a:ext cx="0" cy="5728147"/>
          </a:xfrm>
          <a:prstGeom prst="line">
            <a:avLst/>
          </a:prstGeom>
          <a:noFill/>
          <a:ln w="63500" cap="flat" cmpd="sng" algn="ctr">
            <a:solidFill>
              <a:srgbClr val="002060"/>
            </a:solidFill>
            <a:prstDash val="solid"/>
          </a:ln>
          <a:effectLst/>
        </p:spPr>
      </p:cxnSp>
      <p:sp>
        <p:nvSpPr>
          <p:cNvPr id="13" name="TextBox 12">
            <a:extLst>
              <a:ext uri="{FF2B5EF4-FFF2-40B4-BE49-F238E27FC236}">
                <a16:creationId xmlns:a16="http://schemas.microsoft.com/office/drawing/2014/main" id="{CEA91F7A-2064-85E7-B179-18775902A695}"/>
              </a:ext>
            </a:extLst>
          </p:cNvPr>
          <p:cNvSpPr txBox="1"/>
          <p:nvPr/>
        </p:nvSpPr>
        <p:spPr>
          <a:xfrm>
            <a:off x="1057427" y="5587530"/>
            <a:ext cx="6119446" cy="646331"/>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sng" strike="noStrike" kern="0" cap="none" spc="0" normalizeH="0" baseline="0" noProof="0" dirty="0" smtClean="0">
                <a:ln>
                  <a:noFill/>
                </a:ln>
                <a:solidFill>
                  <a:srgbClr val="002060"/>
                </a:solidFill>
                <a:effectLst/>
                <a:uLnTx/>
                <a:uFillTx/>
              </a:rPr>
              <a:t>Standard Time to Digital Converter using single ended 17 stages CRO</a:t>
            </a:r>
            <a:endParaRPr kumimoji="0" lang="en-IN" sz="1800" b="0" i="0" u="none" strike="noStrike" kern="0" cap="none" spc="0" normalizeH="0" baseline="0" noProof="0" dirty="0" smtClean="0">
              <a:ln>
                <a:noFill/>
              </a:ln>
              <a:solidFill>
                <a:srgbClr val="00407A"/>
              </a:solidFill>
              <a:effectLst/>
              <a:uLnTx/>
              <a:uFillTx/>
            </a:endParaRPr>
          </a:p>
        </p:txBody>
      </p:sp>
      <p:cxnSp>
        <p:nvCxnSpPr>
          <p:cNvPr id="14" name="Straight Connector 13">
            <a:extLst>
              <a:ext uri="{FF2B5EF4-FFF2-40B4-BE49-F238E27FC236}">
                <a16:creationId xmlns:a16="http://schemas.microsoft.com/office/drawing/2014/main" id="{B0F341FB-A7A9-2087-D3FC-AB44DDF0A0B0}"/>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15" name="Straight Connector 14">
            <a:extLst>
              <a:ext uri="{FF2B5EF4-FFF2-40B4-BE49-F238E27FC236}">
                <a16:creationId xmlns:a16="http://schemas.microsoft.com/office/drawing/2014/main" id="{F4D74BE6-B84E-BC8B-B9CC-3DDDFE72940F}"/>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16" name="Straight Connector 15">
            <a:extLst>
              <a:ext uri="{FF2B5EF4-FFF2-40B4-BE49-F238E27FC236}">
                <a16:creationId xmlns:a16="http://schemas.microsoft.com/office/drawing/2014/main" id="{32069E70-58C7-65E9-2D12-0E0348DFDB61}"/>
              </a:ext>
            </a:extLst>
          </p:cNvPr>
          <p:cNvCxnSpPr/>
          <p:nvPr/>
        </p:nvCxnSpPr>
        <p:spPr>
          <a:xfrm flipV="1">
            <a:off x="0" y="30424"/>
            <a:ext cx="12192000" cy="0"/>
          </a:xfrm>
          <a:prstGeom prst="line">
            <a:avLst/>
          </a:prstGeom>
          <a:noFill/>
          <a:ln w="63500" cap="flat" cmpd="sng" algn="ctr">
            <a:solidFill>
              <a:srgbClr val="002060"/>
            </a:solidFill>
            <a:prstDash val="solid"/>
          </a:ln>
          <a:effectLst/>
        </p:spPr>
      </p:cxnSp>
    </p:spTree>
    <p:extLst>
      <p:ext uri="{BB962C8B-B14F-4D97-AF65-F5344CB8AC3E}">
        <p14:creationId xmlns:p14="http://schemas.microsoft.com/office/powerpoint/2010/main" val="4405923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A5C960-B31D-41AB-81F9-A15CA157A5C5}"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60</a:t>
            </a:fld>
            <a:endParaRPr lang="en-BE"/>
          </a:p>
        </p:txBody>
      </p:sp>
      <p:sp>
        <p:nvSpPr>
          <p:cNvPr id="5" name="Rectangle 4">
            <a:extLst>
              <a:ext uri="{FF2B5EF4-FFF2-40B4-BE49-F238E27FC236}">
                <a16:creationId xmlns:a16="http://schemas.microsoft.com/office/drawing/2014/main" id="{B0F60C32-8D2D-64F1-CC1D-6B04BF230E81}"/>
              </a:ext>
            </a:extLst>
          </p:cNvPr>
          <p:cNvSpPr/>
          <p:nvPr/>
        </p:nvSpPr>
        <p:spPr>
          <a:xfrm>
            <a:off x="111275" y="780579"/>
            <a:ext cx="7982372" cy="4473978"/>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66D8D7A8-22FD-39AE-A294-FFCFB41085D4}"/>
              </a:ext>
            </a:extLst>
          </p:cNvPr>
          <p:cNvSpPr/>
          <p:nvPr/>
        </p:nvSpPr>
        <p:spPr>
          <a:xfrm>
            <a:off x="8272666" y="717448"/>
            <a:ext cx="3763776" cy="5163647"/>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181BC116-D7E4-5B47-227A-E91101864AA0}"/>
              </a:ext>
            </a:extLst>
          </p:cNvPr>
          <p:cNvSpPr/>
          <p:nvPr/>
        </p:nvSpPr>
        <p:spPr>
          <a:xfrm>
            <a:off x="0" y="0"/>
            <a:ext cx="12192000" cy="607770"/>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pic>
        <p:nvPicPr>
          <p:cNvPr id="8" name="Picture 7">
            <a:extLst>
              <a:ext uri="{FF2B5EF4-FFF2-40B4-BE49-F238E27FC236}">
                <a16:creationId xmlns:a16="http://schemas.microsoft.com/office/drawing/2014/main" id="{BAA3BA9E-1EF0-AB47-EFC3-C12CD00514D8}"/>
              </a:ext>
            </a:extLst>
          </p:cNvPr>
          <p:cNvPicPr>
            <a:picLocks noChangeAspect="1"/>
          </p:cNvPicPr>
          <p:nvPr/>
        </p:nvPicPr>
        <p:blipFill>
          <a:blip r:embed="rId2"/>
          <a:stretch>
            <a:fillRect/>
          </a:stretch>
        </p:blipFill>
        <p:spPr>
          <a:xfrm>
            <a:off x="139700" y="755727"/>
            <a:ext cx="8105086" cy="4382401"/>
          </a:xfrm>
          <a:prstGeom prst="rect">
            <a:avLst/>
          </a:prstGeom>
        </p:spPr>
      </p:pic>
      <p:sp>
        <p:nvSpPr>
          <p:cNvPr id="9" name="TextBox 8">
            <a:extLst>
              <a:ext uri="{FF2B5EF4-FFF2-40B4-BE49-F238E27FC236}">
                <a16:creationId xmlns:a16="http://schemas.microsoft.com/office/drawing/2014/main" id="{2BC8D783-49DC-B5DD-34FF-802B0F1AB87D}"/>
              </a:ext>
            </a:extLst>
          </p:cNvPr>
          <p:cNvSpPr txBox="1"/>
          <p:nvPr/>
        </p:nvSpPr>
        <p:spPr>
          <a:xfrm>
            <a:off x="139700" y="53475"/>
            <a:ext cx="10955020" cy="584775"/>
          </a:xfrm>
          <a:prstGeom prst="rect">
            <a:avLst/>
          </a:prstGeom>
          <a:noFill/>
        </p:spPr>
        <p:txBody>
          <a:bodyPr wrap="square">
            <a:spAutoFit/>
          </a:bodyPr>
          <a:lstStyle/>
          <a:p>
            <a:pPr algn="ctr" defTabSz="1219170"/>
            <a:r>
              <a:rPr lang="en-US" sz="3200" b="1">
                <a:solidFill>
                  <a:srgbClr val="FFFFFF"/>
                </a:solidFill>
                <a:ea typeface="+mn-lt"/>
                <a:cs typeface="Arial" panose="020B0604020202020204" pitchFamily="34" charset="0"/>
                <a:sym typeface="Lato Black"/>
              </a:rPr>
              <a:t>Requirements of MSSROs for design in Sub-Systems</a:t>
            </a:r>
            <a:endParaRPr lang="en-US" sz="3200">
              <a:solidFill>
                <a:srgbClr val="FFFFFF"/>
              </a:solidFill>
              <a:ea typeface="+mn-lt"/>
              <a:cs typeface="Arial" panose="020B0604020202020204" pitchFamily="34" charset="0"/>
            </a:endParaRPr>
          </a:p>
        </p:txBody>
      </p:sp>
      <p:cxnSp>
        <p:nvCxnSpPr>
          <p:cNvPr id="10" name="Straight Connector 9">
            <a:extLst>
              <a:ext uri="{FF2B5EF4-FFF2-40B4-BE49-F238E27FC236}">
                <a16:creationId xmlns:a16="http://schemas.microsoft.com/office/drawing/2014/main" id="{ACA764FA-C569-2177-3748-4128222CFBE6}"/>
              </a:ext>
            </a:extLst>
          </p:cNvPr>
          <p:cNvCxnSpPr/>
          <p:nvPr/>
        </p:nvCxnSpPr>
        <p:spPr>
          <a:xfrm flipV="1">
            <a:off x="0" y="639298"/>
            <a:ext cx="12192000" cy="0"/>
          </a:xfrm>
          <a:prstGeom prst="line">
            <a:avLst/>
          </a:prstGeom>
          <a:noFill/>
          <a:ln w="63500" cap="flat" cmpd="sng" algn="ctr">
            <a:solidFill>
              <a:srgbClr val="002060"/>
            </a:solidFill>
            <a:prstDash val="solid"/>
          </a:ln>
          <a:effectLst/>
        </p:spPr>
      </p:cxnSp>
      <p:grpSp>
        <p:nvGrpSpPr>
          <p:cNvPr id="11" name="Group 10">
            <a:extLst>
              <a:ext uri="{FF2B5EF4-FFF2-40B4-BE49-F238E27FC236}">
                <a16:creationId xmlns:a16="http://schemas.microsoft.com/office/drawing/2014/main" id="{745A4FEF-A167-20F8-788D-AD5F9BBEFC25}"/>
              </a:ext>
            </a:extLst>
          </p:cNvPr>
          <p:cNvGrpSpPr/>
          <p:nvPr/>
        </p:nvGrpSpPr>
        <p:grpSpPr>
          <a:xfrm>
            <a:off x="254157" y="947095"/>
            <a:ext cx="445350" cy="637809"/>
            <a:chOff x="1776139" y="3289314"/>
            <a:chExt cx="472338" cy="660239"/>
          </a:xfrm>
        </p:grpSpPr>
        <p:sp>
          <p:nvSpPr>
            <p:cNvPr id="12" name="Oval 11">
              <a:extLst>
                <a:ext uri="{FF2B5EF4-FFF2-40B4-BE49-F238E27FC236}">
                  <a16:creationId xmlns:a16="http://schemas.microsoft.com/office/drawing/2014/main" id="{53FEB90C-2C48-59D1-81D1-CE0C7FC0C4AF}"/>
                </a:ext>
              </a:extLst>
            </p:cNvPr>
            <p:cNvSpPr/>
            <p:nvPr/>
          </p:nvSpPr>
          <p:spPr>
            <a:xfrm>
              <a:off x="1776139" y="3289314"/>
              <a:ext cx="432000" cy="409653"/>
            </a:xfrm>
            <a:prstGeom prst="ellipse">
              <a:avLst/>
            </a:prstGeom>
            <a:solidFill>
              <a:srgbClr val="FFFFFF"/>
            </a:solid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13" name="Oval 12">
              <a:extLst>
                <a:ext uri="{FF2B5EF4-FFF2-40B4-BE49-F238E27FC236}">
                  <a16:creationId xmlns:a16="http://schemas.microsoft.com/office/drawing/2014/main" id="{A70B0B94-6A62-2CC8-FE36-CBCB585D4D57}"/>
                </a:ext>
              </a:extLst>
            </p:cNvPr>
            <p:cNvSpPr/>
            <p:nvPr/>
          </p:nvSpPr>
          <p:spPr bwMode="auto">
            <a:xfrm>
              <a:off x="1872337" y="3410307"/>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4" name="Oval 13">
              <a:extLst>
                <a:ext uri="{FF2B5EF4-FFF2-40B4-BE49-F238E27FC236}">
                  <a16:creationId xmlns:a16="http://schemas.microsoft.com/office/drawing/2014/main" id="{F8DEAA28-BD2D-ACB3-61F9-AF38ED47510B}"/>
                </a:ext>
              </a:extLst>
            </p:cNvPr>
            <p:cNvSpPr/>
            <p:nvPr/>
          </p:nvSpPr>
          <p:spPr bwMode="auto">
            <a:xfrm>
              <a:off x="2027187" y="3406984"/>
              <a:ext cx="76363" cy="74801"/>
            </a:xfrm>
            <a:prstGeom prst="ellipse">
              <a:avLst/>
            </a:prstGeom>
            <a:solidFill>
              <a:srgbClr val="FF0000"/>
            </a:solidFill>
            <a:ln w="10795" cap="flat" cmpd="sng" algn="ctr">
              <a:solidFill>
                <a:srgbClr val="FF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0000"/>
                </a:solidFill>
                <a:effectLst/>
                <a:uLnTx/>
                <a:uFillTx/>
                <a:latin typeface="Arial"/>
                <a:ea typeface="+mn-ea"/>
                <a:cs typeface="+mn-cs"/>
              </a:endParaRPr>
            </a:p>
          </p:txBody>
        </p:sp>
        <p:sp>
          <p:nvSpPr>
            <p:cNvPr id="15" name="Arc 14">
              <a:extLst>
                <a:ext uri="{FF2B5EF4-FFF2-40B4-BE49-F238E27FC236}">
                  <a16:creationId xmlns:a16="http://schemas.microsoft.com/office/drawing/2014/main" id="{013BF156-6C37-E390-B2BA-98490BD2FE3A}"/>
                </a:ext>
              </a:extLst>
            </p:cNvPr>
            <p:cNvSpPr/>
            <p:nvPr/>
          </p:nvSpPr>
          <p:spPr>
            <a:xfrm rot="13444618" flipV="1">
              <a:off x="1805895" y="3579997"/>
              <a:ext cx="442582" cy="369556"/>
            </a:xfrm>
            <a:prstGeom prst="arc">
              <a:avLst>
                <a:gd name="adj1" fmla="val 17067167"/>
                <a:gd name="adj2" fmla="val 0"/>
              </a:avLst>
            </a:prstGeom>
            <a:noFill/>
            <a:ln w="190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00407A"/>
                </a:solidFill>
                <a:effectLst/>
                <a:uLnTx/>
                <a:uFillTx/>
                <a:latin typeface="Arial"/>
                <a:ea typeface="+mn-ea"/>
                <a:cs typeface="+mn-cs"/>
              </a:endParaRPr>
            </a:p>
          </p:txBody>
        </p:sp>
      </p:grpSp>
      <p:sp>
        <p:nvSpPr>
          <p:cNvPr id="16" name="TextBox 15">
            <a:extLst>
              <a:ext uri="{FF2B5EF4-FFF2-40B4-BE49-F238E27FC236}">
                <a16:creationId xmlns:a16="http://schemas.microsoft.com/office/drawing/2014/main" id="{740ADC70-C24C-D85E-A351-7C6AEA7C76EE}"/>
              </a:ext>
            </a:extLst>
          </p:cNvPr>
          <p:cNvSpPr txBox="1"/>
          <p:nvPr/>
        </p:nvSpPr>
        <p:spPr>
          <a:xfrm>
            <a:off x="8481490" y="751344"/>
            <a:ext cx="3554952" cy="5355312"/>
          </a:xfrm>
          <a:prstGeom prst="rect">
            <a:avLst/>
          </a:prstGeom>
          <a:noFill/>
          <a:ln>
            <a:no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smtClean="0">
                <a:ln>
                  <a:noFill/>
                </a:ln>
                <a:solidFill>
                  <a:srgbClr val="00407A"/>
                </a:solidFill>
                <a:effectLst/>
                <a:uLnTx/>
                <a:uFillTx/>
              </a:rPr>
              <a:t>Thus to increase the resolution, we used the MSSROs, but then we found: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smtClean="0">
              <a:ln>
                <a:noFill/>
              </a:ln>
              <a:solidFill>
                <a:srgbClr val="00407A"/>
              </a:solidFill>
              <a:effectLst/>
              <a:uLnTx/>
              <a:uFillTx/>
            </a:endParaRPr>
          </a:p>
          <a:p>
            <a:pPr marL="285750" marR="0" lvl="0"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800" b="0" i="0" u="none" strike="noStrike" kern="0" cap="none" spc="0" normalizeH="0" baseline="0" noProof="0" dirty="0" smtClean="0">
                <a:ln>
                  <a:noFill/>
                </a:ln>
                <a:solidFill>
                  <a:srgbClr val="00407A"/>
                </a:solidFill>
                <a:effectLst/>
                <a:uLnTx/>
                <a:uFillTx/>
              </a:rPr>
              <a:t>Its edge propagation mechanism is different from the conventional ROs </a:t>
            </a: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0" cap="none" spc="0" normalizeH="0" baseline="0" noProof="0" dirty="0" smtClean="0">
                <a:ln>
                  <a:noFill/>
                </a:ln>
                <a:solidFill>
                  <a:srgbClr val="FF0000"/>
                </a:solidFill>
                <a:effectLst/>
                <a:uLnTx/>
                <a:uFillTx/>
              </a:rPr>
              <a:t>There is a need for prediction of edge propagation mechanism</a:t>
            </a:r>
            <a:r>
              <a:rPr kumimoji="0" lang="en-GB" sz="1800" b="0" i="0" u="none" strike="noStrike" kern="0" cap="none" spc="0" normalizeH="0" baseline="0" noProof="0" dirty="0" smtClean="0">
                <a:ln>
                  <a:noFill/>
                </a:ln>
                <a:solidFill>
                  <a:srgbClr val="00407A"/>
                </a:solidFill>
                <a:effectLst/>
                <a:uLnTx/>
                <a:uFillTx/>
              </a:rPr>
              <a:t>)</a:t>
            </a:r>
          </a:p>
          <a:p>
            <a:pPr marL="285750" marR="0" lvl="0"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GB" sz="1800" b="0" i="0" u="none" strike="noStrike" kern="0" cap="none" spc="0" normalizeH="0" baseline="0" noProof="0" dirty="0" smtClean="0">
                <a:ln>
                  <a:noFill/>
                </a:ln>
                <a:solidFill>
                  <a:srgbClr val="00407A"/>
                </a:solidFill>
                <a:effectLst/>
                <a:uLnTx/>
                <a:uFillTx/>
              </a:rPr>
              <a:t>The standard sampling circuits fail to capture propagation methods </a:t>
            </a:r>
          </a:p>
          <a:p>
            <a:pPr marL="285750" marR="0" lvl="0" indent="-2857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0" cap="none" spc="0" normalizeH="0" baseline="0" noProof="0" dirty="0" smtClean="0">
                <a:ln>
                  <a:noFill/>
                </a:ln>
                <a:solidFill>
                  <a:srgbClr val="FF0000"/>
                </a:solidFill>
                <a:effectLst/>
                <a:uLnTx/>
                <a:uFillTx/>
              </a:rPr>
              <a:t>There is a requirement for high-rate sampling circuits, or we may have some switching mechanism of frequency switching to different bands.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smtClean="0">
              <a:ln>
                <a:noFill/>
              </a:ln>
              <a:solidFill>
                <a:srgbClr val="00407A"/>
              </a:solidFill>
              <a:effectLst/>
              <a:uLnTx/>
              <a:uFillTx/>
            </a:endParaRPr>
          </a:p>
        </p:txBody>
      </p:sp>
      <p:cxnSp>
        <p:nvCxnSpPr>
          <p:cNvPr id="17" name="Straight Connector 16">
            <a:extLst>
              <a:ext uri="{FF2B5EF4-FFF2-40B4-BE49-F238E27FC236}">
                <a16:creationId xmlns:a16="http://schemas.microsoft.com/office/drawing/2014/main" id="{9F64804C-06E8-F431-3266-15A23396A252}"/>
              </a:ext>
            </a:extLst>
          </p:cNvPr>
          <p:cNvCxnSpPr>
            <a:cxnSpLocks/>
          </p:cNvCxnSpPr>
          <p:nvPr/>
        </p:nvCxnSpPr>
        <p:spPr>
          <a:xfrm flipV="1">
            <a:off x="8169216" y="652724"/>
            <a:ext cx="0" cy="5728147"/>
          </a:xfrm>
          <a:prstGeom prst="line">
            <a:avLst/>
          </a:prstGeom>
          <a:noFill/>
          <a:ln w="63500" cap="flat" cmpd="sng" algn="ctr">
            <a:solidFill>
              <a:srgbClr val="002060"/>
            </a:solidFill>
            <a:prstDash val="solid"/>
          </a:ln>
          <a:effectLst/>
        </p:spPr>
      </p:cxnSp>
      <p:sp>
        <p:nvSpPr>
          <p:cNvPr id="18" name="TextBox 17">
            <a:extLst>
              <a:ext uri="{FF2B5EF4-FFF2-40B4-BE49-F238E27FC236}">
                <a16:creationId xmlns:a16="http://schemas.microsoft.com/office/drawing/2014/main" id="{B6ED5CE8-DBE4-6700-5539-682BC40F2FA1}"/>
              </a:ext>
            </a:extLst>
          </p:cNvPr>
          <p:cNvSpPr txBox="1"/>
          <p:nvPr/>
        </p:nvSpPr>
        <p:spPr>
          <a:xfrm>
            <a:off x="1056326" y="5207177"/>
            <a:ext cx="6119446" cy="369332"/>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sng" strike="noStrike" kern="0" cap="none" spc="0" normalizeH="0" baseline="0" noProof="0" smtClean="0">
                <a:ln>
                  <a:noFill/>
                </a:ln>
                <a:solidFill>
                  <a:srgbClr val="002060"/>
                </a:solidFill>
                <a:effectLst/>
                <a:uLnTx/>
                <a:uFillTx/>
              </a:rPr>
              <a:t>Time to Digital Converter using 17 stages MSSROs</a:t>
            </a:r>
            <a:endParaRPr kumimoji="0" lang="en-IN" sz="1800" b="0" i="0" u="none" strike="noStrike" kern="0" cap="none" spc="0" normalizeH="0" baseline="0" noProof="0" smtClean="0">
              <a:ln>
                <a:noFill/>
              </a:ln>
              <a:solidFill>
                <a:srgbClr val="00407A"/>
              </a:solidFill>
              <a:effectLst/>
              <a:uLnTx/>
              <a:uFillTx/>
            </a:endParaRPr>
          </a:p>
        </p:txBody>
      </p:sp>
      <p:cxnSp>
        <p:nvCxnSpPr>
          <p:cNvPr id="19" name="Straight Connector 18">
            <a:extLst>
              <a:ext uri="{FF2B5EF4-FFF2-40B4-BE49-F238E27FC236}">
                <a16:creationId xmlns:a16="http://schemas.microsoft.com/office/drawing/2014/main" id="{0D6F0BA1-036B-228B-3B9B-32F0553629A5}"/>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20" name="Straight Connector 19">
            <a:extLst>
              <a:ext uri="{FF2B5EF4-FFF2-40B4-BE49-F238E27FC236}">
                <a16:creationId xmlns:a16="http://schemas.microsoft.com/office/drawing/2014/main" id="{7DCB789C-0CA1-A460-F19A-8B0CD1723C90}"/>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21" name="Straight Connector 20">
            <a:extLst>
              <a:ext uri="{FF2B5EF4-FFF2-40B4-BE49-F238E27FC236}">
                <a16:creationId xmlns:a16="http://schemas.microsoft.com/office/drawing/2014/main" id="{709AF695-C658-1784-5481-368FBC5FA527}"/>
              </a:ext>
            </a:extLst>
          </p:cNvPr>
          <p:cNvCxnSpPr/>
          <p:nvPr/>
        </p:nvCxnSpPr>
        <p:spPr>
          <a:xfrm flipV="1">
            <a:off x="0" y="30424"/>
            <a:ext cx="12192000" cy="0"/>
          </a:xfrm>
          <a:prstGeom prst="line">
            <a:avLst/>
          </a:prstGeom>
          <a:noFill/>
          <a:ln w="63500" cap="flat" cmpd="sng" algn="ctr">
            <a:solidFill>
              <a:srgbClr val="002060"/>
            </a:solidFill>
            <a:prstDash val="solid"/>
          </a:ln>
          <a:effectLst/>
        </p:spPr>
      </p:cxnSp>
      <p:pic>
        <p:nvPicPr>
          <p:cNvPr id="22" name="Picture 21" descr="Icon&#10;&#10;Description automatically generated">
            <a:extLst>
              <a:ext uri="{FF2B5EF4-FFF2-40B4-BE49-F238E27FC236}">
                <a16:creationId xmlns:a16="http://schemas.microsoft.com/office/drawing/2014/main" id="{D8E0A0D8-74AC-43E6-2D50-49987243EB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26354" y="2577830"/>
            <a:ext cx="548247" cy="548247"/>
          </a:xfrm>
          <a:prstGeom prst="rect">
            <a:avLst/>
          </a:prstGeom>
        </p:spPr>
      </p:pic>
      <p:pic>
        <p:nvPicPr>
          <p:cNvPr id="23" name="Picture 22" descr="Icon&#10;&#10;Description automatically generated">
            <a:extLst>
              <a:ext uri="{FF2B5EF4-FFF2-40B4-BE49-F238E27FC236}">
                <a16:creationId xmlns:a16="http://schemas.microsoft.com/office/drawing/2014/main" id="{B3194529-3CA6-5DA9-8834-8A380E809E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26354" y="4247745"/>
            <a:ext cx="548247" cy="548247"/>
          </a:xfrm>
          <a:prstGeom prst="rect">
            <a:avLst/>
          </a:prstGeom>
        </p:spPr>
      </p:pic>
    </p:spTree>
    <p:extLst>
      <p:ext uri="{BB962C8B-B14F-4D97-AF65-F5344CB8AC3E}">
        <p14:creationId xmlns:p14="http://schemas.microsoft.com/office/powerpoint/2010/main" val="375347101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9AEAEE-56F3-44D6-A71C-4792E56C7B1D}"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61</a:t>
            </a:fld>
            <a:endParaRPr lang="en-BE"/>
          </a:p>
        </p:txBody>
      </p:sp>
      <p:sp>
        <p:nvSpPr>
          <p:cNvPr id="5" name="Rectangle 4">
            <a:extLst>
              <a:ext uri="{FF2B5EF4-FFF2-40B4-BE49-F238E27FC236}">
                <a16:creationId xmlns:a16="http://schemas.microsoft.com/office/drawing/2014/main" id="{DFC5232D-88D5-E197-C9EC-8F96D6971528}"/>
              </a:ext>
            </a:extLst>
          </p:cNvPr>
          <p:cNvSpPr/>
          <p:nvPr/>
        </p:nvSpPr>
        <p:spPr>
          <a:xfrm>
            <a:off x="51062" y="606017"/>
            <a:ext cx="3779463" cy="5536369"/>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2840B3AE-6241-16D5-52F6-EF6F7346BE13}"/>
              </a:ext>
            </a:extLst>
          </p:cNvPr>
          <p:cNvSpPr/>
          <p:nvPr/>
        </p:nvSpPr>
        <p:spPr>
          <a:xfrm>
            <a:off x="0" y="0"/>
            <a:ext cx="12192000" cy="605464"/>
          </a:xfrm>
          <a:prstGeom prst="rect">
            <a:avLst/>
          </a:prstGeom>
          <a:solidFill>
            <a:srgbClr val="116E8A"/>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45FE92B0-6F67-64AB-13E3-BCCCF3BFF51B}"/>
              </a:ext>
            </a:extLst>
          </p:cNvPr>
          <p:cNvSpPr txBox="1"/>
          <p:nvPr/>
        </p:nvSpPr>
        <p:spPr>
          <a:xfrm>
            <a:off x="-40448" y="-20522"/>
            <a:ext cx="6132866" cy="584775"/>
          </a:xfrm>
          <a:prstGeom prst="rect">
            <a:avLst/>
          </a:prstGeom>
          <a:noFill/>
        </p:spPr>
        <p:txBody>
          <a:bodyPr wrap="square">
            <a:spAutoFit/>
          </a:bodyPr>
          <a:lstStyle/>
          <a:p>
            <a:pPr algn="ctr" defTabSz="1219170"/>
            <a:r>
              <a:rPr lang="en-US" sz="3200" b="1" dirty="0">
                <a:solidFill>
                  <a:srgbClr val="FFFFFF"/>
                </a:solidFill>
                <a:ea typeface="+mn-lt"/>
                <a:cs typeface="Arial" panose="020B0604020202020204" pitchFamily="34" charset="0"/>
                <a:sym typeface="Lato Black"/>
              </a:rPr>
              <a:t>Edge Propagation in MSSROs </a:t>
            </a:r>
            <a:endParaRPr lang="en-US" sz="3200" dirty="0">
              <a:solidFill>
                <a:srgbClr val="FFFFFF"/>
              </a:solidFill>
              <a:ea typeface="+mn-lt"/>
              <a:cs typeface="Arial" panose="020B0604020202020204" pitchFamily="34" charset="0"/>
            </a:endParaRPr>
          </a:p>
        </p:txBody>
      </p:sp>
      <p:cxnSp>
        <p:nvCxnSpPr>
          <p:cNvPr id="8" name="Straight Connector 7">
            <a:extLst>
              <a:ext uri="{FF2B5EF4-FFF2-40B4-BE49-F238E27FC236}">
                <a16:creationId xmlns:a16="http://schemas.microsoft.com/office/drawing/2014/main" id="{47D771B6-9359-6EE9-8313-46C366FB66C3}"/>
              </a:ext>
            </a:extLst>
          </p:cNvPr>
          <p:cNvCxnSpPr/>
          <p:nvPr/>
        </p:nvCxnSpPr>
        <p:spPr>
          <a:xfrm flipV="1">
            <a:off x="0" y="555478"/>
            <a:ext cx="12192000" cy="0"/>
          </a:xfrm>
          <a:prstGeom prst="line">
            <a:avLst/>
          </a:prstGeom>
          <a:noFill/>
          <a:ln w="63500" cap="flat" cmpd="sng" algn="ctr">
            <a:solidFill>
              <a:srgbClr val="002060"/>
            </a:solidFill>
            <a:prstDash val="solid"/>
          </a:ln>
          <a:effectLst/>
        </p:spPr>
      </p:cxnSp>
      <p:grpSp>
        <p:nvGrpSpPr>
          <p:cNvPr id="9" name="Group 8">
            <a:extLst>
              <a:ext uri="{FF2B5EF4-FFF2-40B4-BE49-F238E27FC236}">
                <a16:creationId xmlns:a16="http://schemas.microsoft.com/office/drawing/2014/main" id="{42A481C6-C540-56B6-20EF-31861AF6B1F8}"/>
              </a:ext>
            </a:extLst>
          </p:cNvPr>
          <p:cNvGrpSpPr>
            <a:grpSpLocks noChangeAspect="1"/>
          </p:cNvGrpSpPr>
          <p:nvPr/>
        </p:nvGrpSpPr>
        <p:grpSpPr>
          <a:xfrm>
            <a:off x="145920" y="3336663"/>
            <a:ext cx="5911635" cy="2805723"/>
            <a:chOff x="6437435" y="230481"/>
            <a:chExt cx="8402369" cy="4033616"/>
          </a:xfrm>
        </p:grpSpPr>
        <p:pic>
          <p:nvPicPr>
            <p:cNvPr id="10" name="Graphic 13">
              <a:extLst>
                <a:ext uri="{FF2B5EF4-FFF2-40B4-BE49-F238E27FC236}">
                  <a16:creationId xmlns:a16="http://schemas.microsoft.com/office/drawing/2014/main" id="{FDD1BBBB-6679-34DD-63B9-7A8B00028667}"/>
                </a:ext>
              </a:extLst>
            </p:cNvPr>
            <p:cNvPicPr>
              <a:picLocks noChangeAspect="1"/>
            </p:cNvPicPr>
            <p:nvPr/>
          </p:nvPicPr>
          <p:blipFill rotWithShape="1">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t="5405" r="6704"/>
            <a:stretch/>
          </p:blipFill>
          <p:spPr>
            <a:xfrm>
              <a:off x="6437435" y="230481"/>
              <a:ext cx="5037969" cy="4033616"/>
            </a:xfrm>
            <a:prstGeom prst="rect">
              <a:avLst/>
            </a:prstGeom>
          </p:spPr>
        </p:pic>
        <p:cxnSp>
          <p:nvCxnSpPr>
            <p:cNvPr id="11" name="Straight Connector 10">
              <a:extLst>
                <a:ext uri="{FF2B5EF4-FFF2-40B4-BE49-F238E27FC236}">
                  <a16:creationId xmlns:a16="http://schemas.microsoft.com/office/drawing/2014/main" id="{C493B82C-3200-B4D9-3EF7-18F12871CC69}"/>
                </a:ext>
              </a:extLst>
            </p:cNvPr>
            <p:cNvCxnSpPr>
              <a:cxnSpLocks/>
            </p:cNvCxnSpPr>
            <p:nvPr/>
          </p:nvCxnSpPr>
          <p:spPr>
            <a:xfrm>
              <a:off x="7357037" y="1818695"/>
              <a:ext cx="3985737" cy="0"/>
            </a:xfrm>
            <a:prstGeom prst="line">
              <a:avLst/>
            </a:prstGeom>
            <a:noFill/>
            <a:ln w="57150" cap="flat" cmpd="sng" algn="ctr">
              <a:solidFill>
                <a:srgbClr val="FF0000"/>
              </a:solidFill>
              <a:prstDash val="sysDash"/>
              <a:miter lim="800000"/>
            </a:ln>
            <a:effectLst/>
          </p:spPr>
        </p:cxnSp>
        <p:sp>
          <p:nvSpPr>
            <p:cNvPr id="12" name="Freeform 35">
              <a:extLst>
                <a:ext uri="{FF2B5EF4-FFF2-40B4-BE49-F238E27FC236}">
                  <a16:creationId xmlns:a16="http://schemas.microsoft.com/office/drawing/2014/main" id="{93499474-00DE-7B29-60E8-E70AC66D4922}"/>
                </a:ext>
              </a:extLst>
            </p:cNvPr>
            <p:cNvSpPr/>
            <p:nvPr/>
          </p:nvSpPr>
          <p:spPr>
            <a:xfrm>
              <a:off x="7335453" y="590098"/>
              <a:ext cx="3986069" cy="2568599"/>
            </a:xfrm>
            <a:custGeom>
              <a:avLst/>
              <a:gdLst>
                <a:gd name="connsiteX0" fmla="*/ 0 w 6343650"/>
                <a:gd name="connsiteY0" fmla="*/ 4061103 h 4111172"/>
                <a:gd name="connsiteX1" fmla="*/ 228600 w 6343650"/>
                <a:gd name="connsiteY1" fmla="*/ 4080153 h 4111172"/>
                <a:gd name="connsiteX2" fmla="*/ 514350 w 6343650"/>
                <a:gd name="connsiteY2" fmla="*/ 3803928 h 4111172"/>
                <a:gd name="connsiteX3" fmla="*/ 771525 w 6343650"/>
                <a:gd name="connsiteY3" fmla="*/ 3470553 h 4111172"/>
                <a:gd name="connsiteX4" fmla="*/ 1038225 w 6343650"/>
                <a:gd name="connsiteY4" fmla="*/ 2756178 h 4111172"/>
                <a:gd name="connsiteX5" fmla="*/ 1190625 w 6343650"/>
                <a:gd name="connsiteY5" fmla="*/ 2098953 h 4111172"/>
                <a:gd name="connsiteX6" fmla="*/ 1409700 w 6343650"/>
                <a:gd name="connsiteY6" fmla="*/ 1346478 h 4111172"/>
                <a:gd name="connsiteX7" fmla="*/ 1743075 w 6343650"/>
                <a:gd name="connsiteY7" fmla="*/ 574953 h 4111172"/>
                <a:gd name="connsiteX8" fmla="*/ 2009775 w 6343650"/>
                <a:gd name="connsiteY8" fmla="*/ 184428 h 4111172"/>
                <a:gd name="connsiteX9" fmla="*/ 2352675 w 6343650"/>
                <a:gd name="connsiteY9" fmla="*/ 32028 h 4111172"/>
                <a:gd name="connsiteX10" fmla="*/ 2819400 w 6343650"/>
                <a:gd name="connsiteY10" fmla="*/ 32028 h 4111172"/>
                <a:gd name="connsiteX11" fmla="*/ 3095625 w 6343650"/>
                <a:gd name="connsiteY11" fmla="*/ 374928 h 4111172"/>
                <a:gd name="connsiteX12" fmla="*/ 3267075 w 6343650"/>
                <a:gd name="connsiteY12" fmla="*/ 889278 h 4111172"/>
                <a:gd name="connsiteX13" fmla="*/ 3362325 w 6343650"/>
                <a:gd name="connsiteY13" fmla="*/ 1384578 h 4111172"/>
                <a:gd name="connsiteX14" fmla="*/ 3552825 w 6343650"/>
                <a:gd name="connsiteY14" fmla="*/ 1956078 h 4111172"/>
                <a:gd name="connsiteX15" fmla="*/ 3648075 w 6343650"/>
                <a:gd name="connsiteY15" fmla="*/ 2556153 h 4111172"/>
                <a:gd name="connsiteX16" fmla="*/ 3790950 w 6343650"/>
                <a:gd name="connsiteY16" fmla="*/ 3251478 h 4111172"/>
                <a:gd name="connsiteX17" fmla="*/ 4010025 w 6343650"/>
                <a:gd name="connsiteY17" fmla="*/ 3822978 h 4111172"/>
                <a:gd name="connsiteX18" fmla="*/ 4171950 w 6343650"/>
                <a:gd name="connsiteY18" fmla="*/ 4013478 h 4111172"/>
                <a:gd name="connsiteX19" fmla="*/ 4324350 w 6343650"/>
                <a:gd name="connsiteY19" fmla="*/ 4099203 h 4111172"/>
                <a:gd name="connsiteX20" fmla="*/ 4800600 w 6343650"/>
                <a:gd name="connsiteY20" fmla="*/ 3756303 h 4111172"/>
                <a:gd name="connsiteX21" fmla="*/ 5105400 w 6343650"/>
                <a:gd name="connsiteY21" fmla="*/ 3175278 h 4111172"/>
                <a:gd name="connsiteX22" fmla="*/ 5467350 w 6343650"/>
                <a:gd name="connsiteY22" fmla="*/ 2032278 h 4111172"/>
                <a:gd name="connsiteX23" fmla="*/ 5743575 w 6343650"/>
                <a:gd name="connsiteY23" fmla="*/ 1098828 h 4111172"/>
                <a:gd name="connsiteX24" fmla="*/ 6019800 w 6343650"/>
                <a:gd name="connsiteY24" fmla="*/ 422553 h 4111172"/>
                <a:gd name="connsiteX25" fmla="*/ 6229350 w 6343650"/>
                <a:gd name="connsiteY25" fmla="*/ 232053 h 4111172"/>
                <a:gd name="connsiteX26" fmla="*/ 6343650 w 6343650"/>
                <a:gd name="connsiteY26"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85800 w 6343650"/>
                <a:gd name="connsiteY3" fmla="*/ 3618191 h 4111172"/>
                <a:gd name="connsiteX4" fmla="*/ 771525 w 6343650"/>
                <a:gd name="connsiteY4" fmla="*/ 3470553 h 4111172"/>
                <a:gd name="connsiteX5" fmla="*/ 1038225 w 6343650"/>
                <a:gd name="connsiteY5" fmla="*/ 2756178 h 4111172"/>
                <a:gd name="connsiteX6" fmla="*/ 1190625 w 6343650"/>
                <a:gd name="connsiteY6" fmla="*/ 2098953 h 4111172"/>
                <a:gd name="connsiteX7" fmla="*/ 1409700 w 6343650"/>
                <a:gd name="connsiteY7" fmla="*/ 1346478 h 4111172"/>
                <a:gd name="connsiteX8" fmla="*/ 1743075 w 6343650"/>
                <a:gd name="connsiteY8" fmla="*/ 574953 h 4111172"/>
                <a:gd name="connsiteX9" fmla="*/ 2009775 w 6343650"/>
                <a:gd name="connsiteY9" fmla="*/ 184428 h 4111172"/>
                <a:gd name="connsiteX10" fmla="*/ 2352675 w 6343650"/>
                <a:gd name="connsiteY10" fmla="*/ 32028 h 4111172"/>
                <a:gd name="connsiteX11" fmla="*/ 2819400 w 6343650"/>
                <a:gd name="connsiteY11" fmla="*/ 32028 h 4111172"/>
                <a:gd name="connsiteX12" fmla="*/ 3095625 w 6343650"/>
                <a:gd name="connsiteY12" fmla="*/ 374928 h 4111172"/>
                <a:gd name="connsiteX13" fmla="*/ 3267075 w 6343650"/>
                <a:gd name="connsiteY13" fmla="*/ 889278 h 4111172"/>
                <a:gd name="connsiteX14" fmla="*/ 3362325 w 6343650"/>
                <a:gd name="connsiteY14" fmla="*/ 1384578 h 4111172"/>
                <a:gd name="connsiteX15" fmla="*/ 3552825 w 6343650"/>
                <a:gd name="connsiteY15" fmla="*/ 1956078 h 4111172"/>
                <a:gd name="connsiteX16" fmla="*/ 3648075 w 6343650"/>
                <a:gd name="connsiteY16" fmla="*/ 2556153 h 4111172"/>
                <a:gd name="connsiteX17" fmla="*/ 3790950 w 6343650"/>
                <a:gd name="connsiteY17" fmla="*/ 3251478 h 4111172"/>
                <a:gd name="connsiteX18" fmla="*/ 4010025 w 6343650"/>
                <a:gd name="connsiteY18" fmla="*/ 3822978 h 4111172"/>
                <a:gd name="connsiteX19" fmla="*/ 4171950 w 6343650"/>
                <a:gd name="connsiteY19" fmla="*/ 4013478 h 4111172"/>
                <a:gd name="connsiteX20" fmla="*/ 4324350 w 6343650"/>
                <a:gd name="connsiteY20" fmla="*/ 4099203 h 4111172"/>
                <a:gd name="connsiteX21" fmla="*/ 4800600 w 6343650"/>
                <a:gd name="connsiteY21" fmla="*/ 3756303 h 4111172"/>
                <a:gd name="connsiteX22" fmla="*/ 5105400 w 6343650"/>
                <a:gd name="connsiteY22" fmla="*/ 3175278 h 4111172"/>
                <a:gd name="connsiteX23" fmla="*/ 5467350 w 6343650"/>
                <a:gd name="connsiteY23" fmla="*/ 2032278 h 4111172"/>
                <a:gd name="connsiteX24" fmla="*/ 5743575 w 6343650"/>
                <a:gd name="connsiteY24" fmla="*/ 1098828 h 4111172"/>
                <a:gd name="connsiteX25" fmla="*/ 6019800 w 6343650"/>
                <a:gd name="connsiteY25" fmla="*/ 422553 h 4111172"/>
                <a:gd name="connsiteX26" fmla="*/ 6229350 w 6343650"/>
                <a:gd name="connsiteY26" fmla="*/ 232053 h 4111172"/>
                <a:gd name="connsiteX27" fmla="*/ 6343650 w 6343650"/>
                <a:gd name="connsiteY27"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4379 h 4111172"/>
                <a:gd name="connsiteX4" fmla="*/ 771525 w 6343650"/>
                <a:gd name="connsiteY4" fmla="*/ 3470553 h 4111172"/>
                <a:gd name="connsiteX5" fmla="*/ 1038225 w 6343650"/>
                <a:gd name="connsiteY5" fmla="*/ 2756178 h 4111172"/>
                <a:gd name="connsiteX6" fmla="*/ 1190625 w 6343650"/>
                <a:gd name="connsiteY6" fmla="*/ 2098953 h 4111172"/>
                <a:gd name="connsiteX7" fmla="*/ 1409700 w 6343650"/>
                <a:gd name="connsiteY7" fmla="*/ 1346478 h 4111172"/>
                <a:gd name="connsiteX8" fmla="*/ 1743075 w 6343650"/>
                <a:gd name="connsiteY8" fmla="*/ 574953 h 4111172"/>
                <a:gd name="connsiteX9" fmla="*/ 2009775 w 6343650"/>
                <a:gd name="connsiteY9" fmla="*/ 184428 h 4111172"/>
                <a:gd name="connsiteX10" fmla="*/ 2352675 w 6343650"/>
                <a:gd name="connsiteY10" fmla="*/ 32028 h 4111172"/>
                <a:gd name="connsiteX11" fmla="*/ 2819400 w 6343650"/>
                <a:gd name="connsiteY11" fmla="*/ 32028 h 4111172"/>
                <a:gd name="connsiteX12" fmla="*/ 3095625 w 6343650"/>
                <a:gd name="connsiteY12" fmla="*/ 374928 h 4111172"/>
                <a:gd name="connsiteX13" fmla="*/ 3267075 w 6343650"/>
                <a:gd name="connsiteY13" fmla="*/ 889278 h 4111172"/>
                <a:gd name="connsiteX14" fmla="*/ 3362325 w 6343650"/>
                <a:gd name="connsiteY14" fmla="*/ 1384578 h 4111172"/>
                <a:gd name="connsiteX15" fmla="*/ 3552825 w 6343650"/>
                <a:gd name="connsiteY15" fmla="*/ 1956078 h 4111172"/>
                <a:gd name="connsiteX16" fmla="*/ 3648075 w 6343650"/>
                <a:gd name="connsiteY16" fmla="*/ 2556153 h 4111172"/>
                <a:gd name="connsiteX17" fmla="*/ 3790950 w 6343650"/>
                <a:gd name="connsiteY17" fmla="*/ 3251478 h 4111172"/>
                <a:gd name="connsiteX18" fmla="*/ 4010025 w 6343650"/>
                <a:gd name="connsiteY18" fmla="*/ 3822978 h 4111172"/>
                <a:gd name="connsiteX19" fmla="*/ 4171950 w 6343650"/>
                <a:gd name="connsiteY19" fmla="*/ 4013478 h 4111172"/>
                <a:gd name="connsiteX20" fmla="*/ 4324350 w 6343650"/>
                <a:gd name="connsiteY20" fmla="*/ 4099203 h 4111172"/>
                <a:gd name="connsiteX21" fmla="*/ 4800600 w 6343650"/>
                <a:gd name="connsiteY21" fmla="*/ 3756303 h 4111172"/>
                <a:gd name="connsiteX22" fmla="*/ 5105400 w 6343650"/>
                <a:gd name="connsiteY22" fmla="*/ 3175278 h 4111172"/>
                <a:gd name="connsiteX23" fmla="*/ 5467350 w 6343650"/>
                <a:gd name="connsiteY23" fmla="*/ 2032278 h 4111172"/>
                <a:gd name="connsiteX24" fmla="*/ 5743575 w 6343650"/>
                <a:gd name="connsiteY24" fmla="*/ 1098828 h 4111172"/>
                <a:gd name="connsiteX25" fmla="*/ 6019800 w 6343650"/>
                <a:gd name="connsiteY25" fmla="*/ 422553 h 4111172"/>
                <a:gd name="connsiteX26" fmla="*/ 6229350 w 6343650"/>
                <a:gd name="connsiteY26" fmla="*/ 232053 h 4111172"/>
                <a:gd name="connsiteX27" fmla="*/ 6343650 w 6343650"/>
                <a:gd name="connsiteY27"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4379 h 4111172"/>
                <a:gd name="connsiteX4" fmla="*/ 778669 w 6343650"/>
                <a:gd name="connsiteY4" fmla="*/ 3422928 h 4111172"/>
                <a:gd name="connsiteX5" fmla="*/ 1038225 w 6343650"/>
                <a:gd name="connsiteY5" fmla="*/ 2756178 h 4111172"/>
                <a:gd name="connsiteX6" fmla="*/ 1190625 w 6343650"/>
                <a:gd name="connsiteY6" fmla="*/ 2098953 h 4111172"/>
                <a:gd name="connsiteX7" fmla="*/ 1409700 w 6343650"/>
                <a:gd name="connsiteY7" fmla="*/ 1346478 h 4111172"/>
                <a:gd name="connsiteX8" fmla="*/ 1743075 w 6343650"/>
                <a:gd name="connsiteY8" fmla="*/ 574953 h 4111172"/>
                <a:gd name="connsiteX9" fmla="*/ 2009775 w 6343650"/>
                <a:gd name="connsiteY9" fmla="*/ 184428 h 4111172"/>
                <a:gd name="connsiteX10" fmla="*/ 2352675 w 6343650"/>
                <a:gd name="connsiteY10" fmla="*/ 32028 h 4111172"/>
                <a:gd name="connsiteX11" fmla="*/ 2819400 w 6343650"/>
                <a:gd name="connsiteY11" fmla="*/ 32028 h 4111172"/>
                <a:gd name="connsiteX12" fmla="*/ 3095625 w 6343650"/>
                <a:gd name="connsiteY12" fmla="*/ 374928 h 4111172"/>
                <a:gd name="connsiteX13" fmla="*/ 3267075 w 6343650"/>
                <a:gd name="connsiteY13" fmla="*/ 889278 h 4111172"/>
                <a:gd name="connsiteX14" fmla="*/ 3362325 w 6343650"/>
                <a:gd name="connsiteY14" fmla="*/ 1384578 h 4111172"/>
                <a:gd name="connsiteX15" fmla="*/ 3552825 w 6343650"/>
                <a:gd name="connsiteY15" fmla="*/ 1956078 h 4111172"/>
                <a:gd name="connsiteX16" fmla="*/ 3648075 w 6343650"/>
                <a:gd name="connsiteY16" fmla="*/ 2556153 h 4111172"/>
                <a:gd name="connsiteX17" fmla="*/ 3790950 w 6343650"/>
                <a:gd name="connsiteY17" fmla="*/ 3251478 h 4111172"/>
                <a:gd name="connsiteX18" fmla="*/ 4010025 w 6343650"/>
                <a:gd name="connsiteY18" fmla="*/ 3822978 h 4111172"/>
                <a:gd name="connsiteX19" fmla="*/ 4171950 w 6343650"/>
                <a:gd name="connsiteY19" fmla="*/ 4013478 h 4111172"/>
                <a:gd name="connsiteX20" fmla="*/ 4324350 w 6343650"/>
                <a:gd name="connsiteY20" fmla="*/ 4099203 h 4111172"/>
                <a:gd name="connsiteX21" fmla="*/ 4800600 w 6343650"/>
                <a:gd name="connsiteY21" fmla="*/ 3756303 h 4111172"/>
                <a:gd name="connsiteX22" fmla="*/ 5105400 w 6343650"/>
                <a:gd name="connsiteY22" fmla="*/ 3175278 h 4111172"/>
                <a:gd name="connsiteX23" fmla="*/ 5467350 w 6343650"/>
                <a:gd name="connsiteY23" fmla="*/ 2032278 h 4111172"/>
                <a:gd name="connsiteX24" fmla="*/ 5743575 w 6343650"/>
                <a:gd name="connsiteY24" fmla="*/ 1098828 h 4111172"/>
                <a:gd name="connsiteX25" fmla="*/ 6019800 w 6343650"/>
                <a:gd name="connsiteY25" fmla="*/ 422553 h 4111172"/>
                <a:gd name="connsiteX26" fmla="*/ 6229350 w 6343650"/>
                <a:gd name="connsiteY26" fmla="*/ 232053 h 4111172"/>
                <a:gd name="connsiteX27" fmla="*/ 6343650 w 6343650"/>
                <a:gd name="connsiteY27"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6760 h 4111172"/>
                <a:gd name="connsiteX4" fmla="*/ 778669 w 6343650"/>
                <a:gd name="connsiteY4" fmla="*/ 3422928 h 4111172"/>
                <a:gd name="connsiteX5" fmla="*/ 1038225 w 6343650"/>
                <a:gd name="connsiteY5" fmla="*/ 2756178 h 4111172"/>
                <a:gd name="connsiteX6" fmla="*/ 1190625 w 6343650"/>
                <a:gd name="connsiteY6" fmla="*/ 2098953 h 4111172"/>
                <a:gd name="connsiteX7" fmla="*/ 1409700 w 6343650"/>
                <a:gd name="connsiteY7" fmla="*/ 1346478 h 4111172"/>
                <a:gd name="connsiteX8" fmla="*/ 1743075 w 6343650"/>
                <a:gd name="connsiteY8" fmla="*/ 574953 h 4111172"/>
                <a:gd name="connsiteX9" fmla="*/ 2009775 w 6343650"/>
                <a:gd name="connsiteY9" fmla="*/ 184428 h 4111172"/>
                <a:gd name="connsiteX10" fmla="*/ 2352675 w 6343650"/>
                <a:gd name="connsiteY10" fmla="*/ 32028 h 4111172"/>
                <a:gd name="connsiteX11" fmla="*/ 2819400 w 6343650"/>
                <a:gd name="connsiteY11" fmla="*/ 32028 h 4111172"/>
                <a:gd name="connsiteX12" fmla="*/ 3095625 w 6343650"/>
                <a:gd name="connsiteY12" fmla="*/ 374928 h 4111172"/>
                <a:gd name="connsiteX13" fmla="*/ 3267075 w 6343650"/>
                <a:gd name="connsiteY13" fmla="*/ 889278 h 4111172"/>
                <a:gd name="connsiteX14" fmla="*/ 3362325 w 6343650"/>
                <a:gd name="connsiteY14" fmla="*/ 1384578 h 4111172"/>
                <a:gd name="connsiteX15" fmla="*/ 3552825 w 6343650"/>
                <a:gd name="connsiteY15" fmla="*/ 1956078 h 4111172"/>
                <a:gd name="connsiteX16" fmla="*/ 3648075 w 6343650"/>
                <a:gd name="connsiteY16" fmla="*/ 2556153 h 4111172"/>
                <a:gd name="connsiteX17" fmla="*/ 3790950 w 6343650"/>
                <a:gd name="connsiteY17" fmla="*/ 3251478 h 4111172"/>
                <a:gd name="connsiteX18" fmla="*/ 4010025 w 6343650"/>
                <a:gd name="connsiteY18" fmla="*/ 3822978 h 4111172"/>
                <a:gd name="connsiteX19" fmla="*/ 4171950 w 6343650"/>
                <a:gd name="connsiteY19" fmla="*/ 4013478 h 4111172"/>
                <a:gd name="connsiteX20" fmla="*/ 4324350 w 6343650"/>
                <a:gd name="connsiteY20" fmla="*/ 4099203 h 4111172"/>
                <a:gd name="connsiteX21" fmla="*/ 4800600 w 6343650"/>
                <a:gd name="connsiteY21" fmla="*/ 3756303 h 4111172"/>
                <a:gd name="connsiteX22" fmla="*/ 5105400 w 6343650"/>
                <a:gd name="connsiteY22" fmla="*/ 3175278 h 4111172"/>
                <a:gd name="connsiteX23" fmla="*/ 5467350 w 6343650"/>
                <a:gd name="connsiteY23" fmla="*/ 2032278 h 4111172"/>
                <a:gd name="connsiteX24" fmla="*/ 5743575 w 6343650"/>
                <a:gd name="connsiteY24" fmla="*/ 1098828 h 4111172"/>
                <a:gd name="connsiteX25" fmla="*/ 6019800 w 6343650"/>
                <a:gd name="connsiteY25" fmla="*/ 422553 h 4111172"/>
                <a:gd name="connsiteX26" fmla="*/ 6229350 w 6343650"/>
                <a:gd name="connsiteY26" fmla="*/ 232053 h 4111172"/>
                <a:gd name="connsiteX27" fmla="*/ 6343650 w 6343650"/>
                <a:gd name="connsiteY27"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6760 h 4111172"/>
                <a:gd name="connsiteX4" fmla="*/ 778669 w 6343650"/>
                <a:gd name="connsiteY4" fmla="*/ 3422928 h 4111172"/>
                <a:gd name="connsiteX5" fmla="*/ 1038225 w 6343650"/>
                <a:gd name="connsiteY5" fmla="*/ 2756178 h 4111172"/>
                <a:gd name="connsiteX6" fmla="*/ 1190625 w 6343650"/>
                <a:gd name="connsiteY6" fmla="*/ 2098953 h 4111172"/>
                <a:gd name="connsiteX7" fmla="*/ 1293019 w 6343650"/>
                <a:gd name="connsiteY7" fmla="*/ 1732241 h 4111172"/>
                <a:gd name="connsiteX8" fmla="*/ 1409700 w 6343650"/>
                <a:gd name="connsiteY8" fmla="*/ 1346478 h 4111172"/>
                <a:gd name="connsiteX9" fmla="*/ 1743075 w 6343650"/>
                <a:gd name="connsiteY9" fmla="*/ 574953 h 4111172"/>
                <a:gd name="connsiteX10" fmla="*/ 2009775 w 6343650"/>
                <a:gd name="connsiteY10" fmla="*/ 184428 h 4111172"/>
                <a:gd name="connsiteX11" fmla="*/ 2352675 w 6343650"/>
                <a:gd name="connsiteY11" fmla="*/ 32028 h 4111172"/>
                <a:gd name="connsiteX12" fmla="*/ 2819400 w 6343650"/>
                <a:gd name="connsiteY12" fmla="*/ 32028 h 4111172"/>
                <a:gd name="connsiteX13" fmla="*/ 3095625 w 6343650"/>
                <a:gd name="connsiteY13" fmla="*/ 374928 h 4111172"/>
                <a:gd name="connsiteX14" fmla="*/ 3267075 w 6343650"/>
                <a:gd name="connsiteY14" fmla="*/ 889278 h 4111172"/>
                <a:gd name="connsiteX15" fmla="*/ 3362325 w 6343650"/>
                <a:gd name="connsiteY15" fmla="*/ 1384578 h 4111172"/>
                <a:gd name="connsiteX16" fmla="*/ 3552825 w 6343650"/>
                <a:gd name="connsiteY16" fmla="*/ 1956078 h 4111172"/>
                <a:gd name="connsiteX17" fmla="*/ 3648075 w 6343650"/>
                <a:gd name="connsiteY17" fmla="*/ 2556153 h 4111172"/>
                <a:gd name="connsiteX18" fmla="*/ 3790950 w 6343650"/>
                <a:gd name="connsiteY18" fmla="*/ 3251478 h 4111172"/>
                <a:gd name="connsiteX19" fmla="*/ 4010025 w 6343650"/>
                <a:gd name="connsiteY19" fmla="*/ 3822978 h 4111172"/>
                <a:gd name="connsiteX20" fmla="*/ 4171950 w 6343650"/>
                <a:gd name="connsiteY20" fmla="*/ 4013478 h 4111172"/>
                <a:gd name="connsiteX21" fmla="*/ 4324350 w 6343650"/>
                <a:gd name="connsiteY21" fmla="*/ 4099203 h 4111172"/>
                <a:gd name="connsiteX22" fmla="*/ 4800600 w 6343650"/>
                <a:gd name="connsiteY22" fmla="*/ 3756303 h 4111172"/>
                <a:gd name="connsiteX23" fmla="*/ 5105400 w 6343650"/>
                <a:gd name="connsiteY23" fmla="*/ 3175278 h 4111172"/>
                <a:gd name="connsiteX24" fmla="*/ 5467350 w 6343650"/>
                <a:gd name="connsiteY24" fmla="*/ 2032278 h 4111172"/>
                <a:gd name="connsiteX25" fmla="*/ 5743575 w 6343650"/>
                <a:gd name="connsiteY25" fmla="*/ 1098828 h 4111172"/>
                <a:gd name="connsiteX26" fmla="*/ 6019800 w 6343650"/>
                <a:gd name="connsiteY26" fmla="*/ 422553 h 4111172"/>
                <a:gd name="connsiteX27" fmla="*/ 6229350 w 6343650"/>
                <a:gd name="connsiteY27" fmla="*/ 232053 h 4111172"/>
                <a:gd name="connsiteX28" fmla="*/ 6343650 w 6343650"/>
                <a:gd name="connsiteY28"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6760 h 4111172"/>
                <a:gd name="connsiteX4" fmla="*/ 778669 w 6343650"/>
                <a:gd name="connsiteY4" fmla="*/ 3422928 h 4111172"/>
                <a:gd name="connsiteX5" fmla="*/ 1038225 w 6343650"/>
                <a:gd name="connsiteY5" fmla="*/ 2756178 h 4111172"/>
                <a:gd name="connsiteX6" fmla="*/ 1190625 w 6343650"/>
                <a:gd name="connsiteY6" fmla="*/ 2098953 h 4111172"/>
                <a:gd name="connsiteX7" fmla="*/ 1309688 w 6343650"/>
                <a:gd name="connsiteY7" fmla="*/ 1765578 h 4111172"/>
                <a:gd name="connsiteX8" fmla="*/ 1293019 w 6343650"/>
                <a:gd name="connsiteY8" fmla="*/ 1732241 h 4111172"/>
                <a:gd name="connsiteX9" fmla="*/ 1409700 w 6343650"/>
                <a:gd name="connsiteY9" fmla="*/ 1346478 h 4111172"/>
                <a:gd name="connsiteX10" fmla="*/ 1743075 w 6343650"/>
                <a:gd name="connsiteY10" fmla="*/ 574953 h 4111172"/>
                <a:gd name="connsiteX11" fmla="*/ 2009775 w 6343650"/>
                <a:gd name="connsiteY11" fmla="*/ 184428 h 4111172"/>
                <a:gd name="connsiteX12" fmla="*/ 2352675 w 6343650"/>
                <a:gd name="connsiteY12" fmla="*/ 32028 h 4111172"/>
                <a:gd name="connsiteX13" fmla="*/ 2819400 w 6343650"/>
                <a:gd name="connsiteY13" fmla="*/ 32028 h 4111172"/>
                <a:gd name="connsiteX14" fmla="*/ 3095625 w 6343650"/>
                <a:gd name="connsiteY14" fmla="*/ 374928 h 4111172"/>
                <a:gd name="connsiteX15" fmla="*/ 3267075 w 6343650"/>
                <a:gd name="connsiteY15" fmla="*/ 889278 h 4111172"/>
                <a:gd name="connsiteX16" fmla="*/ 3362325 w 6343650"/>
                <a:gd name="connsiteY16" fmla="*/ 1384578 h 4111172"/>
                <a:gd name="connsiteX17" fmla="*/ 3552825 w 6343650"/>
                <a:gd name="connsiteY17" fmla="*/ 1956078 h 4111172"/>
                <a:gd name="connsiteX18" fmla="*/ 3648075 w 6343650"/>
                <a:gd name="connsiteY18" fmla="*/ 2556153 h 4111172"/>
                <a:gd name="connsiteX19" fmla="*/ 3790950 w 6343650"/>
                <a:gd name="connsiteY19" fmla="*/ 3251478 h 4111172"/>
                <a:gd name="connsiteX20" fmla="*/ 4010025 w 6343650"/>
                <a:gd name="connsiteY20" fmla="*/ 3822978 h 4111172"/>
                <a:gd name="connsiteX21" fmla="*/ 4171950 w 6343650"/>
                <a:gd name="connsiteY21" fmla="*/ 4013478 h 4111172"/>
                <a:gd name="connsiteX22" fmla="*/ 4324350 w 6343650"/>
                <a:gd name="connsiteY22" fmla="*/ 4099203 h 4111172"/>
                <a:gd name="connsiteX23" fmla="*/ 4800600 w 6343650"/>
                <a:gd name="connsiteY23" fmla="*/ 3756303 h 4111172"/>
                <a:gd name="connsiteX24" fmla="*/ 5105400 w 6343650"/>
                <a:gd name="connsiteY24" fmla="*/ 3175278 h 4111172"/>
                <a:gd name="connsiteX25" fmla="*/ 5467350 w 6343650"/>
                <a:gd name="connsiteY25" fmla="*/ 2032278 h 4111172"/>
                <a:gd name="connsiteX26" fmla="*/ 5743575 w 6343650"/>
                <a:gd name="connsiteY26" fmla="*/ 1098828 h 4111172"/>
                <a:gd name="connsiteX27" fmla="*/ 6019800 w 6343650"/>
                <a:gd name="connsiteY27" fmla="*/ 422553 h 4111172"/>
                <a:gd name="connsiteX28" fmla="*/ 6229350 w 6343650"/>
                <a:gd name="connsiteY28" fmla="*/ 232053 h 4111172"/>
                <a:gd name="connsiteX29" fmla="*/ 6343650 w 6343650"/>
                <a:gd name="connsiteY29"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6760 h 4111172"/>
                <a:gd name="connsiteX4" fmla="*/ 778669 w 6343650"/>
                <a:gd name="connsiteY4" fmla="*/ 3422928 h 4111172"/>
                <a:gd name="connsiteX5" fmla="*/ 1038225 w 6343650"/>
                <a:gd name="connsiteY5" fmla="*/ 2756178 h 4111172"/>
                <a:gd name="connsiteX6" fmla="*/ 1190625 w 6343650"/>
                <a:gd name="connsiteY6" fmla="*/ 2098953 h 4111172"/>
                <a:gd name="connsiteX7" fmla="*/ 1309688 w 6343650"/>
                <a:gd name="connsiteY7" fmla="*/ 1765578 h 4111172"/>
                <a:gd name="connsiteX8" fmla="*/ 1293019 w 6343650"/>
                <a:gd name="connsiteY8" fmla="*/ 1732241 h 4111172"/>
                <a:gd name="connsiteX9" fmla="*/ 1433513 w 6343650"/>
                <a:gd name="connsiteY9" fmla="*/ 1310760 h 4111172"/>
                <a:gd name="connsiteX10" fmla="*/ 1743075 w 6343650"/>
                <a:gd name="connsiteY10" fmla="*/ 574953 h 4111172"/>
                <a:gd name="connsiteX11" fmla="*/ 2009775 w 6343650"/>
                <a:gd name="connsiteY11" fmla="*/ 184428 h 4111172"/>
                <a:gd name="connsiteX12" fmla="*/ 2352675 w 6343650"/>
                <a:gd name="connsiteY12" fmla="*/ 32028 h 4111172"/>
                <a:gd name="connsiteX13" fmla="*/ 2819400 w 6343650"/>
                <a:gd name="connsiteY13" fmla="*/ 32028 h 4111172"/>
                <a:gd name="connsiteX14" fmla="*/ 3095625 w 6343650"/>
                <a:gd name="connsiteY14" fmla="*/ 374928 h 4111172"/>
                <a:gd name="connsiteX15" fmla="*/ 3267075 w 6343650"/>
                <a:gd name="connsiteY15" fmla="*/ 889278 h 4111172"/>
                <a:gd name="connsiteX16" fmla="*/ 3362325 w 6343650"/>
                <a:gd name="connsiteY16" fmla="*/ 1384578 h 4111172"/>
                <a:gd name="connsiteX17" fmla="*/ 3552825 w 6343650"/>
                <a:gd name="connsiteY17" fmla="*/ 1956078 h 4111172"/>
                <a:gd name="connsiteX18" fmla="*/ 3648075 w 6343650"/>
                <a:gd name="connsiteY18" fmla="*/ 2556153 h 4111172"/>
                <a:gd name="connsiteX19" fmla="*/ 3790950 w 6343650"/>
                <a:gd name="connsiteY19" fmla="*/ 3251478 h 4111172"/>
                <a:gd name="connsiteX20" fmla="*/ 4010025 w 6343650"/>
                <a:gd name="connsiteY20" fmla="*/ 3822978 h 4111172"/>
                <a:gd name="connsiteX21" fmla="*/ 4171950 w 6343650"/>
                <a:gd name="connsiteY21" fmla="*/ 4013478 h 4111172"/>
                <a:gd name="connsiteX22" fmla="*/ 4324350 w 6343650"/>
                <a:gd name="connsiteY22" fmla="*/ 4099203 h 4111172"/>
                <a:gd name="connsiteX23" fmla="*/ 4800600 w 6343650"/>
                <a:gd name="connsiteY23" fmla="*/ 3756303 h 4111172"/>
                <a:gd name="connsiteX24" fmla="*/ 5105400 w 6343650"/>
                <a:gd name="connsiteY24" fmla="*/ 3175278 h 4111172"/>
                <a:gd name="connsiteX25" fmla="*/ 5467350 w 6343650"/>
                <a:gd name="connsiteY25" fmla="*/ 2032278 h 4111172"/>
                <a:gd name="connsiteX26" fmla="*/ 5743575 w 6343650"/>
                <a:gd name="connsiteY26" fmla="*/ 1098828 h 4111172"/>
                <a:gd name="connsiteX27" fmla="*/ 6019800 w 6343650"/>
                <a:gd name="connsiteY27" fmla="*/ 422553 h 4111172"/>
                <a:gd name="connsiteX28" fmla="*/ 6229350 w 6343650"/>
                <a:gd name="connsiteY28" fmla="*/ 232053 h 4111172"/>
                <a:gd name="connsiteX29" fmla="*/ 6343650 w 6343650"/>
                <a:gd name="connsiteY29"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6760 h 4111172"/>
                <a:gd name="connsiteX4" fmla="*/ 778669 w 6343650"/>
                <a:gd name="connsiteY4" fmla="*/ 3422928 h 4111172"/>
                <a:gd name="connsiteX5" fmla="*/ 1038225 w 6343650"/>
                <a:gd name="connsiteY5" fmla="*/ 2756178 h 4111172"/>
                <a:gd name="connsiteX6" fmla="*/ 1190625 w 6343650"/>
                <a:gd name="connsiteY6" fmla="*/ 2098953 h 4111172"/>
                <a:gd name="connsiteX7" fmla="*/ 1309688 w 6343650"/>
                <a:gd name="connsiteY7" fmla="*/ 1765578 h 4111172"/>
                <a:gd name="connsiteX8" fmla="*/ 1293019 w 6343650"/>
                <a:gd name="connsiteY8" fmla="*/ 1732241 h 4111172"/>
                <a:gd name="connsiteX9" fmla="*/ 1457325 w 6343650"/>
                <a:gd name="connsiteY9" fmla="*/ 1267897 h 4111172"/>
                <a:gd name="connsiteX10" fmla="*/ 1743075 w 6343650"/>
                <a:gd name="connsiteY10" fmla="*/ 574953 h 4111172"/>
                <a:gd name="connsiteX11" fmla="*/ 2009775 w 6343650"/>
                <a:gd name="connsiteY11" fmla="*/ 184428 h 4111172"/>
                <a:gd name="connsiteX12" fmla="*/ 2352675 w 6343650"/>
                <a:gd name="connsiteY12" fmla="*/ 32028 h 4111172"/>
                <a:gd name="connsiteX13" fmla="*/ 2819400 w 6343650"/>
                <a:gd name="connsiteY13" fmla="*/ 32028 h 4111172"/>
                <a:gd name="connsiteX14" fmla="*/ 3095625 w 6343650"/>
                <a:gd name="connsiteY14" fmla="*/ 374928 h 4111172"/>
                <a:gd name="connsiteX15" fmla="*/ 3267075 w 6343650"/>
                <a:gd name="connsiteY15" fmla="*/ 889278 h 4111172"/>
                <a:gd name="connsiteX16" fmla="*/ 3362325 w 6343650"/>
                <a:gd name="connsiteY16" fmla="*/ 1384578 h 4111172"/>
                <a:gd name="connsiteX17" fmla="*/ 3552825 w 6343650"/>
                <a:gd name="connsiteY17" fmla="*/ 1956078 h 4111172"/>
                <a:gd name="connsiteX18" fmla="*/ 3648075 w 6343650"/>
                <a:gd name="connsiteY18" fmla="*/ 2556153 h 4111172"/>
                <a:gd name="connsiteX19" fmla="*/ 3790950 w 6343650"/>
                <a:gd name="connsiteY19" fmla="*/ 3251478 h 4111172"/>
                <a:gd name="connsiteX20" fmla="*/ 4010025 w 6343650"/>
                <a:gd name="connsiteY20" fmla="*/ 3822978 h 4111172"/>
                <a:gd name="connsiteX21" fmla="*/ 4171950 w 6343650"/>
                <a:gd name="connsiteY21" fmla="*/ 4013478 h 4111172"/>
                <a:gd name="connsiteX22" fmla="*/ 4324350 w 6343650"/>
                <a:gd name="connsiteY22" fmla="*/ 4099203 h 4111172"/>
                <a:gd name="connsiteX23" fmla="*/ 4800600 w 6343650"/>
                <a:gd name="connsiteY23" fmla="*/ 3756303 h 4111172"/>
                <a:gd name="connsiteX24" fmla="*/ 5105400 w 6343650"/>
                <a:gd name="connsiteY24" fmla="*/ 3175278 h 4111172"/>
                <a:gd name="connsiteX25" fmla="*/ 5467350 w 6343650"/>
                <a:gd name="connsiteY25" fmla="*/ 2032278 h 4111172"/>
                <a:gd name="connsiteX26" fmla="*/ 5743575 w 6343650"/>
                <a:gd name="connsiteY26" fmla="*/ 1098828 h 4111172"/>
                <a:gd name="connsiteX27" fmla="*/ 6019800 w 6343650"/>
                <a:gd name="connsiteY27" fmla="*/ 422553 h 4111172"/>
                <a:gd name="connsiteX28" fmla="*/ 6229350 w 6343650"/>
                <a:gd name="connsiteY28" fmla="*/ 232053 h 4111172"/>
                <a:gd name="connsiteX29" fmla="*/ 6343650 w 6343650"/>
                <a:gd name="connsiteY29" fmla="*/ 79653 h 4111172"/>
                <a:gd name="connsiteX0" fmla="*/ 0 w 6343650"/>
                <a:gd name="connsiteY0" fmla="*/ 4061103 h 4111172"/>
                <a:gd name="connsiteX1" fmla="*/ 228600 w 6343650"/>
                <a:gd name="connsiteY1" fmla="*/ 4080153 h 4111172"/>
                <a:gd name="connsiteX2" fmla="*/ 514350 w 6343650"/>
                <a:gd name="connsiteY2" fmla="*/ 3803928 h 4111172"/>
                <a:gd name="connsiteX3" fmla="*/ 652462 w 6343650"/>
                <a:gd name="connsiteY3" fmla="*/ 3596760 h 4111172"/>
                <a:gd name="connsiteX4" fmla="*/ 778669 w 6343650"/>
                <a:gd name="connsiteY4" fmla="*/ 3422928 h 4111172"/>
                <a:gd name="connsiteX5" fmla="*/ 1038225 w 6343650"/>
                <a:gd name="connsiteY5" fmla="*/ 2756178 h 4111172"/>
                <a:gd name="connsiteX6" fmla="*/ 1190625 w 6343650"/>
                <a:gd name="connsiteY6" fmla="*/ 2098953 h 4111172"/>
                <a:gd name="connsiteX7" fmla="*/ 1309688 w 6343650"/>
                <a:gd name="connsiteY7" fmla="*/ 1765578 h 4111172"/>
                <a:gd name="connsiteX8" fmla="*/ 1323975 w 6343650"/>
                <a:gd name="connsiteY8" fmla="*/ 1679853 h 4111172"/>
                <a:gd name="connsiteX9" fmla="*/ 1457325 w 6343650"/>
                <a:gd name="connsiteY9" fmla="*/ 1267897 h 4111172"/>
                <a:gd name="connsiteX10" fmla="*/ 1743075 w 6343650"/>
                <a:gd name="connsiteY10" fmla="*/ 574953 h 4111172"/>
                <a:gd name="connsiteX11" fmla="*/ 2009775 w 6343650"/>
                <a:gd name="connsiteY11" fmla="*/ 184428 h 4111172"/>
                <a:gd name="connsiteX12" fmla="*/ 2352675 w 6343650"/>
                <a:gd name="connsiteY12" fmla="*/ 32028 h 4111172"/>
                <a:gd name="connsiteX13" fmla="*/ 2819400 w 6343650"/>
                <a:gd name="connsiteY13" fmla="*/ 32028 h 4111172"/>
                <a:gd name="connsiteX14" fmla="*/ 3095625 w 6343650"/>
                <a:gd name="connsiteY14" fmla="*/ 374928 h 4111172"/>
                <a:gd name="connsiteX15" fmla="*/ 3267075 w 6343650"/>
                <a:gd name="connsiteY15" fmla="*/ 889278 h 4111172"/>
                <a:gd name="connsiteX16" fmla="*/ 3362325 w 6343650"/>
                <a:gd name="connsiteY16" fmla="*/ 1384578 h 4111172"/>
                <a:gd name="connsiteX17" fmla="*/ 3552825 w 6343650"/>
                <a:gd name="connsiteY17" fmla="*/ 1956078 h 4111172"/>
                <a:gd name="connsiteX18" fmla="*/ 3648075 w 6343650"/>
                <a:gd name="connsiteY18" fmla="*/ 2556153 h 4111172"/>
                <a:gd name="connsiteX19" fmla="*/ 3790950 w 6343650"/>
                <a:gd name="connsiteY19" fmla="*/ 3251478 h 4111172"/>
                <a:gd name="connsiteX20" fmla="*/ 4010025 w 6343650"/>
                <a:gd name="connsiteY20" fmla="*/ 3822978 h 4111172"/>
                <a:gd name="connsiteX21" fmla="*/ 4171950 w 6343650"/>
                <a:gd name="connsiteY21" fmla="*/ 4013478 h 4111172"/>
                <a:gd name="connsiteX22" fmla="*/ 4324350 w 6343650"/>
                <a:gd name="connsiteY22" fmla="*/ 4099203 h 4111172"/>
                <a:gd name="connsiteX23" fmla="*/ 4800600 w 6343650"/>
                <a:gd name="connsiteY23" fmla="*/ 3756303 h 4111172"/>
                <a:gd name="connsiteX24" fmla="*/ 5105400 w 6343650"/>
                <a:gd name="connsiteY24" fmla="*/ 3175278 h 4111172"/>
                <a:gd name="connsiteX25" fmla="*/ 5467350 w 6343650"/>
                <a:gd name="connsiteY25" fmla="*/ 2032278 h 4111172"/>
                <a:gd name="connsiteX26" fmla="*/ 5743575 w 6343650"/>
                <a:gd name="connsiteY26" fmla="*/ 1098828 h 4111172"/>
                <a:gd name="connsiteX27" fmla="*/ 6019800 w 6343650"/>
                <a:gd name="connsiteY27" fmla="*/ 422553 h 4111172"/>
                <a:gd name="connsiteX28" fmla="*/ 6229350 w 6343650"/>
                <a:gd name="connsiteY28" fmla="*/ 232053 h 4111172"/>
                <a:gd name="connsiteX29" fmla="*/ 6343650 w 6343650"/>
                <a:gd name="connsiteY29" fmla="*/ 79653 h 4111172"/>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267075 w 6343650"/>
                <a:gd name="connsiteY15" fmla="*/ 888457 h 4110351"/>
                <a:gd name="connsiteX16" fmla="*/ 3362325 w 6343650"/>
                <a:gd name="connsiteY16" fmla="*/ 1383757 h 4110351"/>
                <a:gd name="connsiteX17" fmla="*/ 3552825 w 6343650"/>
                <a:gd name="connsiteY17" fmla="*/ 1955257 h 4110351"/>
                <a:gd name="connsiteX18" fmla="*/ 3648075 w 6343650"/>
                <a:gd name="connsiteY18" fmla="*/ 2555332 h 4110351"/>
                <a:gd name="connsiteX19" fmla="*/ 3790950 w 6343650"/>
                <a:gd name="connsiteY19" fmla="*/ 3250657 h 4110351"/>
                <a:gd name="connsiteX20" fmla="*/ 4010025 w 6343650"/>
                <a:gd name="connsiteY20" fmla="*/ 3822157 h 4110351"/>
                <a:gd name="connsiteX21" fmla="*/ 4171950 w 6343650"/>
                <a:gd name="connsiteY21" fmla="*/ 4012657 h 4110351"/>
                <a:gd name="connsiteX22" fmla="*/ 4324350 w 6343650"/>
                <a:gd name="connsiteY22" fmla="*/ 4098382 h 4110351"/>
                <a:gd name="connsiteX23" fmla="*/ 4800600 w 6343650"/>
                <a:gd name="connsiteY23" fmla="*/ 3755482 h 4110351"/>
                <a:gd name="connsiteX24" fmla="*/ 5105400 w 6343650"/>
                <a:gd name="connsiteY24" fmla="*/ 3174457 h 4110351"/>
                <a:gd name="connsiteX25" fmla="*/ 5467350 w 6343650"/>
                <a:gd name="connsiteY25" fmla="*/ 2031457 h 4110351"/>
                <a:gd name="connsiteX26" fmla="*/ 5743575 w 6343650"/>
                <a:gd name="connsiteY26" fmla="*/ 1098007 h 4110351"/>
                <a:gd name="connsiteX27" fmla="*/ 6019800 w 6343650"/>
                <a:gd name="connsiteY27" fmla="*/ 421732 h 4110351"/>
                <a:gd name="connsiteX28" fmla="*/ 6229350 w 6343650"/>
                <a:gd name="connsiteY28" fmla="*/ 231232 h 4110351"/>
                <a:gd name="connsiteX29" fmla="*/ 6343650 w 6343650"/>
                <a:gd name="connsiteY29"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200400 w 6343650"/>
                <a:gd name="connsiteY15" fmla="*/ 667001 h 4110351"/>
                <a:gd name="connsiteX16" fmla="*/ 3267075 w 6343650"/>
                <a:gd name="connsiteY16" fmla="*/ 888457 h 4110351"/>
                <a:gd name="connsiteX17" fmla="*/ 3362325 w 6343650"/>
                <a:gd name="connsiteY17" fmla="*/ 1383757 h 4110351"/>
                <a:gd name="connsiteX18" fmla="*/ 3552825 w 6343650"/>
                <a:gd name="connsiteY18" fmla="*/ 1955257 h 4110351"/>
                <a:gd name="connsiteX19" fmla="*/ 3648075 w 6343650"/>
                <a:gd name="connsiteY19" fmla="*/ 2555332 h 4110351"/>
                <a:gd name="connsiteX20" fmla="*/ 3790950 w 6343650"/>
                <a:gd name="connsiteY20" fmla="*/ 3250657 h 4110351"/>
                <a:gd name="connsiteX21" fmla="*/ 4010025 w 6343650"/>
                <a:gd name="connsiteY21" fmla="*/ 3822157 h 4110351"/>
                <a:gd name="connsiteX22" fmla="*/ 4171950 w 6343650"/>
                <a:gd name="connsiteY22" fmla="*/ 4012657 h 4110351"/>
                <a:gd name="connsiteX23" fmla="*/ 4324350 w 6343650"/>
                <a:gd name="connsiteY23" fmla="*/ 4098382 h 4110351"/>
                <a:gd name="connsiteX24" fmla="*/ 4800600 w 6343650"/>
                <a:gd name="connsiteY24" fmla="*/ 3755482 h 4110351"/>
                <a:gd name="connsiteX25" fmla="*/ 5105400 w 6343650"/>
                <a:gd name="connsiteY25" fmla="*/ 3174457 h 4110351"/>
                <a:gd name="connsiteX26" fmla="*/ 5467350 w 6343650"/>
                <a:gd name="connsiteY26" fmla="*/ 2031457 h 4110351"/>
                <a:gd name="connsiteX27" fmla="*/ 5743575 w 6343650"/>
                <a:gd name="connsiteY27" fmla="*/ 1098007 h 4110351"/>
                <a:gd name="connsiteX28" fmla="*/ 6019800 w 6343650"/>
                <a:gd name="connsiteY28" fmla="*/ 421732 h 4110351"/>
                <a:gd name="connsiteX29" fmla="*/ 6229350 w 6343650"/>
                <a:gd name="connsiteY29" fmla="*/ 231232 h 4110351"/>
                <a:gd name="connsiteX30" fmla="*/ 6343650 w 6343650"/>
                <a:gd name="connsiteY30"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178969 w 6343650"/>
                <a:gd name="connsiteY15" fmla="*/ 667001 h 4110351"/>
                <a:gd name="connsiteX16" fmla="*/ 3267075 w 6343650"/>
                <a:gd name="connsiteY16" fmla="*/ 888457 h 4110351"/>
                <a:gd name="connsiteX17" fmla="*/ 3362325 w 6343650"/>
                <a:gd name="connsiteY17" fmla="*/ 1383757 h 4110351"/>
                <a:gd name="connsiteX18" fmla="*/ 3552825 w 6343650"/>
                <a:gd name="connsiteY18" fmla="*/ 1955257 h 4110351"/>
                <a:gd name="connsiteX19" fmla="*/ 3648075 w 6343650"/>
                <a:gd name="connsiteY19" fmla="*/ 2555332 h 4110351"/>
                <a:gd name="connsiteX20" fmla="*/ 3790950 w 6343650"/>
                <a:gd name="connsiteY20" fmla="*/ 3250657 h 4110351"/>
                <a:gd name="connsiteX21" fmla="*/ 4010025 w 6343650"/>
                <a:gd name="connsiteY21" fmla="*/ 3822157 h 4110351"/>
                <a:gd name="connsiteX22" fmla="*/ 4171950 w 6343650"/>
                <a:gd name="connsiteY22" fmla="*/ 4012657 h 4110351"/>
                <a:gd name="connsiteX23" fmla="*/ 4324350 w 6343650"/>
                <a:gd name="connsiteY23" fmla="*/ 4098382 h 4110351"/>
                <a:gd name="connsiteX24" fmla="*/ 4800600 w 6343650"/>
                <a:gd name="connsiteY24" fmla="*/ 3755482 h 4110351"/>
                <a:gd name="connsiteX25" fmla="*/ 5105400 w 6343650"/>
                <a:gd name="connsiteY25" fmla="*/ 3174457 h 4110351"/>
                <a:gd name="connsiteX26" fmla="*/ 5467350 w 6343650"/>
                <a:gd name="connsiteY26" fmla="*/ 2031457 h 4110351"/>
                <a:gd name="connsiteX27" fmla="*/ 5743575 w 6343650"/>
                <a:gd name="connsiteY27" fmla="*/ 1098007 h 4110351"/>
                <a:gd name="connsiteX28" fmla="*/ 6019800 w 6343650"/>
                <a:gd name="connsiteY28" fmla="*/ 421732 h 4110351"/>
                <a:gd name="connsiteX29" fmla="*/ 6229350 w 6343650"/>
                <a:gd name="connsiteY29" fmla="*/ 231232 h 4110351"/>
                <a:gd name="connsiteX30" fmla="*/ 6343650 w 6343650"/>
                <a:gd name="connsiteY30"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178969 w 6343650"/>
                <a:gd name="connsiteY15" fmla="*/ 667001 h 4110351"/>
                <a:gd name="connsiteX16" fmla="*/ 3250406 w 6343650"/>
                <a:gd name="connsiteY16" fmla="*/ 897982 h 4110351"/>
                <a:gd name="connsiteX17" fmla="*/ 3362325 w 6343650"/>
                <a:gd name="connsiteY17" fmla="*/ 1383757 h 4110351"/>
                <a:gd name="connsiteX18" fmla="*/ 3552825 w 6343650"/>
                <a:gd name="connsiteY18" fmla="*/ 1955257 h 4110351"/>
                <a:gd name="connsiteX19" fmla="*/ 3648075 w 6343650"/>
                <a:gd name="connsiteY19" fmla="*/ 2555332 h 4110351"/>
                <a:gd name="connsiteX20" fmla="*/ 3790950 w 6343650"/>
                <a:gd name="connsiteY20" fmla="*/ 3250657 h 4110351"/>
                <a:gd name="connsiteX21" fmla="*/ 4010025 w 6343650"/>
                <a:gd name="connsiteY21" fmla="*/ 3822157 h 4110351"/>
                <a:gd name="connsiteX22" fmla="*/ 4171950 w 6343650"/>
                <a:gd name="connsiteY22" fmla="*/ 4012657 h 4110351"/>
                <a:gd name="connsiteX23" fmla="*/ 4324350 w 6343650"/>
                <a:gd name="connsiteY23" fmla="*/ 4098382 h 4110351"/>
                <a:gd name="connsiteX24" fmla="*/ 4800600 w 6343650"/>
                <a:gd name="connsiteY24" fmla="*/ 3755482 h 4110351"/>
                <a:gd name="connsiteX25" fmla="*/ 5105400 w 6343650"/>
                <a:gd name="connsiteY25" fmla="*/ 3174457 h 4110351"/>
                <a:gd name="connsiteX26" fmla="*/ 5467350 w 6343650"/>
                <a:gd name="connsiteY26" fmla="*/ 2031457 h 4110351"/>
                <a:gd name="connsiteX27" fmla="*/ 5743575 w 6343650"/>
                <a:gd name="connsiteY27" fmla="*/ 1098007 h 4110351"/>
                <a:gd name="connsiteX28" fmla="*/ 6019800 w 6343650"/>
                <a:gd name="connsiteY28" fmla="*/ 421732 h 4110351"/>
                <a:gd name="connsiteX29" fmla="*/ 6229350 w 6343650"/>
                <a:gd name="connsiteY29" fmla="*/ 231232 h 4110351"/>
                <a:gd name="connsiteX30" fmla="*/ 6343650 w 6343650"/>
                <a:gd name="connsiteY30"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178969 w 6343650"/>
                <a:gd name="connsiteY15" fmla="*/ 667001 h 4110351"/>
                <a:gd name="connsiteX16" fmla="*/ 3250406 w 6343650"/>
                <a:gd name="connsiteY16" fmla="*/ 897982 h 4110351"/>
                <a:gd name="connsiteX17" fmla="*/ 3369468 w 6343650"/>
                <a:gd name="connsiteY17" fmla="*/ 1383757 h 4110351"/>
                <a:gd name="connsiteX18" fmla="*/ 3552825 w 6343650"/>
                <a:gd name="connsiteY18" fmla="*/ 1955257 h 4110351"/>
                <a:gd name="connsiteX19" fmla="*/ 3648075 w 6343650"/>
                <a:gd name="connsiteY19" fmla="*/ 2555332 h 4110351"/>
                <a:gd name="connsiteX20" fmla="*/ 3790950 w 6343650"/>
                <a:gd name="connsiteY20" fmla="*/ 3250657 h 4110351"/>
                <a:gd name="connsiteX21" fmla="*/ 4010025 w 6343650"/>
                <a:gd name="connsiteY21" fmla="*/ 3822157 h 4110351"/>
                <a:gd name="connsiteX22" fmla="*/ 4171950 w 6343650"/>
                <a:gd name="connsiteY22" fmla="*/ 4012657 h 4110351"/>
                <a:gd name="connsiteX23" fmla="*/ 4324350 w 6343650"/>
                <a:gd name="connsiteY23" fmla="*/ 4098382 h 4110351"/>
                <a:gd name="connsiteX24" fmla="*/ 4800600 w 6343650"/>
                <a:gd name="connsiteY24" fmla="*/ 3755482 h 4110351"/>
                <a:gd name="connsiteX25" fmla="*/ 5105400 w 6343650"/>
                <a:gd name="connsiteY25" fmla="*/ 3174457 h 4110351"/>
                <a:gd name="connsiteX26" fmla="*/ 5467350 w 6343650"/>
                <a:gd name="connsiteY26" fmla="*/ 2031457 h 4110351"/>
                <a:gd name="connsiteX27" fmla="*/ 5743575 w 6343650"/>
                <a:gd name="connsiteY27" fmla="*/ 1098007 h 4110351"/>
                <a:gd name="connsiteX28" fmla="*/ 6019800 w 6343650"/>
                <a:gd name="connsiteY28" fmla="*/ 421732 h 4110351"/>
                <a:gd name="connsiteX29" fmla="*/ 6229350 w 6343650"/>
                <a:gd name="connsiteY29" fmla="*/ 231232 h 4110351"/>
                <a:gd name="connsiteX30" fmla="*/ 6343650 w 6343650"/>
                <a:gd name="connsiteY30"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178969 w 6343650"/>
                <a:gd name="connsiteY15" fmla="*/ 667001 h 4110351"/>
                <a:gd name="connsiteX16" fmla="*/ 3250406 w 6343650"/>
                <a:gd name="connsiteY16" fmla="*/ 897982 h 4110351"/>
                <a:gd name="connsiteX17" fmla="*/ 3369468 w 6343650"/>
                <a:gd name="connsiteY17" fmla="*/ 1383757 h 4110351"/>
                <a:gd name="connsiteX18" fmla="*/ 3531394 w 6343650"/>
                <a:gd name="connsiteY18" fmla="*/ 1955257 h 4110351"/>
                <a:gd name="connsiteX19" fmla="*/ 3648075 w 6343650"/>
                <a:gd name="connsiteY19" fmla="*/ 2555332 h 4110351"/>
                <a:gd name="connsiteX20" fmla="*/ 3790950 w 6343650"/>
                <a:gd name="connsiteY20" fmla="*/ 3250657 h 4110351"/>
                <a:gd name="connsiteX21" fmla="*/ 4010025 w 6343650"/>
                <a:gd name="connsiteY21" fmla="*/ 3822157 h 4110351"/>
                <a:gd name="connsiteX22" fmla="*/ 4171950 w 6343650"/>
                <a:gd name="connsiteY22" fmla="*/ 4012657 h 4110351"/>
                <a:gd name="connsiteX23" fmla="*/ 4324350 w 6343650"/>
                <a:gd name="connsiteY23" fmla="*/ 4098382 h 4110351"/>
                <a:gd name="connsiteX24" fmla="*/ 4800600 w 6343650"/>
                <a:gd name="connsiteY24" fmla="*/ 3755482 h 4110351"/>
                <a:gd name="connsiteX25" fmla="*/ 5105400 w 6343650"/>
                <a:gd name="connsiteY25" fmla="*/ 3174457 h 4110351"/>
                <a:gd name="connsiteX26" fmla="*/ 5467350 w 6343650"/>
                <a:gd name="connsiteY26" fmla="*/ 2031457 h 4110351"/>
                <a:gd name="connsiteX27" fmla="*/ 5743575 w 6343650"/>
                <a:gd name="connsiteY27" fmla="*/ 1098007 h 4110351"/>
                <a:gd name="connsiteX28" fmla="*/ 6019800 w 6343650"/>
                <a:gd name="connsiteY28" fmla="*/ 421732 h 4110351"/>
                <a:gd name="connsiteX29" fmla="*/ 6229350 w 6343650"/>
                <a:gd name="connsiteY29" fmla="*/ 231232 h 4110351"/>
                <a:gd name="connsiteX30" fmla="*/ 6343650 w 6343650"/>
                <a:gd name="connsiteY30"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178969 w 6343650"/>
                <a:gd name="connsiteY15" fmla="*/ 667001 h 4110351"/>
                <a:gd name="connsiteX16" fmla="*/ 3250406 w 6343650"/>
                <a:gd name="connsiteY16" fmla="*/ 897982 h 4110351"/>
                <a:gd name="connsiteX17" fmla="*/ 3369468 w 6343650"/>
                <a:gd name="connsiteY17" fmla="*/ 1383757 h 4110351"/>
                <a:gd name="connsiteX18" fmla="*/ 3531394 w 6343650"/>
                <a:gd name="connsiteY18" fmla="*/ 1955257 h 4110351"/>
                <a:gd name="connsiteX19" fmla="*/ 3648075 w 6343650"/>
                <a:gd name="connsiteY19" fmla="*/ 2555332 h 4110351"/>
                <a:gd name="connsiteX20" fmla="*/ 3709988 w 6343650"/>
                <a:gd name="connsiteY20" fmla="*/ 2891088 h 4110351"/>
                <a:gd name="connsiteX21" fmla="*/ 3790950 w 6343650"/>
                <a:gd name="connsiteY21" fmla="*/ 3250657 h 4110351"/>
                <a:gd name="connsiteX22" fmla="*/ 4010025 w 6343650"/>
                <a:gd name="connsiteY22" fmla="*/ 3822157 h 4110351"/>
                <a:gd name="connsiteX23" fmla="*/ 4171950 w 6343650"/>
                <a:gd name="connsiteY23" fmla="*/ 4012657 h 4110351"/>
                <a:gd name="connsiteX24" fmla="*/ 4324350 w 6343650"/>
                <a:gd name="connsiteY24" fmla="*/ 4098382 h 4110351"/>
                <a:gd name="connsiteX25" fmla="*/ 4800600 w 6343650"/>
                <a:gd name="connsiteY25" fmla="*/ 3755482 h 4110351"/>
                <a:gd name="connsiteX26" fmla="*/ 5105400 w 6343650"/>
                <a:gd name="connsiteY26" fmla="*/ 3174457 h 4110351"/>
                <a:gd name="connsiteX27" fmla="*/ 5467350 w 6343650"/>
                <a:gd name="connsiteY27" fmla="*/ 2031457 h 4110351"/>
                <a:gd name="connsiteX28" fmla="*/ 5743575 w 6343650"/>
                <a:gd name="connsiteY28" fmla="*/ 1098007 h 4110351"/>
                <a:gd name="connsiteX29" fmla="*/ 6019800 w 6343650"/>
                <a:gd name="connsiteY29" fmla="*/ 421732 h 4110351"/>
                <a:gd name="connsiteX30" fmla="*/ 6229350 w 6343650"/>
                <a:gd name="connsiteY30" fmla="*/ 231232 h 4110351"/>
                <a:gd name="connsiteX31" fmla="*/ 6343650 w 6343650"/>
                <a:gd name="connsiteY31"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178969 w 6343650"/>
                <a:gd name="connsiteY15" fmla="*/ 667001 h 4110351"/>
                <a:gd name="connsiteX16" fmla="*/ 3250406 w 6343650"/>
                <a:gd name="connsiteY16" fmla="*/ 897982 h 4110351"/>
                <a:gd name="connsiteX17" fmla="*/ 3369468 w 6343650"/>
                <a:gd name="connsiteY17" fmla="*/ 1383757 h 4110351"/>
                <a:gd name="connsiteX18" fmla="*/ 3531394 w 6343650"/>
                <a:gd name="connsiteY18" fmla="*/ 1955257 h 4110351"/>
                <a:gd name="connsiteX19" fmla="*/ 3648075 w 6343650"/>
                <a:gd name="connsiteY19" fmla="*/ 2555332 h 4110351"/>
                <a:gd name="connsiteX20" fmla="*/ 3738563 w 6343650"/>
                <a:gd name="connsiteY20" fmla="*/ 2886325 h 4110351"/>
                <a:gd name="connsiteX21" fmla="*/ 3790950 w 6343650"/>
                <a:gd name="connsiteY21" fmla="*/ 3250657 h 4110351"/>
                <a:gd name="connsiteX22" fmla="*/ 4010025 w 6343650"/>
                <a:gd name="connsiteY22" fmla="*/ 3822157 h 4110351"/>
                <a:gd name="connsiteX23" fmla="*/ 4171950 w 6343650"/>
                <a:gd name="connsiteY23" fmla="*/ 4012657 h 4110351"/>
                <a:gd name="connsiteX24" fmla="*/ 4324350 w 6343650"/>
                <a:gd name="connsiteY24" fmla="*/ 4098382 h 4110351"/>
                <a:gd name="connsiteX25" fmla="*/ 4800600 w 6343650"/>
                <a:gd name="connsiteY25" fmla="*/ 3755482 h 4110351"/>
                <a:gd name="connsiteX26" fmla="*/ 5105400 w 6343650"/>
                <a:gd name="connsiteY26" fmla="*/ 3174457 h 4110351"/>
                <a:gd name="connsiteX27" fmla="*/ 5467350 w 6343650"/>
                <a:gd name="connsiteY27" fmla="*/ 2031457 h 4110351"/>
                <a:gd name="connsiteX28" fmla="*/ 5743575 w 6343650"/>
                <a:gd name="connsiteY28" fmla="*/ 1098007 h 4110351"/>
                <a:gd name="connsiteX29" fmla="*/ 6019800 w 6343650"/>
                <a:gd name="connsiteY29" fmla="*/ 421732 h 4110351"/>
                <a:gd name="connsiteX30" fmla="*/ 6229350 w 6343650"/>
                <a:gd name="connsiteY30" fmla="*/ 231232 h 4110351"/>
                <a:gd name="connsiteX31" fmla="*/ 6343650 w 6343650"/>
                <a:gd name="connsiteY31" fmla="*/ 78832 h 4110351"/>
                <a:gd name="connsiteX0" fmla="*/ 0 w 6343650"/>
                <a:gd name="connsiteY0" fmla="*/ 4060282 h 4110351"/>
                <a:gd name="connsiteX1" fmla="*/ 228600 w 6343650"/>
                <a:gd name="connsiteY1" fmla="*/ 4079332 h 4110351"/>
                <a:gd name="connsiteX2" fmla="*/ 514350 w 6343650"/>
                <a:gd name="connsiteY2" fmla="*/ 3803107 h 4110351"/>
                <a:gd name="connsiteX3" fmla="*/ 652462 w 6343650"/>
                <a:gd name="connsiteY3" fmla="*/ 3595939 h 4110351"/>
                <a:gd name="connsiteX4" fmla="*/ 778669 w 6343650"/>
                <a:gd name="connsiteY4" fmla="*/ 3422107 h 4110351"/>
                <a:gd name="connsiteX5" fmla="*/ 1038225 w 6343650"/>
                <a:gd name="connsiteY5" fmla="*/ 2755357 h 4110351"/>
                <a:gd name="connsiteX6" fmla="*/ 1190625 w 6343650"/>
                <a:gd name="connsiteY6" fmla="*/ 2098132 h 4110351"/>
                <a:gd name="connsiteX7" fmla="*/ 1309688 w 6343650"/>
                <a:gd name="connsiteY7" fmla="*/ 1764757 h 4110351"/>
                <a:gd name="connsiteX8" fmla="*/ 1323975 w 6343650"/>
                <a:gd name="connsiteY8" fmla="*/ 1679032 h 4110351"/>
                <a:gd name="connsiteX9" fmla="*/ 1457325 w 6343650"/>
                <a:gd name="connsiteY9" fmla="*/ 1267076 h 4110351"/>
                <a:gd name="connsiteX10" fmla="*/ 1743075 w 6343650"/>
                <a:gd name="connsiteY10" fmla="*/ 574132 h 4110351"/>
                <a:gd name="connsiteX11" fmla="*/ 2009775 w 6343650"/>
                <a:gd name="connsiteY11" fmla="*/ 166938 h 4110351"/>
                <a:gd name="connsiteX12" fmla="*/ 2352675 w 6343650"/>
                <a:gd name="connsiteY12" fmla="*/ 31207 h 4110351"/>
                <a:gd name="connsiteX13" fmla="*/ 2819400 w 6343650"/>
                <a:gd name="connsiteY13" fmla="*/ 31207 h 4110351"/>
                <a:gd name="connsiteX14" fmla="*/ 3095625 w 6343650"/>
                <a:gd name="connsiteY14" fmla="*/ 374107 h 4110351"/>
                <a:gd name="connsiteX15" fmla="*/ 3178969 w 6343650"/>
                <a:gd name="connsiteY15" fmla="*/ 667001 h 4110351"/>
                <a:gd name="connsiteX16" fmla="*/ 3250406 w 6343650"/>
                <a:gd name="connsiteY16" fmla="*/ 897982 h 4110351"/>
                <a:gd name="connsiteX17" fmla="*/ 3369468 w 6343650"/>
                <a:gd name="connsiteY17" fmla="*/ 1383757 h 4110351"/>
                <a:gd name="connsiteX18" fmla="*/ 3531394 w 6343650"/>
                <a:gd name="connsiteY18" fmla="*/ 1955257 h 4110351"/>
                <a:gd name="connsiteX19" fmla="*/ 3648075 w 6343650"/>
                <a:gd name="connsiteY19" fmla="*/ 2555332 h 4110351"/>
                <a:gd name="connsiteX20" fmla="*/ 3738563 w 6343650"/>
                <a:gd name="connsiteY20" fmla="*/ 2886325 h 4110351"/>
                <a:gd name="connsiteX21" fmla="*/ 3802856 w 6343650"/>
                <a:gd name="connsiteY21" fmla="*/ 3248276 h 4110351"/>
                <a:gd name="connsiteX22" fmla="*/ 4010025 w 6343650"/>
                <a:gd name="connsiteY22" fmla="*/ 3822157 h 4110351"/>
                <a:gd name="connsiteX23" fmla="*/ 4171950 w 6343650"/>
                <a:gd name="connsiteY23" fmla="*/ 4012657 h 4110351"/>
                <a:gd name="connsiteX24" fmla="*/ 4324350 w 6343650"/>
                <a:gd name="connsiteY24" fmla="*/ 4098382 h 4110351"/>
                <a:gd name="connsiteX25" fmla="*/ 4800600 w 6343650"/>
                <a:gd name="connsiteY25" fmla="*/ 3755482 h 4110351"/>
                <a:gd name="connsiteX26" fmla="*/ 5105400 w 6343650"/>
                <a:gd name="connsiteY26" fmla="*/ 3174457 h 4110351"/>
                <a:gd name="connsiteX27" fmla="*/ 5467350 w 6343650"/>
                <a:gd name="connsiteY27" fmla="*/ 2031457 h 4110351"/>
                <a:gd name="connsiteX28" fmla="*/ 5743575 w 6343650"/>
                <a:gd name="connsiteY28" fmla="*/ 1098007 h 4110351"/>
                <a:gd name="connsiteX29" fmla="*/ 6019800 w 6343650"/>
                <a:gd name="connsiteY29" fmla="*/ 421732 h 4110351"/>
                <a:gd name="connsiteX30" fmla="*/ 6229350 w 6343650"/>
                <a:gd name="connsiteY30" fmla="*/ 231232 h 4110351"/>
                <a:gd name="connsiteX31" fmla="*/ 6343650 w 6343650"/>
                <a:gd name="connsiteY31" fmla="*/ 78832 h 4110351"/>
                <a:gd name="connsiteX0" fmla="*/ 0 w 6343650"/>
                <a:gd name="connsiteY0" fmla="*/ 4060282 h 4112921"/>
                <a:gd name="connsiteX1" fmla="*/ 228600 w 6343650"/>
                <a:gd name="connsiteY1" fmla="*/ 4079332 h 4112921"/>
                <a:gd name="connsiteX2" fmla="*/ 514350 w 6343650"/>
                <a:gd name="connsiteY2" fmla="*/ 3803107 h 4112921"/>
                <a:gd name="connsiteX3" fmla="*/ 652462 w 6343650"/>
                <a:gd name="connsiteY3" fmla="*/ 3595939 h 4112921"/>
                <a:gd name="connsiteX4" fmla="*/ 778669 w 6343650"/>
                <a:gd name="connsiteY4" fmla="*/ 3422107 h 4112921"/>
                <a:gd name="connsiteX5" fmla="*/ 1038225 w 6343650"/>
                <a:gd name="connsiteY5" fmla="*/ 2755357 h 4112921"/>
                <a:gd name="connsiteX6" fmla="*/ 1190625 w 6343650"/>
                <a:gd name="connsiteY6" fmla="*/ 2098132 h 4112921"/>
                <a:gd name="connsiteX7" fmla="*/ 1309688 w 6343650"/>
                <a:gd name="connsiteY7" fmla="*/ 1764757 h 4112921"/>
                <a:gd name="connsiteX8" fmla="*/ 1323975 w 6343650"/>
                <a:gd name="connsiteY8" fmla="*/ 1679032 h 4112921"/>
                <a:gd name="connsiteX9" fmla="*/ 1457325 w 6343650"/>
                <a:gd name="connsiteY9" fmla="*/ 1267076 h 4112921"/>
                <a:gd name="connsiteX10" fmla="*/ 1743075 w 6343650"/>
                <a:gd name="connsiteY10" fmla="*/ 574132 h 4112921"/>
                <a:gd name="connsiteX11" fmla="*/ 2009775 w 6343650"/>
                <a:gd name="connsiteY11" fmla="*/ 166938 h 4112921"/>
                <a:gd name="connsiteX12" fmla="*/ 2352675 w 6343650"/>
                <a:gd name="connsiteY12" fmla="*/ 31207 h 4112921"/>
                <a:gd name="connsiteX13" fmla="*/ 2819400 w 6343650"/>
                <a:gd name="connsiteY13" fmla="*/ 31207 h 4112921"/>
                <a:gd name="connsiteX14" fmla="*/ 3095625 w 6343650"/>
                <a:gd name="connsiteY14" fmla="*/ 374107 h 4112921"/>
                <a:gd name="connsiteX15" fmla="*/ 3178969 w 6343650"/>
                <a:gd name="connsiteY15" fmla="*/ 667001 h 4112921"/>
                <a:gd name="connsiteX16" fmla="*/ 3250406 w 6343650"/>
                <a:gd name="connsiteY16" fmla="*/ 897982 h 4112921"/>
                <a:gd name="connsiteX17" fmla="*/ 3369468 w 6343650"/>
                <a:gd name="connsiteY17" fmla="*/ 1383757 h 4112921"/>
                <a:gd name="connsiteX18" fmla="*/ 3531394 w 6343650"/>
                <a:gd name="connsiteY18" fmla="*/ 1955257 h 4112921"/>
                <a:gd name="connsiteX19" fmla="*/ 3648075 w 6343650"/>
                <a:gd name="connsiteY19" fmla="*/ 2555332 h 4112921"/>
                <a:gd name="connsiteX20" fmla="*/ 3738563 w 6343650"/>
                <a:gd name="connsiteY20" fmla="*/ 2886325 h 4112921"/>
                <a:gd name="connsiteX21" fmla="*/ 3802856 w 6343650"/>
                <a:gd name="connsiteY21" fmla="*/ 3248276 h 4112921"/>
                <a:gd name="connsiteX22" fmla="*/ 4010025 w 6343650"/>
                <a:gd name="connsiteY22" fmla="*/ 3822157 h 4112921"/>
                <a:gd name="connsiteX23" fmla="*/ 4167187 w 6343650"/>
                <a:gd name="connsiteY23" fmla="*/ 4026945 h 4112921"/>
                <a:gd name="connsiteX24" fmla="*/ 4324350 w 6343650"/>
                <a:gd name="connsiteY24" fmla="*/ 4098382 h 4112921"/>
                <a:gd name="connsiteX25" fmla="*/ 4800600 w 6343650"/>
                <a:gd name="connsiteY25" fmla="*/ 3755482 h 4112921"/>
                <a:gd name="connsiteX26" fmla="*/ 5105400 w 6343650"/>
                <a:gd name="connsiteY26" fmla="*/ 3174457 h 4112921"/>
                <a:gd name="connsiteX27" fmla="*/ 5467350 w 6343650"/>
                <a:gd name="connsiteY27" fmla="*/ 2031457 h 4112921"/>
                <a:gd name="connsiteX28" fmla="*/ 5743575 w 6343650"/>
                <a:gd name="connsiteY28" fmla="*/ 1098007 h 4112921"/>
                <a:gd name="connsiteX29" fmla="*/ 6019800 w 6343650"/>
                <a:gd name="connsiteY29" fmla="*/ 421732 h 4112921"/>
                <a:gd name="connsiteX30" fmla="*/ 6229350 w 6343650"/>
                <a:gd name="connsiteY30" fmla="*/ 231232 h 4112921"/>
                <a:gd name="connsiteX31" fmla="*/ 6343650 w 6343650"/>
                <a:gd name="connsiteY31" fmla="*/ 78832 h 4112921"/>
                <a:gd name="connsiteX0" fmla="*/ 0 w 6343650"/>
                <a:gd name="connsiteY0" fmla="*/ 4060282 h 4112921"/>
                <a:gd name="connsiteX1" fmla="*/ 228600 w 6343650"/>
                <a:gd name="connsiteY1" fmla="*/ 4079332 h 4112921"/>
                <a:gd name="connsiteX2" fmla="*/ 514350 w 6343650"/>
                <a:gd name="connsiteY2" fmla="*/ 3803107 h 4112921"/>
                <a:gd name="connsiteX3" fmla="*/ 652462 w 6343650"/>
                <a:gd name="connsiteY3" fmla="*/ 3595939 h 4112921"/>
                <a:gd name="connsiteX4" fmla="*/ 778669 w 6343650"/>
                <a:gd name="connsiteY4" fmla="*/ 3422107 h 4112921"/>
                <a:gd name="connsiteX5" fmla="*/ 1038225 w 6343650"/>
                <a:gd name="connsiteY5" fmla="*/ 2755357 h 4112921"/>
                <a:gd name="connsiteX6" fmla="*/ 1190625 w 6343650"/>
                <a:gd name="connsiteY6" fmla="*/ 2098132 h 4112921"/>
                <a:gd name="connsiteX7" fmla="*/ 1309688 w 6343650"/>
                <a:gd name="connsiteY7" fmla="*/ 1764757 h 4112921"/>
                <a:gd name="connsiteX8" fmla="*/ 1323975 w 6343650"/>
                <a:gd name="connsiteY8" fmla="*/ 1679032 h 4112921"/>
                <a:gd name="connsiteX9" fmla="*/ 1457325 w 6343650"/>
                <a:gd name="connsiteY9" fmla="*/ 1267076 h 4112921"/>
                <a:gd name="connsiteX10" fmla="*/ 1743075 w 6343650"/>
                <a:gd name="connsiteY10" fmla="*/ 574132 h 4112921"/>
                <a:gd name="connsiteX11" fmla="*/ 2009775 w 6343650"/>
                <a:gd name="connsiteY11" fmla="*/ 166938 h 4112921"/>
                <a:gd name="connsiteX12" fmla="*/ 2352675 w 6343650"/>
                <a:gd name="connsiteY12" fmla="*/ 31207 h 4112921"/>
                <a:gd name="connsiteX13" fmla="*/ 2819400 w 6343650"/>
                <a:gd name="connsiteY13" fmla="*/ 31207 h 4112921"/>
                <a:gd name="connsiteX14" fmla="*/ 3095625 w 6343650"/>
                <a:gd name="connsiteY14" fmla="*/ 374107 h 4112921"/>
                <a:gd name="connsiteX15" fmla="*/ 3178969 w 6343650"/>
                <a:gd name="connsiteY15" fmla="*/ 667001 h 4112921"/>
                <a:gd name="connsiteX16" fmla="*/ 3250406 w 6343650"/>
                <a:gd name="connsiteY16" fmla="*/ 897982 h 4112921"/>
                <a:gd name="connsiteX17" fmla="*/ 3369468 w 6343650"/>
                <a:gd name="connsiteY17" fmla="*/ 1383757 h 4112921"/>
                <a:gd name="connsiteX18" fmla="*/ 3531394 w 6343650"/>
                <a:gd name="connsiteY18" fmla="*/ 1955257 h 4112921"/>
                <a:gd name="connsiteX19" fmla="*/ 3648075 w 6343650"/>
                <a:gd name="connsiteY19" fmla="*/ 2555332 h 4112921"/>
                <a:gd name="connsiteX20" fmla="*/ 3738563 w 6343650"/>
                <a:gd name="connsiteY20" fmla="*/ 2886325 h 4112921"/>
                <a:gd name="connsiteX21" fmla="*/ 3802856 w 6343650"/>
                <a:gd name="connsiteY21" fmla="*/ 3248276 h 4112921"/>
                <a:gd name="connsiteX22" fmla="*/ 4010025 w 6343650"/>
                <a:gd name="connsiteY22" fmla="*/ 3822157 h 4112921"/>
                <a:gd name="connsiteX23" fmla="*/ 4167187 w 6343650"/>
                <a:gd name="connsiteY23" fmla="*/ 4026945 h 4112921"/>
                <a:gd name="connsiteX24" fmla="*/ 4398168 w 6343650"/>
                <a:gd name="connsiteY24" fmla="*/ 4098382 h 4112921"/>
                <a:gd name="connsiteX25" fmla="*/ 4800600 w 6343650"/>
                <a:gd name="connsiteY25" fmla="*/ 3755482 h 4112921"/>
                <a:gd name="connsiteX26" fmla="*/ 5105400 w 6343650"/>
                <a:gd name="connsiteY26" fmla="*/ 3174457 h 4112921"/>
                <a:gd name="connsiteX27" fmla="*/ 5467350 w 6343650"/>
                <a:gd name="connsiteY27" fmla="*/ 2031457 h 4112921"/>
                <a:gd name="connsiteX28" fmla="*/ 5743575 w 6343650"/>
                <a:gd name="connsiteY28" fmla="*/ 1098007 h 4112921"/>
                <a:gd name="connsiteX29" fmla="*/ 6019800 w 6343650"/>
                <a:gd name="connsiteY29" fmla="*/ 421732 h 4112921"/>
                <a:gd name="connsiteX30" fmla="*/ 6229350 w 6343650"/>
                <a:gd name="connsiteY30" fmla="*/ 231232 h 4112921"/>
                <a:gd name="connsiteX31" fmla="*/ 6343650 w 6343650"/>
                <a:gd name="connsiteY31" fmla="*/ 78832 h 4112921"/>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5105400 w 6343650"/>
                <a:gd name="connsiteY26" fmla="*/ 3174457 h 4113896"/>
                <a:gd name="connsiteX27" fmla="*/ 5467350 w 6343650"/>
                <a:gd name="connsiteY27" fmla="*/ 2031457 h 4113896"/>
                <a:gd name="connsiteX28" fmla="*/ 5743575 w 6343650"/>
                <a:gd name="connsiteY28" fmla="*/ 1098007 h 4113896"/>
                <a:gd name="connsiteX29" fmla="*/ 6019800 w 6343650"/>
                <a:gd name="connsiteY29" fmla="*/ 421732 h 4113896"/>
                <a:gd name="connsiteX30" fmla="*/ 6229350 w 6343650"/>
                <a:gd name="connsiteY30" fmla="*/ 231232 h 4113896"/>
                <a:gd name="connsiteX31" fmla="*/ 6343650 w 6343650"/>
                <a:gd name="connsiteY31"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5114925 w 6343650"/>
                <a:gd name="connsiteY26" fmla="*/ 3174457 h 4113896"/>
                <a:gd name="connsiteX27" fmla="*/ 5467350 w 6343650"/>
                <a:gd name="connsiteY27" fmla="*/ 2031457 h 4113896"/>
                <a:gd name="connsiteX28" fmla="*/ 5743575 w 6343650"/>
                <a:gd name="connsiteY28" fmla="*/ 1098007 h 4113896"/>
                <a:gd name="connsiteX29" fmla="*/ 6019800 w 6343650"/>
                <a:gd name="connsiteY29" fmla="*/ 421732 h 4113896"/>
                <a:gd name="connsiteX30" fmla="*/ 6229350 w 6343650"/>
                <a:gd name="connsiteY30" fmla="*/ 231232 h 4113896"/>
                <a:gd name="connsiteX31" fmla="*/ 6343650 w 6343650"/>
                <a:gd name="connsiteY31"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4972050 w 6343650"/>
                <a:gd name="connsiteY26" fmla="*/ 3495925 h 4113896"/>
                <a:gd name="connsiteX27" fmla="*/ 5114925 w 6343650"/>
                <a:gd name="connsiteY27" fmla="*/ 3174457 h 4113896"/>
                <a:gd name="connsiteX28" fmla="*/ 5467350 w 6343650"/>
                <a:gd name="connsiteY28" fmla="*/ 2031457 h 4113896"/>
                <a:gd name="connsiteX29" fmla="*/ 5743575 w 6343650"/>
                <a:gd name="connsiteY29" fmla="*/ 1098007 h 4113896"/>
                <a:gd name="connsiteX30" fmla="*/ 6019800 w 6343650"/>
                <a:gd name="connsiteY30" fmla="*/ 421732 h 4113896"/>
                <a:gd name="connsiteX31" fmla="*/ 6229350 w 6343650"/>
                <a:gd name="connsiteY31" fmla="*/ 231232 h 4113896"/>
                <a:gd name="connsiteX32" fmla="*/ 6343650 w 6343650"/>
                <a:gd name="connsiteY32"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4957763 w 6343650"/>
                <a:gd name="connsiteY26" fmla="*/ 3488781 h 4113896"/>
                <a:gd name="connsiteX27" fmla="*/ 5114925 w 6343650"/>
                <a:gd name="connsiteY27" fmla="*/ 3174457 h 4113896"/>
                <a:gd name="connsiteX28" fmla="*/ 5467350 w 6343650"/>
                <a:gd name="connsiteY28" fmla="*/ 2031457 h 4113896"/>
                <a:gd name="connsiteX29" fmla="*/ 5743575 w 6343650"/>
                <a:gd name="connsiteY29" fmla="*/ 1098007 h 4113896"/>
                <a:gd name="connsiteX30" fmla="*/ 6019800 w 6343650"/>
                <a:gd name="connsiteY30" fmla="*/ 421732 h 4113896"/>
                <a:gd name="connsiteX31" fmla="*/ 6229350 w 6343650"/>
                <a:gd name="connsiteY31" fmla="*/ 231232 h 4113896"/>
                <a:gd name="connsiteX32" fmla="*/ 6343650 w 6343650"/>
                <a:gd name="connsiteY32"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4957763 w 6343650"/>
                <a:gd name="connsiteY26" fmla="*/ 3488781 h 4113896"/>
                <a:gd name="connsiteX27" fmla="*/ 5114925 w 6343650"/>
                <a:gd name="connsiteY27" fmla="*/ 3174457 h 4113896"/>
                <a:gd name="connsiteX28" fmla="*/ 5445919 w 6343650"/>
                <a:gd name="connsiteY28" fmla="*/ 2024313 h 4113896"/>
                <a:gd name="connsiteX29" fmla="*/ 5743575 w 6343650"/>
                <a:gd name="connsiteY29" fmla="*/ 1098007 h 4113896"/>
                <a:gd name="connsiteX30" fmla="*/ 6019800 w 6343650"/>
                <a:gd name="connsiteY30" fmla="*/ 421732 h 4113896"/>
                <a:gd name="connsiteX31" fmla="*/ 6229350 w 6343650"/>
                <a:gd name="connsiteY31" fmla="*/ 231232 h 4113896"/>
                <a:gd name="connsiteX32" fmla="*/ 6343650 w 6343650"/>
                <a:gd name="connsiteY32"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4957763 w 6343650"/>
                <a:gd name="connsiteY26" fmla="*/ 3488781 h 4113896"/>
                <a:gd name="connsiteX27" fmla="*/ 5114925 w 6343650"/>
                <a:gd name="connsiteY27" fmla="*/ 3174457 h 4113896"/>
                <a:gd name="connsiteX28" fmla="*/ 5329238 w 6343650"/>
                <a:gd name="connsiteY28" fmla="*/ 2414837 h 4113896"/>
                <a:gd name="connsiteX29" fmla="*/ 5445919 w 6343650"/>
                <a:gd name="connsiteY29" fmla="*/ 2024313 h 4113896"/>
                <a:gd name="connsiteX30" fmla="*/ 5743575 w 6343650"/>
                <a:gd name="connsiteY30" fmla="*/ 1098007 h 4113896"/>
                <a:gd name="connsiteX31" fmla="*/ 6019800 w 6343650"/>
                <a:gd name="connsiteY31" fmla="*/ 421732 h 4113896"/>
                <a:gd name="connsiteX32" fmla="*/ 6229350 w 6343650"/>
                <a:gd name="connsiteY32" fmla="*/ 231232 h 4113896"/>
                <a:gd name="connsiteX33" fmla="*/ 6343650 w 6343650"/>
                <a:gd name="connsiteY33"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4957763 w 6343650"/>
                <a:gd name="connsiteY26" fmla="*/ 3488781 h 4113896"/>
                <a:gd name="connsiteX27" fmla="*/ 5114925 w 6343650"/>
                <a:gd name="connsiteY27" fmla="*/ 3174457 h 4113896"/>
                <a:gd name="connsiteX28" fmla="*/ 5355432 w 6343650"/>
                <a:gd name="connsiteY28" fmla="*/ 2421981 h 4113896"/>
                <a:gd name="connsiteX29" fmla="*/ 5445919 w 6343650"/>
                <a:gd name="connsiteY29" fmla="*/ 2024313 h 4113896"/>
                <a:gd name="connsiteX30" fmla="*/ 5743575 w 6343650"/>
                <a:gd name="connsiteY30" fmla="*/ 1098007 h 4113896"/>
                <a:gd name="connsiteX31" fmla="*/ 6019800 w 6343650"/>
                <a:gd name="connsiteY31" fmla="*/ 421732 h 4113896"/>
                <a:gd name="connsiteX32" fmla="*/ 6229350 w 6343650"/>
                <a:gd name="connsiteY32" fmla="*/ 231232 h 4113896"/>
                <a:gd name="connsiteX33" fmla="*/ 6343650 w 6343650"/>
                <a:gd name="connsiteY33"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4957763 w 6343650"/>
                <a:gd name="connsiteY26" fmla="*/ 3488781 h 4113896"/>
                <a:gd name="connsiteX27" fmla="*/ 5114925 w 6343650"/>
                <a:gd name="connsiteY27" fmla="*/ 3174457 h 4113896"/>
                <a:gd name="connsiteX28" fmla="*/ 5355432 w 6343650"/>
                <a:gd name="connsiteY28" fmla="*/ 2421981 h 4113896"/>
                <a:gd name="connsiteX29" fmla="*/ 5445919 w 6343650"/>
                <a:gd name="connsiteY29" fmla="*/ 2024313 h 4113896"/>
                <a:gd name="connsiteX30" fmla="*/ 5743575 w 6343650"/>
                <a:gd name="connsiteY30" fmla="*/ 1098007 h 4113896"/>
                <a:gd name="connsiteX31" fmla="*/ 6062662 w 6343650"/>
                <a:gd name="connsiteY31" fmla="*/ 426495 h 4113896"/>
                <a:gd name="connsiteX32" fmla="*/ 6229350 w 6343650"/>
                <a:gd name="connsiteY32" fmla="*/ 231232 h 4113896"/>
                <a:gd name="connsiteX33" fmla="*/ 6343650 w 6343650"/>
                <a:gd name="connsiteY33" fmla="*/ 78832 h 4113896"/>
                <a:gd name="connsiteX0" fmla="*/ 0 w 6343650"/>
                <a:gd name="connsiteY0" fmla="*/ 4060282 h 4113896"/>
                <a:gd name="connsiteX1" fmla="*/ 228600 w 6343650"/>
                <a:gd name="connsiteY1" fmla="*/ 4079332 h 4113896"/>
                <a:gd name="connsiteX2" fmla="*/ 514350 w 6343650"/>
                <a:gd name="connsiteY2" fmla="*/ 3803107 h 4113896"/>
                <a:gd name="connsiteX3" fmla="*/ 652462 w 6343650"/>
                <a:gd name="connsiteY3" fmla="*/ 3595939 h 4113896"/>
                <a:gd name="connsiteX4" fmla="*/ 778669 w 6343650"/>
                <a:gd name="connsiteY4" fmla="*/ 3422107 h 4113896"/>
                <a:gd name="connsiteX5" fmla="*/ 1038225 w 6343650"/>
                <a:gd name="connsiteY5" fmla="*/ 2755357 h 4113896"/>
                <a:gd name="connsiteX6" fmla="*/ 1190625 w 6343650"/>
                <a:gd name="connsiteY6" fmla="*/ 2098132 h 4113896"/>
                <a:gd name="connsiteX7" fmla="*/ 1309688 w 6343650"/>
                <a:gd name="connsiteY7" fmla="*/ 1764757 h 4113896"/>
                <a:gd name="connsiteX8" fmla="*/ 1323975 w 6343650"/>
                <a:gd name="connsiteY8" fmla="*/ 1679032 h 4113896"/>
                <a:gd name="connsiteX9" fmla="*/ 1457325 w 6343650"/>
                <a:gd name="connsiteY9" fmla="*/ 1267076 h 4113896"/>
                <a:gd name="connsiteX10" fmla="*/ 1743075 w 6343650"/>
                <a:gd name="connsiteY10" fmla="*/ 574132 h 4113896"/>
                <a:gd name="connsiteX11" fmla="*/ 2009775 w 6343650"/>
                <a:gd name="connsiteY11" fmla="*/ 166938 h 4113896"/>
                <a:gd name="connsiteX12" fmla="*/ 2352675 w 6343650"/>
                <a:gd name="connsiteY12" fmla="*/ 31207 h 4113896"/>
                <a:gd name="connsiteX13" fmla="*/ 2819400 w 6343650"/>
                <a:gd name="connsiteY13" fmla="*/ 31207 h 4113896"/>
                <a:gd name="connsiteX14" fmla="*/ 3095625 w 6343650"/>
                <a:gd name="connsiteY14" fmla="*/ 374107 h 4113896"/>
                <a:gd name="connsiteX15" fmla="*/ 3178969 w 6343650"/>
                <a:gd name="connsiteY15" fmla="*/ 667001 h 4113896"/>
                <a:gd name="connsiteX16" fmla="*/ 3250406 w 6343650"/>
                <a:gd name="connsiteY16" fmla="*/ 897982 h 4113896"/>
                <a:gd name="connsiteX17" fmla="*/ 3369468 w 6343650"/>
                <a:gd name="connsiteY17" fmla="*/ 1383757 h 4113896"/>
                <a:gd name="connsiteX18" fmla="*/ 3531394 w 6343650"/>
                <a:gd name="connsiteY18" fmla="*/ 1955257 h 4113896"/>
                <a:gd name="connsiteX19" fmla="*/ 3648075 w 6343650"/>
                <a:gd name="connsiteY19" fmla="*/ 2555332 h 4113896"/>
                <a:gd name="connsiteX20" fmla="*/ 3738563 w 6343650"/>
                <a:gd name="connsiteY20" fmla="*/ 2886325 h 4113896"/>
                <a:gd name="connsiteX21" fmla="*/ 3802856 w 6343650"/>
                <a:gd name="connsiteY21" fmla="*/ 3248276 h 4113896"/>
                <a:gd name="connsiteX22" fmla="*/ 4010025 w 6343650"/>
                <a:gd name="connsiteY22" fmla="*/ 3822157 h 4113896"/>
                <a:gd name="connsiteX23" fmla="*/ 4181474 w 6343650"/>
                <a:gd name="connsiteY23" fmla="*/ 4031707 h 4113896"/>
                <a:gd name="connsiteX24" fmla="*/ 4398168 w 6343650"/>
                <a:gd name="connsiteY24" fmla="*/ 4098382 h 4113896"/>
                <a:gd name="connsiteX25" fmla="*/ 4800600 w 6343650"/>
                <a:gd name="connsiteY25" fmla="*/ 3755482 h 4113896"/>
                <a:gd name="connsiteX26" fmla="*/ 4957763 w 6343650"/>
                <a:gd name="connsiteY26" fmla="*/ 3488781 h 4113896"/>
                <a:gd name="connsiteX27" fmla="*/ 5114925 w 6343650"/>
                <a:gd name="connsiteY27" fmla="*/ 3174457 h 4113896"/>
                <a:gd name="connsiteX28" fmla="*/ 5355432 w 6343650"/>
                <a:gd name="connsiteY28" fmla="*/ 2421981 h 4113896"/>
                <a:gd name="connsiteX29" fmla="*/ 5445919 w 6343650"/>
                <a:gd name="connsiteY29" fmla="*/ 2024313 h 4113896"/>
                <a:gd name="connsiteX30" fmla="*/ 5743575 w 6343650"/>
                <a:gd name="connsiteY30" fmla="*/ 1098007 h 4113896"/>
                <a:gd name="connsiteX31" fmla="*/ 6062662 w 6343650"/>
                <a:gd name="connsiteY31" fmla="*/ 426495 h 4113896"/>
                <a:gd name="connsiteX32" fmla="*/ 6210300 w 6343650"/>
                <a:gd name="connsiteY32" fmla="*/ 221707 h 4113896"/>
                <a:gd name="connsiteX33" fmla="*/ 6343650 w 6343650"/>
                <a:gd name="connsiteY33" fmla="*/ 78832 h 4113896"/>
                <a:gd name="connsiteX0" fmla="*/ 0 w 6384132"/>
                <a:gd name="connsiteY0" fmla="*/ 4060282 h 4113896"/>
                <a:gd name="connsiteX1" fmla="*/ 228600 w 6384132"/>
                <a:gd name="connsiteY1" fmla="*/ 4079332 h 4113896"/>
                <a:gd name="connsiteX2" fmla="*/ 514350 w 6384132"/>
                <a:gd name="connsiteY2" fmla="*/ 3803107 h 4113896"/>
                <a:gd name="connsiteX3" fmla="*/ 652462 w 6384132"/>
                <a:gd name="connsiteY3" fmla="*/ 3595939 h 4113896"/>
                <a:gd name="connsiteX4" fmla="*/ 778669 w 6384132"/>
                <a:gd name="connsiteY4" fmla="*/ 3422107 h 4113896"/>
                <a:gd name="connsiteX5" fmla="*/ 1038225 w 6384132"/>
                <a:gd name="connsiteY5" fmla="*/ 2755357 h 4113896"/>
                <a:gd name="connsiteX6" fmla="*/ 1190625 w 6384132"/>
                <a:gd name="connsiteY6" fmla="*/ 2098132 h 4113896"/>
                <a:gd name="connsiteX7" fmla="*/ 1309688 w 6384132"/>
                <a:gd name="connsiteY7" fmla="*/ 1764757 h 4113896"/>
                <a:gd name="connsiteX8" fmla="*/ 1323975 w 6384132"/>
                <a:gd name="connsiteY8" fmla="*/ 1679032 h 4113896"/>
                <a:gd name="connsiteX9" fmla="*/ 1457325 w 6384132"/>
                <a:gd name="connsiteY9" fmla="*/ 1267076 h 4113896"/>
                <a:gd name="connsiteX10" fmla="*/ 1743075 w 6384132"/>
                <a:gd name="connsiteY10" fmla="*/ 574132 h 4113896"/>
                <a:gd name="connsiteX11" fmla="*/ 2009775 w 6384132"/>
                <a:gd name="connsiteY11" fmla="*/ 166938 h 4113896"/>
                <a:gd name="connsiteX12" fmla="*/ 2352675 w 6384132"/>
                <a:gd name="connsiteY12" fmla="*/ 31207 h 4113896"/>
                <a:gd name="connsiteX13" fmla="*/ 2819400 w 6384132"/>
                <a:gd name="connsiteY13" fmla="*/ 31207 h 4113896"/>
                <a:gd name="connsiteX14" fmla="*/ 3095625 w 6384132"/>
                <a:gd name="connsiteY14" fmla="*/ 374107 h 4113896"/>
                <a:gd name="connsiteX15" fmla="*/ 3178969 w 6384132"/>
                <a:gd name="connsiteY15" fmla="*/ 667001 h 4113896"/>
                <a:gd name="connsiteX16" fmla="*/ 3250406 w 6384132"/>
                <a:gd name="connsiteY16" fmla="*/ 897982 h 4113896"/>
                <a:gd name="connsiteX17" fmla="*/ 3369468 w 6384132"/>
                <a:gd name="connsiteY17" fmla="*/ 1383757 h 4113896"/>
                <a:gd name="connsiteX18" fmla="*/ 3531394 w 6384132"/>
                <a:gd name="connsiteY18" fmla="*/ 1955257 h 4113896"/>
                <a:gd name="connsiteX19" fmla="*/ 3648075 w 6384132"/>
                <a:gd name="connsiteY19" fmla="*/ 2555332 h 4113896"/>
                <a:gd name="connsiteX20" fmla="*/ 3738563 w 6384132"/>
                <a:gd name="connsiteY20" fmla="*/ 2886325 h 4113896"/>
                <a:gd name="connsiteX21" fmla="*/ 3802856 w 6384132"/>
                <a:gd name="connsiteY21" fmla="*/ 3248276 h 4113896"/>
                <a:gd name="connsiteX22" fmla="*/ 4010025 w 6384132"/>
                <a:gd name="connsiteY22" fmla="*/ 3822157 h 4113896"/>
                <a:gd name="connsiteX23" fmla="*/ 4181474 w 6384132"/>
                <a:gd name="connsiteY23" fmla="*/ 4031707 h 4113896"/>
                <a:gd name="connsiteX24" fmla="*/ 4398168 w 6384132"/>
                <a:gd name="connsiteY24" fmla="*/ 4098382 h 4113896"/>
                <a:gd name="connsiteX25" fmla="*/ 4800600 w 6384132"/>
                <a:gd name="connsiteY25" fmla="*/ 3755482 h 4113896"/>
                <a:gd name="connsiteX26" fmla="*/ 4957763 w 6384132"/>
                <a:gd name="connsiteY26" fmla="*/ 3488781 h 4113896"/>
                <a:gd name="connsiteX27" fmla="*/ 5114925 w 6384132"/>
                <a:gd name="connsiteY27" fmla="*/ 3174457 h 4113896"/>
                <a:gd name="connsiteX28" fmla="*/ 5355432 w 6384132"/>
                <a:gd name="connsiteY28" fmla="*/ 2421981 h 4113896"/>
                <a:gd name="connsiteX29" fmla="*/ 5445919 w 6384132"/>
                <a:gd name="connsiteY29" fmla="*/ 2024313 h 4113896"/>
                <a:gd name="connsiteX30" fmla="*/ 5743575 w 6384132"/>
                <a:gd name="connsiteY30" fmla="*/ 1098007 h 4113896"/>
                <a:gd name="connsiteX31" fmla="*/ 6062662 w 6384132"/>
                <a:gd name="connsiteY31" fmla="*/ 426495 h 4113896"/>
                <a:gd name="connsiteX32" fmla="*/ 6210300 w 6384132"/>
                <a:gd name="connsiteY32" fmla="*/ 221707 h 4113896"/>
                <a:gd name="connsiteX33" fmla="*/ 6384132 w 6384132"/>
                <a:gd name="connsiteY33" fmla="*/ 74070 h 4113896"/>
                <a:gd name="connsiteX0" fmla="*/ 0 w 6384132"/>
                <a:gd name="connsiteY0" fmla="*/ 4060282 h 4113896"/>
                <a:gd name="connsiteX1" fmla="*/ 228600 w 6384132"/>
                <a:gd name="connsiteY1" fmla="*/ 4079332 h 4113896"/>
                <a:gd name="connsiteX2" fmla="*/ 514350 w 6384132"/>
                <a:gd name="connsiteY2" fmla="*/ 3803107 h 4113896"/>
                <a:gd name="connsiteX3" fmla="*/ 652462 w 6384132"/>
                <a:gd name="connsiteY3" fmla="*/ 3595939 h 4113896"/>
                <a:gd name="connsiteX4" fmla="*/ 778669 w 6384132"/>
                <a:gd name="connsiteY4" fmla="*/ 3422107 h 4113896"/>
                <a:gd name="connsiteX5" fmla="*/ 1038225 w 6384132"/>
                <a:gd name="connsiteY5" fmla="*/ 2755357 h 4113896"/>
                <a:gd name="connsiteX6" fmla="*/ 1190625 w 6384132"/>
                <a:gd name="connsiteY6" fmla="*/ 2098132 h 4113896"/>
                <a:gd name="connsiteX7" fmla="*/ 1309688 w 6384132"/>
                <a:gd name="connsiteY7" fmla="*/ 1764757 h 4113896"/>
                <a:gd name="connsiteX8" fmla="*/ 1323975 w 6384132"/>
                <a:gd name="connsiteY8" fmla="*/ 1679032 h 4113896"/>
                <a:gd name="connsiteX9" fmla="*/ 1457325 w 6384132"/>
                <a:gd name="connsiteY9" fmla="*/ 1267076 h 4113896"/>
                <a:gd name="connsiteX10" fmla="*/ 1743075 w 6384132"/>
                <a:gd name="connsiteY10" fmla="*/ 574132 h 4113896"/>
                <a:gd name="connsiteX11" fmla="*/ 2009775 w 6384132"/>
                <a:gd name="connsiteY11" fmla="*/ 166938 h 4113896"/>
                <a:gd name="connsiteX12" fmla="*/ 2352675 w 6384132"/>
                <a:gd name="connsiteY12" fmla="*/ 31207 h 4113896"/>
                <a:gd name="connsiteX13" fmla="*/ 2819400 w 6384132"/>
                <a:gd name="connsiteY13" fmla="*/ 31207 h 4113896"/>
                <a:gd name="connsiteX14" fmla="*/ 3095625 w 6384132"/>
                <a:gd name="connsiteY14" fmla="*/ 374107 h 4113896"/>
                <a:gd name="connsiteX15" fmla="*/ 3178969 w 6384132"/>
                <a:gd name="connsiteY15" fmla="*/ 667001 h 4113896"/>
                <a:gd name="connsiteX16" fmla="*/ 3250406 w 6384132"/>
                <a:gd name="connsiteY16" fmla="*/ 897982 h 4113896"/>
                <a:gd name="connsiteX17" fmla="*/ 3369468 w 6384132"/>
                <a:gd name="connsiteY17" fmla="*/ 1383757 h 4113896"/>
                <a:gd name="connsiteX18" fmla="*/ 3531394 w 6384132"/>
                <a:gd name="connsiteY18" fmla="*/ 1955257 h 4113896"/>
                <a:gd name="connsiteX19" fmla="*/ 3648075 w 6384132"/>
                <a:gd name="connsiteY19" fmla="*/ 2555332 h 4113896"/>
                <a:gd name="connsiteX20" fmla="*/ 3738563 w 6384132"/>
                <a:gd name="connsiteY20" fmla="*/ 2886325 h 4113896"/>
                <a:gd name="connsiteX21" fmla="*/ 3802856 w 6384132"/>
                <a:gd name="connsiteY21" fmla="*/ 3248276 h 4113896"/>
                <a:gd name="connsiteX22" fmla="*/ 4010025 w 6384132"/>
                <a:gd name="connsiteY22" fmla="*/ 3822157 h 4113896"/>
                <a:gd name="connsiteX23" fmla="*/ 4181474 w 6384132"/>
                <a:gd name="connsiteY23" fmla="*/ 4031707 h 4113896"/>
                <a:gd name="connsiteX24" fmla="*/ 4398168 w 6384132"/>
                <a:gd name="connsiteY24" fmla="*/ 4098382 h 4113896"/>
                <a:gd name="connsiteX25" fmla="*/ 4800600 w 6384132"/>
                <a:gd name="connsiteY25" fmla="*/ 3755482 h 4113896"/>
                <a:gd name="connsiteX26" fmla="*/ 4957763 w 6384132"/>
                <a:gd name="connsiteY26" fmla="*/ 3488781 h 4113896"/>
                <a:gd name="connsiteX27" fmla="*/ 5114925 w 6384132"/>
                <a:gd name="connsiteY27" fmla="*/ 3174457 h 4113896"/>
                <a:gd name="connsiteX28" fmla="*/ 5355432 w 6384132"/>
                <a:gd name="connsiteY28" fmla="*/ 2421981 h 4113896"/>
                <a:gd name="connsiteX29" fmla="*/ 5445919 w 6384132"/>
                <a:gd name="connsiteY29" fmla="*/ 2024313 h 4113896"/>
                <a:gd name="connsiteX30" fmla="*/ 5743575 w 6384132"/>
                <a:gd name="connsiteY30" fmla="*/ 1098007 h 4113896"/>
                <a:gd name="connsiteX31" fmla="*/ 6062662 w 6384132"/>
                <a:gd name="connsiteY31" fmla="*/ 426495 h 4113896"/>
                <a:gd name="connsiteX32" fmla="*/ 6210300 w 6384132"/>
                <a:gd name="connsiteY32" fmla="*/ 221707 h 4113896"/>
                <a:gd name="connsiteX33" fmla="*/ 6288881 w 6384132"/>
                <a:gd name="connsiteY33" fmla="*/ 152650 h 4113896"/>
                <a:gd name="connsiteX34" fmla="*/ 6384132 w 6384132"/>
                <a:gd name="connsiteY34" fmla="*/ 74070 h 4113896"/>
                <a:gd name="connsiteX0" fmla="*/ 0 w 6384132"/>
                <a:gd name="connsiteY0" fmla="*/ 4060282 h 4113896"/>
                <a:gd name="connsiteX1" fmla="*/ 228600 w 6384132"/>
                <a:gd name="connsiteY1" fmla="*/ 4079332 h 4113896"/>
                <a:gd name="connsiteX2" fmla="*/ 514350 w 6384132"/>
                <a:gd name="connsiteY2" fmla="*/ 3803107 h 4113896"/>
                <a:gd name="connsiteX3" fmla="*/ 652462 w 6384132"/>
                <a:gd name="connsiteY3" fmla="*/ 3595939 h 4113896"/>
                <a:gd name="connsiteX4" fmla="*/ 778669 w 6384132"/>
                <a:gd name="connsiteY4" fmla="*/ 3422107 h 4113896"/>
                <a:gd name="connsiteX5" fmla="*/ 1038225 w 6384132"/>
                <a:gd name="connsiteY5" fmla="*/ 2755357 h 4113896"/>
                <a:gd name="connsiteX6" fmla="*/ 1190625 w 6384132"/>
                <a:gd name="connsiteY6" fmla="*/ 2098132 h 4113896"/>
                <a:gd name="connsiteX7" fmla="*/ 1309688 w 6384132"/>
                <a:gd name="connsiteY7" fmla="*/ 1764757 h 4113896"/>
                <a:gd name="connsiteX8" fmla="*/ 1323975 w 6384132"/>
                <a:gd name="connsiteY8" fmla="*/ 1679032 h 4113896"/>
                <a:gd name="connsiteX9" fmla="*/ 1457325 w 6384132"/>
                <a:gd name="connsiteY9" fmla="*/ 1267076 h 4113896"/>
                <a:gd name="connsiteX10" fmla="*/ 1743075 w 6384132"/>
                <a:gd name="connsiteY10" fmla="*/ 574132 h 4113896"/>
                <a:gd name="connsiteX11" fmla="*/ 2009775 w 6384132"/>
                <a:gd name="connsiteY11" fmla="*/ 166938 h 4113896"/>
                <a:gd name="connsiteX12" fmla="*/ 2352675 w 6384132"/>
                <a:gd name="connsiteY12" fmla="*/ 31207 h 4113896"/>
                <a:gd name="connsiteX13" fmla="*/ 2819400 w 6384132"/>
                <a:gd name="connsiteY13" fmla="*/ 31207 h 4113896"/>
                <a:gd name="connsiteX14" fmla="*/ 3095625 w 6384132"/>
                <a:gd name="connsiteY14" fmla="*/ 374107 h 4113896"/>
                <a:gd name="connsiteX15" fmla="*/ 3178969 w 6384132"/>
                <a:gd name="connsiteY15" fmla="*/ 667001 h 4113896"/>
                <a:gd name="connsiteX16" fmla="*/ 3250406 w 6384132"/>
                <a:gd name="connsiteY16" fmla="*/ 897982 h 4113896"/>
                <a:gd name="connsiteX17" fmla="*/ 3369468 w 6384132"/>
                <a:gd name="connsiteY17" fmla="*/ 1383757 h 4113896"/>
                <a:gd name="connsiteX18" fmla="*/ 3531394 w 6384132"/>
                <a:gd name="connsiteY18" fmla="*/ 1955257 h 4113896"/>
                <a:gd name="connsiteX19" fmla="*/ 3648075 w 6384132"/>
                <a:gd name="connsiteY19" fmla="*/ 2555332 h 4113896"/>
                <a:gd name="connsiteX20" fmla="*/ 3738563 w 6384132"/>
                <a:gd name="connsiteY20" fmla="*/ 2886325 h 4113896"/>
                <a:gd name="connsiteX21" fmla="*/ 3802856 w 6384132"/>
                <a:gd name="connsiteY21" fmla="*/ 3248276 h 4113896"/>
                <a:gd name="connsiteX22" fmla="*/ 4010025 w 6384132"/>
                <a:gd name="connsiteY22" fmla="*/ 3822157 h 4113896"/>
                <a:gd name="connsiteX23" fmla="*/ 4181474 w 6384132"/>
                <a:gd name="connsiteY23" fmla="*/ 4031707 h 4113896"/>
                <a:gd name="connsiteX24" fmla="*/ 4398168 w 6384132"/>
                <a:gd name="connsiteY24" fmla="*/ 4098382 h 4113896"/>
                <a:gd name="connsiteX25" fmla="*/ 4800600 w 6384132"/>
                <a:gd name="connsiteY25" fmla="*/ 3755482 h 4113896"/>
                <a:gd name="connsiteX26" fmla="*/ 4957763 w 6384132"/>
                <a:gd name="connsiteY26" fmla="*/ 3488781 h 4113896"/>
                <a:gd name="connsiteX27" fmla="*/ 5114925 w 6384132"/>
                <a:gd name="connsiteY27" fmla="*/ 3174457 h 4113896"/>
                <a:gd name="connsiteX28" fmla="*/ 5355432 w 6384132"/>
                <a:gd name="connsiteY28" fmla="*/ 2421981 h 4113896"/>
                <a:gd name="connsiteX29" fmla="*/ 5445919 w 6384132"/>
                <a:gd name="connsiteY29" fmla="*/ 2024313 h 4113896"/>
                <a:gd name="connsiteX30" fmla="*/ 5743575 w 6384132"/>
                <a:gd name="connsiteY30" fmla="*/ 1098007 h 4113896"/>
                <a:gd name="connsiteX31" fmla="*/ 6062662 w 6384132"/>
                <a:gd name="connsiteY31" fmla="*/ 426495 h 4113896"/>
                <a:gd name="connsiteX32" fmla="*/ 6210300 w 6384132"/>
                <a:gd name="connsiteY32" fmla="*/ 221707 h 4113896"/>
                <a:gd name="connsiteX33" fmla="*/ 6276975 w 6384132"/>
                <a:gd name="connsiteY33" fmla="*/ 140743 h 4113896"/>
                <a:gd name="connsiteX34" fmla="*/ 6384132 w 6384132"/>
                <a:gd name="connsiteY34" fmla="*/ 74070 h 4113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384132" h="4113896">
                  <a:moveTo>
                    <a:pt x="0" y="4060282"/>
                  </a:moveTo>
                  <a:cubicBezTo>
                    <a:pt x="71437" y="4091238"/>
                    <a:pt x="142875" y="4122195"/>
                    <a:pt x="228600" y="4079332"/>
                  </a:cubicBezTo>
                  <a:cubicBezTo>
                    <a:pt x="314325" y="4036469"/>
                    <a:pt x="443706" y="3883672"/>
                    <a:pt x="514350" y="3803107"/>
                  </a:cubicBezTo>
                  <a:cubicBezTo>
                    <a:pt x="584994" y="3722542"/>
                    <a:pt x="609600" y="3651502"/>
                    <a:pt x="652462" y="3595939"/>
                  </a:cubicBezTo>
                  <a:cubicBezTo>
                    <a:pt x="695325" y="3540377"/>
                    <a:pt x="714375" y="3562204"/>
                    <a:pt x="778669" y="3422107"/>
                  </a:cubicBezTo>
                  <a:cubicBezTo>
                    <a:pt x="842963" y="3282010"/>
                    <a:pt x="969566" y="2976019"/>
                    <a:pt x="1038225" y="2755357"/>
                  </a:cubicBezTo>
                  <a:cubicBezTo>
                    <a:pt x="1106884" y="2534695"/>
                    <a:pt x="1145381" y="2263232"/>
                    <a:pt x="1190625" y="2098132"/>
                  </a:cubicBezTo>
                  <a:cubicBezTo>
                    <a:pt x="1235869" y="1933032"/>
                    <a:pt x="1292622" y="1825876"/>
                    <a:pt x="1309688" y="1764757"/>
                  </a:cubicBezTo>
                  <a:cubicBezTo>
                    <a:pt x="1326754" y="1703638"/>
                    <a:pt x="1304131" y="1747294"/>
                    <a:pt x="1323975" y="1679032"/>
                  </a:cubicBezTo>
                  <a:cubicBezTo>
                    <a:pt x="1343819" y="1610770"/>
                    <a:pt x="1387475" y="1451226"/>
                    <a:pt x="1457325" y="1267076"/>
                  </a:cubicBezTo>
                  <a:cubicBezTo>
                    <a:pt x="1527175" y="1082926"/>
                    <a:pt x="1651000" y="757488"/>
                    <a:pt x="1743075" y="574132"/>
                  </a:cubicBezTo>
                  <a:cubicBezTo>
                    <a:pt x="1835150" y="390776"/>
                    <a:pt x="1908175" y="257425"/>
                    <a:pt x="2009775" y="166938"/>
                  </a:cubicBezTo>
                  <a:cubicBezTo>
                    <a:pt x="2111375" y="76451"/>
                    <a:pt x="2217738" y="53829"/>
                    <a:pt x="2352675" y="31207"/>
                  </a:cubicBezTo>
                  <a:cubicBezTo>
                    <a:pt x="2487613" y="8585"/>
                    <a:pt x="2695575" y="-25943"/>
                    <a:pt x="2819400" y="31207"/>
                  </a:cubicBezTo>
                  <a:cubicBezTo>
                    <a:pt x="2943225" y="88357"/>
                    <a:pt x="3035697" y="268141"/>
                    <a:pt x="3095625" y="374107"/>
                  </a:cubicBezTo>
                  <a:cubicBezTo>
                    <a:pt x="3155553" y="480073"/>
                    <a:pt x="3150394" y="581276"/>
                    <a:pt x="3178969" y="667001"/>
                  </a:cubicBezTo>
                  <a:cubicBezTo>
                    <a:pt x="3207544" y="752726"/>
                    <a:pt x="3218656" y="778523"/>
                    <a:pt x="3250406" y="897982"/>
                  </a:cubicBezTo>
                  <a:cubicBezTo>
                    <a:pt x="3282156" y="1017441"/>
                    <a:pt x="3322637" y="1207544"/>
                    <a:pt x="3369468" y="1383757"/>
                  </a:cubicBezTo>
                  <a:cubicBezTo>
                    <a:pt x="3416299" y="1559970"/>
                    <a:pt x="3484960" y="1759995"/>
                    <a:pt x="3531394" y="1955257"/>
                  </a:cubicBezTo>
                  <a:cubicBezTo>
                    <a:pt x="3577828" y="2150519"/>
                    <a:pt x="3613547" y="2400154"/>
                    <a:pt x="3648075" y="2555332"/>
                  </a:cubicBezTo>
                  <a:cubicBezTo>
                    <a:pt x="3682603" y="2710510"/>
                    <a:pt x="3714751" y="2770438"/>
                    <a:pt x="3738563" y="2886325"/>
                  </a:cubicBezTo>
                  <a:cubicBezTo>
                    <a:pt x="3762375" y="3002212"/>
                    <a:pt x="3757612" y="3092304"/>
                    <a:pt x="3802856" y="3248276"/>
                  </a:cubicBezTo>
                  <a:cubicBezTo>
                    <a:pt x="3848100" y="3404248"/>
                    <a:pt x="3946922" y="3691585"/>
                    <a:pt x="4010025" y="3822157"/>
                  </a:cubicBezTo>
                  <a:cubicBezTo>
                    <a:pt x="4073128" y="3952729"/>
                    <a:pt x="4116784" y="3985670"/>
                    <a:pt x="4181474" y="4031707"/>
                  </a:cubicBezTo>
                  <a:cubicBezTo>
                    <a:pt x="4246164" y="4077744"/>
                    <a:pt x="4294980" y="4144419"/>
                    <a:pt x="4398168" y="4098382"/>
                  </a:cubicBezTo>
                  <a:cubicBezTo>
                    <a:pt x="4501356" y="4052345"/>
                    <a:pt x="4707334" y="3857082"/>
                    <a:pt x="4800600" y="3755482"/>
                  </a:cubicBezTo>
                  <a:cubicBezTo>
                    <a:pt x="4893866" y="3653882"/>
                    <a:pt x="4905376" y="3585618"/>
                    <a:pt x="4957763" y="3488781"/>
                  </a:cubicBezTo>
                  <a:cubicBezTo>
                    <a:pt x="5010150" y="3391944"/>
                    <a:pt x="5048647" y="3352257"/>
                    <a:pt x="5114925" y="3174457"/>
                  </a:cubicBezTo>
                  <a:cubicBezTo>
                    <a:pt x="5181203" y="2996657"/>
                    <a:pt x="5300266" y="2613672"/>
                    <a:pt x="5355432" y="2421981"/>
                  </a:cubicBezTo>
                  <a:cubicBezTo>
                    <a:pt x="5410598" y="2230290"/>
                    <a:pt x="5381229" y="2244975"/>
                    <a:pt x="5445919" y="2024313"/>
                  </a:cubicBezTo>
                  <a:cubicBezTo>
                    <a:pt x="5510609" y="1803651"/>
                    <a:pt x="5640784" y="1364310"/>
                    <a:pt x="5743575" y="1098007"/>
                  </a:cubicBezTo>
                  <a:cubicBezTo>
                    <a:pt x="5846366" y="831704"/>
                    <a:pt x="5984875" y="572545"/>
                    <a:pt x="6062662" y="426495"/>
                  </a:cubicBezTo>
                  <a:cubicBezTo>
                    <a:pt x="6140450" y="280445"/>
                    <a:pt x="6174581" y="269332"/>
                    <a:pt x="6210300" y="221707"/>
                  </a:cubicBezTo>
                  <a:cubicBezTo>
                    <a:pt x="6246019" y="174082"/>
                    <a:pt x="6248003" y="165349"/>
                    <a:pt x="6276975" y="140743"/>
                  </a:cubicBezTo>
                  <a:cubicBezTo>
                    <a:pt x="6305947" y="116137"/>
                    <a:pt x="6368257" y="87167"/>
                    <a:pt x="6384132" y="74070"/>
                  </a:cubicBezTo>
                </a:path>
              </a:pathLst>
            </a:custGeom>
            <a:noFill/>
            <a:ln w="104775" cap="flat" cmpd="sng" algn="ctr">
              <a:solidFill>
                <a:srgbClr val="FF0000"/>
              </a:solidFill>
              <a:prstDash val="solid"/>
              <a:miter lim="800000"/>
            </a:ln>
            <a:effectLst/>
          </p:spPr>
          <p:txBody>
            <a:bodyPr rtlCol="0" anchor="ctr"/>
            <a:lstStyle/>
            <a:p>
              <a:pPr algn="ctr">
                <a:defRPr/>
              </a:pPr>
              <a:endParaRPr lang="en-IN" kern="0">
                <a:solidFill>
                  <a:prstClr val="white"/>
                </a:solidFill>
                <a:latin typeface="Calibri" panose="020F0502020204030204"/>
              </a:endParaRPr>
            </a:p>
          </p:txBody>
        </p:sp>
        <p:sp>
          <p:nvSpPr>
            <p:cNvPr id="13" name="Oval 12">
              <a:extLst>
                <a:ext uri="{FF2B5EF4-FFF2-40B4-BE49-F238E27FC236}">
                  <a16:creationId xmlns:a16="http://schemas.microsoft.com/office/drawing/2014/main" id="{A823B9E0-6FDC-1C27-0470-D7AE8062BD0E}"/>
                </a:ext>
              </a:extLst>
            </p:cNvPr>
            <p:cNvSpPr/>
            <p:nvPr/>
          </p:nvSpPr>
          <p:spPr bwMode="auto">
            <a:xfrm>
              <a:off x="8512018" y="1683908"/>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3</a:t>
              </a:r>
            </a:p>
          </p:txBody>
        </p:sp>
        <p:sp>
          <p:nvSpPr>
            <p:cNvPr id="14" name="Oval 13">
              <a:extLst>
                <a:ext uri="{FF2B5EF4-FFF2-40B4-BE49-F238E27FC236}">
                  <a16:creationId xmlns:a16="http://schemas.microsoft.com/office/drawing/2014/main" id="{4F80F1A6-E4A4-77C8-A994-AEF67B51D9B3}"/>
                </a:ext>
              </a:extLst>
            </p:cNvPr>
            <p:cNvSpPr/>
            <p:nvPr/>
          </p:nvSpPr>
          <p:spPr bwMode="auto">
            <a:xfrm>
              <a:off x="9044840" y="1695633"/>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dirty="0">
                  <a:solidFill>
                    <a:srgbClr val="007635"/>
                  </a:solidFill>
                  <a:latin typeface="Calibri" panose="020F0502020204030204"/>
                </a:rPr>
                <a:t>5</a:t>
              </a:r>
            </a:p>
          </p:txBody>
        </p:sp>
        <p:sp>
          <p:nvSpPr>
            <p:cNvPr id="15" name="Oval 14">
              <a:extLst>
                <a:ext uri="{FF2B5EF4-FFF2-40B4-BE49-F238E27FC236}">
                  <a16:creationId xmlns:a16="http://schemas.microsoft.com/office/drawing/2014/main" id="{F740CD4B-0F99-26FE-657B-587B01AE712C}"/>
                </a:ext>
              </a:extLst>
            </p:cNvPr>
            <p:cNvSpPr/>
            <p:nvPr/>
          </p:nvSpPr>
          <p:spPr bwMode="auto">
            <a:xfrm>
              <a:off x="10150486" y="1720492"/>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4</a:t>
              </a:r>
            </a:p>
          </p:txBody>
        </p:sp>
        <p:sp>
          <p:nvSpPr>
            <p:cNvPr id="16" name="Oval 15">
              <a:extLst>
                <a:ext uri="{FF2B5EF4-FFF2-40B4-BE49-F238E27FC236}">
                  <a16:creationId xmlns:a16="http://schemas.microsoft.com/office/drawing/2014/main" id="{09DFEA8A-83E0-3F5C-B618-8EC0404196E6}"/>
                </a:ext>
              </a:extLst>
            </p:cNvPr>
            <p:cNvSpPr/>
            <p:nvPr/>
          </p:nvSpPr>
          <p:spPr bwMode="auto">
            <a:xfrm>
              <a:off x="10623647" y="1731570"/>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1</a:t>
              </a:r>
            </a:p>
          </p:txBody>
        </p:sp>
        <p:sp>
          <p:nvSpPr>
            <p:cNvPr id="17" name="Oval 16">
              <a:extLst>
                <a:ext uri="{FF2B5EF4-FFF2-40B4-BE49-F238E27FC236}">
                  <a16:creationId xmlns:a16="http://schemas.microsoft.com/office/drawing/2014/main" id="{5BB35A74-53A0-3C00-7685-2882F8F30CB9}"/>
                </a:ext>
              </a:extLst>
            </p:cNvPr>
            <p:cNvSpPr/>
            <p:nvPr/>
          </p:nvSpPr>
          <p:spPr bwMode="auto">
            <a:xfrm>
              <a:off x="8016411" y="1671029"/>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1</a:t>
              </a:r>
            </a:p>
          </p:txBody>
        </p:sp>
        <p:sp>
          <p:nvSpPr>
            <p:cNvPr id="18" name="Oval 17">
              <a:extLst>
                <a:ext uri="{FF2B5EF4-FFF2-40B4-BE49-F238E27FC236}">
                  <a16:creationId xmlns:a16="http://schemas.microsoft.com/office/drawing/2014/main" id="{E1D126B3-0397-80D6-13FA-4C7C39B274B3}"/>
                </a:ext>
              </a:extLst>
            </p:cNvPr>
            <p:cNvSpPr/>
            <p:nvPr/>
          </p:nvSpPr>
          <p:spPr bwMode="auto">
            <a:xfrm>
              <a:off x="9619817" y="1713795"/>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2</a:t>
              </a:r>
            </a:p>
          </p:txBody>
        </p:sp>
        <p:sp>
          <p:nvSpPr>
            <p:cNvPr id="19" name="Freeform 58">
              <a:extLst>
                <a:ext uri="{FF2B5EF4-FFF2-40B4-BE49-F238E27FC236}">
                  <a16:creationId xmlns:a16="http://schemas.microsoft.com/office/drawing/2014/main" id="{8195D049-C171-4A08-E19F-F921CA1F6E32}"/>
                </a:ext>
              </a:extLst>
            </p:cNvPr>
            <p:cNvSpPr/>
            <p:nvPr/>
          </p:nvSpPr>
          <p:spPr>
            <a:xfrm>
              <a:off x="8254241" y="1425191"/>
              <a:ext cx="303606" cy="275797"/>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20" name="Freeform 59">
              <a:extLst>
                <a:ext uri="{FF2B5EF4-FFF2-40B4-BE49-F238E27FC236}">
                  <a16:creationId xmlns:a16="http://schemas.microsoft.com/office/drawing/2014/main" id="{E92264A9-3C9A-D31C-E6A2-E1F27C4BB7B7}"/>
                </a:ext>
              </a:extLst>
            </p:cNvPr>
            <p:cNvSpPr/>
            <p:nvPr/>
          </p:nvSpPr>
          <p:spPr>
            <a:xfrm>
              <a:off x="8745057" y="1373275"/>
              <a:ext cx="330535" cy="298555"/>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21" name="Freeform 60">
              <a:extLst>
                <a:ext uri="{FF2B5EF4-FFF2-40B4-BE49-F238E27FC236}">
                  <a16:creationId xmlns:a16="http://schemas.microsoft.com/office/drawing/2014/main" id="{872B3F13-5F4A-6642-55B3-14B3B3ED3A7D}"/>
                </a:ext>
              </a:extLst>
            </p:cNvPr>
            <p:cNvSpPr/>
            <p:nvPr/>
          </p:nvSpPr>
          <p:spPr>
            <a:xfrm>
              <a:off x="9296923" y="1400071"/>
              <a:ext cx="330535" cy="305276"/>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22" name="Freeform 61">
              <a:extLst>
                <a:ext uri="{FF2B5EF4-FFF2-40B4-BE49-F238E27FC236}">
                  <a16:creationId xmlns:a16="http://schemas.microsoft.com/office/drawing/2014/main" id="{4C30B348-E1AC-E667-613C-F868B2D38F01}"/>
                </a:ext>
              </a:extLst>
            </p:cNvPr>
            <p:cNvSpPr/>
            <p:nvPr/>
          </p:nvSpPr>
          <p:spPr>
            <a:xfrm>
              <a:off x="9808100" y="1348153"/>
              <a:ext cx="330535" cy="326219"/>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23" name="Freeform 62">
              <a:extLst>
                <a:ext uri="{FF2B5EF4-FFF2-40B4-BE49-F238E27FC236}">
                  <a16:creationId xmlns:a16="http://schemas.microsoft.com/office/drawing/2014/main" id="{8EB82950-0C89-5331-ED21-5D304DFF3CDB}"/>
                </a:ext>
              </a:extLst>
            </p:cNvPr>
            <p:cNvSpPr/>
            <p:nvPr/>
          </p:nvSpPr>
          <p:spPr>
            <a:xfrm>
              <a:off x="10355415" y="1328057"/>
              <a:ext cx="330535" cy="344772"/>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24" name="TextBox 23">
              <a:extLst>
                <a:ext uri="{FF2B5EF4-FFF2-40B4-BE49-F238E27FC236}">
                  <a16:creationId xmlns:a16="http://schemas.microsoft.com/office/drawing/2014/main" id="{C4B69255-B2C3-FC57-E541-0E91C028F7EB}"/>
                </a:ext>
              </a:extLst>
            </p:cNvPr>
            <p:cNvSpPr txBox="1"/>
            <p:nvPr/>
          </p:nvSpPr>
          <p:spPr>
            <a:xfrm>
              <a:off x="7906259" y="1962290"/>
              <a:ext cx="404278" cy="338554"/>
            </a:xfrm>
            <a:prstGeom prst="rect">
              <a:avLst/>
            </a:prstGeom>
            <a:solidFill>
              <a:sysClr val="window" lastClr="FFFFFF">
                <a:alpha val="70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1</a:t>
              </a:r>
            </a:p>
          </p:txBody>
        </p:sp>
        <p:sp>
          <p:nvSpPr>
            <p:cNvPr id="25" name="TextBox 24">
              <a:extLst>
                <a:ext uri="{FF2B5EF4-FFF2-40B4-BE49-F238E27FC236}">
                  <a16:creationId xmlns:a16="http://schemas.microsoft.com/office/drawing/2014/main" id="{C719D27B-38AC-2953-3E2C-B99884003F77}"/>
                </a:ext>
              </a:extLst>
            </p:cNvPr>
            <p:cNvSpPr txBox="1"/>
            <p:nvPr/>
          </p:nvSpPr>
          <p:spPr>
            <a:xfrm>
              <a:off x="8389268" y="1957642"/>
              <a:ext cx="404278" cy="338554"/>
            </a:xfrm>
            <a:prstGeom prst="rect">
              <a:avLst/>
            </a:prstGeom>
            <a:solidFill>
              <a:sysClr val="window" lastClr="FFFFFF">
                <a:alpha val="27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2</a:t>
              </a:r>
            </a:p>
          </p:txBody>
        </p:sp>
        <p:sp>
          <p:nvSpPr>
            <p:cNvPr id="26" name="Rectangle 25">
              <a:extLst>
                <a:ext uri="{FF2B5EF4-FFF2-40B4-BE49-F238E27FC236}">
                  <a16:creationId xmlns:a16="http://schemas.microsoft.com/office/drawing/2014/main" id="{6F9CC2D3-B66E-801B-F2AE-A182BDD8E94F}"/>
                </a:ext>
              </a:extLst>
            </p:cNvPr>
            <p:cNvSpPr/>
            <p:nvPr/>
          </p:nvSpPr>
          <p:spPr>
            <a:xfrm>
              <a:off x="11554136" y="2266304"/>
              <a:ext cx="3285668" cy="103325"/>
            </a:xfrm>
            <a:prstGeom prst="rect">
              <a:avLst/>
            </a:prstGeom>
            <a:solidFill>
              <a:sysClr val="window" lastClr="FFFFFF">
                <a:alpha val="44000"/>
              </a:sysClr>
            </a:solidFill>
            <a:ln w="12700" cap="flat" cmpd="sng" algn="ctr">
              <a:noFill/>
              <a:prstDash val="solid"/>
              <a:miter lim="800000"/>
            </a:ln>
            <a:effectLst/>
          </p:spPr>
          <p:txBody>
            <a:bodyPr rtlCol="0" anchor="ctr"/>
            <a:lstStyle/>
            <a:p>
              <a:pPr algn="ctr">
                <a:defRPr/>
              </a:pPr>
              <a:r>
                <a:rPr lang="en-IN" sz="2000" b="1" kern="0" dirty="0">
                  <a:solidFill>
                    <a:prstClr val="black"/>
                  </a:solidFill>
                  <a:latin typeface="Calibri" panose="020F0502020204030204"/>
                  <a:cs typeface="Arial" panose="020B0604020202020204" pitchFamily="34" charset="0"/>
                </a:rPr>
                <a:t>Period = 128.4 </a:t>
              </a:r>
              <a:r>
                <a:rPr lang="en-IN" sz="2000" b="1" kern="0" dirty="0" err="1">
                  <a:solidFill>
                    <a:prstClr val="black"/>
                  </a:solidFill>
                  <a:latin typeface="Calibri" panose="020F0502020204030204"/>
                  <a:cs typeface="Arial" panose="020B0604020202020204" pitchFamily="34" charset="0"/>
                </a:rPr>
                <a:t>pS</a:t>
              </a:r>
              <a:endParaRPr lang="en-IN" sz="2000" b="1" kern="0" dirty="0">
                <a:solidFill>
                  <a:prstClr val="black"/>
                </a:solidFill>
                <a:latin typeface="Calibri" panose="020F0502020204030204"/>
                <a:cs typeface="Arial" panose="020B0604020202020204" pitchFamily="34" charset="0"/>
              </a:endParaRPr>
            </a:p>
          </p:txBody>
        </p:sp>
        <p:sp>
          <p:nvSpPr>
            <p:cNvPr id="27" name="TextBox 26">
              <a:extLst>
                <a:ext uri="{FF2B5EF4-FFF2-40B4-BE49-F238E27FC236}">
                  <a16:creationId xmlns:a16="http://schemas.microsoft.com/office/drawing/2014/main" id="{D8BE2FBB-1EA7-89A7-E080-F6ED5A4CDEB2}"/>
                </a:ext>
              </a:extLst>
            </p:cNvPr>
            <p:cNvSpPr txBox="1"/>
            <p:nvPr/>
          </p:nvSpPr>
          <p:spPr>
            <a:xfrm>
              <a:off x="8941577" y="1991610"/>
              <a:ext cx="404278" cy="338554"/>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3</a:t>
              </a:r>
            </a:p>
          </p:txBody>
        </p:sp>
        <p:sp>
          <p:nvSpPr>
            <p:cNvPr id="28" name="TextBox 27">
              <a:extLst>
                <a:ext uri="{FF2B5EF4-FFF2-40B4-BE49-F238E27FC236}">
                  <a16:creationId xmlns:a16="http://schemas.microsoft.com/office/drawing/2014/main" id="{59CE644D-16B6-51A3-9071-A9890957E29E}"/>
                </a:ext>
              </a:extLst>
            </p:cNvPr>
            <p:cNvSpPr txBox="1"/>
            <p:nvPr/>
          </p:nvSpPr>
          <p:spPr>
            <a:xfrm>
              <a:off x="9510709" y="1959411"/>
              <a:ext cx="404278" cy="338554"/>
            </a:xfrm>
            <a:prstGeom prst="rect">
              <a:avLst/>
            </a:prstGeom>
            <a:solidFill>
              <a:sysClr val="window" lastClr="FFFFFF">
                <a:alpha val="31000"/>
              </a:sysClr>
            </a:solidFill>
          </p:spPr>
          <p:txBody>
            <a:bodyPr wrap="none" rtlCol="0">
              <a:spAutoFit/>
            </a:bodyPr>
            <a:lstStyle/>
            <a:p>
              <a:pPr>
                <a:defRPr/>
              </a:pPr>
              <a:r>
                <a:rPr lang="en-IN" sz="1600" b="1" kern="0" dirty="0">
                  <a:solidFill>
                    <a:prstClr val="black"/>
                  </a:solidFill>
                  <a:latin typeface="Cambria Math" panose="02040503050406030204" pitchFamily="18" charset="0"/>
                  <a:ea typeface="Cambria Math" panose="02040503050406030204" pitchFamily="18" charset="0"/>
                </a:rPr>
                <a:t>ɸ</a:t>
              </a:r>
              <a:r>
                <a:rPr lang="en-IN" sz="1600" b="1" kern="0" baseline="-25000" dirty="0">
                  <a:solidFill>
                    <a:prstClr val="black"/>
                  </a:solidFill>
                  <a:latin typeface="Cambria Math" panose="02040503050406030204" pitchFamily="18" charset="0"/>
                  <a:ea typeface="Cambria Math" panose="02040503050406030204" pitchFamily="18" charset="0"/>
                </a:rPr>
                <a:t>4</a:t>
              </a:r>
            </a:p>
          </p:txBody>
        </p:sp>
        <p:sp>
          <p:nvSpPr>
            <p:cNvPr id="29" name="TextBox 28">
              <a:extLst>
                <a:ext uri="{FF2B5EF4-FFF2-40B4-BE49-F238E27FC236}">
                  <a16:creationId xmlns:a16="http://schemas.microsoft.com/office/drawing/2014/main" id="{C60469A1-A1F6-AB0C-E963-04A70CDD5EDF}"/>
                </a:ext>
              </a:extLst>
            </p:cNvPr>
            <p:cNvSpPr txBox="1"/>
            <p:nvPr/>
          </p:nvSpPr>
          <p:spPr>
            <a:xfrm>
              <a:off x="10044898" y="1991790"/>
              <a:ext cx="404278" cy="338554"/>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5</a:t>
              </a:r>
            </a:p>
          </p:txBody>
        </p:sp>
      </p:grpSp>
      <p:grpSp>
        <p:nvGrpSpPr>
          <p:cNvPr id="30" name="Group 29">
            <a:extLst>
              <a:ext uri="{FF2B5EF4-FFF2-40B4-BE49-F238E27FC236}">
                <a16:creationId xmlns:a16="http://schemas.microsoft.com/office/drawing/2014/main" id="{E38E77AD-0DE2-E3E6-198E-26FFE56EC5F6}"/>
              </a:ext>
            </a:extLst>
          </p:cNvPr>
          <p:cNvGrpSpPr>
            <a:grpSpLocks noChangeAspect="1"/>
          </p:cNvGrpSpPr>
          <p:nvPr/>
        </p:nvGrpSpPr>
        <p:grpSpPr>
          <a:xfrm>
            <a:off x="121255" y="649761"/>
            <a:ext cx="5832399" cy="2758375"/>
            <a:chOff x="7260907" y="275355"/>
            <a:chExt cx="8079297" cy="3937964"/>
          </a:xfrm>
        </p:grpSpPr>
        <p:pic>
          <p:nvPicPr>
            <p:cNvPr id="31" name="Graphic 2">
              <a:extLst>
                <a:ext uri="{FF2B5EF4-FFF2-40B4-BE49-F238E27FC236}">
                  <a16:creationId xmlns:a16="http://schemas.microsoft.com/office/drawing/2014/main" id="{A4E665E0-E5C1-C76C-A53A-320939956040}"/>
                </a:ext>
              </a:extLst>
            </p:cNvPr>
            <p:cNvPicPr>
              <a:picLocks noChangeAspect="1"/>
            </p:cNvPicPr>
            <p:nvPr/>
          </p:nvPicPr>
          <p:blipFill rotWithShape="1">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t="6536" r="6743" b="-1"/>
            <a:stretch/>
          </p:blipFill>
          <p:spPr>
            <a:xfrm>
              <a:off x="7260907" y="275355"/>
              <a:ext cx="5035924" cy="3937964"/>
            </a:xfrm>
            <a:prstGeom prst="rect">
              <a:avLst/>
            </a:prstGeom>
          </p:spPr>
        </p:pic>
        <p:sp>
          <p:nvSpPr>
            <p:cNvPr id="32" name="Freeform 24">
              <a:extLst>
                <a:ext uri="{FF2B5EF4-FFF2-40B4-BE49-F238E27FC236}">
                  <a16:creationId xmlns:a16="http://schemas.microsoft.com/office/drawing/2014/main" id="{EBAD964A-F164-1150-DD5D-8B03B7FE8E5D}"/>
                </a:ext>
              </a:extLst>
            </p:cNvPr>
            <p:cNvSpPr/>
            <p:nvPr/>
          </p:nvSpPr>
          <p:spPr>
            <a:xfrm>
              <a:off x="8151813" y="568804"/>
              <a:ext cx="3987929" cy="2681907"/>
            </a:xfrm>
            <a:custGeom>
              <a:avLst/>
              <a:gdLst>
                <a:gd name="connsiteX0" fmla="*/ 0 w 6291618"/>
                <a:gd name="connsiteY0" fmla="*/ 4179937 h 4277249"/>
                <a:gd name="connsiteX1" fmla="*/ 122830 w 6291618"/>
                <a:gd name="connsiteY1" fmla="*/ 3920630 h 4277249"/>
                <a:gd name="connsiteX2" fmla="*/ 272956 w 6291618"/>
                <a:gd name="connsiteY2" fmla="*/ 3156355 h 4277249"/>
                <a:gd name="connsiteX3" fmla="*/ 450377 w 6291618"/>
                <a:gd name="connsiteY3" fmla="*/ 1873466 h 4277249"/>
                <a:gd name="connsiteX4" fmla="*/ 614150 w 6291618"/>
                <a:gd name="connsiteY4" fmla="*/ 1232021 h 4277249"/>
                <a:gd name="connsiteX5" fmla="*/ 846162 w 6291618"/>
                <a:gd name="connsiteY5" fmla="*/ 727054 h 4277249"/>
                <a:gd name="connsiteX6" fmla="*/ 1105469 w 6291618"/>
                <a:gd name="connsiteY6" fmla="*/ 440451 h 4277249"/>
                <a:gd name="connsiteX7" fmla="*/ 1433015 w 6291618"/>
                <a:gd name="connsiteY7" fmla="*/ 331269 h 4277249"/>
                <a:gd name="connsiteX8" fmla="*/ 1828800 w 6291618"/>
                <a:gd name="connsiteY8" fmla="*/ 263030 h 4277249"/>
                <a:gd name="connsiteX9" fmla="*/ 2169994 w 6291618"/>
                <a:gd name="connsiteY9" fmla="*/ 3722 h 4277249"/>
                <a:gd name="connsiteX10" fmla="*/ 2483893 w 6291618"/>
                <a:gd name="connsiteY10" fmla="*/ 481394 h 4277249"/>
                <a:gd name="connsiteX11" fmla="*/ 2552132 w 6291618"/>
                <a:gd name="connsiteY11" fmla="*/ 1109191 h 4277249"/>
                <a:gd name="connsiteX12" fmla="*/ 2688609 w 6291618"/>
                <a:gd name="connsiteY12" fmla="*/ 1914409 h 4277249"/>
                <a:gd name="connsiteX13" fmla="*/ 2756848 w 6291618"/>
                <a:gd name="connsiteY13" fmla="*/ 2542206 h 4277249"/>
                <a:gd name="connsiteX14" fmla="*/ 2893326 w 6291618"/>
                <a:gd name="connsiteY14" fmla="*/ 3238242 h 4277249"/>
                <a:gd name="connsiteX15" fmla="*/ 3002508 w 6291618"/>
                <a:gd name="connsiteY15" fmla="*/ 3797800 h 4277249"/>
                <a:gd name="connsiteX16" fmla="*/ 3166281 w 6291618"/>
                <a:gd name="connsiteY16" fmla="*/ 4002516 h 4277249"/>
                <a:gd name="connsiteX17" fmla="*/ 3548418 w 6291618"/>
                <a:gd name="connsiteY17" fmla="*/ 4043460 h 4277249"/>
                <a:gd name="connsiteX18" fmla="*/ 4026090 w 6291618"/>
                <a:gd name="connsiteY18" fmla="*/ 4043460 h 4277249"/>
                <a:gd name="connsiteX19" fmla="*/ 4585648 w 6291618"/>
                <a:gd name="connsiteY19" fmla="*/ 4248176 h 4277249"/>
                <a:gd name="connsiteX20" fmla="*/ 4858603 w 6291618"/>
                <a:gd name="connsiteY20" fmla="*/ 3320128 h 4277249"/>
                <a:gd name="connsiteX21" fmla="*/ 5036024 w 6291618"/>
                <a:gd name="connsiteY21" fmla="*/ 2173716 h 4277249"/>
                <a:gd name="connsiteX22" fmla="*/ 5254388 w 6291618"/>
                <a:gd name="connsiteY22" fmla="*/ 1232021 h 4277249"/>
                <a:gd name="connsiteX23" fmla="*/ 5540991 w 6291618"/>
                <a:gd name="connsiteY23" fmla="*/ 604224 h 4277249"/>
                <a:gd name="connsiteX24" fmla="*/ 5964072 w 6291618"/>
                <a:gd name="connsiteY24" fmla="*/ 331269 h 4277249"/>
                <a:gd name="connsiteX25" fmla="*/ 6291618 w 6291618"/>
                <a:gd name="connsiteY25" fmla="*/ 235734 h 4277249"/>
                <a:gd name="connsiteX0" fmla="*/ 0 w 6291618"/>
                <a:gd name="connsiteY0" fmla="*/ 4179937 h 4277249"/>
                <a:gd name="connsiteX1" fmla="*/ 122830 w 6291618"/>
                <a:gd name="connsiteY1" fmla="*/ 3920630 h 4277249"/>
                <a:gd name="connsiteX2" fmla="*/ 272956 w 6291618"/>
                <a:gd name="connsiteY2" fmla="*/ 3156355 h 4277249"/>
                <a:gd name="connsiteX3" fmla="*/ 450377 w 6291618"/>
                <a:gd name="connsiteY3" fmla="*/ 1873466 h 4277249"/>
                <a:gd name="connsiteX4" fmla="*/ 614150 w 6291618"/>
                <a:gd name="connsiteY4" fmla="*/ 1232021 h 4277249"/>
                <a:gd name="connsiteX5" fmla="*/ 846162 w 6291618"/>
                <a:gd name="connsiteY5" fmla="*/ 727054 h 4277249"/>
                <a:gd name="connsiteX6" fmla="*/ 1133932 w 6291618"/>
                <a:gd name="connsiteY6" fmla="*/ 465357 h 4277249"/>
                <a:gd name="connsiteX7" fmla="*/ 1433015 w 6291618"/>
                <a:gd name="connsiteY7" fmla="*/ 331269 h 4277249"/>
                <a:gd name="connsiteX8" fmla="*/ 1828800 w 6291618"/>
                <a:gd name="connsiteY8" fmla="*/ 263030 h 4277249"/>
                <a:gd name="connsiteX9" fmla="*/ 2169994 w 6291618"/>
                <a:gd name="connsiteY9" fmla="*/ 3722 h 4277249"/>
                <a:gd name="connsiteX10" fmla="*/ 2483893 w 6291618"/>
                <a:gd name="connsiteY10" fmla="*/ 481394 h 4277249"/>
                <a:gd name="connsiteX11" fmla="*/ 2552132 w 6291618"/>
                <a:gd name="connsiteY11" fmla="*/ 1109191 h 4277249"/>
                <a:gd name="connsiteX12" fmla="*/ 2688609 w 6291618"/>
                <a:gd name="connsiteY12" fmla="*/ 1914409 h 4277249"/>
                <a:gd name="connsiteX13" fmla="*/ 2756848 w 6291618"/>
                <a:gd name="connsiteY13" fmla="*/ 2542206 h 4277249"/>
                <a:gd name="connsiteX14" fmla="*/ 2893326 w 6291618"/>
                <a:gd name="connsiteY14" fmla="*/ 3238242 h 4277249"/>
                <a:gd name="connsiteX15" fmla="*/ 3002508 w 6291618"/>
                <a:gd name="connsiteY15" fmla="*/ 3797800 h 4277249"/>
                <a:gd name="connsiteX16" fmla="*/ 3166281 w 6291618"/>
                <a:gd name="connsiteY16" fmla="*/ 4002516 h 4277249"/>
                <a:gd name="connsiteX17" fmla="*/ 3548418 w 6291618"/>
                <a:gd name="connsiteY17" fmla="*/ 4043460 h 4277249"/>
                <a:gd name="connsiteX18" fmla="*/ 4026090 w 6291618"/>
                <a:gd name="connsiteY18" fmla="*/ 4043460 h 4277249"/>
                <a:gd name="connsiteX19" fmla="*/ 4585648 w 6291618"/>
                <a:gd name="connsiteY19" fmla="*/ 4248176 h 4277249"/>
                <a:gd name="connsiteX20" fmla="*/ 4858603 w 6291618"/>
                <a:gd name="connsiteY20" fmla="*/ 3320128 h 4277249"/>
                <a:gd name="connsiteX21" fmla="*/ 5036024 w 6291618"/>
                <a:gd name="connsiteY21" fmla="*/ 2173716 h 4277249"/>
                <a:gd name="connsiteX22" fmla="*/ 5254388 w 6291618"/>
                <a:gd name="connsiteY22" fmla="*/ 1232021 h 4277249"/>
                <a:gd name="connsiteX23" fmla="*/ 5540991 w 6291618"/>
                <a:gd name="connsiteY23" fmla="*/ 604224 h 4277249"/>
                <a:gd name="connsiteX24" fmla="*/ 5964072 w 6291618"/>
                <a:gd name="connsiteY24" fmla="*/ 331269 h 4277249"/>
                <a:gd name="connsiteX25" fmla="*/ 6291618 w 6291618"/>
                <a:gd name="connsiteY25" fmla="*/ 235734 h 4277249"/>
                <a:gd name="connsiteX0" fmla="*/ 0 w 6291618"/>
                <a:gd name="connsiteY0" fmla="*/ 4179875 h 4277187"/>
                <a:gd name="connsiteX1" fmla="*/ 122830 w 6291618"/>
                <a:gd name="connsiteY1" fmla="*/ 3920568 h 4277187"/>
                <a:gd name="connsiteX2" fmla="*/ 272956 w 6291618"/>
                <a:gd name="connsiteY2" fmla="*/ 3156293 h 4277187"/>
                <a:gd name="connsiteX3" fmla="*/ 450377 w 6291618"/>
                <a:gd name="connsiteY3" fmla="*/ 1873404 h 4277187"/>
                <a:gd name="connsiteX4" fmla="*/ 614150 w 6291618"/>
                <a:gd name="connsiteY4" fmla="*/ 1231959 h 4277187"/>
                <a:gd name="connsiteX5" fmla="*/ 846162 w 6291618"/>
                <a:gd name="connsiteY5" fmla="*/ 726992 h 4277187"/>
                <a:gd name="connsiteX6" fmla="*/ 1133932 w 6291618"/>
                <a:gd name="connsiteY6" fmla="*/ 465295 h 4277187"/>
                <a:gd name="connsiteX7" fmla="*/ 1433015 w 6291618"/>
                <a:gd name="connsiteY7" fmla="*/ 302743 h 4277187"/>
                <a:gd name="connsiteX8" fmla="*/ 1828800 w 6291618"/>
                <a:gd name="connsiteY8" fmla="*/ 262968 h 4277187"/>
                <a:gd name="connsiteX9" fmla="*/ 2169994 w 6291618"/>
                <a:gd name="connsiteY9" fmla="*/ 3660 h 4277187"/>
                <a:gd name="connsiteX10" fmla="*/ 2483893 w 6291618"/>
                <a:gd name="connsiteY10" fmla="*/ 481332 h 4277187"/>
                <a:gd name="connsiteX11" fmla="*/ 2552132 w 6291618"/>
                <a:gd name="connsiteY11" fmla="*/ 1109129 h 4277187"/>
                <a:gd name="connsiteX12" fmla="*/ 2688609 w 6291618"/>
                <a:gd name="connsiteY12" fmla="*/ 1914347 h 4277187"/>
                <a:gd name="connsiteX13" fmla="*/ 2756848 w 6291618"/>
                <a:gd name="connsiteY13" fmla="*/ 2542144 h 4277187"/>
                <a:gd name="connsiteX14" fmla="*/ 2893326 w 6291618"/>
                <a:gd name="connsiteY14" fmla="*/ 3238180 h 4277187"/>
                <a:gd name="connsiteX15" fmla="*/ 3002508 w 6291618"/>
                <a:gd name="connsiteY15" fmla="*/ 3797738 h 4277187"/>
                <a:gd name="connsiteX16" fmla="*/ 3166281 w 6291618"/>
                <a:gd name="connsiteY16" fmla="*/ 4002454 h 4277187"/>
                <a:gd name="connsiteX17" fmla="*/ 3548418 w 6291618"/>
                <a:gd name="connsiteY17" fmla="*/ 4043398 h 4277187"/>
                <a:gd name="connsiteX18" fmla="*/ 4026090 w 6291618"/>
                <a:gd name="connsiteY18" fmla="*/ 4043398 h 4277187"/>
                <a:gd name="connsiteX19" fmla="*/ 4585648 w 6291618"/>
                <a:gd name="connsiteY19" fmla="*/ 4248114 h 4277187"/>
                <a:gd name="connsiteX20" fmla="*/ 4858603 w 6291618"/>
                <a:gd name="connsiteY20" fmla="*/ 3320066 h 4277187"/>
                <a:gd name="connsiteX21" fmla="*/ 5036024 w 6291618"/>
                <a:gd name="connsiteY21" fmla="*/ 2173654 h 4277187"/>
                <a:gd name="connsiteX22" fmla="*/ 5254388 w 6291618"/>
                <a:gd name="connsiteY22" fmla="*/ 1231959 h 4277187"/>
                <a:gd name="connsiteX23" fmla="*/ 5540991 w 6291618"/>
                <a:gd name="connsiteY23" fmla="*/ 604162 h 4277187"/>
                <a:gd name="connsiteX24" fmla="*/ 5964072 w 6291618"/>
                <a:gd name="connsiteY24" fmla="*/ 331207 h 4277187"/>
                <a:gd name="connsiteX25" fmla="*/ 6291618 w 6291618"/>
                <a:gd name="connsiteY25" fmla="*/ 235672 h 4277187"/>
                <a:gd name="connsiteX0" fmla="*/ 0 w 6291618"/>
                <a:gd name="connsiteY0" fmla="*/ 4181671 h 4278983"/>
                <a:gd name="connsiteX1" fmla="*/ 122830 w 6291618"/>
                <a:gd name="connsiteY1" fmla="*/ 3922364 h 4278983"/>
                <a:gd name="connsiteX2" fmla="*/ 272956 w 6291618"/>
                <a:gd name="connsiteY2" fmla="*/ 3158089 h 4278983"/>
                <a:gd name="connsiteX3" fmla="*/ 450377 w 6291618"/>
                <a:gd name="connsiteY3" fmla="*/ 1875200 h 4278983"/>
                <a:gd name="connsiteX4" fmla="*/ 614150 w 6291618"/>
                <a:gd name="connsiteY4" fmla="*/ 1233755 h 4278983"/>
                <a:gd name="connsiteX5" fmla="*/ 846162 w 6291618"/>
                <a:gd name="connsiteY5" fmla="*/ 728788 h 4278983"/>
                <a:gd name="connsiteX6" fmla="*/ 1133932 w 6291618"/>
                <a:gd name="connsiteY6" fmla="*/ 467091 h 4278983"/>
                <a:gd name="connsiteX7" fmla="*/ 1433015 w 6291618"/>
                <a:gd name="connsiteY7" fmla="*/ 304539 h 4278983"/>
                <a:gd name="connsiteX8" fmla="*/ 1910633 w 6291618"/>
                <a:gd name="connsiteY8" fmla="*/ 229184 h 4278983"/>
                <a:gd name="connsiteX9" fmla="*/ 2169994 w 6291618"/>
                <a:gd name="connsiteY9" fmla="*/ 5456 h 4278983"/>
                <a:gd name="connsiteX10" fmla="*/ 2483893 w 6291618"/>
                <a:gd name="connsiteY10" fmla="*/ 483128 h 4278983"/>
                <a:gd name="connsiteX11" fmla="*/ 2552132 w 6291618"/>
                <a:gd name="connsiteY11" fmla="*/ 1110925 h 4278983"/>
                <a:gd name="connsiteX12" fmla="*/ 2688609 w 6291618"/>
                <a:gd name="connsiteY12" fmla="*/ 1916143 h 4278983"/>
                <a:gd name="connsiteX13" fmla="*/ 2756848 w 6291618"/>
                <a:gd name="connsiteY13" fmla="*/ 2543940 h 4278983"/>
                <a:gd name="connsiteX14" fmla="*/ 2893326 w 6291618"/>
                <a:gd name="connsiteY14" fmla="*/ 3239976 h 4278983"/>
                <a:gd name="connsiteX15" fmla="*/ 3002508 w 6291618"/>
                <a:gd name="connsiteY15" fmla="*/ 3799534 h 4278983"/>
                <a:gd name="connsiteX16" fmla="*/ 3166281 w 6291618"/>
                <a:gd name="connsiteY16" fmla="*/ 4004250 h 4278983"/>
                <a:gd name="connsiteX17" fmla="*/ 3548418 w 6291618"/>
                <a:gd name="connsiteY17" fmla="*/ 4045194 h 4278983"/>
                <a:gd name="connsiteX18" fmla="*/ 4026090 w 6291618"/>
                <a:gd name="connsiteY18" fmla="*/ 4045194 h 4278983"/>
                <a:gd name="connsiteX19" fmla="*/ 4585648 w 6291618"/>
                <a:gd name="connsiteY19" fmla="*/ 4249910 h 4278983"/>
                <a:gd name="connsiteX20" fmla="*/ 4858603 w 6291618"/>
                <a:gd name="connsiteY20" fmla="*/ 3321862 h 4278983"/>
                <a:gd name="connsiteX21" fmla="*/ 5036024 w 6291618"/>
                <a:gd name="connsiteY21" fmla="*/ 2175450 h 4278983"/>
                <a:gd name="connsiteX22" fmla="*/ 5254388 w 6291618"/>
                <a:gd name="connsiteY22" fmla="*/ 1233755 h 4278983"/>
                <a:gd name="connsiteX23" fmla="*/ 5540991 w 6291618"/>
                <a:gd name="connsiteY23" fmla="*/ 605958 h 4278983"/>
                <a:gd name="connsiteX24" fmla="*/ 5964072 w 6291618"/>
                <a:gd name="connsiteY24" fmla="*/ 333003 h 4278983"/>
                <a:gd name="connsiteX25" fmla="*/ 6291618 w 6291618"/>
                <a:gd name="connsiteY25" fmla="*/ 237468 h 4278983"/>
                <a:gd name="connsiteX0" fmla="*/ 0 w 6291618"/>
                <a:gd name="connsiteY0" fmla="*/ 4185165 h 4282477"/>
                <a:gd name="connsiteX1" fmla="*/ 122830 w 6291618"/>
                <a:gd name="connsiteY1" fmla="*/ 3925858 h 4282477"/>
                <a:gd name="connsiteX2" fmla="*/ 272956 w 6291618"/>
                <a:gd name="connsiteY2" fmla="*/ 3161583 h 4282477"/>
                <a:gd name="connsiteX3" fmla="*/ 450377 w 6291618"/>
                <a:gd name="connsiteY3" fmla="*/ 1878694 h 4282477"/>
                <a:gd name="connsiteX4" fmla="*/ 614150 w 6291618"/>
                <a:gd name="connsiteY4" fmla="*/ 1237249 h 4282477"/>
                <a:gd name="connsiteX5" fmla="*/ 846162 w 6291618"/>
                <a:gd name="connsiteY5" fmla="*/ 732282 h 4282477"/>
                <a:gd name="connsiteX6" fmla="*/ 1133932 w 6291618"/>
                <a:gd name="connsiteY6" fmla="*/ 470585 h 4282477"/>
                <a:gd name="connsiteX7" fmla="*/ 1433015 w 6291618"/>
                <a:gd name="connsiteY7" fmla="*/ 308033 h 4282477"/>
                <a:gd name="connsiteX8" fmla="*/ 1910633 w 6291618"/>
                <a:gd name="connsiteY8" fmla="*/ 232678 h 4282477"/>
                <a:gd name="connsiteX9" fmla="*/ 2273175 w 6291618"/>
                <a:gd name="connsiteY9" fmla="*/ 5392 h 4282477"/>
                <a:gd name="connsiteX10" fmla="*/ 2483893 w 6291618"/>
                <a:gd name="connsiteY10" fmla="*/ 486622 h 4282477"/>
                <a:gd name="connsiteX11" fmla="*/ 2552132 w 6291618"/>
                <a:gd name="connsiteY11" fmla="*/ 1114419 h 4282477"/>
                <a:gd name="connsiteX12" fmla="*/ 2688609 w 6291618"/>
                <a:gd name="connsiteY12" fmla="*/ 1919637 h 4282477"/>
                <a:gd name="connsiteX13" fmla="*/ 2756848 w 6291618"/>
                <a:gd name="connsiteY13" fmla="*/ 2547434 h 4282477"/>
                <a:gd name="connsiteX14" fmla="*/ 2893326 w 6291618"/>
                <a:gd name="connsiteY14" fmla="*/ 3243470 h 4282477"/>
                <a:gd name="connsiteX15" fmla="*/ 3002508 w 6291618"/>
                <a:gd name="connsiteY15" fmla="*/ 3803028 h 4282477"/>
                <a:gd name="connsiteX16" fmla="*/ 3166281 w 6291618"/>
                <a:gd name="connsiteY16" fmla="*/ 4007744 h 4282477"/>
                <a:gd name="connsiteX17" fmla="*/ 3548418 w 6291618"/>
                <a:gd name="connsiteY17" fmla="*/ 4048688 h 4282477"/>
                <a:gd name="connsiteX18" fmla="*/ 4026090 w 6291618"/>
                <a:gd name="connsiteY18" fmla="*/ 4048688 h 4282477"/>
                <a:gd name="connsiteX19" fmla="*/ 4585648 w 6291618"/>
                <a:gd name="connsiteY19" fmla="*/ 4253404 h 4282477"/>
                <a:gd name="connsiteX20" fmla="*/ 4858603 w 6291618"/>
                <a:gd name="connsiteY20" fmla="*/ 3325356 h 4282477"/>
                <a:gd name="connsiteX21" fmla="*/ 5036024 w 6291618"/>
                <a:gd name="connsiteY21" fmla="*/ 2178944 h 4282477"/>
                <a:gd name="connsiteX22" fmla="*/ 5254388 w 6291618"/>
                <a:gd name="connsiteY22" fmla="*/ 1237249 h 4282477"/>
                <a:gd name="connsiteX23" fmla="*/ 5540991 w 6291618"/>
                <a:gd name="connsiteY23" fmla="*/ 609452 h 4282477"/>
                <a:gd name="connsiteX24" fmla="*/ 5964072 w 6291618"/>
                <a:gd name="connsiteY24" fmla="*/ 336497 h 4282477"/>
                <a:gd name="connsiteX25" fmla="*/ 6291618 w 6291618"/>
                <a:gd name="connsiteY25" fmla="*/ 240962 h 4282477"/>
                <a:gd name="connsiteX0" fmla="*/ 0 w 6291618"/>
                <a:gd name="connsiteY0" fmla="*/ 4185165 h 4282477"/>
                <a:gd name="connsiteX1" fmla="*/ 122830 w 6291618"/>
                <a:gd name="connsiteY1" fmla="*/ 3925858 h 4282477"/>
                <a:gd name="connsiteX2" fmla="*/ 272956 w 6291618"/>
                <a:gd name="connsiteY2" fmla="*/ 3161583 h 4282477"/>
                <a:gd name="connsiteX3" fmla="*/ 450377 w 6291618"/>
                <a:gd name="connsiteY3" fmla="*/ 1878694 h 4282477"/>
                <a:gd name="connsiteX4" fmla="*/ 614150 w 6291618"/>
                <a:gd name="connsiteY4" fmla="*/ 1237249 h 4282477"/>
                <a:gd name="connsiteX5" fmla="*/ 846162 w 6291618"/>
                <a:gd name="connsiteY5" fmla="*/ 732282 h 4282477"/>
                <a:gd name="connsiteX6" fmla="*/ 1133932 w 6291618"/>
                <a:gd name="connsiteY6" fmla="*/ 470585 h 4282477"/>
                <a:gd name="connsiteX7" fmla="*/ 1433015 w 6291618"/>
                <a:gd name="connsiteY7" fmla="*/ 308033 h 4282477"/>
                <a:gd name="connsiteX8" fmla="*/ 1910633 w 6291618"/>
                <a:gd name="connsiteY8" fmla="*/ 232678 h 4282477"/>
                <a:gd name="connsiteX9" fmla="*/ 2230479 w 6291618"/>
                <a:gd name="connsiteY9" fmla="*/ 5392 h 4282477"/>
                <a:gd name="connsiteX10" fmla="*/ 2483893 w 6291618"/>
                <a:gd name="connsiteY10" fmla="*/ 486622 h 4282477"/>
                <a:gd name="connsiteX11" fmla="*/ 2552132 w 6291618"/>
                <a:gd name="connsiteY11" fmla="*/ 1114419 h 4282477"/>
                <a:gd name="connsiteX12" fmla="*/ 2688609 w 6291618"/>
                <a:gd name="connsiteY12" fmla="*/ 1919637 h 4282477"/>
                <a:gd name="connsiteX13" fmla="*/ 2756848 w 6291618"/>
                <a:gd name="connsiteY13" fmla="*/ 2547434 h 4282477"/>
                <a:gd name="connsiteX14" fmla="*/ 2893326 w 6291618"/>
                <a:gd name="connsiteY14" fmla="*/ 3243470 h 4282477"/>
                <a:gd name="connsiteX15" fmla="*/ 3002508 w 6291618"/>
                <a:gd name="connsiteY15" fmla="*/ 3803028 h 4282477"/>
                <a:gd name="connsiteX16" fmla="*/ 3166281 w 6291618"/>
                <a:gd name="connsiteY16" fmla="*/ 4007744 h 4282477"/>
                <a:gd name="connsiteX17" fmla="*/ 3548418 w 6291618"/>
                <a:gd name="connsiteY17" fmla="*/ 4048688 h 4282477"/>
                <a:gd name="connsiteX18" fmla="*/ 4026090 w 6291618"/>
                <a:gd name="connsiteY18" fmla="*/ 4048688 h 4282477"/>
                <a:gd name="connsiteX19" fmla="*/ 4585648 w 6291618"/>
                <a:gd name="connsiteY19" fmla="*/ 4253404 h 4282477"/>
                <a:gd name="connsiteX20" fmla="*/ 4858603 w 6291618"/>
                <a:gd name="connsiteY20" fmla="*/ 3325356 h 4282477"/>
                <a:gd name="connsiteX21" fmla="*/ 5036024 w 6291618"/>
                <a:gd name="connsiteY21" fmla="*/ 2178944 h 4282477"/>
                <a:gd name="connsiteX22" fmla="*/ 5254388 w 6291618"/>
                <a:gd name="connsiteY22" fmla="*/ 1237249 h 4282477"/>
                <a:gd name="connsiteX23" fmla="*/ 5540991 w 6291618"/>
                <a:gd name="connsiteY23" fmla="*/ 609452 h 4282477"/>
                <a:gd name="connsiteX24" fmla="*/ 5964072 w 6291618"/>
                <a:gd name="connsiteY24" fmla="*/ 336497 h 4282477"/>
                <a:gd name="connsiteX25" fmla="*/ 6291618 w 6291618"/>
                <a:gd name="connsiteY25" fmla="*/ 240962 h 4282477"/>
                <a:gd name="connsiteX0" fmla="*/ 0 w 6291618"/>
                <a:gd name="connsiteY0" fmla="*/ 4192155 h 4289467"/>
                <a:gd name="connsiteX1" fmla="*/ 122830 w 6291618"/>
                <a:gd name="connsiteY1" fmla="*/ 3932848 h 4289467"/>
                <a:gd name="connsiteX2" fmla="*/ 272956 w 6291618"/>
                <a:gd name="connsiteY2" fmla="*/ 3168573 h 4289467"/>
                <a:gd name="connsiteX3" fmla="*/ 450377 w 6291618"/>
                <a:gd name="connsiteY3" fmla="*/ 1885684 h 4289467"/>
                <a:gd name="connsiteX4" fmla="*/ 614150 w 6291618"/>
                <a:gd name="connsiteY4" fmla="*/ 1244239 h 4289467"/>
                <a:gd name="connsiteX5" fmla="*/ 846162 w 6291618"/>
                <a:gd name="connsiteY5" fmla="*/ 739272 h 4289467"/>
                <a:gd name="connsiteX6" fmla="*/ 1133932 w 6291618"/>
                <a:gd name="connsiteY6" fmla="*/ 477575 h 4289467"/>
                <a:gd name="connsiteX7" fmla="*/ 1433015 w 6291618"/>
                <a:gd name="connsiteY7" fmla="*/ 315023 h 4289467"/>
                <a:gd name="connsiteX8" fmla="*/ 1910633 w 6291618"/>
                <a:gd name="connsiteY8" fmla="*/ 239668 h 4289467"/>
                <a:gd name="connsiteX9" fmla="*/ 2255385 w 6291618"/>
                <a:gd name="connsiteY9" fmla="*/ 5266 h 4289467"/>
                <a:gd name="connsiteX10" fmla="*/ 2483893 w 6291618"/>
                <a:gd name="connsiteY10" fmla="*/ 493612 h 4289467"/>
                <a:gd name="connsiteX11" fmla="*/ 2552132 w 6291618"/>
                <a:gd name="connsiteY11" fmla="*/ 1121409 h 4289467"/>
                <a:gd name="connsiteX12" fmla="*/ 2688609 w 6291618"/>
                <a:gd name="connsiteY12" fmla="*/ 1926627 h 4289467"/>
                <a:gd name="connsiteX13" fmla="*/ 2756848 w 6291618"/>
                <a:gd name="connsiteY13" fmla="*/ 2554424 h 4289467"/>
                <a:gd name="connsiteX14" fmla="*/ 2893326 w 6291618"/>
                <a:gd name="connsiteY14" fmla="*/ 3250460 h 4289467"/>
                <a:gd name="connsiteX15" fmla="*/ 3002508 w 6291618"/>
                <a:gd name="connsiteY15" fmla="*/ 3810018 h 4289467"/>
                <a:gd name="connsiteX16" fmla="*/ 3166281 w 6291618"/>
                <a:gd name="connsiteY16" fmla="*/ 4014734 h 4289467"/>
                <a:gd name="connsiteX17" fmla="*/ 3548418 w 6291618"/>
                <a:gd name="connsiteY17" fmla="*/ 4055678 h 4289467"/>
                <a:gd name="connsiteX18" fmla="*/ 4026090 w 6291618"/>
                <a:gd name="connsiteY18" fmla="*/ 4055678 h 4289467"/>
                <a:gd name="connsiteX19" fmla="*/ 4585648 w 6291618"/>
                <a:gd name="connsiteY19" fmla="*/ 4260394 h 4289467"/>
                <a:gd name="connsiteX20" fmla="*/ 4858603 w 6291618"/>
                <a:gd name="connsiteY20" fmla="*/ 3332346 h 4289467"/>
                <a:gd name="connsiteX21" fmla="*/ 5036024 w 6291618"/>
                <a:gd name="connsiteY21" fmla="*/ 2185934 h 4289467"/>
                <a:gd name="connsiteX22" fmla="*/ 5254388 w 6291618"/>
                <a:gd name="connsiteY22" fmla="*/ 1244239 h 4289467"/>
                <a:gd name="connsiteX23" fmla="*/ 5540991 w 6291618"/>
                <a:gd name="connsiteY23" fmla="*/ 616442 h 4289467"/>
                <a:gd name="connsiteX24" fmla="*/ 5964072 w 6291618"/>
                <a:gd name="connsiteY24" fmla="*/ 343487 h 4289467"/>
                <a:gd name="connsiteX25" fmla="*/ 6291618 w 6291618"/>
                <a:gd name="connsiteY25" fmla="*/ 247952 h 4289467"/>
                <a:gd name="connsiteX0" fmla="*/ 0 w 6291618"/>
                <a:gd name="connsiteY0" fmla="*/ 4192155 h 4289467"/>
                <a:gd name="connsiteX1" fmla="*/ 122830 w 6291618"/>
                <a:gd name="connsiteY1" fmla="*/ 3932848 h 4289467"/>
                <a:gd name="connsiteX2" fmla="*/ 272956 w 6291618"/>
                <a:gd name="connsiteY2" fmla="*/ 3168573 h 4289467"/>
                <a:gd name="connsiteX3" fmla="*/ 450377 w 6291618"/>
                <a:gd name="connsiteY3" fmla="*/ 1885684 h 4289467"/>
                <a:gd name="connsiteX4" fmla="*/ 614150 w 6291618"/>
                <a:gd name="connsiteY4" fmla="*/ 1244239 h 4289467"/>
                <a:gd name="connsiteX5" fmla="*/ 846162 w 6291618"/>
                <a:gd name="connsiteY5" fmla="*/ 739272 h 4289467"/>
                <a:gd name="connsiteX6" fmla="*/ 1133932 w 6291618"/>
                <a:gd name="connsiteY6" fmla="*/ 477575 h 4289467"/>
                <a:gd name="connsiteX7" fmla="*/ 1433015 w 6291618"/>
                <a:gd name="connsiteY7" fmla="*/ 315023 h 4289467"/>
                <a:gd name="connsiteX8" fmla="*/ 1910633 w 6291618"/>
                <a:gd name="connsiteY8" fmla="*/ 239668 h 4289467"/>
                <a:gd name="connsiteX9" fmla="*/ 2255385 w 6291618"/>
                <a:gd name="connsiteY9" fmla="*/ 5266 h 4289467"/>
                <a:gd name="connsiteX10" fmla="*/ 2462545 w 6291618"/>
                <a:gd name="connsiteY10" fmla="*/ 493612 h 4289467"/>
                <a:gd name="connsiteX11" fmla="*/ 2552132 w 6291618"/>
                <a:gd name="connsiteY11" fmla="*/ 1121409 h 4289467"/>
                <a:gd name="connsiteX12" fmla="*/ 2688609 w 6291618"/>
                <a:gd name="connsiteY12" fmla="*/ 1926627 h 4289467"/>
                <a:gd name="connsiteX13" fmla="*/ 2756848 w 6291618"/>
                <a:gd name="connsiteY13" fmla="*/ 2554424 h 4289467"/>
                <a:gd name="connsiteX14" fmla="*/ 2893326 w 6291618"/>
                <a:gd name="connsiteY14" fmla="*/ 3250460 h 4289467"/>
                <a:gd name="connsiteX15" fmla="*/ 3002508 w 6291618"/>
                <a:gd name="connsiteY15" fmla="*/ 3810018 h 4289467"/>
                <a:gd name="connsiteX16" fmla="*/ 3166281 w 6291618"/>
                <a:gd name="connsiteY16" fmla="*/ 4014734 h 4289467"/>
                <a:gd name="connsiteX17" fmla="*/ 3548418 w 6291618"/>
                <a:gd name="connsiteY17" fmla="*/ 4055678 h 4289467"/>
                <a:gd name="connsiteX18" fmla="*/ 4026090 w 6291618"/>
                <a:gd name="connsiteY18" fmla="*/ 4055678 h 4289467"/>
                <a:gd name="connsiteX19" fmla="*/ 4585648 w 6291618"/>
                <a:gd name="connsiteY19" fmla="*/ 4260394 h 4289467"/>
                <a:gd name="connsiteX20" fmla="*/ 4858603 w 6291618"/>
                <a:gd name="connsiteY20" fmla="*/ 3332346 h 4289467"/>
                <a:gd name="connsiteX21" fmla="*/ 5036024 w 6291618"/>
                <a:gd name="connsiteY21" fmla="*/ 2185934 h 4289467"/>
                <a:gd name="connsiteX22" fmla="*/ 5254388 w 6291618"/>
                <a:gd name="connsiteY22" fmla="*/ 1244239 h 4289467"/>
                <a:gd name="connsiteX23" fmla="*/ 5540991 w 6291618"/>
                <a:gd name="connsiteY23" fmla="*/ 616442 h 4289467"/>
                <a:gd name="connsiteX24" fmla="*/ 5964072 w 6291618"/>
                <a:gd name="connsiteY24" fmla="*/ 343487 h 4289467"/>
                <a:gd name="connsiteX25" fmla="*/ 6291618 w 6291618"/>
                <a:gd name="connsiteY25" fmla="*/ 247952 h 4289467"/>
                <a:gd name="connsiteX0" fmla="*/ 0 w 6291618"/>
                <a:gd name="connsiteY0" fmla="*/ 4186984 h 4284296"/>
                <a:gd name="connsiteX1" fmla="*/ 122830 w 6291618"/>
                <a:gd name="connsiteY1" fmla="*/ 3927677 h 4284296"/>
                <a:gd name="connsiteX2" fmla="*/ 272956 w 6291618"/>
                <a:gd name="connsiteY2" fmla="*/ 3163402 h 4284296"/>
                <a:gd name="connsiteX3" fmla="*/ 450377 w 6291618"/>
                <a:gd name="connsiteY3" fmla="*/ 1880513 h 4284296"/>
                <a:gd name="connsiteX4" fmla="*/ 614150 w 6291618"/>
                <a:gd name="connsiteY4" fmla="*/ 1239068 h 4284296"/>
                <a:gd name="connsiteX5" fmla="*/ 846162 w 6291618"/>
                <a:gd name="connsiteY5" fmla="*/ 734101 h 4284296"/>
                <a:gd name="connsiteX6" fmla="*/ 1133932 w 6291618"/>
                <a:gd name="connsiteY6" fmla="*/ 472404 h 4284296"/>
                <a:gd name="connsiteX7" fmla="*/ 1433015 w 6291618"/>
                <a:gd name="connsiteY7" fmla="*/ 309852 h 4284296"/>
                <a:gd name="connsiteX8" fmla="*/ 1910633 w 6291618"/>
                <a:gd name="connsiteY8" fmla="*/ 234497 h 4284296"/>
                <a:gd name="connsiteX9" fmla="*/ 2255385 w 6291618"/>
                <a:gd name="connsiteY9" fmla="*/ 95 h 4284296"/>
                <a:gd name="connsiteX10" fmla="*/ 2404289 w 6291618"/>
                <a:gd name="connsiteY10" fmla="*/ 263917 h 4284296"/>
                <a:gd name="connsiteX11" fmla="*/ 2462545 w 6291618"/>
                <a:gd name="connsiteY11" fmla="*/ 488441 h 4284296"/>
                <a:gd name="connsiteX12" fmla="*/ 2552132 w 6291618"/>
                <a:gd name="connsiteY12" fmla="*/ 1116238 h 4284296"/>
                <a:gd name="connsiteX13" fmla="*/ 2688609 w 6291618"/>
                <a:gd name="connsiteY13" fmla="*/ 1921456 h 4284296"/>
                <a:gd name="connsiteX14" fmla="*/ 2756848 w 6291618"/>
                <a:gd name="connsiteY14" fmla="*/ 2549253 h 4284296"/>
                <a:gd name="connsiteX15" fmla="*/ 2893326 w 6291618"/>
                <a:gd name="connsiteY15" fmla="*/ 3245289 h 4284296"/>
                <a:gd name="connsiteX16" fmla="*/ 3002508 w 6291618"/>
                <a:gd name="connsiteY16" fmla="*/ 3804847 h 4284296"/>
                <a:gd name="connsiteX17" fmla="*/ 3166281 w 6291618"/>
                <a:gd name="connsiteY17" fmla="*/ 4009563 h 4284296"/>
                <a:gd name="connsiteX18" fmla="*/ 3548418 w 6291618"/>
                <a:gd name="connsiteY18" fmla="*/ 4050507 h 4284296"/>
                <a:gd name="connsiteX19" fmla="*/ 4026090 w 6291618"/>
                <a:gd name="connsiteY19" fmla="*/ 4050507 h 4284296"/>
                <a:gd name="connsiteX20" fmla="*/ 4585648 w 6291618"/>
                <a:gd name="connsiteY20" fmla="*/ 4255223 h 4284296"/>
                <a:gd name="connsiteX21" fmla="*/ 4858603 w 6291618"/>
                <a:gd name="connsiteY21" fmla="*/ 3327175 h 4284296"/>
                <a:gd name="connsiteX22" fmla="*/ 5036024 w 6291618"/>
                <a:gd name="connsiteY22" fmla="*/ 2180763 h 4284296"/>
                <a:gd name="connsiteX23" fmla="*/ 5254388 w 6291618"/>
                <a:gd name="connsiteY23" fmla="*/ 1239068 h 4284296"/>
                <a:gd name="connsiteX24" fmla="*/ 5540991 w 6291618"/>
                <a:gd name="connsiteY24" fmla="*/ 611271 h 4284296"/>
                <a:gd name="connsiteX25" fmla="*/ 5964072 w 6291618"/>
                <a:gd name="connsiteY25" fmla="*/ 338316 h 4284296"/>
                <a:gd name="connsiteX26" fmla="*/ 6291618 w 6291618"/>
                <a:gd name="connsiteY26" fmla="*/ 242781 h 4284296"/>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05573 w 6291618"/>
                <a:gd name="connsiteY9" fmla="*/ 88 h 4298521"/>
                <a:gd name="connsiteX10" fmla="*/ 2404289 w 6291618"/>
                <a:gd name="connsiteY10" fmla="*/ 278142 h 4298521"/>
                <a:gd name="connsiteX11" fmla="*/ 2462545 w 6291618"/>
                <a:gd name="connsiteY11" fmla="*/ 502666 h 4298521"/>
                <a:gd name="connsiteX12" fmla="*/ 2552132 w 6291618"/>
                <a:gd name="connsiteY12" fmla="*/ 1130463 h 4298521"/>
                <a:gd name="connsiteX13" fmla="*/ 2688609 w 6291618"/>
                <a:gd name="connsiteY13" fmla="*/ 1935681 h 4298521"/>
                <a:gd name="connsiteX14" fmla="*/ 2756848 w 6291618"/>
                <a:gd name="connsiteY14" fmla="*/ 2563478 h 4298521"/>
                <a:gd name="connsiteX15" fmla="*/ 2893326 w 6291618"/>
                <a:gd name="connsiteY15" fmla="*/ 3259514 h 4298521"/>
                <a:gd name="connsiteX16" fmla="*/ 3002508 w 6291618"/>
                <a:gd name="connsiteY16" fmla="*/ 3819072 h 4298521"/>
                <a:gd name="connsiteX17" fmla="*/ 3166281 w 6291618"/>
                <a:gd name="connsiteY17" fmla="*/ 4023788 h 4298521"/>
                <a:gd name="connsiteX18" fmla="*/ 3548418 w 6291618"/>
                <a:gd name="connsiteY18" fmla="*/ 4064732 h 4298521"/>
                <a:gd name="connsiteX19" fmla="*/ 4026090 w 6291618"/>
                <a:gd name="connsiteY19" fmla="*/ 4064732 h 4298521"/>
                <a:gd name="connsiteX20" fmla="*/ 4585648 w 6291618"/>
                <a:gd name="connsiteY20" fmla="*/ 4269448 h 4298521"/>
                <a:gd name="connsiteX21" fmla="*/ 4858603 w 6291618"/>
                <a:gd name="connsiteY21" fmla="*/ 3341400 h 4298521"/>
                <a:gd name="connsiteX22" fmla="*/ 5036024 w 6291618"/>
                <a:gd name="connsiteY22" fmla="*/ 2194988 h 4298521"/>
                <a:gd name="connsiteX23" fmla="*/ 5254388 w 6291618"/>
                <a:gd name="connsiteY23" fmla="*/ 1253293 h 4298521"/>
                <a:gd name="connsiteX24" fmla="*/ 5540991 w 6291618"/>
                <a:gd name="connsiteY24" fmla="*/ 625496 h 4298521"/>
                <a:gd name="connsiteX25" fmla="*/ 5964072 w 6291618"/>
                <a:gd name="connsiteY25" fmla="*/ 352541 h 4298521"/>
                <a:gd name="connsiteX26" fmla="*/ 6291618 w 6291618"/>
                <a:gd name="connsiteY26"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52132 w 6291618"/>
                <a:gd name="connsiteY12" fmla="*/ 1130463 h 4298521"/>
                <a:gd name="connsiteX13" fmla="*/ 2688609 w 6291618"/>
                <a:gd name="connsiteY13" fmla="*/ 1935681 h 4298521"/>
                <a:gd name="connsiteX14" fmla="*/ 2756848 w 6291618"/>
                <a:gd name="connsiteY14" fmla="*/ 2563478 h 4298521"/>
                <a:gd name="connsiteX15" fmla="*/ 2893326 w 6291618"/>
                <a:gd name="connsiteY15" fmla="*/ 3259514 h 4298521"/>
                <a:gd name="connsiteX16" fmla="*/ 3002508 w 6291618"/>
                <a:gd name="connsiteY16" fmla="*/ 3819072 h 4298521"/>
                <a:gd name="connsiteX17" fmla="*/ 3166281 w 6291618"/>
                <a:gd name="connsiteY17" fmla="*/ 4023788 h 4298521"/>
                <a:gd name="connsiteX18" fmla="*/ 3548418 w 6291618"/>
                <a:gd name="connsiteY18" fmla="*/ 4064732 h 4298521"/>
                <a:gd name="connsiteX19" fmla="*/ 4026090 w 6291618"/>
                <a:gd name="connsiteY19" fmla="*/ 4064732 h 4298521"/>
                <a:gd name="connsiteX20" fmla="*/ 4585648 w 6291618"/>
                <a:gd name="connsiteY20" fmla="*/ 4269448 h 4298521"/>
                <a:gd name="connsiteX21" fmla="*/ 4858603 w 6291618"/>
                <a:gd name="connsiteY21" fmla="*/ 3341400 h 4298521"/>
                <a:gd name="connsiteX22" fmla="*/ 5036024 w 6291618"/>
                <a:gd name="connsiteY22" fmla="*/ 2194988 h 4298521"/>
                <a:gd name="connsiteX23" fmla="*/ 5254388 w 6291618"/>
                <a:gd name="connsiteY23" fmla="*/ 1253293 h 4298521"/>
                <a:gd name="connsiteX24" fmla="*/ 5540991 w 6291618"/>
                <a:gd name="connsiteY24" fmla="*/ 625496 h 4298521"/>
                <a:gd name="connsiteX25" fmla="*/ 5964072 w 6291618"/>
                <a:gd name="connsiteY25" fmla="*/ 352541 h 4298521"/>
                <a:gd name="connsiteX26" fmla="*/ 6291618 w 6291618"/>
                <a:gd name="connsiteY26"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66364 w 6291618"/>
                <a:gd name="connsiteY12" fmla="*/ 1126905 h 4298521"/>
                <a:gd name="connsiteX13" fmla="*/ 2688609 w 6291618"/>
                <a:gd name="connsiteY13" fmla="*/ 1935681 h 4298521"/>
                <a:gd name="connsiteX14" fmla="*/ 2756848 w 6291618"/>
                <a:gd name="connsiteY14" fmla="*/ 2563478 h 4298521"/>
                <a:gd name="connsiteX15" fmla="*/ 2893326 w 6291618"/>
                <a:gd name="connsiteY15" fmla="*/ 3259514 h 4298521"/>
                <a:gd name="connsiteX16" fmla="*/ 3002508 w 6291618"/>
                <a:gd name="connsiteY16" fmla="*/ 3819072 h 4298521"/>
                <a:gd name="connsiteX17" fmla="*/ 3166281 w 6291618"/>
                <a:gd name="connsiteY17" fmla="*/ 4023788 h 4298521"/>
                <a:gd name="connsiteX18" fmla="*/ 3548418 w 6291618"/>
                <a:gd name="connsiteY18" fmla="*/ 4064732 h 4298521"/>
                <a:gd name="connsiteX19" fmla="*/ 4026090 w 6291618"/>
                <a:gd name="connsiteY19" fmla="*/ 4064732 h 4298521"/>
                <a:gd name="connsiteX20" fmla="*/ 4585648 w 6291618"/>
                <a:gd name="connsiteY20" fmla="*/ 4269448 h 4298521"/>
                <a:gd name="connsiteX21" fmla="*/ 4858603 w 6291618"/>
                <a:gd name="connsiteY21" fmla="*/ 3341400 h 4298521"/>
                <a:gd name="connsiteX22" fmla="*/ 5036024 w 6291618"/>
                <a:gd name="connsiteY22" fmla="*/ 2194988 h 4298521"/>
                <a:gd name="connsiteX23" fmla="*/ 5254388 w 6291618"/>
                <a:gd name="connsiteY23" fmla="*/ 1253293 h 4298521"/>
                <a:gd name="connsiteX24" fmla="*/ 5540991 w 6291618"/>
                <a:gd name="connsiteY24" fmla="*/ 625496 h 4298521"/>
                <a:gd name="connsiteX25" fmla="*/ 5964072 w 6291618"/>
                <a:gd name="connsiteY25" fmla="*/ 352541 h 4298521"/>
                <a:gd name="connsiteX26" fmla="*/ 6291618 w 6291618"/>
                <a:gd name="connsiteY26"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73480 w 6291618"/>
                <a:gd name="connsiteY12" fmla="*/ 1126905 h 4298521"/>
                <a:gd name="connsiteX13" fmla="*/ 2688609 w 6291618"/>
                <a:gd name="connsiteY13" fmla="*/ 1935681 h 4298521"/>
                <a:gd name="connsiteX14" fmla="*/ 2756848 w 6291618"/>
                <a:gd name="connsiteY14" fmla="*/ 2563478 h 4298521"/>
                <a:gd name="connsiteX15" fmla="*/ 2893326 w 6291618"/>
                <a:gd name="connsiteY15" fmla="*/ 3259514 h 4298521"/>
                <a:gd name="connsiteX16" fmla="*/ 3002508 w 6291618"/>
                <a:gd name="connsiteY16" fmla="*/ 3819072 h 4298521"/>
                <a:gd name="connsiteX17" fmla="*/ 3166281 w 6291618"/>
                <a:gd name="connsiteY17" fmla="*/ 4023788 h 4298521"/>
                <a:gd name="connsiteX18" fmla="*/ 3548418 w 6291618"/>
                <a:gd name="connsiteY18" fmla="*/ 4064732 h 4298521"/>
                <a:gd name="connsiteX19" fmla="*/ 4026090 w 6291618"/>
                <a:gd name="connsiteY19" fmla="*/ 4064732 h 4298521"/>
                <a:gd name="connsiteX20" fmla="*/ 4585648 w 6291618"/>
                <a:gd name="connsiteY20" fmla="*/ 4269448 h 4298521"/>
                <a:gd name="connsiteX21" fmla="*/ 4858603 w 6291618"/>
                <a:gd name="connsiteY21" fmla="*/ 3341400 h 4298521"/>
                <a:gd name="connsiteX22" fmla="*/ 5036024 w 6291618"/>
                <a:gd name="connsiteY22" fmla="*/ 2194988 h 4298521"/>
                <a:gd name="connsiteX23" fmla="*/ 5254388 w 6291618"/>
                <a:gd name="connsiteY23" fmla="*/ 1253293 h 4298521"/>
                <a:gd name="connsiteX24" fmla="*/ 5540991 w 6291618"/>
                <a:gd name="connsiteY24" fmla="*/ 625496 h 4298521"/>
                <a:gd name="connsiteX25" fmla="*/ 5964072 w 6291618"/>
                <a:gd name="connsiteY25" fmla="*/ 352541 h 4298521"/>
                <a:gd name="connsiteX26" fmla="*/ 6291618 w 6291618"/>
                <a:gd name="connsiteY26"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11028 w 6291618"/>
                <a:gd name="connsiteY12" fmla="*/ 818954 h 4298521"/>
                <a:gd name="connsiteX13" fmla="*/ 2573480 w 6291618"/>
                <a:gd name="connsiteY13" fmla="*/ 1126905 h 4298521"/>
                <a:gd name="connsiteX14" fmla="*/ 2688609 w 6291618"/>
                <a:gd name="connsiteY14" fmla="*/ 1935681 h 4298521"/>
                <a:gd name="connsiteX15" fmla="*/ 2756848 w 6291618"/>
                <a:gd name="connsiteY15" fmla="*/ 2563478 h 4298521"/>
                <a:gd name="connsiteX16" fmla="*/ 2893326 w 6291618"/>
                <a:gd name="connsiteY16" fmla="*/ 3259514 h 4298521"/>
                <a:gd name="connsiteX17" fmla="*/ 3002508 w 6291618"/>
                <a:gd name="connsiteY17" fmla="*/ 3819072 h 4298521"/>
                <a:gd name="connsiteX18" fmla="*/ 3166281 w 6291618"/>
                <a:gd name="connsiteY18" fmla="*/ 4023788 h 4298521"/>
                <a:gd name="connsiteX19" fmla="*/ 3548418 w 6291618"/>
                <a:gd name="connsiteY19" fmla="*/ 4064732 h 4298521"/>
                <a:gd name="connsiteX20" fmla="*/ 4026090 w 6291618"/>
                <a:gd name="connsiteY20" fmla="*/ 4064732 h 4298521"/>
                <a:gd name="connsiteX21" fmla="*/ 4585648 w 6291618"/>
                <a:gd name="connsiteY21" fmla="*/ 4269448 h 4298521"/>
                <a:gd name="connsiteX22" fmla="*/ 4858603 w 6291618"/>
                <a:gd name="connsiteY22" fmla="*/ 3341400 h 4298521"/>
                <a:gd name="connsiteX23" fmla="*/ 5036024 w 6291618"/>
                <a:gd name="connsiteY23" fmla="*/ 2194988 h 4298521"/>
                <a:gd name="connsiteX24" fmla="*/ 5254388 w 6291618"/>
                <a:gd name="connsiteY24" fmla="*/ 1253293 h 4298521"/>
                <a:gd name="connsiteX25" fmla="*/ 5540991 w 6291618"/>
                <a:gd name="connsiteY25" fmla="*/ 625496 h 4298521"/>
                <a:gd name="connsiteX26" fmla="*/ 5964072 w 6291618"/>
                <a:gd name="connsiteY26" fmla="*/ 352541 h 4298521"/>
                <a:gd name="connsiteX27" fmla="*/ 6291618 w 6291618"/>
                <a:gd name="connsiteY27"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35934 w 6291618"/>
                <a:gd name="connsiteY12" fmla="*/ 818954 h 4298521"/>
                <a:gd name="connsiteX13" fmla="*/ 2573480 w 6291618"/>
                <a:gd name="connsiteY13" fmla="*/ 1126905 h 4298521"/>
                <a:gd name="connsiteX14" fmla="*/ 2688609 w 6291618"/>
                <a:gd name="connsiteY14" fmla="*/ 1935681 h 4298521"/>
                <a:gd name="connsiteX15" fmla="*/ 2756848 w 6291618"/>
                <a:gd name="connsiteY15" fmla="*/ 2563478 h 4298521"/>
                <a:gd name="connsiteX16" fmla="*/ 2893326 w 6291618"/>
                <a:gd name="connsiteY16" fmla="*/ 3259514 h 4298521"/>
                <a:gd name="connsiteX17" fmla="*/ 3002508 w 6291618"/>
                <a:gd name="connsiteY17" fmla="*/ 3819072 h 4298521"/>
                <a:gd name="connsiteX18" fmla="*/ 3166281 w 6291618"/>
                <a:gd name="connsiteY18" fmla="*/ 4023788 h 4298521"/>
                <a:gd name="connsiteX19" fmla="*/ 3548418 w 6291618"/>
                <a:gd name="connsiteY19" fmla="*/ 4064732 h 4298521"/>
                <a:gd name="connsiteX20" fmla="*/ 4026090 w 6291618"/>
                <a:gd name="connsiteY20" fmla="*/ 4064732 h 4298521"/>
                <a:gd name="connsiteX21" fmla="*/ 4585648 w 6291618"/>
                <a:gd name="connsiteY21" fmla="*/ 4269448 h 4298521"/>
                <a:gd name="connsiteX22" fmla="*/ 4858603 w 6291618"/>
                <a:gd name="connsiteY22" fmla="*/ 3341400 h 4298521"/>
                <a:gd name="connsiteX23" fmla="*/ 5036024 w 6291618"/>
                <a:gd name="connsiteY23" fmla="*/ 2194988 h 4298521"/>
                <a:gd name="connsiteX24" fmla="*/ 5254388 w 6291618"/>
                <a:gd name="connsiteY24" fmla="*/ 1253293 h 4298521"/>
                <a:gd name="connsiteX25" fmla="*/ 5540991 w 6291618"/>
                <a:gd name="connsiteY25" fmla="*/ 625496 h 4298521"/>
                <a:gd name="connsiteX26" fmla="*/ 5964072 w 6291618"/>
                <a:gd name="connsiteY26" fmla="*/ 352541 h 4298521"/>
                <a:gd name="connsiteX27" fmla="*/ 6291618 w 6291618"/>
                <a:gd name="connsiteY27"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21702 w 6291618"/>
                <a:gd name="connsiteY12" fmla="*/ 818954 h 4298521"/>
                <a:gd name="connsiteX13" fmla="*/ 2573480 w 6291618"/>
                <a:gd name="connsiteY13" fmla="*/ 1126905 h 4298521"/>
                <a:gd name="connsiteX14" fmla="*/ 2688609 w 6291618"/>
                <a:gd name="connsiteY14" fmla="*/ 1935681 h 4298521"/>
                <a:gd name="connsiteX15" fmla="*/ 2756848 w 6291618"/>
                <a:gd name="connsiteY15" fmla="*/ 2563478 h 4298521"/>
                <a:gd name="connsiteX16" fmla="*/ 2893326 w 6291618"/>
                <a:gd name="connsiteY16" fmla="*/ 3259514 h 4298521"/>
                <a:gd name="connsiteX17" fmla="*/ 3002508 w 6291618"/>
                <a:gd name="connsiteY17" fmla="*/ 3819072 h 4298521"/>
                <a:gd name="connsiteX18" fmla="*/ 3166281 w 6291618"/>
                <a:gd name="connsiteY18" fmla="*/ 4023788 h 4298521"/>
                <a:gd name="connsiteX19" fmla="*/ 3548418 w 6291618"/>
                <a:gd name="connsiteY19" fmla="*/ 4064732 h 4298521"/>
                <a:gd name="connsiteX20" fmla="*/ 4026090 w 6291618"/>
                <a:gd name="connsiteY20" fmla="*/ 4064732 h 4298521"/>
                <a:gd name="connsiteX21" fmla="*/ 4585648 w 6291618"/>
                <a:gd name="connsiteY21" fmla="*/ 4269448 h 4298521"/>
                <a:gd name="connsiteX22" fmla="*/ 4858603 w 6291618"/>
                <a:gd name="connsiteY22" fmla="*/ 3341400 h 4298521"/>
                <a:gd name="connsiteX23" fmla="*/ 5036024 w 6291618"/>
                <a:gd name="connsiteY23" fmla="*/ 2194988 h 4298521"/>
                <a:gd name="connsiteX24" fmla="*/ 5254388 w 6291618"/>
                <a:gd name="connsiteY24" fmla="*/ 1253293 h 4298521"/>
                <a:gd name="connsiteX25" fmla="*/ 5540991 w 6291618"/>
                <a:gd name="connsiteY25" fmla="*/ 625496 h 4298521"/>
                <a:gd name="connsiteX26" fmla="*/ 5964072 w 6291618"/>
                <a:gd name="connsiteY26" fmla="*/ 352541 h 4298521"/>
                <a:gd name="connsiteX27" fmla="*/ 6291618 w 6291618"/>
                <a:gd name="connsiteY27"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21702 w 6291618"/>
                <a:gd name="connsiteY12" fmla="*/ 818954 h 4298521"/>
                <a:gd name="connsiteX13" fmla="*/ 2573480 w 6291618"/>
                <a:gd name="connsiteY13" fmla="*/ 1126905 h 4298521"/>
                <a:gd name="connsiteX14" fmla="*/ 2688609 w 6291618"/>
                <a:gd name="connsiteY14" fmla="*/ 1935681 h 4298521"/>
                <a:gd name="connsiteX15" fmla="*/ 2781754 w 6291618"/>
                <a:gd name="connsiteY15" fmla="*/ 2563478 h 4298521"/>
                <a:gd name="connsiteX16" fmla="*/ 2893326 w 6291618"/>
                <a:gd name="connsiteY16" fmla="*/ 3259514 h 4298521"/>
                <a:gd name="connsiteX17" fmla="*/ 3002508 w 6291618"/>
                <a:gd name="connsiteY17" fmla="*/ 3819072 h 4298521"/>
                <a:gd name="connsiteX18" fmla="*/ 3166281 w 6291618"/>
                <a:gd name="connsiteY18" fmla="*/ 4023788 h 4298521"/>
                <a:gd name="connsiteX19" fmla="*/ 3548418 w 6291618"/>
                <a:gd name="connsiteY19" fmla="*/ 4064732 h 4298521"/>
                <a:gd name="connsiteX20" fmla="*/ 4026090 w 6291618"/>
                <a:gd name="connsiteY20" fmla="*/ 4064732 h 4298521"/>
                <a:gd name="connsiteX21" fmla="*/ 4585648 w 6291618"/>
                <a:gd name="connsiteY21" fmla="*/ 4269448 h 4298521"/>
                <a:gd name="connsiteX22" fmla="*/ 4858603 w 6291618"/>
                <a:gd name="connsiteY22" fmla="*/ 3341400 h 4298521"/>
                <a:gd name="connsiteX23" fmla="*/ 5036024 w 6291618"/>
                <a:gd name="connsiteY23" fmla="*/ 2194988 h 4298521"/>
                <a:gd name="connsiteX24" fmla="*/ 5254388 w 6291618"/>
                <a:gd name="connsiteY24" fmla="*/ 1253293 h 4298521"/>
                <a:gd name="connsiteX25" fmla="*/ 5540991 w 6291618"/>
                <a:gd name="connsiteY25" fmla="*/ 625496 h 4298521"/>
                <a:gd name="connsiteX26" fmla="*/ 5964072 w 6291618"/>
                <a:gd name="connsiteY26" fmla="*/ 352541 h 4298521"/>
                <a:gd name="connsiteX27" fmla="*/ 6291618 w 6291618"/>
                <a:gd name="connsiteY27"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21702 w 6291618"/>
                <a:gd name="connsiteY12" fmla="*/ 818954 h 4298521"/>
                <a:gd name="connsiteX13" fmla="*/ 2573480 w 6291618"/>
                <a:gd name="connsiteY13" fmla="*/ 1126905 h 4298521"/>
                <a:gd name="connsiteX14" fmla="*/ 2688609 w 6291618"/>
                <a:gd name="connsiteY14" fmla="*/ 1935681 h 4298521"/>
                <a:gd name="connsiteX15" fmla="*/ 2781754 w 6291618"/>
                <a:gd name="connsiteY15" fmla="*/ 2563478 h 4298521"/>
                <a:gd name="connsiteX16" fmla="*/ 2893326 w 6291618"/>
                <a:gd name="connsiteY16" fmla="*/ 3259514 h 4298521"/>
                <a:gd name="connsiteX17" fmla="*/ 3023856 w 6291618"/>
                <a:gd name="connsiteY17" fmla="*/ 3815514 h 4298521"/>
                <a:gd name="connsiteX18" fmla="*/ 3166281 w 6291618"/>
                <a:gd name="connsiteY18" fmla="*/ 4023788 h 4298521"/>
                <a:gd name="connsiteX19" fmla="*/ 3548418 w 6291618"/>
                <a:gd name="connsiteY19" fmla="*/ 4064732 h 4298521"/>
                <a:gd name="connsiteX20" fmla="*/ 4026090 w 6291618"/>
                <a:gd name="connsiteY20" fmla="*/ 4064732 h 4298521"/>
                <a:gd name="connsiteX21" fmla="*/ 4585648 w 6291618"/>
                <a:gd name="connsiteY21" fmla="*/ 4269448 h 4298521"/>
                <a:gd name="connsiteX22" fmla="*/ 4858603 w 6291618"/>
                <a:gd name="connsiteY22" fmla="*/ 3341400 h 4298521"/>
                <a:gd name="connsiteX23" fmla="*/ 5036024 w 6291618"/>
                <a:gd name="connsiteY23" fmla="*/ 2194988 h 4298521"/>
                <a:gd name="connsiteX24" fmla="*/ 5254388 w 6291618"/>
                <a:gd name="connsiteY24" fmla="*/ 1253293 h 4298521"/>
                <a:gd name="connsiteX25" fmla="*/ 5540991 w 6291618"/>
                <a:gd name="connsiteY25" fmla="*/ 625496 h 4298521"/>
                <a:gd name="connsiteX26" fmla="*/ 5964072 w 6291618"/>
                <a:gd name="connsiteY26" fmla="*/ 352541 h 4298521"/>
                <a:gd name="connsiteX27" fmla="*/ 6291618 w 6291618"/>
                <a:gd name="connsiteY27"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21702 w 6291618"/>
                <a:gd name="connsiteY12" fmla="*/ 818954 h 4298521"/>
                <a:gd name="connsiteX13" fmla="*/ 2573480 w 6291618"/>
                <a:gd name="connsiteY13" fmla="*/ 1126905 h 4298521"/>
                <a:gd name="connsiteX14" fmla="*/ 2688609 w 6291618"/>
                <a:gd name="connsiteY14" fmla="*/ 1935681 h 4298521"/>
                <a:gd name="connsiteX15" fmla="*/ 2781754 w 6291618"/>
                <a:gd name="connsiteY15" fmla="*/ 2563478 h 4298521"/>
                <a:gd name="connsiteX16" fmla="*/ 2893326 w 6291618"/>
                <a:gd name="connsiteY16" fmla="*/ 3259514 h 4298521"/>
                <a:gd name="connsiteX17" fmla="*/ 3006066 w 6291618"/>
                <a:gd name="connsiteY17" fmla="*/ 3815514 h 4298521"/>
                <a:gd name="connsiteX18" fmla="*/ 3166281 w 6291618"/>
                <a:gd name="connsiteY18" fmla="*/ 4023788 h 4298521"/>
                <a:gd name="connsiteX19" fmla="*/ 3548418 w 6291618"/>
                <a:gd name="connsiteY19" fmla="*/ 4064732 h 4298521"/>
                <a:gd name="connsiteX20" fmla="*/ 4026090 w 6291618"/>
                <a:gd name="connsiteY20" fmla="*/ 4064732 h 4298521"/>
                <a:gd name="connsiteX21" fmla="*/ 4585648 w 6291618"/>
                <a:gd name="connsiteY21" fmla="*/ 4269448 h 4298521"/>
                <a:gd name="connsiteX22" fmla="*/ 4858603 w 6291618"/>
                <a:gd name="connsiteY22" fmla="*/ 3341400 h 4298521"/>
                <a:gd name="connsiteX23" fmla="*/ 5036024 w 6291618"/>
                <a:gd name="connsiteY23" fmla="*/ 2194988 h 4298521"/>
                <a:gd name="connsiteX24" fmla="*/ 5254388 w 6291618"/>
                <a:gd name="connsiteY24" fmla="*/ 1253293 h 4298521"/>
                <a:gd name="connsiteX25" fmla="*/ 5540991 w 6291618"/>
                <a:gd name="connsiteY25" fmla="*/ 625496 h 4298521"/>
                <a:gd name="connsiteX26" fmla="*/ 5964072 w 6291618"/>
                <a:gd name="connsiteY26" fmla="*/ 352541 h 4298521"/>
                <a:gd name="connsiteX27" fmla="*/ 6291618 w 6291618"/>
                <a:gd name="connsiteY27" fmla="*/ 257006 h 4298521"/>
                <a:gd name="connsiteX0" fmla="*/ 0 w 6291618"/>
                <a:gd name="connsiteY0" fmla="*/ 4201209 h 4298521"/>
                <a:gd name="connsiteX1" fmla="*/ 122830 w 6291618"/>
                <a:gd name="connsiteY1" fmla="*/ 3941902 h 4298521"/>
                <a:gd name="connsiteX2" fmla="*/ 272956 w 6291618"/>
                <a:gd name="connsiteY2" fmla="*/ 3177627 h 4298521"/>
                <a:gd name="connsiteX3" fmla="*/ 450377 w 6291618"/>
                <a:gd name="connsiteY3" fmla="*/ 1894738 h 4298521"/>
                <a:gd name="connsiteX4" fmla="*/ 614150 w 6291618"/>
                <a:gd name="connsiteY4" fmla="*/ 1253293 h 4298521"/>
                <a:gd name="connsiteX5" fmla="*/ 846162 w 6291618"/>
                <a:gd name="connsiteY5" fmla="*/ 748326 h 4298521"/>
                <a:gd name="connsiteX6" fmla="*/ 1133932 w 6291618"/>
                <a:gd name="connsiteY6" fmla="*/ 486629 h 4298521"/>
                <a:gd name="connsiteX7" fmla="*/ 1433015 w 6291618"/>
                <a:gd name="connsiteY7" fmla="*/ 324077 h 4298521"/>
                <a:gd name="connsiteX8" fmla="*/ 1910633 w 6291618"/>
                <a:gd name="connsiteY8" fmla="*/ 248722 h 4298521"/>
                <a:gd name="connsiteX9" fmla="*/ 2223363 w 6291618"/>
                <a:gd name="connsiteY9" fmla="*/ 88 h 4298521"/>
                <a:gd name="connsiteX10" fmla="*/ 2404289 w 6291618"/>
                <a:gd name="connsiteY10" fmla="*/ 278142 h 4298521"/>
                <a:gd name="connsiteX11" fmla="*/ 2462545 w 6291618"/>
                <a:gd name="connsiteY11" fmla="*/ 502666 h 4298521"/>
                <a:gd name="connsiteX12" fmla="*/ 2521702 w 6291618"/>
                <a:gd name="connsiteY12" fmla="*/ 818954 h 4298521"/>
                <a:gd name="connsiteX13" fmla="*/ 2573480 w 6291618"/>
                <a:gd name="connsiteY13" fmla="*/ 1126905 h 4298521"/>
                <a:gd name="connsiteX14" fmla="*/ 2688609 w 6291618"/>
                <a:gd name="connsiteY14" fmla="*/ 1935681 h 4298521"/>
                <a:gd name="connsiteX15" fmla="*/ 2781754 w 6291618"/>
                <a:gd name="connsiteY15" fmla="*/ 2563478 h 4298521"/>
                <a:gd name="connsiteX16" fmla="*/ 2893326 w 6291618"/>
                <a:gd name="connsiteY16" fmla="*/ 3259514 h 4298521"/>
                <a:gd name="connsiteX17" fmla="*/ 3006066 w 6291618"/>
                <a:gd name="connsiteY17" fmla="*/ 3815514 h 4298521"/>
                <a:gd name="connsiteX18" fmla="*/ 3251672 w 6291618"/>
                <a:gd name="connsiteY18" fmla="*/ 4016672 h 4298521"/>
                <a:gd name="connsiteX19" fmla="*/ 3548418 w 6291618"/>
                <a:gd name="connsiteY19" fmla="*/ 4064732 h 4298521"/>
                <a:gd name="connsiteX20" fmla="*/ 4026090 w 6291618"/>
                <a:gd name="connsiteY20" fmla="*/ 4064732 h 4298521"/>
                <a:gd name="connsiteX21" fmla="*/ 4585648 w 6291618"/>
                <a:gd name="connsiteY21" fmla="*/ 4269448 h 4298521"/>
                <a:gd name="connsiteX22" fmla="*/ 4858603 w 6291618"/>
                <a:gd name="connsiteY22" fmla="*/ 3341400 h 4298521"/>
                <a:gd name="connsiteX23" fmla="*/ 5036024 w 6291618"/>
                <a:gd name="connsiteY23" fmla="*/ 2194988 h 4298521"/>
                <a:gd name="connsiteX24" fmla="*/ 5254388 w 6291618"/>
                <a:gd name="connsiteY24" fmla="*/ 1253293 h 4298521"/>
                <a:gd name="connsiteX25" fmla="*/ 5540991 w 6291618"/>
                <a:gd name="connsiteY25" fmla="*/ 625496 h 4298521"/>
                <a:gd name="connsiteX26" fmla="*/ 5964072 w 6291618"/>
                <a:gd name="connsiteY26" fmla="*/ 352541 h 4298521"/>
                <a:gd name="connsiteX27" fmla="*/ 6291618 w 6291618"/>
                <a:gd name="connsiteY27" fmla="*/ 257006 h 4298521"/>
                <a:gd name="connsiteX0" fmla="*/ 0 w 6291618"/>
                <a:gd name="connsiteY0" fmla="*/ 4201209 h 4298607"/>
                <a:gd name="connsiteX1" fmla="*/ 122830 w 6291618"/>
                <a:gd name="connsiteY1" fmla="*/ 3941902 h 4298607"/>
                <a:gd name="connsiteX2" fmla="*/ 272956 w 6291618"/>
                <a:gd name="connsiteY2" fmla="*/ 3177627 h 4298607"/>
                <a:gd name="connsiteX3" fmla="*/ 450377 w 6291618"/>
                <a:gd name="connsiteY3" fmla="*/ 1894738 h 4298607"/>
                <a:gd name="connsiteX4" fmla="*/ 614150 w 6291618"/>
                <a:gd name="connsiteY4" fmla="*/ 1253293 h 4298607"/>
                <a:gd name="connsiteX5" fmla="*/ 846162 w 6291618"/>
                <a:gd name="connsiteY5" fmla="*/ 748326 h 4298607"/>
                <a:gd name="connsiteX6" fmla="*/ 1133932 w 6291618"/>
                <a:gd name="connsiteY6" fmla="*/ 486629 h 4298607"/>
                <a:gd name="connsiteX7" fmla="*/ 1433015 w 6291618"/>
                <a:gd name="connsiteY7" fmla="*/ 324077 h 4298607"/>
                <a:gd name="connsiteX8" fmla="*/ 1910633 w 6291618"/>
                <a:gd name="connsiteY8" fmla="*/ 248722 h 4298607"/>
                <a:gd name="connsiteX9" fmla="*/ 2223363 w 6291618"/>
                <a:gd name="connsiteY9" fmla="*/ 88 h 4298607"/>
                <a:gd name="connsiteX10" fmla="*/ 2404289 w 6291618"/>
                <a:gd name="connsiteY10" fmla="*/ 278142 h 4298607"/>
                <a:gd name="connsiteX11" fmla="*/ 2462545 w 6291618"/>
                <a:gd name="connsiteY11" fmla="*/ 502666 h 4298607"/>
                <a:gd name="connsiteX12" fmla="*/ 2521702 w 6291618"/>
                <a:gd name="connsiteY12" fmla="*/ 818954 h 4298607"/>
                <a:gd name="connsiteX13" fmla="*/ 2573480 w 6291618"/>
                <a:gd name="connsiteY13" fmla="*/ 1126905 h 4298607"/>
                <a:gd name="connsiteX14" fmla="*/ 2688609 w 6291618"/>
                <a:gd name="connsiteY14" fmla="*/ 1935681 h 4298607"/>
                <a:gd name="connsiteX15" fmla="*/ 2781754 w 6291618"/>
                <a:gd name="connsiteY15" fmla="*/ 2563478 h 4298607"/>
                <a:gd name="connsiteX16" fmla="*/ 2893326 w 6291618"/>
                <a:gd name="connsiteY16" fmla="*/ 3259514 h 4298607"/>
                <a:gd name="connsiteX17" fmla="*/ 3006066 w 6291618"/>
                <a:gd name="connsiteY17" fmla="*/ 3815514 h 4298607"/>
                <a:gd name="connsiteX18" fmla="*/ 3251672 w 6291618"/>
                <a:gd name="connsiteY18" fmla="*/ 4016672 h 4298607"/>
                <a:gd name="connsiteX19" fmla="*/ 3580439 w 6291618"/>
                <a:gd name="connsiteY19" fmla="*/ 4057616 h 4298607"/>
                <a:gd name="connsiteX20" fmla="*/ 4026090 w 6291618"/>
                <a:gd name="connsiteY20" fmla="*/ 4064732 h 4298607"/>
                <a:gd name="connsiteX21" fmla="*/ 4585648 w 6291618"/>
                <a:gd name="connsiteY21" fmla="*/ 4269448 h 4298607"/>
                <a:gd name="connsiteX22" fmla="*/ 4858603 w 6291618"/>
                <a:gd name="connsiteY22" fmla="*/ 3341400 h 4298607"/>
                <a:gd name="connsiteX23" fmla="*/ 5036024 w 6291618"/>
                <a:gd name="connsiteY23" fmla="*/ 2194988 h 4298607"/>
                <a:gd name="connsiteX24" fmla="*/ 5254388 w 6291618"/>
                <a:gd name="connsiteY24" fmla="*/ 1253293 h 4298607"/>
                <a:gd name="connsiteX25" fmla="*/ 5540991 w 6291618"/>
                <a:gd name="connsiteY25" fmla="*/ 625496 h 4298607"/>
                <a:gd name="connsiteX26" fmla="*/ 5964072 w 6291618"/>
                <a:gd name="connsiteY26" fmla="*/ 352541 h 4298607"/>
                <a:gd name="connsiteX27" fmla="*/ 6291618 w 6291618"/>
                <a:gd name="connsiteY27" fmla="*/ 257006 h 4298607"/>
                <a:gd name="connsiteX0" fmla="*/ 0 w 6291618"/>
                <a:gd name="connsiteY0" fmla="*/ 4201209 h 4301652"/>
                <a:gd name="connsiteX1" fmla="*/ 122830 w 6291618"/>
                <a:gd name="connsiteY1" fmla="*/ 3941902 h 4301652"/>
                <a:gd name="connsiteX2" fmla="*/ 272956 w 6291618"/>
                <a:gd name="connsiteY2" fmla="*/ 3177627 h 4301652"/>
                <a:gd name="connsiteX3" fmla="*/ 450377 w 6291618"/>
                <a:gd name="connsiteY3" fmla="*/ 1894738 h 4301652"/>
                <a:gd name="connsiteX4" fmla="*/ 614150 w 6291618"/>
                <a:gd name="connsiteY4" fmla="*/ 1253293 h 4301652"/>
                <a:gd name="connsiteX5" fmla="*/ 846162 w 6291618"/>
                <a:gd name="connsiteY5" fmla="*/ 748326 h 4301652"/>
                <a:gd name="connsiteX6" fmla="*/ 1133932 w 6291618"/>
                <a:gd name="connsiteY6" fmla="*/ 486629 h 4301652"/>
                <a:gd name="connsiteX7" fmla="*/ 1433015 w 6291618"/>
                <a:gd name="connsiteY7" fmla="*/ 324077 h 4301652"/>
                <a:gd name="connsiteX8" fmla="*/ 1910633 w 6291618"/>
                <a:gd name="connsiteY8" fmla="*/ 248722 h 4301652"/>
                <a:gd name="connsiteX9" fmla="*/ 2223363 w 6291618"/>
                <a:gd name="connsiteY9" fmla="*/ 88 h 4301652"/>
                <a:gd name="connsiteX10" fmla="*/ 2404289 w 6291618"/>
                <a:gd name="connsiteY10" fmla="*/ 278142 h 4301652"/>
                <a:gd name="connsiteX11" fmla="*/ 2462545 w 6291618"/>
                <a:gd name="connsiteY11" fmla="*/ 502666 h 4301652"/>
                <a:gd name="connsiteX12" fmla="*/ 2521702 w 6291618"/>
                <a:gd name="connsiteY12" fmla="*/ 818954 h 4301652"/>
                <a:gd name="connsiteX13" fmla="*/ 2573480 w 6291618"/>
                <a:gd name="connsiteY13" fmla="*/ 1126905 h 4301652"/>
                <a:gd name="connsiteX14" fmla="*/ 2688609 w 6291618"/>
                <a:gd name="connsiteY14" fmla="*/ 1935681 h 4301652"/>
                <a:gd name="connsiteX15" fmla="*/ 2781754 w 6291618"/>
                <a:gd name="connsiteY15" fmla="*/ 2563478 h 4301652"/>
                <a:gd name="connsiteX16" fmla="*/ 2893326 w 6291618"/>
                <a:gd name="connsiteY16" fmla="*/ 3259514 h 4301652"/>
                <a:gd name="connsiteX17" fmla="*/ 3006066 w 6291618"/>
                <a:gd name="connsiteY17" fmla="*/ 3815514 h 4301652"/>
                <a:gd name="connsiteX18" fmla="*/ 3251672 w 6291618"/>
                <a:gd name="connsiteY18" fmla="*/ 4016672 h 4301652"/>
                <a:gd name="connsiteX19" fmla="*/ 3580439 w 6291618"/>
                <a:gd name="connsiteY19" fmla="*/ 4057616 h 4301652"/>
                <a:gd name="connsiteX20" fmla="*/ 4065228 w 6291618"/>
                <a:gd name="connsiteY20" fmla="*/ 4086080 h 4301652"/>
                <a:gd name="connsiteX21" fmla="*/ 4585648 w 6291618"/>
                <a:gd name="connsiteY21" fmla="*/ 4269448 h 4301652"/>
                <a:gd name="connsiteX22" fmla="*/ 4858603 w 6291618"/>
                <a:gd name="connsiteY22" fmla="*/ 3341400 h 4301652"/>
                <a:gd name="connsiteX23" fmla="*/ 5036024 w 6291618"/>
                <a:gd name="connsiteY23" fmla="*/ 2194988 h 4301652"/>
                <a:gd name="connsiteX24" fmla="*/ 5254388 w 6291618"/>
                <a:gd name="connsiteY24" fmla="*/ 1253293 h 4301652"/>
                <a:gd name="connsiteX25" fmla="*/ 5540991 w 6291618"/>
                <a:gd name="connsiteY25" fmla="*/ 625496 h 4301652"/>
                <a:gd name="connsiteX26" fmla="*/ 5964072 w 6291618"/>
                <a:gd name="connsiteY26" fmla="*/ 352541 h 4301652"/>
                <a:gd name="connsiteX27" fmla="*/ 6291618 w 6291618"/>
                <a:gd name="connsiteY27" fmla="*/ 257006 h 4301652"/>
                <a:gd name="connsiteX0" fmla="*/ 0 w 6291618"/>
                <a:gd name="connsiteY0" fmla="*/ 4201209 h 4256061"/>
                <a:gd name="connsiteX1" fmla="*/ 122830 w 6291618"/>
                <a:gd name="connsiteY1" fmla="*/ 3941902 h 4256061"/>
                <a:gd name="connsiteX2" fmla="*/ 272956 w 6291618"/>
                <a:gd name="connsiteY2" fmla="*/ 3177627 h 4256061"/>
                <a:gd name="connsiteX3" fmla="*/ 450377 w 6291618"/>
                <a:gd name="connsiteY3" fmla="*/ 1894738 h 4256061"/>
                <a:gd name="connsiteX4" fmla="*/ 614150 w 6291618"/>
                <a:gd name="connsiteY4" fmla="*/ 1253293 h 4256061"/>
                <a:gd name="connsiteX5" fmla="*/ 846162 w 6291618"/>
                <a:gd name="connsiteY5" fmla="*/ 748326 h 4256061"/>
                <a:gd name="connsiteX6" fmla="*/ 1133932 w 6291618"/>
                <a:gd name="connsiteY6" fmla="*/ 486629 h 4256061"/>
                <a:gd name="connsiteX7" fmla="*/ 1433015 w 6291618"/>
                <a:gd name="connsiteY7" fmla="*/ 324077 h 4256061"/>
                <a:gd name="connsiteX8" fmla="*/ 1910633 w 6291618"/>
                <a:gd name="connsiteY8" fmla="*/ 248722 h 4256061"/>
                <a:gd name="connsiteX9" fmla="*/ 2223363 w 6291618"/>
                <a:gd name="connsiteY9" fmla="*/ 88 h 4256061"/>
                <a:gd name="connsiteX10" fmla="*/ 2404289 w 6291618"/>
                <a:gd name="connsiteY10" fmla="*/ 278142 h 4256061"/>
                <a:gd name="connsiteX11" fmla="*/ 2462545 w 6291618"/>
                <a:gd name="connsiteY11" fmla="*/ 502666 h 4256061"/>
                <a:gd name="connsiteX12" fmla="*/ 2521702 w 6291618"/>
                <a:gd name="connsiteY12" fmla="*/ 818954 h 4256061"/>
                <a:gd name="connsiteX13" fmla="*/ 2573480 w 6291618"/>
                <a:gd name="connsiteY13" fmla="*/ 1126905 h 4256061"/>
                <a:gd name="connsiteX14" fmla="*/ 2688609 w 6291618"/>
                <a:gd name="connsiteY14" fmla="*/ 1935681 h 4256061"/>
                <a:gd name="connsiteX15" fmla="*/ 2781754 w 6291618"/>
                <a:gd name="connsiteY15" fmla="*/ 2563478 h 4256061"/>
                <a:gd name="connsiteX16" fmla="*/ 2893326 w 6291618"/>
                <a:gd name="connsiteY16" fmla="*/ 3259514 h 4256061"/>
                <a:gd name="connsiteX17" fmla="*/ 3006066 w 6291618"/>
                <a:gd name="connsiteY17" fmla="*/ 3815514 h 4256061"/>
                <a:gd name="connsiteX18" fmla="*/ 3251672 w 6291618"/>
                <a:gd name="connsiteY18" fmla="*/ 4016672 h 4256061"/>
                <a:gd name="connsiteX19" fmla="*/ 3580439 w 6291618"/>
                <a:gd name="connsiteY19" fmla="*/ 4057616 h 4256061"/>
                <a:gd name="connsiteX20" fmla="*/ 4065228 w 6291618"/>
                <a:gd name="connsiteY20" fmla="*/ 4086080 h 4256061"/>
                <a:gd name="connsiteX21" fmla="*/ 4656807 w 6291618"/>
                <a:gd name="connsiteY21" fmla="*/ 4219636 h 4256061"/>
                <a:gd name="connsiteX22" fmla="*/ 4858603 w 6291618"/>
                <a:gd name="connsiteY22" fmla="*/ 3341400 h 4256061"/>
                <a:gd name="connsiteX23" fmla="*/ 5036024 w 6291618"/>
                <a:gd name="connsiteY23" fmla="*/ 2194988 h 4256061"/>
                <a:gd name="connsiteX24" fmla="*/ 5254388 w 6291618"/>
                <a:gd name="connsiteY24" fmla="*/ 1253293 h 4256061"/>
                <a:gd name="connsiteX25" fmla="*/ 5540991 w 6291618"/>
                <a:gd name="connsiteY25" fmla="*/ 625496 h 4256061"/>
                <a:gd name="connsiteX26" fmla="*/ 5964072 w 6291618"/>
                <a:gd name="connsiteY26" fmla="*/ 352541 h 4256061"/>
                <a:gd name="connsiteX27" fmla="*/ 6291618 w 6291618"/>
                <a:gd name="connsiteY27" fmla="*/ 257006 h 4256061"/>
                <a:gd name="connsiteX0" fmla="*/ 0 w 6291618"/>
                <a:gd name="connsiteY0" fmla="*/ 4201209 h 4243247"/>
                <a:gd name="connsiteX1" fmla="*/ 122830 w 6291618"/>
                <a:gd name="connsiteY1" fmla="*/ 3941902 h 4243247"/>
                <a:gd name="connsiteX2" fmla="*/ 272956 w 6291618"/>
                <a:gd name="connsiteY2" fmla="*/ 3177627 h 4243247"/>
                <a:gd name="connsiteX3" fmla="*/ 450377 w 6291618"/>
                <a:gd name="connsiteY3" fmla="*/ 1894738 h 4243247"/>
                <a:gd name="connsiteX4" fmla="*/ 614150 w 6291618"/>
                <a:gd name="connsiteY4" fmla="*/ 1253293 h 4243247"/>
                <a:gd name="connsiteX5" fmla="*/ 846162 w 6291618"/>
                <a:gd name="connsiteY5" fmla="*/ 748326 h 4243247"/>
                <a:gd name="connsiteX6" fmla="*/ 1133932 w 6291618"/>
                <a:gd name="connsiteY6" fmla="*/ 486629 h 4243247"/>
                <a:gd name="connsiteX7" fmla="*/ 1433015 w 6291618"/>
                <a:gd name="connsiteY7" fmla="*/ 324077 h 4243247"/>
                <a:gd name="connsiteX8" fmla="*/ 1910633 w 6291618"/>
                <a:gd name="connsiteY8" fmla="*/ 248722 h 4243247"/>
                <a:gd name="connsiteX9" fmla="*/ 2223363 w 6291618"/>
                <a:gd name="connsiteY9" fmla="*/ 88 h 4243247"/>
                <a:gd name="connsiteX10" fmla="*/ 2404289 w 6291618"/>
                <a:gd name="connsiteY10" fmla="*/ 278142 h 4243247"/>
                <a:gd name="connsiteX11" fmla="*/ 2462545 w 6291618"/>
                <a:gd name="connsiteY11" fmla="*/ 502666 h 4243247"/>
                <a:gd name="connsiteX12" fmla="*/ 2521702 w 6291618"/>
                <a:gd name="connsiteY12" fmla="*/ 818954 h 4243247"/>
                <a:gd name="connsiteX13" fmla="*/ 2573480 w 6291618"/>
                <a:gd name="connsiteY13" fmla="*/ 1126905 h 4243247"/>
                <a:gd name="connsiteX14" fmla="*/ 2688609 w 6291618"/>
                <a:gd name="connsiteY14" fmla="*/ 1935681 h 4243247"/>
                <a:gd name="connsiteX15" fmla="*/ 2781754 w 6291618"/>
                <a:gd name="connsiteY15" fmla="*/ 2563478 h 4243247"/>
                <a:gd name="connsiteX16" fmla="*/ 2893326 w 6291618"/>
                <a:gd name="connsiteY16" fmla="*/ 3259514 h 4243247"/>
                <a:gd name="connsiteX17" fmla="*/ 3006066 w 6291618"/>
                <a:gd name="connsiteY17" fmla="*/ 3815514 h 4243247"/>
                <a:gd name="connsiteX18" fmla="*/ 3251672 w 6291618"/>
                <a:gd name="connsiteY18" fmla="*/ 4016672 h 4243247"/>
                <a:gd name="connsiteX19" fmla="*/ 3580439 w 6291618"/>
                <a:gd name="connsiteY19" fmla="*/ 4057616 h 4243247"/>
                <a:gd name="connsiteX20" fmla="*/ 4065228 w 6291618"/>
                <a:gd name="connsiteY20" fmla="*/ 4086080 h 4243247"/>
                <a:gd name="connsiteX21" fmla="*/ 4628344 w 6291618"/>
                <a:gd name="connsiteY21" fmla="*/ 4205404 h 4243247"/>
                <a:gd name="connsiteX22" fmla="*/ 4858603 w 6291618"/>
                <a:gd name="connsiteY22" fmla="*/ 3341400 h 4243247"/>
                <a:gd name="connsiteX23" fmla="*/ 5036024 w 6291618"/>
                <a:gd name="connsiteY23" fmla="*/ 2194988 h 4243247"/>
                <a:gd name="connsiteX24" fmla="*/ 5254388 w 6291618"/>
                <a:gd name="connsiteY24" fmla="*/ 1253293 h 4243247"/>
                <a:gd name="connsiteX25" fmla="*/ 5540991 w 6291618"/>
                <a:gd name="connsiteY25" fmla="*/ 625496 h 4243247"/>
                <a:gd name="connsiteX26" fmla="*/ 5964072 w 6291618"/>
                <a:gd name="connsiteY26" fmla="*/ 352541 h 4243247"/>
                <a:gd name="connsiteX27" fmla="*/ 6291618 w 6291618"/>
                <a:gd name="connsiteY27" fmla="*/ 257006 h 4243247"/>
                <a:gd name="connsiteX0" fmla="*/ 0 w 6291618"/>
                <a:gd name="connsiteY0" fmla="*/ 4201209 h 4252848"/>
                <a:gd name="connsiteX1" fmla="*/ 122830 w 6291618"/>
                <a:gd name="connsiteY1" fmla="*/ 3941902 h 4252848"/>
                <a:gd name="connsiteX2" fmla="*/ 272956 w 6291618"/>
                <a:gd name="connsiteY2" fmla="*/ 3177627 h 4252848"/>
                <a:gd name="connsiteX3" fmla="*/ 450377 w 6291618"/>
                <a:gd name="connsiteY3" fmla="*/ 1894738 h 4252848"/>
                <a:gd name="connsiteX4" fmla="*/ 614150 w 6291618"/>
                <a:gd name="connsiteY4" fmla="*/ 1253293 h 4252848"/>
                <a:gd name="connsiteX5" fmla="*/ 846162 w 6291618"/>
                <a:gd name="connsiteY5" fmla="*/ 748326 h 4252848"/>
                <a:gd name="connsiteX6" fmla="*/ 1133932 w 6291618"/>
                <a:gd name="connsiteY6" fmla="*/ 486629 h 4252848"/>
                <a:gd name="connsiteX7" fmla="*/ 1433015 w 6291618"/>
                <a:gd name="connsiteY7" fmla="*/ 324077 h 4252848"/>
                <a:gd name="connsiteX8" fmla="*/ 1910633 w 6291618"/>
                <a:gd name="connsiteY8" fmla="*/ 248722 h 4252848"/>
                <a:gd name="connsiteX9" fmla="*/ 2223363 w 6291618"/>
                <a:gd name="connsiteY9" fmla="*/ 88 h 4252848"/>
                <a:gd name="connsiteX10" fmla="*/ 2404289 w 6291618"/>
                <a:gd name="connsiteY10" fmla="*/ 278142 h 4252848"/>
                <a:gd name="connsiteX11" fmla="*/ 2462545 w 6291618"/>
                <a:gd name="connsiteY11" fmla="*/ 502666 h 4252848"/>
                <a:gd name="connsiteX12" fmla="*/ 2521702 w 6291618"/>
                <a:gd name="connsiteY12" fmla="*/ 818954 h 4252848"/>
                <a:gd name="connsiteX13" fmla="*/ 2573480 w 6291618"/>
                <a:gd name="connsiteY13" fmla="*/ 1126905 h 4252848"/>
                <a:gd name="connsiteX14" fmla="*/ 2688609 w 6291618"/>
                <a:gd name="connsiteY14" fmla="*/ 1935681 h 4252848"/>
                <a:gd name="connsiteX15" fmla="*/ 2781754 w 6291618"/>
                <a:gd name="connsiteY15" fmla="*/ 2563478 h 4252848"/>
                <a:gd name="connsiteX16" fmla="*/ 2893326 w 6291618"/>
                <a:gd name="connsiteY16" fmla="*/ 3259514 h 4252848"/>
                <a:gd name="connsiteX17" fmla="*/ 3006066 w 6291618"/>
                <a:gd name="connsiteY17" fmla="*/ 3815514 h 4252848"/>
                <a:gd name="connsiteX18" fmla="*/ 3251672 w 6291618"/>
                <a:gd name="connsiteY18" fmla="*/ 4016672 h 4252848"/>
                <a:gd name="connsiteX19" fmla="*/ 3580439 w 6291618"/>
                <a:gd name="connsiteY19" fmla="*/ 4057616 h 4252848"/>
                <a:gd name="connsiteX20" fmla="*/ 4065228 w 6291618"/>
                <a:gd name="connsiteY20" fmla="*/ 4086080 h 4252848"/>
                <a:gd name="connsiteX21" fmla="*/ 4642575 w 6291618"/>
                <a:gd name="connsiteY21" fmla="*/ 4216078 h 4252848"/>
                <a:gd name="connsiteX22" fmla="*/ 4858603 w 6291618"/>
                <a:gd name="connsiteY22" fmla="*/ 3341400 h 4252848"/>
                <a:gd name="connsiteX23" fmla="*/ 5036024 w 6291618"/>
                <a:gd name="connsiteY23" fmla="*/ 2194988 h 4252848"/>
                <a:gd name="connsiteX24" fmla="*/ 5254388 w 6291618"/>
                <a:gd name="connsiteY24" fmla="*/ 1253293 h 4252848"/>
                <a:gd name="connsiteX25" fmla="*/ 5540991 w 6291618"/>
                <a:gd name="connsiteY25" fmla="*/ 625496 h 4252848"/>
                <a:gd name="connsiteX26" fmla="*/ 5964072 w 6291618"/>
                <a:gd name="connsiteY26" fmla="*/ 352541 h 4252848"/>
                <a:gd name="connsiteX27" fmla="*/ 6291618 w 6291618"/>
                <a:gd name="connsiteY27" fmla="*/ 257006 h 4252848"/>
                <a:gd name="connsiteX0" fmla="*/ 0 w 6291618"/>
                <a:gd name="connsiteY0" fmla="*/ 4201209 h 4272319"/>
                <a:gd name="connsiteX1" fmla="*/ 122830 w 6291618"/>
                <a:gd name="connsiteY1" fmla="*/ 3941902 h 4272319"/>
                <a:gd name="connsiteX2" fmla="*/ 272956 w 6291618"/>
                <a:gd name="connsiteY2" fmla="*/ 3177627 h 4272319"/>
                <a:gd name="connsiteX3" fmla="*/ 450377 w 6291618"/>
                <a:gd name="connsiteY3" fmla="*/ 1894738 h 4272319"/>
                <a:gd name="connsiteX4" fmla="*/ 614150 w 6291618"/>
                <a:gd name="connsiteY4" fmla="*/ 1253293 h 4272319"/>
                <a:gd name="connsiteX5" fmla="*/ 846162 w 6291618"/>
                <a:gd name="connsiteY5" fmla="*/ 748326 h 4272319"/>
                <a:gd name="connsiteX6" fmla="*/ 1133932 w 6291618"/>
                <a:gd name="connsiteY6" fmla="*/ 486629 h 4272319"/>
                <a:gd name="connsiteX7" fmla="*/ 1433015 w 6291618"/>
                <a:gd name="connsiteY7" fmla="*/ 324077 h 4272319"/>
                <a:gd name="connsiteX8" fmla="*/ 1910633 w 6291618"/>
                <a:gd name="connsiteY8" fmla="*/ 248722 h 4272319"/>
                <a:gd name="connsiteX9" fmla="*/ 2223363 w 6291618"/>
                <a:gd name="connsiteY9" fmla="*/ 88 h 4272319"/>
                <a:gd name="connsiteX10" fmla="*/ 2404289 w 6291618"/>
                <a:gd name="connsiteY10" fmla="*/ 278142 h 4272319"/>
                <a:gd name="connsiteX11" fmla="*/ 2462545 w 6291618"/>
                <a:gd name="connsiteY11" fmla="*/ 502666 h 4272319"/>
                <a:gd name="connsiteX12" fmla="*/ 2521702 w 6291618"/>
                <a:gd name="connsiteY12" fmla="*/ 818954 h 4272319"/>
                <a:gd name="connsiteX13" fmla="*/ 2573480 w 6291618"/>
                <a:gd name="connsiteY13" fmla="*/ 1126905 h 4272319"/>
                <a:gd name="connsiteX14" fmla="*/ 2688609 w 6291618"/>
                <a:gd name="connsiteY14" fmla="*/ 1935681 h 4272319"/>
                <a:gd name="connsiteX15" fmla="*/ 2781754 w 6291618"/>
                <a:gd name="connsiteY15" fmla="*/ 2563478 h 4272319"/>
                <a:gd name="connsiteX16" fmla="*/ 2893326 w 6291618"/>
                <a:gd name="connsiteY16" fmla="*/ 3259514 h 4272319"/>
                <a:gd name="connsiteX17" fmla="*/ 3006066 w 6291618"/>
                <a:gd name="connsiteY17" fmla="*/ 3815514 h 4272319"/>
                <a:gd name="connsiteX18" fmla="*/ 3251672 w 6291618"/>
                <a:gd name="connsiteY18" fmla="*/ 4016672 h 4272319"/>
                <a:gd name="connsiteX19" fmla="*/ 3580439 w 6291618"/>
                <a:gd name="connsiteY19" fmla="*/ 4057616 h 4272319"/>
                <a:gd name="connsiteX20" fmla="*/ 4065228 w 6291618"/>
                <a:gd name="connsiteY20" fmla="*/ 4086080 h 4272319"/>
                <a:gd name="connsiteX21" fmla="*/ 4293575 w 6291618"/>
                <a:gd name="connsiteY21" fmla="*/ 4174125 h 4272319"/>
                <a:gd name="connsiteX22" fmla="*/ 4642575 w 6291618"/>
                <a:gd name="connsiteY22" fmla="*/ 4216078 h 4272319"/>
                <a:gd name="connsiteX23" fmla="*/ 4858603 w 6291618"/>
                <a:gd name="connsiteY23" fmla="*/ 3341400 h 4272319"/>
                <a:gd name="connsiteX24" fmla="*/ 5036024 w 6291618"/>
                <a:gd name="connsiteY24" fmla="*/ 2194988 h 4272319"/>
                <a:gd name="connsiteX25" fmla="*/ 5254388 w 6291618"/>
                <a:gd name="connsiteY25" fmla="*/ 1253293 h 4272319"/>
                <a:gd name="connsiteX26" fmla="*/ 5540991 w 6291618"/>
                <a:gd name="connsiteY26" fmla="*/ 625496 h 4272319"/>
                <a:gd name="connsiteX27" fmla="*/ 5964072 w 6291618"/>
                <a:gd name="connsiteY27" fmla="*/ 352541 h 4272319"/>
                <a:gd name="connsiteX28" fmla="*/ 6291618 w 6291618"/>
                <a:gd name="connsiteY28" fmla="*/ 257006 h 4272319"/>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36024 w 6291618"/>
                <a:gd name="connsiteY24" fmla="*/ 2194988 h 4262258"/>
                <a:gd name="connsiteX25" fmla="*/ 5254388 w 6291618"/>
                <a:gd name="connsiteY25" fmla="*/ 1253293 h 4262258"/>
                <a:gd name="connsiteX26" fmla="*/ 5540991 w 6291618"/>
                <a:gd name="connsiteY26" fmla="*/ 625496 h 4262258"/>
                <a:gd name="connsiteX27" fmla="*/ 5964072 w 6291618"/>
                <a:gd name="connsiteY27" fmla="*/ 352541 h 4262258"/>
                <a:gd name="connsiteX28" fmla="*/ 6291618 w 6291618"/>
                <a:gd name="connsiteY28"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4980264 w 6291618"/>
                <a:gd name="connsiteY24" fmla="*/ 2541014 h 4262258"/>
                <a:gd name="connsiteX25" fmla="*/ 5036024 w 6291618"/>
                <a:gd name="connsiteY25" fmla="*/ 2194988 h 4262258"/>
                <a:gd name="connsiteX26" fmla="*/ 5254388 w 6291618"/>
                <a:gd name="connsiteY26" fmla="*/ 1253293 h 4262258"/>
                <a:gd name="connsiteX27" fmla="*/ 5540991 w 6291618"/>
                <a:gd name="connsiteY27" fmla="*/ 625496 h 4262258"/>
                <a:gd name="connsiteX28" fmla="*/ 5964072 w 6291618"/>
                <a:gd name="connsiteY28" fmla="*/ 352541 h 4262258"/>
                <a:gd name="connsiteX29" fmla="*/ 6291618 w 6291618"/>
                <a:gd name="connsiteY29"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36024 w 6291618"/>
                <a:gd name="connsiteY25" fmla="*/ 2194988 h 4262258"/>
                <a:gd name="connsiteX26" fmla="*/ 5254388 w 6291618"/>
                <a:gd name="connsiteY26" fmla="*/ 1253293 h 4262258"/>
                <a:gd name="connsiteX27" fmla="*/ 5540991 w 6291618"/>
                <a:gd name="connsiteY27" fmla="*/ 625496 h 4262258"/>
                <a:gd name="connsiteX28" fmla="*/ 5964072 w 6291618"/>
                <a:gd name="connsiteY28" fmla="*/ 352541 h 4262258"/>
                <a:gd name="connsiteX29" fmla="*/ 6291618 w 6291618"/>
                <a:gd name="connsiteY29"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54388 w 6291618"/>
                <a:gd name="connsiteY26" fmla="*/ 1253293 h 4262258"/>
                <a:gd name="connsiteX27" fmla="*/ 5540991 w 6291618"/>
                <a:gd name="connsiteY27" fmla="*/ 625496 h 4262258"/>
                <a:gd name="connsiteX28" fmla="*/ 5964072 w 6291618"/>
                <a:gd name="connsiteY28" fmla="*/ 352541 h 4262258"/>
                <a:gd name="connsiteX29" fmla="*/ 6291618 w 6291618"/>
                <a:gd name="connsiteY29"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5496 h 4262258"/>
                <a:gd name="connsiteX28" fmla="*/ 5964072 w 6291618"/>
                <a:gd name="connsiteY28" fmla="*/ 352541 h 4262258"/>
                <a:gd name="connsiteX29" fmla="*/ 6291618 w 6291618"/>
                <a:gd name="connsiteY29"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5496 h 4262258"/>
                <a:gd name="connsiteX28" fmla="*/ 5698975 w 6291618"/>
                <a:gd name="connsiteY28" fmla="*/ 484503 h 4262258"/>
                <a:gd name="connsiteX29" fmla="*/ 5964072 w 6291618"/>
                <a:gd name="connsiteY29" fmla="*/ 352541 h 4262258"/>
                <a:gd name="connsiteX30" fmla="*/ 6291618 w 6291618"/>
                <a:gd name="connsiteY30"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5496 h 4262258"/>
                <a:gd name="connsiteX28" fmla="*/ 5759461 w 6291618"/>
                <a:gd name="connsiteY28" fmla="*/ 470271 h 4262258"/>
                <a:gd name="connsiteX29" fmla="*/ 5964072 w 6291618"/>
                <a:gd name="connsiteY29" fmla="*/ 352541 h 4262258"/>
                <a:gd name="connsiteX30" fmla="*/ 6291618 w 6291618"/>
                <a:gd name="connsiteY30"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55223 w 6291618"/>
                <a:gd name="connsiteY27" fmla="*/ 629054 h 4262258"/>
                <a:gd name="connsiteX28" fmla="*/ 5759461 w 6291618"/>
                <a:gd name="connsiteY28" fmla="*/ 470271 h 4262258"/>
                <a:gd name="connsiteX29" fmla="*/ 5964072 w 6291618"/>
                <a:gd name="connsiteY29" fmla="*/ 352541 h 4262258"/>
                <a:gd name="connsiteX30" fmla="*/ 6291618 w 6291618"/>
                <a:gd name="connsiteY30"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9054 h 4262258"/>
                <a:gd name="connsiteX28" fmla="*/ 5759461 w 6291618"/>
                <a:gd name="connsiteY28" fmla="*/ 470271 h 4262258"/>
                <a:gd name="connsiteX29" fmla="*/ 5964072 w 6291618"/>
                <a:gd name="connsiteY29" fmla="*/ 352541 h 4262258"/>
                <a:gd name="connsiteX30" fmla="*/ 6291618 w 6291618"/>
                <a:gd name="connsiteY30"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9054 h 4262258"/>
                <a:gd name="connsiteX28" fmla="*/ 5613584 w 6291618"/>
                <a:gd name="connsiteY28" fmla="*/ 534315 h 4262258"/>
                <a:gd name="connsiteX29" fmla="*/ 5759461 w 6291618"/>
                <a:gd name="connsiteY29" fmla="*/ 470271 h 4262258"/>
                <a:gd name="connsiteX30" fmla="*/ 5964072 w 6291618"/>
                <a:gd name="connsiteY30" fmla="*/ 352541 h 4262258"/>
                <a:gd name="connsiteX31" fmla="*/ 6291618 w 6291618"/>
                <a:gd name="connsiteY31"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9054 h 4262258"/>
                <a:gd name="connsiteX28" fmla="*/ 5702533 w 6291618"/>
                <a:gd name="connsiteY28" fmla="*/ 512967 h 4262258"/>
                <a:gd name="connsiteX29" fmla="*/ 5759461 w 6291618"/>
                <a:gd name="connsiteY29" fmla="*/ 470271 h 4262258"/>
                <a:gd name="connsiteX30" fmla="*/ 5964072 w 6291618"/>
                <a:gd name="connsiteY30" fmla="*/ 352541 h 4262258"/>
                <a:gd name="connsiteX31" fmla="*/ 6291618 w 6291618"/>
                <a:gd name="connsiteY31"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9054 h 4262258"/>
                <a:gd name="connsiteX28" fmla="*/ 5702533 w 6291618"/>
                <a:gd name="connsiteY28" fmla="*/ 512967 h 4262258"/>
                <a:gd name="connsiteX29" fmla="*/ 5844852 w 6291618"/>
                <a:gd name="connsiteY29" fmla="*/ 431134 h 4262258"/>
                <a:gd name="connsiteX30" fmla="*/ 5964072 w 6291618"/>
                <a:gd name="connsiteY30" fmla="*/ 352541 h 4262258"/>
                <a:gd name="connsiteX31" fmla="*/ 6291618 w 6291618"/>
                <a:gd name="connsiteY31"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9054 h 4262258"/>
                <a:gd name="connsiteX28" fmla="*/ 5702533 w 6291618"/>
                <a:gd name="connsiteY28" fmla="*/ 512967 h 4262258"/>
                <a:gd name="connsiteX29" fmla="*/ 5844852 w 6291618"/>
                <a:gd name="connsiteY29" fmla="*/ 431134 h 4262258"/>
                <a:gd name="connsiteX30" fmla="*/ 5964072 w 6291618"/>
                <a:gd name="connsiteY30" fmla="*/ 352541 h 4262258"/>
                <a:gd name="connsiteX31" fmla="*/ 6291618 w 6291618"/>
                <a:gd name="connsiteY31"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40991 w 6291618"/>
                <a:gd name="connsiteY27" fmla="*/ 629054 h 4262258"/>
                <a:gd name="connsiteX28" fmla="*/ 5844852 w 6291618"/>
                <a:gd name="connsiteY28" fmla="*/ 431134 h 4262258"/>
                <a:gd name="connsiteX29" fmla="*/ 5964072 w 6291618"/>
                <a:gd name="connsiteY29" fmla="*/ 352541 h 4262258"/>
                <a:gd name="connsiteX30" fmla="*/ 6291618 w 6291618"/>
                <a:gd name="connsiteY30" fmla="*/ 257006 h 4262258"/>
                <a:gd name="connsiteX0" fmla="*/ 0 w 6291618"/>
                <a:gd name="connsiteY0" fmla="*/ 4201209 h 4262258"/>
                <a:gd name="connsiteX1" fmla="*/ 122830 w 6291618"/>
                <a:gd name="connsiteY1" fmla="*/ 3941902 h 4262258"/>
                <a:gd name="connsiteX2" fmla="*/ 272956 w 6291618"/>
                <a:gd name="connsiteY2" fmla="*/ 3177627 h 4262258"/>
                <a:gd name="connsiteX3" fmla="*/ 450377 w 6291618"/>
                <a:gd name="connsiteY3" fmla="*/ 1894738 h 4262258"/>
                <a:gd name="connsiteX4" fmla="*/ 614150 w 6291618"/>
                <a:gd name="connsiteY4" fmla="*/ 1253293 h 4262258"/>
                <a:gd name="connsiteX5" fmla="*/ 846162 w 6291618"/>
                <a:gd name="connsiteY5" fmla="*/ 748326 h 4262258"/>
                <a:gd name="connsiteX6" fmla="*/ 1133932 w 6291618"/>
                <a:gd name="connsiteY6" fmla="*/ 486629 h 4262258"/>
                <a:gd name="connsiteX7" fmla="*/ 1433015 w 6291618"/>
                <a:gd name="connsiteY7" fmla="*/ 324077 h 4262258"/>
                <a:gd name="connsiteX8" fmla="*/ 1910633 w 6291618"/>
                <a:gd name="connsiteY8" fmla="*/ 248722 h 4262258"/>
                <a:gd name="connsiteX9" fmla="*/ 2223363 w 6291618"/>
                <a:gd name="connsiteY9" fmla="*/ 88 h 4262258"/>
                <a:gd name="connsiteX10" fmla="*/ 2404289 w 6291618"/>
                <a:gd name="connsiteY10" fmla="*/ 278142 h 4262258"/>
                <a:gd name="connsiteX11" fmla="*/ 2462545 w 6291618"/>
                <a:gd name="connsiteY11" fmla="*/ 502666 h 4262258"/>
                <a:gd name="connsiteX12" fmla="*/ 2521702 w 6291618"/>
                <a:gd name="connsiteY12" fmla="*/ 818954 h 4262258"/>
                <a:gd name="connsiteX13" fmla="*/ 2573480 w 6291618"/>
                <a:gd name="connsiteY13" fmla="*/ 1126905 h 4262258"/>
                <a:gd name="connsiteX14" fmla="*/ 2688609 w 6291618"/>
                <a:gd name="connsiteY14" fmla="*/ 1935681 h 4262258"/>
                <a:gd name="connsiteX15" fmla="*/ 2781754 w 6291618"/>
                <a:gd name="connsiteY15" fmla="*/ 2563478 h 4262258"/>
                <a:gd name="connsiteX16" fmla="*/ 2893326 w 6291618"/>
                <a:gd name="connsiteY16" fmla="*/ 3259514 h 4262258"/>
                <a:gd name="connsiteX17" fmla="*/ 3006066 w 6291618"/>
                <a:gd name="connsiteY17" fmla="*/ 3815514 h 4262258"/>
                <a:gd name="connsiteX18" fmla="*/ 3251672 w 6291618"/>
                <a:gd name="connsiteY18" fmla="*/ 4016672 h 4262258"/>
                <a:gd name="connsiteX19" fmla="*/ 3580439 w 6291618"/>
                <a:gd name="connsiteY19" fmla="*/ 4057616 h 4262258"/>
                <a:gd name="connsiteX20" fmla="*/ 4065228 w 6291618"/>
                <a:gd name="connsiteY20" fmla="*/ 4086080 h 4262258"/>
                <a:gd name="connsiteX21" fmla="*/ 4318480 w 6291618"/>
                <a:gd name="connsiteY21" fmla="*/ 4134987 h 4262258"/>
                <a:gd name="connsiteX22" fmla="*/ 4642575 w 6291618"/>
                <a:gd name="connsiteY22" fmla="*/ 4216078 h 4262258"/>
                <a:gd name="connsiteX23" fmla="*/ 4858603 w 6291618"/>
                <a:gd name="connsiteY23" fmla="*/ 3341400 h 4262258"/>
                <a:gd name="connsiteX24" fmla="*/ 5012286 w 6291618"/>
                <a:gd name="connsiteY24" fmla="*/ 2544572 h 4262258"/>
                <a:gd name="connsiteX25" fmla="*/ 5085835 w 6291618"/>
                <a:gd name="connsiteY25" fmla="*/ 2130945 h 4262258"/>
                <a:gd name="connsiteX26" fmla="*/ 5275736 w 6291618"/>
                <a:gd name="connsiteY26" fmla="*/ 1253293 h 4262258"/>
                <a:gd name="connsiteX27" fmla="*/ 5551664 w 6291618"/>
                <a:gd name="connsiteY27" fmla="*/ 629054 h 4262258"/>
                <a:gd name="connsiteX28" fmla="*/ 5844852 w 6291618"/>
                <a:gd name="connsiteY28" fmla="*/ 431134 h 4262258"/>
                <a:gd name="connsiteX29" fmla="*/ 5964072 w 6291618"/>
                <a:gd name="connsiteY29" fmla="*/ 352541 h 4262258"/>
                <a:gd name="connsiteX30" fmla="*/ 6291618 w 6291618"/>
                <a:gd name="connsiteY30" fmla="*/ 257006 h 4262258"/>
                <a:gd name="connsiteX0" fmla="*/ 0 w 6337871"/>
                <a:gd name="connsiteY0" fmla="*/ 4201209 h 4262258"/>
                <a:gd name="connsiteX1" fmla="*/ 122830 w 6337871"/>
                <a:gd name="connsiteY1" fmla="*/ 3941902 h 4262258"/>
                <a:gd name="connsiteX2" fmla="*/ 272956 w 6337871"/>
                <a:gd name="connsiteY2" fmla="*/ 3177627 h 4262258"/>
                <a:gd name="connsiteX3" fmla="*/ 450377 w 6337871"/>
                <a:gd name="connsiteY3" fmla="*/ 1894738 h 4262258"/>
                <a:gd name="connsiteX4" fmla="*/ 614150 w 6337871"/>
                <a:gd name="connsiteY4" fmla="*/ 1253293 h 4262258"/>
                <a:gd name="connsiteX5" fmla="*/ 846162 w 6337871"/>
                <a:gd name="connsiteY5" fmla="*/ 748326 h 4262258"/>
                <a:gd name="connsiteX6" fmla="*/ 1133932 w 6337871"/>
                <a:gd name="connsiteY6" fmla="*/ 486629 h 4262258"/>
                <a:gd name="connsiteX7" fmla="*/ 1433015 w 6337871"/>
                <a:gd name="connsiteY7" fmla="*/ 324077 h 4262258"/>
                <a:gd name="connsiteX8" fmla="*/ 1910633 w 6337871"/>
                <a:gd name="connsiteY8" fmla="*/ 248722 h 4262258"/>
                <a:gd name="connsiteX9" fmla="*/ 2223363 w 6337871"/>
                <a:gd name="connsiteY9" fmla="*/ 88 h 4262258"/>
                <a:gd name="connsiteX10" fmla="*/ 2404289 w 6337871"/>
                <a:gd name="connsiteY10" fmla="*/ 278142 h 4262258"/>
                <a:gd name="connsiteX11" fmla="*/ 2462545 w 6337871"/>
                <a:gd name="connsiteY11" fmla="*/ 502666 h 4262258"/>
                <a:gd name="connsiteX12" fmla="*/ 2521702 w 6337871"/>
                <a:gd name="connsiteY12" fmla="*/ 818954 h 4262258"/>
                <a:gd name="connsiteX13" fmla="*/ 2573480 w 6337871"/>
                <a:gd name="connsiteY13" fmla="*/ 1126905 h 4262258"/>
                <a:gd name="connsiteX14" fmla="*/ 2688609 w 6337871"/>
                <a:gd name="connsiteY14" fmla="*/ 1935681 h 4262258"/>
                <a:gd name="connsiteX15" fmla="*/ 2781754 w 6337871"/>
                <a:gd name="connsiteY15" fmla="*/ 2563478 h 4262258"/>
                <a:gd name="connsiteX16" fmla="*/ 2893326 w 6337871"/>
                <a:gd name="connsiteY16" fmla="*/ 3259514 h 4262258"/>
                <a:gd name="connsiteX17" fmla="*/ 3006066 w 6337871"/>
                <a:gd name="connsiteY17" fmla="*/ 3815514 h 4262258"/>
                <a:gd name="connsiteX18" fmla="*/ 3251672 w 6337871"/>
                <a:gd name="connsiteY18" fmla="*/ 4016672 h 4262258"/>
                <a:gd name="connsiteX19" fmla="*/ 3580439 w 6337871"/>
                <a:gd name="connsiteY19" fmla="*/ 4057616 h 4262258"/>
                <a:gd name="connsiteX20" fmla="*/ 4065228 w 6337871"/>
                <a:gd name="connsiteY20" fmla="*/ 4086080 h 4262258"/>
                <a:gd name="connsiteX21" fmla="*/ 4318480 w 6337871"/>
                <a:gd name="connsiteY21" fmla="*/ 4134987 h 4262258"/>
                <a:gd name="connsiteX22" fmla="*/ 4642575 w 6337871"/>
                <a:gd name="connsiteY22" fmla="*/ 4216078 h 4262258"/>
                <a:gd name="connsiteX23" fmla="*/ 4858603 w 6337871"/>
                <a:gd name="connsiteY23" fmla="*/ 3341400 h 4262258"/>
                <a:gd name="connsiteX24" fmla="*/ 5012286 w 6337871"/>
                <a:gd name="connsiteY24" fmla="*/ 2544572 h 4262258"/>
                <a:gd name="connsiteX25" fmla="*/ 5085835 w 6337871"/>
                <a:gd name="connsiteY25" fmla="*/ 2130945 h 4262258"/>
                <a:gd name="connsiteX26" fmla="*/ 5275736 w 6337871"/>
                <a:gd name="connsiteY26" fmla="*/ 1253293 h 4262258"/>
                <a:gd name="connsiteX27" fmla="*/ 5551664 w 6337871"/>
                <a:gd name="connsiteY27" fmla="*/ 629054 h 4262258"/>
                <a:gd name="connsiteX28" fmla="*/ 5844852 w 6337871"/>
                <a:gd name="connsiteY28" fmla="*/ 431134 h 4262258"/>
                <a:gd name="connsiteX29" fmla="*/ 5964072 w 6337871"/>
                <a:gd name="connsiteY29" fmla="*/ 352541 h 4262258"/>
                <a:gd name="connsiteX30" fmla="*/ 6337871 w 6337871"/>
                <a:gd name="connsiteY30" fmla="*/ 271238 h 4262258"/>
                <a:gd name="connsiteX0" fmla="*/ 0 w 6337871"/>
                <a:gd name="connsiteY0" fmla="*/ 4201209 h 4262258"/>
                <a:gd name="connsiteX1" fmla="*/ 122830 w 6337871"/>
                <a:gd name="connsiteY1" fmla="*/ 3941902 h 4262258"/>
                <a:gd name="connsiteX2" fmla="*/ 272956 w 6337871"/>
                <a:gd name="connsiteY2" fmla="*/ 3177627 h 4262258"/>
                <a:gd name="connsiteX3" fmla="*/ 450377 w 6337871"/>
                <a:gd name="connsiteY3" fmla="*/ 1894738 h 4262258"/>
                <a:gd name="connsiteX4" fmla="*/ 614150 w 6337871"/>
                <a:gd name="connsiteY4" fmla="*/ 1253293 h 4262258"/>
                <a:gd name="connsiteX5" fmla="*/ 846162 w 6337871"/>
                <a:gd name="connsiteY5" fmla="*/ 748326 h 4262258"/>
                <a:gd name="connsiteX6" fmla="*/ 1133932 w 6337871"/>
                <a:gd name="connsiteY6" fmla="*/ 486629 h 4262258"/>
                <a:gd name="connsiteX7" fmla="*/ 1433015 w 6337871"/>
                <a:gd name="connsiteY7" fmla="*/ 324077 h 4262258"/>
                <a:gd name="connsiteX8" fmla="*/ 1910633 w 6337871"/>
                <a:gd name="connsiteY8" fmla="*/ 248722 h 4262258"/>
                <a:gd name="connsiteX9" fmla="*/ 2223363 w 6337871"/>
                <a:gd name="connsiteY9" fmla="*/ 88 h 4262258"/>
                <a:gd name="connsiteX10" fmla="*/ 2404289 w 6337871"/>
                <a:gd name="connsiteY10" fmla="*/ 278142 h 4262258"/>
                <a:gd name="connsiteX11" fmla="*/ 2462545 w 6337871"/>
                <a:gd name="connsiteY11" fmla="*/ 502666 h 4262258"/>
                <a:gd name="connsiteX12" fmla="*/ 2521702 w 6337871"/>
                <a:gd name="connsiteY12" fmla="*/ 818954 h 4262258"/>
                <a:gd name="connsiteX13" fmla="*/ 2573480 w 6337871"/>
                <a:gd name="connsiteY13" fmla="*/ 1126905 h 4262258"/>
                <a:gd name="connsiteX14" fmla="*/ 2688609 w 6337871"/>
                <a:gd name="connsiteY14" fmla="*/ 1935681 h 4262258"/>
                <a:gd name="connsiteX15" fmla="*/ 2781754 w 6337871"/>
                <a:gd name="connsiteY15" fmla="*/ 2563478 h 4262258"/>
                <a:gd name="connsiteX16" fmla="*/ 2893326 w 6337871"/>
                <a:gd name="connsiteY16" fmla="*/ 3259514 h 4262258"/>
                <a:gd name="connsiteX17" fmla="*/ 3006066 w 6337871"/>
                <a:gd name="connsiteY17" fmla="*/ 3815514 h 4262258"/>
                <a:gd name="connsiteX18" fmla="*/ 3251672 w 6337871"/>
                <a:gd name="connsiteY18" fmla="*/ 4016672 h 4262258"/>
                <a:gd name="connsiteX19" fmla="*/ 3580439 w 6337871"/>
                <a:gd name="connsiteY19" fmla="*/ 4057616 h 4262258"/>
                <a:gd name="connsiteX20" fmla="*/ 4065228 w 6337871"/>
                <a:gd name="connsiteY20" fmla="*/ 4086080 h 4262258"/>
                <a:gd name="connsiteX21" fmla="*/ 4318480 w 6337871"/>
                <a:gd name="connsiteY21" fmla="*/ 4134987 h 4262258"/>
                <a:gd name="connsiteX22" fmla="*/ 4642575 w 6337871"/>
                <a:gd name="connsiteY22" fmla="*/ 4216078 h 4262258"/>
                <a:gd name="connsiteX23" fmla="*/ 4858603 w 6337871"/>
                <a:gd name="connsiteY23" fmla="*/ 3341400 h 4262258"/>
                <a:gd name="connsiteX24" fmla="*/ 5012286 w 6337871"/>
                <a:gd name="connsiteY24" fmla="*/ 2544572 h 4262258"/>
                <a:gd name="connsiteX25" fmla="*/ 5085835 w 6337871"/>
                <a:gd name="connsiteY25" fmla="*/ 2130945 h 4262258"/>
                <a:gd name="connsiteX26" fmla="*/ 5275736 w 6337871"/>
                <a:gd name="connsiteY26" fmla="*/ 1253293 h 4262258"/>
                <a:gd name="connsiteX27" fmla="*/ 5551664 w 6337871"/>
                <a:gd name="connsiteY27" fmla="*/ 629054 h 4262258"/>
                <a:gd name="connsiteX28" fmla="*/ 5964072 w 6337871"/>
                <a:gd name="connsiteY28" fmla="*/ 352541 h 4262258"/>
                <a:gd name="connsiteX29" fmla="*/ 6337871 w 6337871"/>
                <a:gd name="connsiteY29" fmla="*/ 271238 h 4262258"/>
                <a:gd name="connsiteX0" fmla="*/ 0 w 6337871"/>
                <a:gd name="connsiteY0" fmla="*/ 4201209 h 4262258"/>
                <a:gd name="connsiteX1" fmla="*/ 122830 w 6337871"/>
                <a:gd name="connsiteY1" fmla="*/ 3941902 h 4262258"/>
                <a:gd name="connsiteX2" fmla="*/ 272956 w 6337871"/>
                <a:gd name="connsiteY2" fmla="*/ 3177627 h 4262258"/>
                <a:gd name="connsiteX3" fmla="*/ 450377 w 6337871"/>
                <a:gd name="connsiteY3" fmla="*/ 1894738 h 4262258"/>
                <a:gd name="connsiteX4" fmla="*/ 614150 w 6337871"/>
                <a:gd name="connsiteY4" fmla="*/ 1253293 h 4262258"/>
                <a:gd name="connsiteX5" fmla="*/ 846162 w 6337871"/>
                <a:gd name="connsiteY5" fmla="*/ 748326 h 4262258"/>
                <a:gd name="connsiteX6" fmla="*/ 1133932 w 6337871"/>
                <a:gd name="connsiteY6" fmla="*/ 486629 h 4262258"/>
                <a:gd name="connsiteX7" fmla="*/ 1433015 w 6337871"/>
                <a:gd name="connsiteY7" fmla="*/ 324077 h 4262258"/>
                <a:gd name="connsiteX8" fmla="*/ 1910633 w 6337871"/>
                <a:gd name="connsiteY8" fmla="*/ 248722 h 4262258"/>
                <a:gd name="connsiteX9" fmla="*/ 2223363 w 6337871"/>
                <a:gd name="connsiteY9" fmla="*/ 88 h 4262258"/>
                <a:gd name="connsiteX10" fmla="*/ 2404289 w 6337871"/>
                <a:gd name="connsiteY10" fmla="*/ 278142 h 4262258"/>
                <a:gd name="connsiteX11" fmla="*/ 2462545 w 6337871"/>
                <a:gd name="connsiteY11" fmla="*/ 502666 h 4262258"/>
                <a:gd name="connsiteX12" fmla="*/ 2521702 w 6337871"/>
                <a:gd name="connsiteY12" fmla="*/ 818954 h 4262258"/>
                <a:gd name="connsiteX13" fmla="*/ 2573480 w 6337871"/>
                <a:gd name="connsiteY13" fmla="*/ 1126905 h 4262258"/>
                <a:gd name="connsiteX14" fmla="*/ 2688609 w 6337871"/>
                <a:gd name="connsiteY14" fmla="*/ 1935681 h 4262258"/>
                <a:gd name="connsiteX15" fmla="*/ 2781754 w 6337871"/>
                <a:gd name="connsiteY15" fmla="*/ 2563478 h 4262258"/>
                <a:gd name="connsiteX16" fmla="*/ 2893326 w 6337871"/>
                <a:gd name="connsiteY16" fmla="*/ 3259514 h 4262258"/>
                <a:gd name="connsiteX17" fmla="*/ 3006066 w 6337871"/>
                <a:gd name="connsiteY17" fmla="*/ 3815514 h 4262258"/>
                <a:gd name="connsiteX18" fmla="*/ 3251672 w 6337871"/>
                <a:gd name="connsiteY18" fmla="*/ 4016672 h 4262258"/>
                <a:gd name="connsiteX19" fmla="*/ 3580439 w 6337871"/>
                <a:gd name="connsiteY19" fmla="*/ 4057616 h 4262258"/>
                <a:gd name="connsiteX20" fmla="*/ 4065228 w 6337871"/>
                <a:gd name="connsiteY20" fmla="*/ 4086080 h 4262258"/>
                <a:gd name="connsiteX21" fmla="*/ 4318480 w 6337871"/>
                <a:gd name="connsiteY21" fmla="*/ 4134987 h 4262258"/>
                <a:gd name="connsiteX22" fmla="*/ 4642575 w 6337871"/>
                <a:gd name="connsiteY22" fmla="*/ 4216078 h 4262258"/>
                <a:gd name="connsiteX23" fmla="*/ 4858603 w 6337871"/>
                <a:gd name="connsiteY23" fmla="*/ 3341400 h 4262258"/>
                <a:gd name="connsiteX24" fmla="*/ 5012286 w 6337871"/>
                <a:gd name="connsiteY24" fmla="*/ 2544572 h 4262258"/>
                <a:gd name="connsiteX25" fmla="*/ 5085835 w 6337871"/>
                <a:gd name="connsiteY25" fmla="*/ 2130945 h 4262258"/>
                <a:gd name="connsiteX26" fmla="*/ 5275736 w 6337871"/>
                <a:gd name="connsiteY26" fmla="*/ 1253293 h 4262258"/>
                <a:gd name="connsiteX27" fmla="*/ 5558780 w 6337871"/>
                <a:gd name="connsiteY27" fmla="*/ 661076 h 4262258"/>
                <a:gd name="connsiteX28" fmla="*/ 5964072 w 6337871"/>
                <a:gd name="connsiteY28" fmla="*/ 352541 h 4262258"/>
                <a:gd name="connsiteX29" fmla="*/ 6337871 w 6337871"/>
                <a:gd name="connsiteY29" fmla="*/ 271238 h 4262258"/>
                <a:gd name="connsiteX0" fmla="*/ 0 w 6337871"/>
                <a:gd name="connsiteY0" fmla="*/ 4201209 h 4262258"/>
                <a:gd name="connsiteX1" fmla="*/ 122830 w 6337871"/>
                <a:gd name="connsiteY1" fmla="*/ 3941902 h 4262258"/>
                <a:gd name="connsiteX2" fmla="*/ 272956 w 6337871"/>
                <a:gd name="connsiteY2" fmla="*/ 3177627 h 4262258"/>
                <a:gd name="connsiteX3" fmla="*/ 450377 w 6337871"/>
                <a:gd name="connsiteY3" fmla="*/ 1894738 h 4262258"/>
                <a:gd name="connsiteX4" fmla="*/ 614150 w 6337871"/>
                <a:gd name="connsiteY4" fmla="*/ 1253293 h 4262258"/>
                <a:gd name="connsiteX5" fmla="*/ 846162 w 6337871"/>
                <a:gd name="connsiteY5" fmla="*/ 748326 h 4262258"/>
                <a:gd name="connsiteX6" fmla="*/ 1133932 w 6337871"/>
                <a:gd name="connsiteY6" fmla="*/ 486629 h 4262258"/>
                <a:gd name="connsiteX7" fmla="*/ 1433015 w 6337871"/>
                <a:gd name="connsiteY7" fmla="*/ 324077 h 4262258"/>
                <a:gd name="connsiteX8" fmla="*/ 1910633 w 6337871"/>
                <a:gd name="connsiteY8" fmla="*/ 248722 h 4262258"/>
                <a:gd name="connsiteX9" fmla="*/ 2223363 w 6337871"/>
                <a:gd name="connsiteY9" fmla="*/ 88 h 4262258"/>
                <a:gd name="connsiteX10" fmla="*/ 2404289 w 6337871"/>
                <a:gd name="connsiteY10" fmla="*/ 278142 h 4262258"/>
                <a:gd name="connsiteX11" fmla="*/ 2462545 w 6337871"/>
                <a:gd name="connsiteY11" fmla="*/ 502666 h 4262258"/>
                <a:gd name="connsiteX12" fmla="*/ 2521702 w 6337871"/>
                <a:gd name="connsiteY12" fmla="*/ 818954 h 4262258"/>
                <a:gd name="connsiteX13" fmla="*/ 2573480 w 6337871"/>
                <a:gd name="connsiteY13" fmla="*/ 1126905 h 4262258"/>
                <a:gd name="connsiteX14" fmla="*/ 2688609 w 6337871"/>
                <a:gd name="connsiteY14" fmla="*/ 1935681 h 4262258"/>
                <a:gd name="connsiteX15" fmla="*/ 2781754 w 6337871"/>
                <a:gd name="connsiteY15" fmla="*/ 2563478 h 4262258"/>
                <a:gd name="connsiteX16" fmla="*/ 2893326 w 6337871"/>
                <a:gd name="connsiteY16" fmla="*/ 3259514 h 4262258"/>
                <a:gd name="connsiteX17" fmla="*/ 3006066 w 6337871"/>
                <a:gd name="connsiteY17" fmla="*/ 3815514 h 4262258"/>
                <a:gd name="connsiteX18" fmla="*/ 3251672 w 6337871"/>
                <a:gd name="connsiteY18" fmla="*/ 4016672 h 4262258"/>
                <a:gd name="connsiteX19" fmla="*/ 3580439 w 6337871"/>
                <a:gd name="connsiteY19" fmla="*/ 4057616 h 4262258"/>
                <a:gd name="connsiteX20" fmla="*/ 4065228 w 6337871"/>
                <a:gd name="connsiteY20" fmla="*/ 4086080 h 4262258"/>
                <a:gd name="connsiteX21" fmla="*/ 4318480 w 6337871"/>
                <a:gd name="connsiteY21" fmla="*/ 4134987 h 4262258"/>
                <a:gd name="connsiteX22" fmla="*/ 4642575 w 6337871"/>
                <a:gd name="connsiteY22" fmla="*/ 4216078 h 4262258"/>
                <a:gd name="connsiteX23" fmla="*/ 4858603 w 6337871"/>
                <a:gd name="connsiteY23" fmla="*/ 3341400 h 4262258"/>
                <a:gd name="connsiteX24" fmla="*/ 5012286 w 6337871"/>
                <a:gd name="connsiteY24" fmla="*/ 2544572 h 4262258"/>
                <a:gd name="connsiteX25" fmla="*/ 5085835 w 6337871"/>
                <a:gd name="connsiteY25" fmla="*/ 2130945 h 4262258"/>
                <a:gd name="connsiteX26" fmla="*/ 5275736 w 6337871"/>
                <a:gd name="connsiteY26" fmla="*/ 1253293 h 4262258"/>
                <a:gd name="connsiteX27" fmla="*/ 5544548 w 6337871"/>
                <a:gd name="connsiteY27" fmla="*/ 661076 h 4262258"/>
                <a:gd name="connsiteX28" fmla="*/ 5964072 w 6337871"/>
                <a:gd name="connsiteY28" fmla="*/ 352541 h 4262258"/>
                <a:gd name="connsiteX29" fmla="*/ 6337871 w 6337871"/>
                <a:gd name="connsiteY29" fmla="*/ 271238 h 426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337871" h="4262258">
                  <a:moveTo>
                    <a:pt x="0" y="4201209"/>
                  </a:moveTo>
                  <a:cubicBezTo>
                    <a:pt x="38668" y="4156854"/>
                    <a:pt x="77337" y="4112499"/>
                    <a:pt x="122830" y="3941902"/>
                  </a:cubicBezTo>
                  <a:cubicBezTo>
                    <a:pt x="168323" y="3771305"/>
                    <a:pt x="218365" y="3518821"/>
                    <a:pt x="272956" y="3177627"/>
                  </a:cubicBezTo>
                  <a:cubicBezTo>
                    <a:pt x="327547" y="2836433"/>
                    <a:pt x="393511" y="2215460"/>
                    <a:pt x="450377" y="1894738"/>
                  </a:cubicBezTo>
                  <a:cubicBezTo>
                    <a:pt x="507243" y="1574016"/>
                    <a:pt x="548186" y="1444362"/>
                    <a:pt x="614150" y="1253293"/>
                  </a:cubicBezTo>
                  <a:cubicBezTo>
                    <a:pt x="680114" y="1062224"/>
                    <a:pt x="759532" y="876103"/>
                    <a:pt x="846162" y="748326"/>
                  </a:cubicBezTo>
                  <a:cubicBezTo>
                    <a:pt x="932792" y="620549"/>
                    <a:pt x="1036123" y="557337"/>
                    <a:pt x="1133932" y="486629"/>
                  </a:cubicBezTo>
                  <a:cubicBezTo>
                    <a:pt x="1231741" y="415921"/>
                    <a:pt x="1303565" y="363728"/>
                    <a:pt x="1433015" y="324077"/>
                  </a:cubicBezTo>
                  <a:cubicBezTo>
                    <a:pt x="1562465" y="284426"/>
                    <a:pt x="1778908" y="302720"/>
                    <a:pt x="1910633" y="248722"/>
                  </a:cubicBezTo>
                  <a:cubicBezTo>
                    <a:pt x="2042358" y="194724"/>
                    <a:pt x="2141087" y="-4815"/>
                    <a:pt x="2223363" y="88"/>
                  </a:cubicBezTo>
                  <a:cubicBezTo>
                    <a:pt x="2305639" y="4991"/>
                    <a:pt x="2369762" y="196751"/>
                    <a:pt x="2404289" y="278142"/>
                  </a:cubicBezTo>
                  <a:cubicBezTo>
                    <a:pt x="2438816" y="359533"/>
                    <a:pt x="2442976" y="412531"/>
                    <a:pt x="2462545" y="502666"/>
                  </a:cubicBezTo>
                  <a:cubicBezTo>
                    <a:pt x="2482114" y="592801"/>
                    <a:pt x="2503213" y="714914"/>
                    <a:pt x="2521702" y="818954"/>
                  </a:cubicBezTo>
                  <a:cubicBezTo>
                    <a:pt x="2540191" y="922994"/>
                    <a:pt x="2545662" y="940784"/>
                    <a:pt x="2573480" y="1126905"/>
                  </a:cubicBezTo>
                  <a:cubicBezTo>
                    <a:pt x="2601298" y="1313026"/>
                    <a:pt x="2653897" y="1696252"/>
                    <a:pt x="2688609" y="1935681"/>
                  </a:cubicBezTo>
                  <a:cubicBezTo>
                    <a:pt x="2723321" y="2175110"/>
                    <a:pt x="2747635" y="2342839"/>
                    <a:pt x="2781754" y="2563478"/>
                  </a:cubicBezTo>
                  <a:cubicBezTo>
                    <a:pt x="2815873" y="2784117"/>
                    <a:pt x="2855941" y="3050841"/>
                    <a:pt x="2893326" y="3259514"/>
                  </a:cubicBezTo>
                  <a:cubicBezTo>
                    <a:pt x="2930711" y="3468187"/>
                    <a:pt x="2946342" y="3689321"/>
                    <a:pt x="3006066" y="3815514"/>
                  </a:cubicBezTo>
                  <a:cubicBezTo>
                    <a:pt x="3065790" y="3941707"/>
                    <a:pt x="3155943" y="3976322"/>
                    <a:pt x="3251672" y="4016672"/>
                  </a:cubicBezTo>
                  <a:cubicBezTo>
                    <a:pt x="3347401" y="4057022"/>
                    <a:pt x="3444846" y="4046048"/>
                    <a:pt x="3580439" y="4057616"/>
                  </a:cubicBezTo>
                  <a:cubicBezTo>
                    <a:pt x="3716032" y="4069184"/>
                    <a:pt x="3942221" y="4073185"/>
                    <a:pt x="4065228" y="4086080"/>
                  </a:cubicBezTo>
                  <a:cubicBezTo>
                    <a:pt x="4188235" y="4098975"/>
                    <a:pt x="4222256" y="4113321"/>
                    <a:pt x="4318480" y="4134987"/>
                  </a:cubicBezTo>
                  <a:cubicBezTo>
                    <a:pt x="4414704" y="4156653"/>
                    <a:pt x="4552555" y="4348343"/>
                    <a:pt x="4642575" y="4216078"/>
                  </a:cubicBezTo>
                  <a:cubicBezTo>
                    <a:pt x="4732596" y="4083814"/>
                    <a:pt x="4796985" y="3619984"/>
                    <a:pt x="4858603" y="3341400"/>
                  </a:cubicBezTo>
                  <a:cubicBezTo>
                    <a:pt x="4920221" y="3062816"/>
                    <a:pt x="4982716" y="2735640"/>
                    <a:pt x="5012286" y="2544572"/>
                  </a:cubicBezTo>
                  <a:cubicBezTo>
                    <a:pt x="5041856" y="2353504"/>
                    <a:pt x="5041927" y="2346158"/>
                    <a:pt x="5085835" y="2130945"/>
                  </a:cubicBezTo>
                  <a:cubicBezTo>
                    <a:pt x="5129743" y="1915732"/>
                    <a:pt x="5199284" y="1498271"/>
                    <a:pt x="5275736" y="1253293"/>
                  </a:cubicBezTo>
                  <a:cubicBezTo>
                    <a:pt x="5352188" y="1008315"/>
                    <a:pt x="5429825" y="811201"/>
                    <a:pt x="5544548" y="661076"/>
                  </a:cubicBezTo>
                  <a:cubicBezTo>
                    <a:pt x="5659271" y="510951"/>
                    <a:pt x="5831852" y="417514"/>
                    <a:pt x="5964072" y="352541"/>
                  </a:cubicBezTo>
                  <a:cubicBezTo>
                    <a:pt x="6096292" y="287568"/>
                    <a:pt x="6236650" y="288298"/>
                    <a:pt x="6337871" y="271238"/>
                  </a:cubicBezTo>
                </a:path>
              </a:pathLst>
            </a:custGeom>
            <a:noFill/>
            <a:ln w="104775" cap="flat" cmpd="sng" algn="ctr">
              <a:solidFill>
                <a:srgbClr val="FF0000"/>
              </a:solidFill>
              <a:prstDash val="solid"/>
              <a:miter lim="800000"/>
            </a:ln>
            <a:effectLst/>
          </p:spPr>
          <p:txBody>
            <a:bodyPr rtlCol="0" anchor="ctr"/>
            <a:lstStyle/>
            <a:p>
              <a:pPr algn="ctr">
                <a:defRPr/>
              </a:pPr>
              <a:endParaRPr lang="en-IN" kern="0">
                <a:solidFill>
                  <a:prstClr val="white"/>
                </a:solidFill>
                <a:latin typeface="Calibri" panose="020F0502020204030204"/>
              </a:endParaRPr>
            </a:p>
          </p:txBody>
        </p:sp>
        <p:cxnSp>
          <p:nvCxnSpPr>
            <p:cNvPr id="33" name="Straight Connector 32">
              <a:extLst>
                <a:ext uri="{FF2B5EF4-FFF2-40B4-BE49-F238E27FC236}">
                  <a16:creationId xmlns:a16="http://schemas.microsoft.com/office/drawing/2014/main" id="{E4622823-4FDF-F73C-AD36-3BAB9A0D63A5}"/>
                </a:ext>
              </a:extLst>
            </p:cNvPr>
            <p:cNvCxnSpPr>
              <a:cxnSpLocks/>
            </p:cNvCxnSpPr>
            <p:nvPr/>
          </p:nvCxnSpPr>
          <p:spPr>
            <a:xfrm>
              <a:off x="8160827" y="1928776"/>
              <a:ext cx="3955764" cy="0"/>
            </a:xfrm>
            <a:prstGeom prst="line">
              <a:avLst/>
            </a:prstGeom>
            <a:noFill/>
            <a:ln w="50800" cap="flat" cmpd="sng" algn="ctr">
              <a:solidFill>
                <a:srgbClr val="FF0000"/>
              </a:solidFill>
              <a:prstDash val="sysDash"/>
              <a:miter lim="800000"/>
            </a:ln>
            <a:effectLst/>
          </p:spPr>
        </p:cxnSp>
        <p:sp>
          <p:nvSpPr>
            <p:cNvPr id="34" name="Oval 33">
              <a:extLst>
                <a:ext uri="{FF2B5EF4-FFF2-40B4-BE49-F238E27FC236}">
                  <a16:creationId xmlns:a16="http://schemas.microsoft.com/office/drawing/2014/main" id="{A5E54C86-74B4-55E2-932C-78DDD7C50720}"/>
                </a:ext>
              </a:extLst>
            </p:cNvPr>
            <p:cNvSpPr/>
            <p:nvPr/>
          </p:nvSpPr>
          <p:spPr bwMode="auto">
            <a:xfrm>
              <a:off x="10628891" y="1832094"/>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4</a:t>
              </a:r>
            </a:p>
          </p:txBody>
        </p:sp>
        <p:sp>
          <p:nvSpPr>
            <p:cNvPr id="35" name="Oval 34">
              <a:extLst>
                <a:ext uri="{FF2B5EF4-FFF2-40B4-BE49-F238E27FC236}">
                  <a16:creationId xmlns:a16="http://schemas.microsoft.com/office/drawing/2014/main" id="{22A8B952-75C5-3AB4-E7A7-6708040F1547}"/>
                </a:ext>
              </a:extLst>
            </p:cNvPr>
            <p:cNvSpPr/>
            <p:nvPr/>
          </p:nvSpPr>
          <p:spPr bwMode="auto">
            <a:xfrm>
              <a:off x="10090710" y="1831415"/>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2</a:t>
              </a:r>
            </a:p>
          </p:txBody>
        </p:sp>
        <p:sp>
          <p:nvSpPr>
            <p:cNvPr id="36" name="Oval 35">
              <a:extLst>
                <a:ext uri="{FF2B5EF4-FFF2-40B4-BE49-F238E27FC236}">
                  <a16:creationId xmlns:a16="http://schemas.microsoft.com/office/drawing/2014/main" id="{67CD3D85-F8CD-CFF4-5EB9-FD2E9BC059E1}"/>
                </a:ext>
              </a:extLst>
            </p:cNvPr>
            <p:cNvSpPr/>
            <p:nvPr/>
          </p:nvSpPr>
          <p:spPr bwMode="auto">
            <a:xfrm>
              <a:off x="9506272" y="1811513"/>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5</a:t>
              </a:r>
            </a:p>
          </p:txBody>
        </p:sp>
        <p:sp>
          <p:nvSpPr>
            <p:cNvPr id="37" name="Oval 36">
              <a:extLst>
                <a:ext uri="{FF2B5EF4-FFF2-40B4-BE49-F238E27FC236}">
                  <a16:creationId xmlns:a16="http://schemas.microsoft.com/office/drawing/2014/main" id="{54CA7727-1C5E-EF8B-F97D-F839A8610BF5}"/>
                </a:ext>
              </a:extLst>
            </p:cNvPr>
            <p:cNvSpPr/>
            <p:nvPr/>
          </p:nvSpPr>
          <p:spPr bwMode="auto">
            <a:xfrm>
              <a:off x="8298425" y="1808942"/>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1</a:t>
              </a:r>
            </a:p>
          </p:txBody>
        </p:sp>
        <p:sp>
          <p:nvSpPr>
            <p:cNvPr id="38" name="Oval 37">
              <a:extLst>
                <a:ext uri="{FF2B5EF4-FFF2-40B4-BE49-F238E27FC236}">
                  <a16:creationId xmlns:a16="http://schemas.microsoft.com/office/drawing/2014/main" id="{8C6C87E4-2466-FB4A-0FBB-8D85693F18BF}"/>
                </a:ext>
              </a:extLst>
            </p:cNvPr>
            <p:cNvSpPr/>
            <p:nvPr/>
          </p:nvSpPr>
          <p:spPr bwMode="auto">
            <a:xfrm>
              <a:off x="8910376" y="1817986"/>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3</a:t>
              </a:r>
            </a:p>
          </p:txBody>
        </p:sp>
        <p:sp>
          <p:nvSpPr>
            <p:cNvPr id="39" name="Freeform 35">
              <a:extLst>
                <a:ext uri="{FF2B5EF4-FFF2-40B4-BE49-F238E27FC236}">
                  <a16:creationId xmlns:a16="http://schemas.microsoft.com/office/drawing/2014/main" id="{69D1D32C-2F23-CF1A-878F-FDF12407F306}"/>
                </a:ext>
              </a:extLst>
            </p:cNvPr>
            <p:cNvSpPr/>
            <p:nvPr/>
          </p:nvSpPr>
          <p:spPr>
            <a:xfrm>
              <a:off x="8467366" y="1549931"/>
              <a:ext cx="563618" cy="275797"/>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40" name="TextBox 39">
              <a:extLst>
                <a:ext uri="{FF2B5EF4-FFF2-40B4-BE49-F238E27FC236}">
                  <a16:creationId xmlns:a16="http://schemas.microsoft.com/office/drawing/2014/main" id="{541469DC-3BBD-1E5D-074A-4AE25B1B4A48}"/>
                </a:ext>
              </a:extLst>
            </p:cNvPr>
            <p:cNvSpPr txBox="1"/>
            <p:nvPr/>
          </p:nvSpPr>
          <p:spPr>
            <a:xfrm>
              <a:off x="8230818" y="2087030"/>
              <a:ext cx="404278" cy="338554"/>
            </a:xfrm>
            <a:prstGeom prst="rect">
              <a:avLst/>
            </a:prstGeom>
            <a:solidFill>
              <a:sysClr val="window" lastClr="FFFFFF">
                <a:alpha val="70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1</a:t>
              </a:r>
            </a:p>
          </p:txBody>
        </p:sp>
        <p:sp>
          <p:nvSpPr>
            <p:cNvPr id="41" name="TextBox 40">
              <a:extLst>
                <a:ext uri="{FF2B5EF4-FFF2-40B4-BE49-F238E27FC236}">
                  <a16:creationId xmlns:a16="http://schemas.microsoft.com/office/drawing/2014/main" id="{51F15BF7-1AC1-AE88-B9DF-68625CF9DAEB}"/>
                </a:ext>
              </a:extLst>
            </p:cNvPr>
            <p:cNvSpPr txBox="1"/>
            <p:nvPr/>
          </p:nvSpPr>
          <p:spPr>
            <a:xfrm>
              <a:off x="8832770" y="2092656"/>
              <a:ext cx="404278" cy="338554"/>
            </a:xfrm>
            <a:prstGeom prst="rect">
              <a:avLst/>
            </a:prstGeom>
            <a:solidFill>
              <a:sysClr val="window" lastClr="FFFFFF">
                <a:alpha val="27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2</a:t>
              </a:r>
            </a:p>
          </p:txBody>
        </p:sp>
        <p:sp>
          <p:nvSpPr>
            <p:cNvPr id="42" name="Rectangle 41">
              <a:extLst>
                <a:ext uri="{FF2B5EF4-FFF2-40B4-BE49-F238E27FC236}">
                  <a16:creationId xmlns:a16="http://schemas.microsoft.com/office/drawing/2014/main" id="{7B237937-74EC-3E3E-31D3-EFB62DB61A9F}"/>
                </a:ext>
              </a:extLst>
            </p:cNvPr>
            <p:cNvSpPr/>
            <p:nvPr/>
          </p:nvSpPr>
          <p:spPr>
            <a:xfrm>
              <a:off x="12452503" y="2040295"/>
              <a:ext cx="2887701" cy="297938"/>
            </a:xfrm>
            <a:prstGeom prst="rect">
              <a:avLst/>
            </a:prstGeom>
            <a:solidFill>
              <a:sysClr val="window" lastClr="FFFFFF">
                <a:alpha val="44000"/>
              </a:sysClr>
            </a:solidFill>
            <a:ln w="12700" cap="flat" cmpd="sng" algn="ctr">
              <a:noFill/>
              <a:prstDash val="solid"/>
              <a:miter lim="800000"/>
            </a:ln>
            <a:effectLst/>
          </p:spPr>
          <p:txBody>
            <a:bodyPr rtlCol="0" anchor="ctr"/>
            <a:lstStyle/>
            <a:p>
              <a:pPr algn="ctr">
                <a:defRPr/>
              </a:pPr>
              <a:r>
                <a:rPr lang="en-IN" sz="2000" b="1" kern="0" dirty="0">
                  <a:solidFill>
                    <a:prstClr val="black"/>
                  </a:solidFill>
                  <a:latin typeface="Calibri" panose="020F0502020204030204"/>
                  <a:cs typeface="Arial" panose="020B0604020202020204" pitchFamily="34" charset="0"/>
                </a:rPr>
                <a:t>Period = 248.3 </a:t>
              </a:r>
              <a:r>
                <a:rPr lang="en-IN" sz="2000" b="1" kern="0" dirty="0" err="1">
                  <a:solidFill>
                    <a:prstClr val="black"/>
                  </a:solidFill>
                  <a:latin typeface="Calibri" panose="020F0502020204030204"/>
                  <a:cs typeface="Arial" panose="020B0604020202020204" pitchFamily="34" charset="0"/>
                </a:rPr>
                <a:t>pS</a:t>
              </a:r>
              <a:endParaRPr lang="en-IN" sz="2000" b="1" kern="0" dirty="0">
                <a:solidFill>
                  <a:prstClr val="black"/>
                </a:solidFill>
                <a:latin typeface="Calibri" panose="020F0502020204030204"/>
                <a:cs typeface="Arial" panose="020B0604020202020204" pitchFamily="34" charset="0"/>
              </a:endParaRPr>
            </a:p>
          </p:txBody>
        </p:sp>
        <p:sp>
          <p:nvSpPr>
            <p:cNvPr id="43" name="TextBox 42">
              <a:extLst>
                <a:ext uri="{FF2B5EF4-FFF2-40B4-BE49-F238E27FC236}">
                  <a16:creationId xmlns:a16="http://schemas.microsoft.com/office/drawing/2014/main" id="{FCF0EE4E-CD42-C90C-97D0-A8099F30842D}"/>
                </a:ext>
              </a:extLst>
            </p:cNvPr>
            <p:cNvSpPr txBox="1"/>
            <p:nvPr/>
          </p:nvSpPr>
          <p:spPr>
            <a:xfrm>
              <a:off x="9408922" y="2078283"/>
              <a:ext cx="404278" cy="338554"/>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3</a:t>
              </a:r>
            </a:p>
          </p:txBody>
        </p:sp>
        <p:sp>
          <p:nvSpPr>
            <p:cNvPr id="44" name="TextBox 43">
              <a:extLst>
                <a:ext uri="{FF2B5EF4-FFF2-40B4-BE49-F238E27FC236}">
                  <a16:creationId xmlns:a16="http://schemas.microsoft.com/office/drawing/2014/main" id="{0232B148-F001-E697-785C-888BE59D3F73}"/>
                </a:ext>
              </a:extLst>
            </p:cNvPr>
            <p:cNvSpPr txBox="1"/>
            <p:nvPr/>
          </p:nvSpPr>
          <p:spPr>
            <a:xfrm>
              <a:off x="10054583" y="2104699"/>
              <a:ext cx="404278" cy="338554"/>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4</a:t>
              </a:r>
            </a:p>
          </p:txBody>
        </p:sp>
        <p:sp>
          <p:nvSpPr>
            <p:cNvPr id="45" name="TextBox 44">
              <a:extLst>
                <a:ext uri="{FF2B5EF4-FFF2-40B4-BE49-F238E27FC236}">
                  <a16:creationId xmlns:a16="http://schemas.microsoft.com/office/drawing/2014/main" id="{EB823D12-2D86-8F5B-0D49-DD7B158CA180}"/>
                </a:ext>
              </a:extLst>
            </p:cNvPr>
            <p:cNvSpPr txBox="1"/>
            <p:nvPr/>
          </p:nvSpPr>
          <p:spPr>
            <a:xfrm>
              <a:off x="10581659" y="2073984"/>
              <a:ext cx="404278" cy="338554"/>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5</a:t>
              </a:r>
            </a:p>
          </p:txBody>
        </p:sp>
        <p:sp>
          <p:nvSpPr>
            <p:cNvPr id="46" name="Oval 45">
              <a:extLst>
                <a:ext uri="{FF2B5EF4-FFF2-40B4-BE49-F238E27FC236}">
                  <a16:creationId xmlns:a16="http://schemas.microsoft.com/office/drawing/2014/main" id="{60F1B85B-B0AC-C590-7EBA-862A144E9B27}"/>
                </a:ext>
              </a:extLst>
            </p:cNvPr>
            <p:cNvSpPr/>
            <p:nvPr/>
          </p:nvSpPr>
          <p:spPr bwMode="auto">
            <a:xfrm>
              <a:off x="11220169" y="1815453"/>
              <a:ext cx="252000" cy="25200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1</a:t>
              </a:r>
            </a:p>
          </p:txBody>
        </p:sp>
        <p:sp>
          <p:nvSpPr>
            <p:cNvPr id="47" name="Freeform 51">
              <a:extLst>
                <a:ext uri="{FF2B5EF4-FFF2-40B4-BE49-F238E27FC236}">
                  <a16:creationId xmlns:a16="http://schemas.microsoft.com/office/drawing/2014/main" id="{566DD233-92D3-8312-7F05-CAD9381FFCBD}"/>
                </a:ext>
              </a:extLst>
            </p:cNvPr>
            <p:cNvSpPr/>
            <p:nvPr/>
          </p:nvSpPr>
          <p:spPr>
            <a:xfrm>
              <a:off x="9051281" y="1496848"/>
              <a:ext cx="563618" cy="275797"/>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48" name="Freeform 52">
              <a:extLst>
                <a:ext uri="{FF2B5EF4-FFF2-40B4-BE49-F238E27FC236}">
                  <a16:creationId xmlns:a16="http://schemas.microsoft.com/office/drawing/2014/main" id="{C236772B-86A1-2AC0-0835-1AB079402D2D}"/>
                </a:ext>
              </a:extLst>
            </p:cNvPr>
            <p:cNvSpPr/>
            <p:nvPr/>
          </p:nvSpPr>
          <p:spPr>
            <a:xfrm>
              <a:off x="9655744" y="1505410"/>
              <a:ext cx="563618" cy="275797"/>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49" name="Freeform 53">
              <a:extLst>
                <a:ext uri="{FF2B5EF4-FFF2-40B4-BE49-F238E27FC236}">
                  <a16:creationId xmlns:a16="http://schemas.microsoft.com/office/drawing/2014/main" id="{3D453323-5561-B83D-CAD9-9F9548D52357}"/>
                </a:ext>
              </a:extLst>
            </p:cNvPr>
            <p:cNvSpPr/>
            <p:nvPr/>
          </p:nvSpPr>
          <p:spPr>
            <a:xfrm>
              <a:off x="10239659" y="1524246"/>
              <a:ext cx="563618" cy="275797"/>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50" name="Freeform 54">
              <a:extLst>
                <a:ext uri="{FF2B5EF4-FFF2-40B4-BE49-F238E27FC236}">
                  <a16:creationId xmlns:a16="http://schemas.microsoft.com/office/drawing/2014/main" id="{6AEE112E-093A-6064-19B5-1017FA5F0699}"/>
                </a:ext>
              </a:extLst>
            </p:cNvPr>
            <p:cNvSpPr/>
            <p:nvPr/>
          </p:nvSpPr>
          <p:spPr>
            <a:xfrm>
              <a:off x="10833847" y="1501985"/>
              <a:ext cx="563618" cy="275797"/>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grpSp>
      <p:sp>
        <p:nvSpPr>
          <p:cNvPr id="51" name="TextBox 50">
            <a:extLst>
              <a:ext uri="{FF2B5EF4-FFF2-40B4-BE49-F238E27FC236}">
                <a16:creationId xmlns:a16="http://schemas.microsoft.com/office/drawing/2014/main" id="{B70835F2-0D8E-4D6A-2F27-0A8C80815328}"/>
              </a:ext>
            </a:extLst>
          </p:cNvPr>
          <p:cNvSpPr txBox="1"/>
          <p:nvPr/>
        </p:nvSpPr>
        <p:spPr>
          <a:xfrm>
            <a:off x="4294132" y="5363726"/>
            <a:ext cx="7140269" cy="646331"/>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smtClean="0">
                <a:ln>
                  <a:noFill/>
                </a:ln>
                <a:solidFill>
                  <a:srgbClr val="00407A"/>
                </a:solidFill>
                <a:effectLst/>
                <a:uLnTx/>
                <a:uFillTx/>
              </a:rPr>
              <a:t>Edge Propagation mechanism in (a) 5 stages CROs, (b) 5 and (c) 7 stages MSSROs with 3 stages loop.</a:t>
            </a:r>
          </a:p>
        </p:txBody>
      </p:sp>
      <p:sp>
        <p:nvSpPr>
          <p:cNvPr id="52" name="TextBox 51">
            <a:extLst>
              <a:ext uri="{FF2B5EF4-FFF2-40B4-BE49-F238E27FC236}">
                <a16:creationId xmlns:a16="http://schemas.microsoft.com/office/drawing/2014/main" id="{480C773A-E916-C87F-9E86-ED6226CB508B}"/>
              </a:ext>
            </a:extLst>
          </p:cNvPr>
          <p:cNvSpPr txBox="1"/>
          <p:nvPr/>
        </p:nvSpPr>
        <p:spPr>
          <a:xfrm>
            <a:off x="3200252" y="2867977"/>
            <a:ext cx="490220" cy="33855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rgbClr val="00407A"/>
                </a:solidFill>
                <a:effectLst/>
                <a:uLnTx/>
                <a:uFillTx/>
                <a:ea typeface="Times New Roman" panose="02020603050405020304" pitchFamily="18" charset="0"/>
              </a:rPr>
              <a:t> (a) </a:t>
            </a:r>
            <a:endParaRPr kumimoji="0" lang="en-IN" sz="1800" b="1" i="0" u="none" strike="noStrike" kern="0" cap="none" spc="0" normalizeH="0" baseline="0" noProof="0" dirty="0" smtClean="0">
              <a:ln>
                <a:noFill/>
              </a:ln>
              <a:solidFill>
                <a:srgbClr val="00407A"/>
              </a:solidFill>
              <a:effectLst/>
              <a:uLnTx/>
              <a:uFillTx/>
            </a:endParaRPr>
          </a:p>
        </p:txBody>
      </p:sp>
      <p:sp>
        <p:nvSpPr>
          <p:cNvPr id="53" name="TextBox 52">
            <a:extLst>
              <a:ext uri="{FF2B5EF4-FFF2-40B4-BE49-F238E27FC236}">
                <a16:creationId xmlns:a16="http://schemas.microsoft.com/office/drawing/2014/main" id="{0EAD8405-C8A7-699C-66E1-FF0C80B25805}"/>
              </a:ext>
            </a:extLst>
          </p:cNvPr>
          <p:cNvSpPr txBox="1"/>
          <p:nvPr/>
        </p:nvSpPr>
        <p:spPr>
          <a:xfrm>
            <a:off x="2918344" y="5803832"/>
            <a:ext cx="619741" cy="33855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rgbClr val="00407A"/>
                </a:solidFill>
                <a:effectLst/>
                <a:uLnTx/>
                <a:uFillTx/>
                <a:ea typeface="Times New Roman" panose="02020603050405020304" pitchFamily="18" charset="0"/>
              </a:rPr>
              <a:t> (b) </a:t>
            </a:r>
            <a:endParaRPr kumimoji="0" lang="en-IN" sz="1800" b="1" i="0" u="none" strike="noStrike" kern="0" cap="none" spc="0" normalizeH="0" baseline="0" noProof="0" dirty="0" smtClean="0">
              <a:ln>
                <a:noFill/>
              </a:ln>
              <a:solidFill>
                <a:srgbClr val="00407A"/>
              </a:solidFill>
              <a:effectLst/>
              <a:uLnTx/>
              <a:uFillTx/>
            </a:endParaRPr>
          </a:p>
        </p:txBody>
      </p:sp>
      <p:sp>
        <p:nvSpPr>
          <p:cNvPr id="54" name="TextBox 53">
            <a:extLst>
              <a:ext uri="{FF2B5EF4-FFF2-40B4-BE49-F238E27FC236}">
                <a16:creationId xmlns:a16="http://schemas.microsoft.com/office/drawing/2014/main" id="{3E8C6F0A-89BD-0A44-B8B7-2C401ACAC6ED}"/>
              </a:ext>
            </a:extLst>
          </p:cNvPr>
          <p:cNvSpPr txBox="1"/>
          <p:nvPr/>
        </p:nvSpPr>
        <p:spPr>
          <a:xfrm>
            <a:off x="11434402" y="5137625"/>
            <a:ext cx="490220" cy="33855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srgbClr val="00407A"/>
                </a:solidFill>
                <a:effectLst/>
                <a:uLnTx/>
                <a:uFillTx/>
                <a:ea typeface="Times New Roman" panose="02020603050405020304" pitchFamily="18" charset="0"/>
              </a:rPr>
              <a:t> (c) </a:t>
            </a:r>
            <a:endParaRPr kumimoji="0" lang="en-IN" sz="1800" b="1" i="0" u="none" strike="noStrike" kern="0" cap="none" spc="0" normalizeH="0" baseline="0" noProof="0" dirty="0" smtClean="0">
              <a:ln>
                <a:noFill/>
              </a:ln>
              <a:solidFill>
                <a:srgbClr val="00407A"/>
              </a:solidFill>
              <a:effectLst/>
              <a:uLnTx/>
              <a:uFillTx/>
            </a:endParaRPr>
          </a:p>
        </p:txBody>
      </p:sp>
      <p:sp>
        <p:nvSpPr>
          <p:cNvPr id="55" name="TextBox 54">
            <a:extLst>
              <a:ext uri="{FF2B5EF4-FFF2-40B4-BE49-F238E27FC236}">
                <a16:creationId xmlns:a16="http://schemas.microsoft.com/office/drawing/2014/main" id="{6A682366-9EE8-D94C-02C3-3AA94F01483E}"/>
              </a:ext>
            </a:extLst>
          </p:cNvPr>
          <p:cNvSpPr txBox="1"/>
          <p:nvPr/>
        </p:nvSpPr>
        <p:spPr>
          <a:xfrm>
            <a:off x="7245866" y="142371"/>
            <a:ext cx="3377848" cy="369332"/>
          </a:xfrm>
          <a:prstGeom prst="rect">
            <a:avLst/>
          </a:prstGeom>
          <a:noFill/>
          <a:ln>
            <a:solidFill>
              <a:srgbClr val="00B050"/>
            </a:solidFill>
          </a:ln>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smtClean="0">
                <a:ln>
                  <a:noFill/>
                </a:ln>
                <a:solidFill>
                  <a:srgbClr val="FFFFFF"/>
                </a:solidFill>
                <a:effectLst/>
                <a:uLnTx/>
                <a:uFillTx/>
              </a:rPr>
              <a:t>N Mishra </a:t>
            </a:r>
            <a:r>
              <a:rPr kumimoji="0" lang="en-GB" sz="1800" b="1" i="1" u="none" strike="noStrike" kern="0" cap="none" spc="0" normalizeH="0" baseline="0" noProof="0" dirty="0" smtClean="0">
                <a:ln>
                  <a:noFill/>
                </a:ln>
                <a:solidFill>
                  <a:srgbClr val="FFFFFF"/>
                </a:solidFill>
                <a:effectLst/>
                <a:uLnTx/>
                <a:uFillTx/>
              </a:rPr>
              <a:t>et al.</a:t>
            </a:r>
            <a:r>
              <a:rPr kumimoji="0" lang="en-GB" sz="1800" b="1" i="0" u="none" strike="noStrike" kern="0" cap="none" spc="0" normalizeH="0" baseline="0" noProof="0" dirty="0" smtClean="0">
                <a:ln>
                  <a:noFill/>
                </a:ln>
                <a:solidFill>
                  <a:srgbClr val="FFFFFF"/>
                </a:solidFill>
                <a:effectLst/>
                <a:uLnTx/>
                <a:uFillTx/>
              </a:rPr>
              <a:t> TCAS-II (2023)</a:t>
            </a:r>
            <a:endParaRPr kumimoji="0" lang="en-IN" sz="1800" b="1" i="0" u="none" strike="noStrike" kern="0" cap="none" spc="0" normalizeH="0" baseline="0" noProof="0" dirty="0" smtClean="0">
              <a:ln>
                <a:noFill/>
              </a:ln>
              <a:solidFill>
                <a:srgbClr val="FFFFFF"/>
              </a:solidFill>
              <a:effectLst/>
              <a:uLnTx/>
              <a:uFillTx/>
            </a:endParaRPr>
          </a:p>
        </p:txBody>
      </p:sp>
      <p:cxnSp>
        <p:nvCxnSpPr>
          <p:cNvPr id="56" name="Straight Connector 55">
            <a:extLst>
              <a:ext uri="{FF2B5EF4-FFF2-40B4-BE49-F238E27FC236}">
                <a16:creationId xmlns:a16="http://schemas.microsoft.com/office/drawing/2014/main" id="{FFF1D9A1-C4DE-DEEF-3C87-FA992480F029}"/>
              </a:ext>
            </a:extLst>
          </p:cNvPr>
          <p:cNvCxnSpPr>
            <a:cxnSpLocks/>
          </p:cNvCxnSpPr>
          <p:nvPr/>
        </p:nvCxnSpPr>
        <p:spPr>
          <a:xfrm flipV="1">
            <a:off x="21261" y="30424"/>
            <a:ext cx="0" cy="6386032"/>
          </a:xfrm>
          <a:prstGeom prst="line">
            <a:avLst/>
          </a:prstGeom>
          <a:noFill/>
          <a:ln w="63500" cap="flat" cmpd="sng" algn="ctr">
            <a:solidFill>
              <a:srgbClr val="002060"/>
            </a:solidFill>
            <a:prstDash val="solid"/>
          </a:ln>
          <a:effectLst/>
        </p:spPr>
      </p:cxnSp>
      <p:cxnSp>
        <p:nvCxnSpPr>
          <p:cNvPr id="57" name="Straight Connector 56">
            <a:extLst>
              <a:ext uri="{FF2B5EF4-FFF2-40B4-BE49-F238E27FC236}">
                <a16:creationId xmlns:a16="http://schemas.microsoft.com/office/drawing/2014/main" id="{5D2C2B4D-811C-6ED8-14AB-B8687B5D40B6}"/>
              </a:ext>
            </a:extLst>
          </p:cNvPr>
          <p:cNvCxnSpPr>
            <a:cxnSpLocks/>
          </p:cNvCxnSpPr>
          <p:nvPr/>
        </p:nvCxnSpPr>
        <p:spPr>
          <a:xfrm flipV="1">
            <a:off x="12163574" y="45664"/>
            <a:ext cx="0" cy="6340891"/>
          </a:xfrm>
          <a:prstGeom prst="line">
            <a:avLst/>
          </a:prstGeom>
          <a:noFill/>
          <a:ln w="63500" cap="flat" cmpd="sng" algn="ctr">
            <a:solidFill>
              <a:srgbClr val="002060"/>
            </a:solidFill>
            <a:prstDash val="solid"/>
          </a:ln>
          <a:effectLst/>
        </p:spPr>
      </p:cxnSp>
      <p:cxnSp>
        <p:nvCxnSpPr>
          <p:cNvPr id="58" name="Straight Connector 57">
            <a:extLst>
              <a:ext uri="{FF2B5EF4-FFF2-40B4-BE49-F238E27FC236}">
                <a16:creationId xmlns:a16="http://schemas.microsoft.com/office/drawing/2014/main" id="{551BFB21-C7A3-D8F5-EBE6-166F6DB102F2}"/>
              </a:ext>
            </a:extLst>
          </p:cNvPr>
          <p:cNvCxnSpPr/>
          <p:nvPr/>
        </p:nvCxnSpPr>
        <p:spPr>
          <a:xfrm flipV="1">
            <a:off x="0" y="30424"/>
            <a:ext cx="12192000" cy="0"/>
          </a:xfrm>
          <a:prstGeom prst="line">
            <a:avLst/>
          </a:prstGeom>
          <a:noFill/>
          <a:ln w="63500" cap="flat" cmpd="sng" algn="ctr">
            <a:solidFill>
              <a:srgbClr val="002060"/>
            </a:solidFill>
            <a:prstDash val="solid"/>
          </a:ln>
          <a:effectLst/>
        </p:spPr>
      </p:cxnSp>
      <p:sp>
        <p:nvSpPr>
          <p:cNvPr id="59" name="Rectangle 58">
            <a:extLst>
              <a:ext uri="{FF2B5EF4-FFF2-40B4-BE49-F238E27FC236}">
                <a16:creationId xmlns:a16="http://schemas.microsoft.com/office/drawing/2014/main" id="{85A60B18-9491-28EC-FB64-8B9282AEBEF6}"/>
              </a:ext>
            </a:extLst>
          </p:cNvPr>
          <p:cNvSpPr/>
          <p:nvPr/>
        </p:nvSpPr>
        <p:spPr>
          <a:xfrm>
            <a:off x="7770313" y="722799"/>
            <a:ext cx="4063049" cy="4484837"/>
          </a:xfrm>
          <a:prstGeom prst="rect">
            <a:avLst/>
          </a:prstGeom>
          <a:solidFill>
            <a:srgbClr val="FFFFFF">
              <a:lumMod val="9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grpSp>
        <p:nvGrpSpPr>
          <p:cNvPr id="60" name="Group 59">
            <a:extLst>
              <a:ext uri="{FF2B5EF4-FFF2-40B4-BE49-F238E27FC236}">
                <a16:creationId xmlns:a16="http://schemas.microsoft.com/office/drawing/2014/main" id="{7B8FD26D-AE62-0A56-89D7-091C199D9B13}"/>
              </a:ext>
            </a:extLst>
          </p:cNvPr>
          <p:cNvGrpSpPr>
            <a:grpSpLocks noChangeAspect="1"/>
          </p:cNvGrpSpPr>
          <p:nvPr/>
        </p:nvGrpSpPr>
        <p:grpSpPr>
          <a:xfrm>
            <a:off x="5971504" y="1946971"/>
            <a:ext cx="5827257" cy="3088136"/>
            <a:chOff x="-2479201" y="0"/>
            <a:chExt cx="12940890" cy="6858000"/>
          </a:xfrm>
        </p:grpSpPr>
        <p:pic>
          <p:nvPicPr>
            <p:cNvPr id="61" name="Graphic 17">
              <a:extLst>
                <a:ext uri="{FF2B5EF4-FFF2-40B4-BE49-F238E27FC236}">
                  <a16:creationId xmlns:a16="http://schemas.microsoft.com/office/drawing/2014/main" id="{F450ED18-2C8B-12FB-315F-AE2B076B7C42}"/>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p:blipFill>
          <p:spPr>
            <a:xfrm>
              <a:off x="1747457" y="0"/>
              <a:ext cx="8714232" cy="6858000"/>
            </a:xfrm>
            <a:prstGeom prst="rect">
              <a:avLst/>
            </a:prstGeom>
          </p:spPr>
        </p:pic>
        <p:grpSp>
          <p:nvGrpSpPr>
            <p:cNvPr id="62" name="Group 61">
              <a:extLst>
                <a:ext uri="{FF2B5EF4-FFF2-40B4-BE49-F238E27FC236}">
                  <a16:creationId xmlns:a16="http://schemas.microsoft.com/office/drawing/2014/main" id="{66593462-DAD1-4132-637B-25BC687C1F1D}"/>
                </a:ext>
              </a:extLst>
            </p:cNvPr>
            <p:cNvGrpSpPr/>
            <p:nvPr/>
          </p:nvGrpSpPr>
          <p:grpSpPr>
            <a:xfrm>
              <a:off x="-2479201" y="831431"/>
              <a:ext cx="12091832" cy="4545825"/>
              <a:chOff x="-2479201" y="831431"/>
              <a:chExt cx="12091832" cy="4545825"/>
            </a:xfrm>
          </p:grpSpPr>
          <p:cxnSp>
            <p:nvCxnSpPr>
              <p:cNvPr id="63" name="Straight Connector 62">
                <a:extLst>
                  <a:ext uri="{FF2B5EF4-FFF2-40B4-BE49-F238E27FC236}">
                    <a16:creationId xmlns:a16="http://schemas.microsoft.com/office/drawing/2014/main" id="{68AD8571-0C8E-2BEA-3CC0-F13D1DAB992D}"/>
                  </a:ext>
                </a:extLst>
              </p:cNvPr>
              <p:cNvCxnSpPr>
                <a:cxnSpLocks/>
              </p:cNvCxnSpPr>
              <p:nvPr/>
            </p:nvCxnSpPr>
            <p:spPr>
              <a:xfrm>
                <a:off x="3160449" y="2946739"/>
                <a:ext cx="6383601" cy="0"/>
              </a:xfrm>
              <a:prstGeom prst="line">
                <a:avLst/>
              </a:prstGeom>
              <a:noFill/>
              <a:ln w="50800" cap="flat" cmpd="sng" algn="ctr">
                <a:solidFill>
                  <a:srgbClr val="FF0000"/>
                </a:solidFill>
                <a:prstDash val="sysDash"/>
                <a:miter lim="800000"/>
              </a:ln>
              <a:effectLst/>
            </p:spPr>
          </p:cxnSp>
          <p:sp>
            <p:nvSpPr>
              <p:cNvPr id="64" name="Oval 63">
                <a:extLst>
                  <a:ext uri="{FF2B5EF4-FFF2-40B4-BE49-F238E27FC236}">
                    <a16:creationId xmlns:a16="http://schemas.microsoft.com/office/drawing/2014/main" id="{D509851F-51BB-ED0C-CDF8-B342B6E375F1}"/>
                  </a:ext>
                </a:extLst>
              </p:cNvPr>
              <p:cNvSpPr/>
              <p:nvPr/>
            </p:nvSpPr>
            <p:spPr bwMode="auto">
              <a:xfrm>
                <a:off x="4888415" y="2774139"/>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4</a:t>
                </a:r>
              </a:p>
            </p:txBody>
          </p:sp>
          <p:sp>
            <p:nvSpPr>
              <p:cNvPr id="65" name="Oval 64">
                <a:extLst>
                  <a:ext uri="{FF2B5EF4-FFF2-40B4-BE49-F238E27FC236}">
                    <a16:creationId xmlns:a16="http://schemas.microsoft.com/office/drawing/2014/main" id="{7C8F093B-9FB1-F05E-1261-00BCBE8227B8}"/>
                  </a:ext>
                </a:extLst>
              </p:cNvPr>
              <p:cNvSpPr/>
              <p:nvPr/>
            </p:nvSpPr>
            <p:spPr bwMode="auto">
              <a:xfrm>
                <a:off x="5521238" y="2774140"/>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7</a:t>
                </a:r>
              </a:p>
            </p:txBody>
          </p:sp>
          <p:sp>
            <p:nvSpPr>
              <p:cNvPr id="66" name="Oval 65">
                <a:extLst>
                  <a:ext uri="{FF2B5EF4-FFF2-40B4-BE49-F238E27FC236}">
                    <a16:creationId xmlns:a16="http://schemas.microsoft.com/office/drawing/2014/main" id="{3ED2A548-BE86-21AF-12FC-B43A80D53DCA}"/>
                  </a:ext>
                </a:extLst>
              </p:cNvPr>
              <p:cNvSpPr/>
              <p:nvPr/>
            </p:nvSpPr>
            <p:spPr bwMode="auto">
              <a:xfrm>
                <a:off x="6756848" y="2757504"/>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6</a:t>
                </a:r>
              </a:p>
            </p:txBody>
          </p:sp>
          <p:sp>
            <p:nvSpPr>
              <p:cNvPr id="67" name="Oval 66">
                <a:extLst>
                  <a:ext uri="{FF2B5EF4-FFF2-40B4-BE49-F238E27FC236}">
                    <a16:creationId xmlns:a16="http://schemas.microsoft.com/office/drawing/2014/main" id="{FDE1EE97-CFB5-3746-95D5-27883B4581F6}"/>
                  </a:ext>
                </a:extLst>
              </p:cNvPr>
              <p:cNvSpPr/>
              <p:nvPr/>
            </p:nvSpPr>
            <p:spPr bwMode="auto">
              <a:xfrm>
                <a:off x="7369065" y="2756462"/>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2</a:t>
                </a:r>
              </a:p>
            </p:txBody>
          </p:sp>
          <p:sp>
            <p:nvSpPr>
              <p:cNvPr id="68" name="Oval 67">
                <a:extLst>
                  <a:ext uri="{FF2B5EF4-FFF2-40B4-BE49-F238E27FC236}">
                    <a16:creationId xmlns:a16="http://schemas.microsoft.com/office/drawing/2014/main" id="{D401FEA7-336F-C15A-369A-6B1605F27FEC}"/>
                  </a:ext>
                </a:extLst>
              </p:cNvPr>
              <p:cNvSpPr/>
              <p:nvPr/>
            </p:nvSpPr>
            <p:spPr bwMode="auto">
              <a:xfrm>
                <a:off x="8001019" y="2757506"/>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5</a:t>
                </a:r>
              </a:p>
            </p:txBody>
          </p:sp>
          <p:sp>
            <p:nvSpPr>
              <p:cNvPr id="69" name="Freeform 53">
                <a:extLst>
                  <a:ext uri="{FF2B5EF4-FFF2-40B4-BE49-F238E27FC236}">
                    <a16:creationId xmlns:a16="http://schemas.microsoft.com/office/drawing/2014/main" id="{4B371D90-1054-068C-7490-6E8F1607A5EC}"/>
                  </a:ext>
                </a:extLst>
              </p:cNvPr>
              <p:cNvSpPr/>
              <p:nvPr/>
            </p:nvSpPr>
            <p:spPr>
              <a:xfrm>
                <a:off x="3157538" y="831431"/>
                <a:ext cx="6455093" cy="4545825"/>
              </a:xfrm>
              <a:custGeom>
                <a:avLst/>
                <a:gdLst>
                  <a:gd name="connsiteX0" fmla="*/ 0 w 6486525"/>
                  <a:gd name="connsiteY0" fmla="*/ 4314960 h 4651772"/>
                  <a:gd name="connsiteX1" fmla="*/ 400050 w 6486525"/>
                  <a:gd name="connsiteY1" fmla="*/ 4472122 h 4651772"/>
                  <a:gd name="connsiteX2" fmla="*/ 671512 w 6486525"/>
                  <a:gd name="connsiteY2" fmla="*/ 4543560 h 4651772"/>
                  <a:gd name="connsiteX3" fmla="*/ 828675 w 6486525"/>
                  <a:gd name="connsiteY3" fmla="*/ 4472122 h 4651772"/>
                  <a:gd name="connsiteX4" fmla="*/ 1228725 w 6486525"/>
                  <a:gd name="connsiteY4" fmla="*/ 2400435 h 4651772"/>
                  <a:gd name="connsiteX5" fmla="*/ 1700212 w 6486525"/>
                  <a:gd name="connsiteY5" fmla="*/ 585922 h 4651772"/>
                  <a:gd name="connsiteX6" fmla="*/ 1885950 w 6486525"/>
                  <a:gd name="connsiteY6" fmla="*/ 271597 h 4651772"/>
                  <a:gd name="connsiteX7" fmla="*/ 2400300 w 6486525"/>
                  <a:gd name="connsiteY7" fmla="*/ 135 h 4651772"/>
                  <a:gd name="connsiteX8" fmla="*/ 2671762 w 6486525"/>
                  <a:gd name="connsiteY8" fmla="*/ 243022 h 4651772"/>
                  <a:gd name="connsiteX9" fmla="*/ 2886075 w 6486525"/>
                  <a:gd name="connsiteY9" fmla="*/ 757372 h 4651772"/>
                  <a:gd name="connsiteX10" fmla="*/ 3057525 w 6486525"/>
                  <a:gd name="connsiteY10" fmla="*/ 1514610 h 4651772"/>
                  <a:gd name="connsiteX11" fmla="*/ 3300412 w 6486525"/>
                  <a:gd name="connsiteY11" fmla="*/ 2957647 h 4651772"/>
                  <a:gd name="connsiteX12" fmla="*/ 3471862 w 6486525"/>
                  <a:gd name="connsiteY12" fmla="*/ 3886335 h 4651772"/>
                  <a:gd name="connsiteX13" fmla="*/ 3571875 w 6486525"/>
                  <a:gd name="connsiteY13" fmla="*/ 4157797 h 4651772"/>
                  <a:gd name="connsiteX14" fmla="*/ 3929062 w 6486525"/>
                  <a:gd name="connsiteY14" fmla="*/ 4300672 h 4651772"/>
                  <a:gd name="connsiteX15" fmla="*/ 4214812 w 6486525"/>
                  <a:gd name="connsiteY15" fmla="*/ 4300672 h 4651772"/>
                  <a:gd name="connsiteX16" fmla="*/ 4543425 w 6486525"/>
                  <a:gd name="connsiteY16" fmla="*/ 4400685 h 4651772"/>
                  <a:gd name="connsiteX17" fmla="*/ 4800600 w 6486525"/>
                  <a:gd name="connsiteY17" fmla="*/ 4500697 h 4651772"/>
                  <a:gd name="connsiteX18" fmla="*/ 5029200 w 6486525"/>
                  <a:gd name="connsiteY18" fmla="*/ 4586422 h 4651772"/>
                  <a:gd name="connsiteX19" fmla="*/ 5243512 w 6486525"/>
                  <a:gd name="connsiteY19" fmla="*/ 4314960 h 4651772"/>
                  <a:gd name="connsiteX20" fmla="*/ 5572125 w 6486525"/>
                  <a:gd name="connsiteY20" fmla="*/ 2214697 h 4651772"/>
                  <a:gd name="connsiteX21" fmla="*/ 5815012 w 6486525"/>
                  <a:gd name="connsiteY21" fmla="*/ 1185997 h 4651772"/>
                  <a:gd name="connsiteX22" fmla="*/ 6015037 w 6486525"/>
                  <a:gd name="connsiteY22" fmla="*/ 543060 h 4651772"/>
                  <a:gd name="connsiteX23" fmla="*/ 6215062 w 6486525"/>
                  <a:gd name="connsiteY23" fmla="*/ 257310 h 4651772"/>
                  <a:gd name="connsiteX24" fmla="*/ 6486525 w 6486525"/>
                  <a:gd name="connsiteY24" fmla="*/ 71572 h 4651772"/>
                  <a:gd name="connsiteX0" fmla="*/ 0 w 6486525"/>
                  <a:gd name="connsiteY0" fmla="*/ 4314960 h 4638580"/>
                  <a:gd name="connsiteX1" fmla="*/ 400050 w 6486525"/>
                  <a:gd name="connsiteY1" fmla="*/ 4472122 h 4638580"/>
                  <a:gd name="connsiteX2" fmla="*/ 460057 w 6486525"/>
                  <a:gd name="connsiteY2" fmla="*/ 4509270 h 4638580"/>
                  <a:gd name="connsiteX3" fmla="*/ 828675 w 6486525"/>
                  <a:gd name="connsiteY3" fmla="*/ 4472122 h 4638580"/>
                  <a:gd name="connsiteX4" fmla="*/ 1228725 w 6486525"/>
                  <a:gd name="connsiteY4" fmla="*/ 2400435 h 4638580"/>
                  <a:gd name="connsiteX5" fmla="*/ 1700212 w 6486525"/>
                  <a:gd name="connsiteY5" fmla="*/ 585922 h 4638580"/>
                  <a:gd name="connsiteX6" fmla="*/ 1885950 w 6486525"/>
                  <a:gd name="connsiteY6" fmla="*/ 271597 h 4638580"/>
                  <a:gd name="connsiteX7" fmla="*/ 2400300 w 6486525"/>
                  <a:gd name="connsiteY7" fmla="*/ 135 h 4638580"/>
                  <a:gd name="connsiteX8" fmla="*/ 2671762 w 6486525"/>
                  <a:gd name="connsiteY8" fmla="*/ 243022 h 4638580"/>
                  <a:gd name="connsiteX9" fmla="*/ 2886075 w 6486525"/>
                  <a:gd name="connsiteY9" fmla="*/ 757372 h 4638580"/>
                  <a:gd name="connsiteX10" fmla="*/ 3057525 w 6486525"/>
                  <a:gd name="connsiteY10" fmla="*/ 1514610 h 4638580"/>
                  <a:gd name="connsiteX11" fmla="*/ 3300412 w 6486525"/>
                  <a:gd name="connsiteY11" fmla="*/ 2957647 h 4638580"/>
                  <a:gd name="connsiteX12" fmla="*/ 3471862 w 6486525"/>
                  <a:gd name="connsiteY12" fmla="*/ 3886335 h 4638580"/>
                  <a:gd name="connsiteX13" fmla="*/ 3571875 w 6486525"/>
                  <a:gd name="connsiteY13" fmla="*/ 4157797 h 4638580"/>
                  <a:gd name="connsiteX14" fmla="*/ 3929062 w 6486525"/>
                  <a:gd name="connsiteY14" fmla="*/ 4300672 h 4638580"/>
                  <a:gd name="connsiteX15" fmla="*/ 4214812 w 6486525"/>
                  <a:gd name="connsiteY15" fmla="*/ 4300672 h 4638580"/>
                  <a:gd name="connsiteX16" fmla="*/ 4543425 w 6486525"/>
                  <a:gd name="connsiteY16" fmla="*/ 4400685 h 4638580"/>
                  <a:gd name="connsiteX17" fmla="*/ 4800600 w 6486525"/>
                  <a:gd name="connsiteY17" fmla="*/ 4500697 h 4638580"/>
                  <a:gd name="connsiteX18" fmla="*/ 5029200 w 6486525"/>
                  <a:gd name="connsiteY18" fmla="*/ 4586422 h 4638580"/>
                  <a:gd name="connsiteX19" fmla="*/ 5243512 w 6486525"/>
                  <a:gd name="connsiteY19" fmla="*/ 4314960 h 4638580"/>
                  <a:gd name="connsiteX20" fmla="*/ 5572125 w 6486525"/>
                  <a:gd name="connsiteY20" fmla="*/ 2214697 h 4638580"/>
                  <a:gd name="connsiteX21" fmla="*/ 5815012 w 6486525"/>
                  <a:gd name="connsiteY21" fmla="*/ 1185997 h 4638580"/>
                  <a:gd name="connsiteX22" fmla="*/ 6015037 w 6486525"/>
                  <a:gd name="connsiteY22" fmla="*/ 543060 h 4638580"/>
                  <a:gd name="connsiteX23" fmla="*/ 6215062 w 6486525"/>
                  <a:gd name="connsiteY23" fmla="*/ 257310 h 4638580"/>
                  <a:gd name="connsiteX24" fmla="*/ 6486525 w 6486525"/>
                  <a:gd name="connsiteY24" fmla="*/ 71572 h 4638580"/>
                  <a:gd name="connsiteX0" fmla="*/ 0 w 6486525"/>
                  <a:gd name="connsiteY0" fmla="*/ 4314960 h 4638816"/>
                  <a:gd name="connsiteX1" fmla="*/ 271463 w 6486525"/>
                  <a:gd name="connsiteY1" fmla="*/ 4466407 h 4638816"/>
                  <a:gd name="connsiteX2" fmla="*/ 460057 w 6486525"/>
                  <a:gd name="connsiteY2" fmla="*/ 4509270 h 4638816"/>
                  <a:gd name="connsiteX3" fmla="*/ 828675 w 6486525"/>
                  <a:gd name="connsiteY3" fmla="*/ 4472122 h 4638816"/>
                  <a:gd name="connsiteX4" fmla="*/ 1228725 w 6486525"/>
                  <a:gd name="connsiteY4" fmla="*/ 2400435 h 4638816"/>
                  <a:gd name="connsiteX5" fmla="*/ 1700212 w 6486525"/>
                  <a:gd name="connsiteY5" fmla="*/ 585922 h 4638816"/>
                  <a:gd name="connsiteX6" fmla="*/ 1885950 w 6486525"/>
                  <a:gd name="connsiteY6" fmla="*/ 271597 h 4638816"/>
                  <a:gd name="connsiteX7" fmla="*/ 2400300 w 6486525"/>
                  <a:gd name="connsiteY7" fmla="*/ 135 h 4638816"/>
                  <a:gd name="connsiteX8" fmla="*/ 2671762 w 6486525"/>
                  <a:gd name="connsiteY8" fmla="*/ 243022 h 4638816"/>
                  <a:gd name="connsiteX9" fmla="*/ 2886075 w 6486525"/>
                  <a:gd name="connsiteY9" fmla="*/ 757372 h 4638816"/>
                  <a:gd name="connsiteX10" fmla="*/ 3057525 w 6486525"/>
                  <a:gd name="connsiteY10" fmla="*/ 1514610 h 4638816"/>
                  <a:gd name="connsiteX11" fmla="*/ 3300412 w 6486525"/>
                  <a:gd name="connsiteY11" fmla="*/ 2957647 h 4638816"/>
                  <a:gd name="connsiteX12" fmla="*/ 3471862 w 6486525"/>
                  <a:gd name="connsiteY12" fmla="*/ 3886335 h 4638816"/>
                  <a:gd name="connsiteX13" fmla="*/ 3571875 w 6486525"/>
                  <a:gd name="connsiteY13" fmla="*/ 4157797 h 4638816"/>
                  <a:gd name="connsiteX14" fmla="*/ 3929062 w 6486525"/>
                  <a:gd name="connsiteY14" fmla="*/ 4300672 h 4638816"/>
                  <a:gd name="connsiteX15" fmla="*/ 4214812 w 6486525"/>
                  <a:gd name="connsiteY15" fmla="*/ 4300672 h 4638816"/>
                  <a:gd name="connsiteX16" fmla="*/ 4543425 w 6486525"/>
                  <a:gd name="connsiteY16" fmla="*/ 4400685 h 4638816"/>
                  <a:gd name="connsiteX17" fmla="*/ 4800600 w 6486525"/>
                  <a:gd name="connsiteY17" fmla="*/ 4500697 h 4638816"/>
                  <a:gd name="connsiteX18" fmla="*/ 5029200 w 6486525"/>
                  <a:gd name="connsiteY18" fmla="*/ 4586422 h 4638816"/>
                  <a:gd name="connsiteX19" fmla="*/ 5243512 w 6486525"/>
                  <a:gd name="connsiteY19" fmla="*/ 4314960 h 4638816"/>
                  <a:gd name="connsiteX20" fmla="*/ 5572125 w 6486525"/>
                  <a:gd name="connsiteY20" fmla="*/ 2214697 h 4638816"/>
                  <a:gd name="connsiteX21" fmla="*/ 5815012 w 6486525"/>
                  <a:gd name="connsiteY21" fmla="*/ 1185997 h 4638816"/>
                  <a:gd name="connsiteX22" fmla="*/ 6015037 w 6486525"/>
                  <a:gd name="connsiteY22" fmla="*/ 543060 h 4638816"/>
                  <a:gd name="connsiteX23" fmla="*/ 6215062 w 6486525"/>
                  <a:gd name="connsiteY23" fmla="*/ 257310 h 4638816"/>
                  <a:gd name="connsiteX24" fmla="*/ 6486525 w 6486525"/>
                  <a:gd name="connsiteY24" fmla="*/ 71572 h 4638816"/>
                  <a:gd name="connsiteX0" fmla="*/ 0 w 6486525"/>
                  <a:gd name="connsiteY0" fmla="*/ 4314960 h 4630652"/>
                  <a:gd name="connsiteX1" fmla="*/ 271463 w 6486525"/>
                  <a:gd name="connsiteY1" fmla="*/ 4466407 h 4630652"/>
                  <a:gd name="connsiteX2" fmla="*/ 491490 w 6486525"/>
                  <a:gd name="connsiteY2" fmla="*/ 4486410 h 4630652"/>
                  <a:gd name="connsiteX3" fmla="*/ 828675 w 6486525"/>
                  <a:gd name="connsiteY3" fmla="*/ 4472122 h 4630652"/>
                  <a:gd name="connsiteX4" fmla="*/ 1228725 w 6486525"/>
                  <a:gd name="connsiteY4" fmla="*/ 2400435 h 4630652"/>
                  <a:gd name="connsiteX5" fmla="*/ 1700212 w 6486525"/>
                  <a:gd name="connsiteY5" fmla="*/ 585922 h 4630652"/>
                  <a:gd name="connsiteX6" fmla="*/ 1885950 w 6486525"/>
                  <a:gd name="connsiteY6" fmla="*/ 271597 h 4630652"/>
                  <a:gd name="connsiteX7" fmla="*/ 2400300 w 6486525"/>
                  <a:gd name="connsiteY7" fmla="*/ 135 h 4630652"/>
                  <a:gd name="connsiteX8" fmla="*/ 2671762 w 6486525"/>
                  <a:gd name="connsiteY8" fmla="*/ 243022 h 4630652"/>
                  <a:gd name="connsiteX9" fmla="*/ 2886075 w 6486525"/>
                  <a:gd name="connsiteY9" fmla="*/ 757372 h 4630652"/>
                  <a:gd name="connsiteX10" fmla="*/ 3057525 w 6486525"/>
                  <a:gd name="connsiteY10" fmla="*/ 1514610 h 4630652"/>
                  <a:gd name="connsiteX11" fmla="*/ 3300412 w 6486525"/>
                  <a:gd name="connsiteY11" fmla="*/ 2957647 h 4630652"/>
                  <a:gd name="connsiteX12" fmla="*/ 3471862 w 6486525"/>
                  <a:gd name="connsiteY12" fmla="*/ 3886335 h 4630652"/>
                  <a:gd name="connsiteX13" fmla="*/ 3571875 w 6486525"/>
                  <a:gd name="connsiteY13" fmla="*/ 4157797 h 4630652"/>
                  <a:gd name="connsiteX14" fmla="*/ 3929062 w 6486525"/>
                  <a:gd name="connsiteY14" fmla="*/ 4300672 h 4630652"/>
                  <a:gd name="connsiteX15" fmla="*/ 4214812 w 6486525"/>
                  <a:gd name="connsiteY15" fmla="*/ 4300672 h 4630652"/>
                  <a:gd name="connsiteX16" fmla="*/ 4543425 w 6486525"/>
                  <a:gd name="connsiteY16" fmla="*/ 4400685 h 4630652"/>
                  <a:gd name="connsiteX17" fmla="*/ 4800600 w 6486525"/>
                  <a:gd name="connsiteY17" fmla="*/ 4500697 h 4630652"/>
                  <a:gd name="connsiteX18" fmla="*/ 5029200 w 6486525"/>
                  <a:gd name="connsiteY18" fmla="*/ 4586422 h 4630652"/>
                  <a:gd name="connsiteX19" fmla="*/ 5243512 w 6486525"/>
                  <a:gd name="connsiteY19" fmla="*/ 4314960 h 4630652"/>
                  <a:gd name="connsiteX20" fmla="*/ 5572125 w 6486525"/>
                  <a:gd name="connsiteY20" fmla="*/ 2214697 h 4630652"/>
                  <a:gd name="connsiteX21" fmla="*/ 5815012 w 6486525"/>
                  <a:gd name="connsiteY21" fmla="*/ 1185997 h 4630652"/>
                  <a:gd name="connsiteX22" fmla="*/ 6015037 w 6486525"/>
                  <a:gd name="connsiteY22" fmla="*/ 543060 h 4630652"/>
                  <a:gd name="connsiteX23" fmla="*/ 6215062 w 6486525"/>
                  <a:gd name="connsiteY23" fmla="*/ 257310 h 4630652"/>
                  <a:gd name="connsiteX24" fmla="*/ 6486525 w 6486525"/>
                  <a:gd name="connsiteY24" fmla="*/ 71572 h 4630652"/>
                  <a:gd name="connsiteX0" fmla="*/ 0 w 6486525"/>
                  <a:gd name="connsiteY0" fmla="*/ 4314960 h 4633656"/>
                  <a:gd name="connsiteX1" fmla="*/ 271463 w 6486525"/>
                  <a:gd name="connsiteY1" fmla="*/ 4466407 h 4633656"/>
                  <a:gd name="connsiteX2" fmla="*/ 488632 w 6486525"/>
                  <a:gd name="connsiteY2" fmla="*/ 4494983 h 4633656"/>
                  <a:gd name="connsiteX3" fmla="*/ 828675 w 6486525"/>
                  <a:gd name="connsiteY3" fmla="*/ 4472122 h 4633656"/>
                  <a:gd name="connsiteX4" fmla="*/ 1228725 w 6486525"/>
                  <a:gd name="connsiteY4" fmla="*/ 2400435 h 4633656"/>
                  <a:gd name="connsiteX5" fmla="*/ 1700212 w 6486525"/>
                  <a:gd name="connsiteY5" fmla="*/ 585922 h 4633656"/>
                  <a:gd name="connsiteX6" fmla="*/ 1885950 w 6486525"/>
                  <a:gd name="connsiteY6" fmla="*/ 271597 h 4633656"/>
                  <a:gd name="connsiteX7" fmla="*/ 2400300 w 6486525"/>
                  <a:gd name="connsiteY7" fmla="*/ 135 h 4633656"/>
                  <a:gd name="connsiteX8" fmla="*/ 2671762 w 6486525"/>
                  <a:gd name="connsiteY8" fmla="*/ 243022 h 4633656"/>
                  <a:gd name="connsiteX9" fmla="*/ 2886075 w 6486525"/>
                  <a:gd name="connsiteY9" fmla="*/ 757372 h 4633656"/>
                  <a:gd name="connsiteX10" fmla="*/ 3057525 w 6486525"/>
                  <a:gd name="connsiteY10" fmla="*/ 1514610 h 4633656"/>
                  <a:gd name="connsiteX11" fmla="*/ 3300412 w 6486525"/>
                  <a:gd name="connsiteY11" fmla="*/ 2957647 h 4633656"/>
                  <a:gd name="connsiteX12" fmla="*/ 3471862 w 6486525"/>
                  <a:gd name="connsiteY12" fmla="*/ 3886335 h 4633656"/>
                  <a:gd name="connsiteX13" fmla="*/ 3571875 w 6486525"/>
                  <a:gd name="connsiteY13" fmla="*/ 4157797 h 4633656"/>
                  <a:gd name="connsiteX14" fmla="*/ 3929062 w 6486525"/>
                  <a:gd name="connsiteY14" fmla="*/ 4300672 h 4633656"/>
                  <a:gd name="connsiteX15" fmla="*/ 4214812 w 6486525"/>
                  <a:gd name="connsiteY15" fmla="*/ 4300672 h 4633656"/>
                  <a:gd name="connsiteX16" fmla="*/ 4543425 w 6486525"/>
                  <a:gd name="connsiteY16" fmla="*/ 4400685 h 4633656"/>
                  <a:gd name="connsiteX17" fmla="*/ 4800600 w 6486525"/>
                  <a:gd name="connsiteY17" fmla="*/ 4500697 h 4633656"/>
                  <a:gd name="connsiteX18" fmla="*/ 5029200 w 6486525"/>
                  <a:gd name="connsiteY18" fmla="*/ 4586422 h 4633656"/>
                  <a:gd name="connsiteX19" fmla="*/ 5243512 w 6486525"/>
                  <a:gd name="connsiteY19" fmla="*/ 4314960 h 4633656"/>
                  <a:gd name="connsiteX20" fmla="*/ 5572125 w 6486525"/>
                  <a:gd name="connsiteY20" fmla="*/ 2214697 h 4633656"/>
                  <a:gd name="connsiteX21" fmla="*/ 5815012 w 6486525"/>
                  <a:gd name="connsiteY21" fmla="*/ 1185997 h 4633656"/>
                  <a:gd name="connsiteX22" fmla="*/ 6015037 w 6486525"/>
                  <a:gd name="connsiteY22" fmla="*/ 543060 h 4633656"/>
                  <a:gd name="connsiteX23" fmla="*/ 6215062 w 6486525"/>
                  <a:gd name="connsiteY23" fmla="*/ 257310 h 4633656"/>
                  <a:gd name="connsiteX24" fmla="*/ 6486525 w 6486525"/>
                  <a:gd name="connsiteY24" fmla="*/ 71572 h 4633656"/>
                  <a:gd name="connsiteX0" fmla="*/ 0 w 6486525"/>
                  <a:gd name="connsiteY0" fmla="*/ 4314960 h 4689474"/>
                  <a:gd name="connsiteX1" fmla="*/ 271463 w 6486525"/>
                  <a:gd name="connsiteY1" fmla="*/ 4466407 h 4689474"/>
                  <a:gd name="connsiteX2" fmla="*/ 488632 w 6486525"/>
                  <a:gd name="connsiteY2" fmla="*/ 4494983 h 4689474"/>
                  <a:gd name="connsiteX3" fmla="*/ 705802 w 6486525"/>
                  <a:gd name="connsiteY3" fmla="*/ 4629285 h 4689474"/>
                  <a:gd name="connsiteX4" fmla="*/ 828675 w 6486525"/>
                  <a:gd name="connsiteY4" fmla="*/ 4472122 h 4689474"/>
                  <a:gd name="connsiteX5" fmla="*/ 1228725 w 6486525"/>
                  <a:gd name="connsiteY5" fmla="*/ 2400435 h 4689474"/>
                  <a:gd name="connsiteX6" fmla="*/ 1700212 w 6486525"/>
                  <a:gd name="connsiteY6" fmla="*/ 585922 h 4689474"/>
                  <a:gd name="connsiteX7" fmla="*/ 1885950 w 6486525"/>
                  <a:gd name="connsiteY7" fmla="*/ 271597 h 4689474"/>
                  <a:gd name="connsiteX8" fmla="*/ 2400300 w 6486525"/>
                  <a:gd name="connsiteY8" fmla="*/ 135 h 4689474"/>
                  <a:gd name="connsiteX9" fmla="*/ 2671762 w 6486525"/>
                  <a:gd name="connsiteY9" fmla="*/ 243022 h 4689474"/>
                  <a:gd name="connsiteX10" fmla="*/ 2886075 w 6486525"/>
                  <a:gd name="connsiteY10" fmla="*/ 757372 h 4689474"/>
                  <a:gd name="connsiteX11" fmla="*/ 3057525 w 6486525"/>
                  <a:gd name="connsiteY11" fmla="*/ 1514610 h 4689474"/>
                  <a:gd name="connsiteX12" fmla="*/ 3300412 w 6486525"/>
                  <a:gd name="connsiteY12" fmla="*/ 2957647 h 4689474"/>
                  <a:gd name="connsiteX13" fmla="*/ 3471862 w 6486525"/>
                  <a:gd name="connsiteY13" fmla="*/ 3886335 h 4689474"/>
                  <a:gd name="connsiteX14" fmla="*/ 3571875 w 6486525"/>
                  <a:gd name="connsiteY14" fmla="*/ 4157797 h 4689474"/>
                  <a:gd name="connsiteX15" fmla="*/ 3929062 w 6486525"/>
                  <a:gd name="connsiteY15" fmla="*/ 4300672 h 4689474"/>
                  <a:gd name="connsiteX16" fmla="*/ 4214812 w 6486525"/>
                  <a:gd name="connsiteY16" fmla="*/ 4300672 h 4689474"/>
                  <a:gd name="connsiteX17" fmla="*/ 4543425 w 6486525"/>
                  <a:gd name="connsiteY17" fmla="*/ 4400685 h 4689474"/>
                  <a:gd name="connsiteX18" fmla="*/ 4800600 w 6486525"/>
                  <a:gd name="connsiteY18" fmla="*/ 4500697 h 4689474"/>
                  <a:gd name="connsiteX19" fmla="*/ 5029200 w 6486525"/>
                  <a:gd name="connsiteY19" fmla="*/ 4586422 h 4689474"/>
                  <a:gd name="connsiteX20" fmla="*/ 5243512 w 6486525"/>
                  <a:gd name="connsiteY20" fmla="*/ 4314960 h 4689474"/>
                  <a:gd name="connsiteX21" fmla="*/ 5572125 w 6486525"/>
                  <a:gd name="connsiteY21" fmla="*/ 2214697 h 4689474"/>
                  <a:gd name="connsiteX22" fmla="*/ 5815012 w 6486525"/>
                  <a:gd name="connsiteY22" fmla="*/ 1185997 h 4689474"/>
                  <a:gd name="connsiteX23" fmla="*/ 6015037 w 6486525"/>
                  <a:gd name="connsiteY23" fmla="*/ 543060 h 4689474"/>
                  <a:gd name="connsiteX24" fmla="*/ 6215062 w 6486525"/>
                  <a:gd name="connsiteY24" fmla="*/ 257310 h 4689474"/>
                  <a:gd name="connsiteX25" fmla="*/ 6486525 w 6486525"/>
                  <a:gd name="connsiteY25" fmla="*/ 71572 h 4689474"/>
                  <a:gd name="connsiteX0" fmla="*/ 0 w 6486525"/>
                  <a:gd name="connsiteY0" fmla="*/ 4314960 h 4647348"/>
                  <a:gd name="connsiteX1" fmla="*/ 271463 w 6486525"/>
                  <a:gd name="connsiteY1" fmla="*/ 4466407 h 4647348"/>
                  <a:gd name="connsiteX2" fmla="*/ 488632 w 6486525"/>
                  <a:gd name="connsiteY2" fmla="*/ 4494983 h 4647348"/>
                  <a:gd name="connsiteX3" fmla="*/ 545782 w 6486525"/>
                  <a:gd name="connsiteY3" fmla="*/ 4534988 h 4647348"/>
                  <a:gd name="connsiteX4" fmla="*/ 828675 w 6486525"/>
                  <a:gd name="connsiteY4" fmla="*/ 4472122 h 4647348"/>
                  <a:gd name="connsiteX5" fmla="*/ 1228725 w 6486525"/>
                  <a:gd name="connsiteY5" fmla="*/ 2400435 h 4647348"/>
                  <a:gd name="connsiteX6" fmla="*/ 1700212 w 6486525"/>
                  <a:gd name="connsiteY6" fmla="*/ 585922 h 4647348"/>
                  <a:gd name="connsiteX7" fmla="*/ 1885950 w 6486525"/>
                  <a:gd name="connsiteY7" fmla="*/ 271597 h 4647348"/>
                  <a:gd name="connsiteX8" fmla="*/ 2400300 w 6486525"/>
                  <a:gd name="connsiteY8" fmla="*/ 135 h 4647348"/>
                  <a:gd name="connsiteX9" fmla="*/ 2671762 w 6486525"/>
                  <a:gd name="connsiteY9" fmla="*/ 243022 h 4647348"/>
                  <a:gd name="connsiteX10" fmla="*/ 2886075 w 6486525"/>
                  <a:gd name="connsiteY10" fmla="*/ 757372 h 4647348"/>
                  <a:gd name="connsiteX11" fmla="*/ 3057525 w 6486525"/>
                  <a:gd name="connsiteY11" fmla="*/ 1514610 h 4647348"/>
                  <a:gd name="connsiteX12" fmla="*/ 3300412 w 6486525"/>
                  <a:gd name="connsiteY12" fmla="*/ 2957647 h 4647348"/>
                  <a:gd name="connsiteX13" fmla="*/ 3471862 w 6486525"/>
                  <a:gd name="connsiteY13" fmla="*/ 3886335 h 4647348"/>
                  <a:gd name="connsiteX14" fmla="*/ 3571875 w 6486525"/>
                  <a:gd name="connsiteY14" fmla="*/ 4157797 h 4647348"/>
                  <a:gd name="connsiteX15" fmla="*/ 3929062 w 6486525"/>
                  <a:gd name="connsiteY15" fmla="*/ 4300672 h 4647348"/>
                  <a:gd name="connsiteX16" fmla="*/ 4214812 w 6486525"/>
                  <a:gd name="connsiteY16" fmla="*/ 4300672 h 4647348"/>
                  <a:gd name="connsiteX17" fmla="*/ 4543425 w 6486525"/>
                  <a:gd name="connsiteY17" fmla="*/ 4400685 h 4647348"/>
                  <a:gd name="connsiteX18" fmla="*/ 4800600 w 6486525"/>
                  <a:gd name="connsiteY18" fmla="*/ 4500697 h 4647348"/>
                  <a:gd name="connsiteX19" fmla="*/ 5029200 w 6486525"/>
                  <a:gd name="connsiteY19" fmla="*/ 4586422 h 4647348"/>
                  <a:gd name="connsiteX20" fmla="*/ 5243512 w 6486525"/>
                  <a:gd name="connsiteY20" fmla="*/ 4314960 h 4647348"/>
                  <a:gd name="connsiteX21" fmla="*/ 5572125 w 6486525"/>
                  <a:gd name="connsiteY21" fmla="*/ 2214697 h 4647348"/>
                  <a:gd name="connsiteX22" fmla="*/ 5815012 w 6486525"/>
                  <a:gd name="connsiteY22" fmla="*/ 1185997 h 4647348"/>
                  <a:gd name="connsiteX23" fmla="*/ 6015037 w 6486525"/>
                  <a:gd name="connsiteY23" fmla="*/ 543060 h 4647348"/>
                  <a:gd name="connsiteX24" fmla="*/ 6215062 w 6486525"/>
                  <a:gd name="connsiteY24" fmla="*/ 257310 h 4647348"/>
                  <a:gd name="connsiteX25" fmla="*/ 6486525 w 6486525"/>
                  <a:gd name="connsiteY25" fmla="*/ 71572 h 4647348"/>
                  <a:gd name="connsiteX0" fmla="*/ 0 w 6486525"/>
                  <a:gd name="connsiteY0" fmla="*/ 4314960 h 4648613"/>
                  <a:gd name="connsiteX1" fmla="*/ 271463 w 6486525"/>
                  <a:gd name="connsiteY1" fmla="*/ 4466407 h 4648613"/>
                  <a:gd name="connsiteX2" fmla="*/ 545782 w 6486525"/>
                  <a:gd name="connsiteY2" fmla="*/ 4534988 h 4648613"/>
                  <a:gd name="connsiteX3" fmla="*/ 828675 w 6486525"/>
                  <a:gd name="connsiteY3" fmla="*/ 4472122 h 4648613"/>
                  <a:gd name="connsiteX4" fmla="*/ 1228725 w 6486525"/>
                  <a:gd name="connsiteY4" fmla="*/ 2400435 h 4648613"/>
                  <a:gd name="connsiteX5" fmla="*/ 1700212 w 6486525"/>
                  <a:gd name="connsiteY5" fmla="*/ 585922 h 4648613"/>
                  <a:gd name="connsiteX6" fmla="*/ 1885950 w 6486525"/>
                  <a:gd name="connsiteY6" fmla="*/ 271597 h 4648613"/>
                  <a:gd name="connsiteX7" fmla="*/ 2400300 w 6486525"/>
                  <a:gd name="connsiteY7" fmla="*/ 135 h 4648613"/>
                  <a:gd name="connsiteX8" fmla="*/ 2671762 w 6486525"/>
                  <a:gd name="connsiteY8" fmla="*/ 243022 h 4648613"/>
                  <a:gd name="connsiteX9" fmla="*/ 2886075 w 6486525"/>
                  <a:gd name="connsiteY9" fmla="*/ 757372 h 4648613"/>
                  <a:gd name="connsiteX10" fmla="*/ 3057525 w 6486525"/>
                  <a:gd name="connsiteY10" fmla="*/ 1514610 h 4648613"/>
                  <a:gd name="connsiteX11" fmla="*/ 3300412 w 6486525"/>
                  <a:gd name="connsiteY11" fmla="*/ 2957647 h 4648613"/>
                  <a:gd name="connsiteX12" fmla="*/ 3471862 w 6486525"/>
                  <a:gd name="connsiteY12" fmla="*/ 3886335 h 4648613"/>
                  <a:gd name="connsiteX13" fmla="*/ 3571875 w 6486525"/>
                  <a:gd name="connsiteY13" fmla="*/ 4157797 h 4648613"/>
                  <a:gd name="connsiteX14" fmla="*/ 3929062 w 6486525"/>
                  <a:gd name="connsiteY14" fmla="*/ 4300672 h 4648613"/>
                  <a:gd name="connsiteX15" fmla="*/ 4214812 w 6486525"/>
                  <a:gd name="connsiteY15" fmla="*/ 4300672 h 4648613"/>
                  <a:gd name="connsiteX16" fmla="*/ 4543425 w 6486525"/>
                  <a:gd name="connsiteY16" fmla="*/ 4400685 h 4648613"/>
                  <a:gd name="connsiteX17" fmla="*/ 4800600 w 6486525"/>
                  <a:gd name="connsiteY17" fmla="*/ 4500697 h 4648613"/>
                  <a:gd name="connsiteX18" fmla="*/ 5029200 w 6486525"/>
                  <a:gd name="connsiteY18" fmla="*/ 4586422 h 4648613"/>
                  <a:gd name="connsiteX19" fmla="*/ 5243512 w 6486525"/>
                  <a:gd name="connsiteY19" fmla="*/ 4314960 h 4648613"/>
                  <a:gd name="connsiteX20" fmla="*/ 5572125 w 6486525"/>
                  <a:gd name="connsiteY20" fmla="*/ 2214697 h 4648613"/>
                  <a:gd name="connsiteX21" fmla="*/ 5815012 w 6486525"/>
                  <a:gd name="connsiteY21" fmla="*/ 1185997 h 4648613"/>
                  <a:gd name="connsiteX22" fmla="*/ 6015037 w 6486525"/>
                  <a:gd name="connsiteY22" fmla="*/ 543060 h 4648613"/>
                  <a:gd name="connsiteX23" fmla="*/ 6215062 w 6486525"/>
                  <a:gd name="connsiteY23" fmla="*/ 257310 h 4648613"/>
                  <a:gd name="connsiteX24" fmla="*/ 6486525 w 6486525"/>
                  <a:gd name="connsiteY24" fmla="*/ 71572 h 4648613"/>
                  <a:gd name="connsiteX0" fmla="*/ 0 w 6486525"/>
                  <a:gd name="connsiteY0" fmla="*/ 4314960 h 4631646"/>
                  <a:gd name="connsiteX1" fmla="*/ 271463 w 6486525"/>
                  <a:gd name="connsiteY1" fmla="*/ 4466407 h 4631646"/>
                  <a:gd name="connsiteX2" fmla="*/ 422909 w 6486525"/>
                  <a:gd name="connsiteY2" fmla="*/ 4489268 h 4631646"/>
                  <a:gd name="connsiteX3" fmla="*/ 828675 w 6486525"/>
                  <a:gd name="connsiteY3" fmla="*/ 4472122 h 4631646"/>
                  <a:gd name="connsiteX4" fmla="*/ 1228725 w 6486525"/>
                  <a:gd name="connsiteY4" fmla="*/ 2400435 h 4631646"/>
                  <a:gd name="connsiteX5" fmla="*/ 1700212 w 6486525"/>
                  <a:gd name="connsiteY5" fmla="*/ 585922 h 4631646"/>
                  <a:gd name="connsiteX6" fmla="*/ 1885950 w 6486525"/>
                  <a:gd name="connsiteY6" fmla="*/ 271597 h 4631646"/>
                  <a:gd name="connsiteX7" fmla="*/ 2400300 w 6486525"/>
                  <a:gd name="connsiteY7" fmla="*/ 135 h 4631646"/>
                  <a:gd name="connsiteX8" fmla="*/ 2671762 w 6486525"/>
                  <a:gd name="connsiteY8" fmla="*/ 243022 h 4631646"/>
                  <a:gd name="connsiteX9" fmla="*/ 2886075 w 6486525"/>
                  <a:gd name="connsiteY9" fmla="*/ 757372 h 4631646"/>
                  <a:gd name="connsiteX10" fmla="*/ 3057525 w 6486525"/>
                  <a:gd name="connsiteY10" fmla="*/ 1514610 h 4631646"/>
                  <a:gd name="connsiteX11" fmla="*/ 3300412 w 6486525"/>
                  <a:gd name="connsiteY11" fmla="*/ 2957647 h 4631646"/>
                  <a:gd name="connsiteX12" fmla="*/ 3471862 w 6486525"/>
                  <a:gd name="connsiteY12" fmla="*/ 3886335 h 4631646"/>
                  <a:gd name="connsiteX13" fmla="*/ 3571875 w 6486525"/>
                  <a:gd name="connsiteY13" fmla="*/ 4157797 h 4631646"/>
                  <a:gd name="connsiteX14" fmla="*/ 3929062 w 6486525"/>
                  <a:gd name="connsiteY14" fmla="*/ 4300672 h 4631646"/>
                  <a:gd name="connsiteX15" fmla="*/ 4214812 w 6486525"/>
                  <a:gd name="connsiteY15" fmla="*/ 4300672 h 4631646"/>
                  <a:gd name="connsiteX16" fmla="*/ 4543425 w 6486525"/>
                  <a:gd name="connsiteY16" fmla="*/ 4400685 h 4631646"/>
                  <a:gd name="connsiteX17" fmla="*/ 4800600 w 6486525"/>
                  <a:gd name="connsiteY17" fmla="*/ 4500697 h 4631646"/>
                  <a:gd name="connsiteX18" fmla="*/ 5029200 w 6486525"/>
                  <a:gd name="connsiteY18" fmla="*/ 4586422 h 4631646"/>
                  <a:gd name="connsiteX19" fmla="*/ 5243512 w 6486525"/>
                  <a:gd name="connsiteY19" fmla="*/ 4314960 h 4631646"/>
                  <a:gd name="connsiteX20" fmla="*/ 5572125 w 6486525"/>
                  <a:gd name="connsiteY20" fmla="*/ 2214697 h 4631646"/>
                  <a:gd name="connsiteX21" fmla="*/ 5815012 w 6486525"/>
                  <a:gd name="connsiteY21" fmla="*/ 1185997 h 4631646"/>
                  <a:gd name="connsiteX22" fmla="*/ 6015037 w 6486525"/>
                  <a:gd name="connsiteY22" fmla="*/ 543060 h 4631646"/>
                  <a:gd name="connsiteX23" fmla="*/ 6215062 w 6486525"/>
                  <a:gd name="connsiteY23" fmla="*/ 257310 h 4631646"/>
                  <a:gd name="connsiteX24" fmla="*/ 6486525 w 6486525"/>
                  <a:gd name="connsiteY24" fmla="*/ 71572 h 4631646"/>
                  <a:gd name="connsiteX0" fmla="*/ 0 w 6486525"/>
                  <a:gd name="connsiteY0" fmla="*/ 4314960 h 4631646"/>
                  <a:gd name="connsiteX1" fmla="*/ 285751 w 6486525"/>
                  <a:gd name="connsiteY1" fmla="*/ 4434975 h 4631646"/>
                  <a:gd name="connsiteX2" fmla="*/ 422909 w 6486525"/>
                  <a:gd name="connsiteY2" fmla="*/ 4489268 h 4631646"/>
                  <a:gd name="connsiteX3" fmla="*/ 828675 w 6486525"/>
                  <a:gd name="connsiteY3" fmla="*/ 4472122 h 4631646"/>
                  <a:gd name="connsiteX4" fmla="*/ 1228725 w 6486525"/>
                  <a:gd name="connsiteY4" fmla="*/ 2400435 h 4631646"/>
                  <a:gd name="connsiteX5" fmla="*/ 1700212 w 6486525"/>
                  <a:gd name="connsiteY5" fmla="*/ 585922 h 4631646"/>
                  <a:gd name="connsiteX6" fmla="*/ 1885950 w 6486525"/>
                  <a:gd name="connsiteY6" fmla="*/ 271597 h 4631646"/>
                  <a:gd name="connsiteX7" fmla="*/ 2400300 w 6486525"/>
                  <a:gd name="connsiteY7" fmla="*/ 135 h 4631646"/>
                  <a:gd name="connsiteX8" fmla="*/ 2671762 w 6486525"/>
                  <a:gd name="connsiteY8" fmla="*/ 243022 h 4631646"/>
                  <a:gd name="connsiteX9" fmla="*/ 2886075 w 6486525"/>
                  <a:gd name="connsiteY9" fmla="*/ 757372 h 4631646"/>
                  <a:gd name="connsiteX10" fmla="*/ 3057525 w 6486525"/>
                  <a:gd name="connsiteY10" fmla="*/ 1514610 h 4631646"/>
                  <a:gd name="connsiteX11" fmla="*/ 3300412 w 6486525"/>
                  <a:gd name="connsiteY11" fmla="*/ 2957647 h 4631646"/>
                  <a:gd name="connsiteX12" fmla="*/ 3471862 w 6486525"/>
                  <a:gd name="connsiteY12" fmla="*/ 3886335 h 4631646"/>
                  <a:gd name="connsiteX13" fmla="*/ 3571875 w 6486525"/>
                  <a:gd name="connsiteY13" fmla="*/ 4157797 h 4631646"/>
                  <a:gd name="connsiteX14" fmla="*/ 3929062 w 6486525"/>
                  <a:gd name="connsiteY14" fmla="*/ 4300672 h 4631646"/>
                  <a:gd name="connsiteX15" fmla="*/ 4214812 w 6486525"/>
                  <a:gd name="connsiteY15" fmla="*/ 4300672 h 4631646"/>
                  <a:gd name="connsiteX16" fmla="*/ 4543425 w 6486525"/>
                  <a:gd name="connsiteY16" fmla="*/ 4400685 h 4631646"/>
                  <a:gd name="connsiteX17" fmla="*/ 4800600 w 6486525"/>
                  <a:gd name="connsiteY17" fmla="*/ 4500697 h 4631646"/>
                  <a:gd name="connsiteX18" fmla="*/ 5029200 w 6486525"/>
                  <a:gd name="connsiteY18" fmla="*/ 4586422 h 4631646"/>
                  <a:gd name="connsiteX19" fmla="*/ 5243512 w 6486525"/>
                  <a:gd name="connsiteY19" fmla="*/ 4314960 h 4631646"/>
                  <a:gd name="connsiteX20" fmla="*/ 5572125 w 6486525"/>
                  <a:gd name="connsiteY20" fmla="*/ 2214697 h 4631646"/>
                  <a:gd name="connsiteX21" fmla="*/ 5815012 w 6486525"/>
                  <a:gd name="connsiteY21" fmla="*/ 1185997 h 4631646"/>
                  <a:gd name="connsiteX22" fmla="*/ 6015037 w 6486525"/>
                  <a:gd name="connsiteY22" fmla="*/ 543060 h 4631646"/>
                  <a:gd name="connsiteX23" fmla="*/ 6215062 w 6486525"/>
                  <a:gd name="connsiteY23" fmla="*/ 257310 h 4631646"/>
                  <a:gd name="connsiteX24" fmla="*/ 6486525 w 6486525"/>
                  <a:gd name="connsiteY24" fmla="*/ 71572 h 4631646"/>
                  <a:gd name="connsiteX0" fmla="*/ 0 w 6486525"/>
                  <a:gd name="connsiteY0" fmla="*/ 4314960 h 4631646"/>
                  <a:gd name="connsiteX1" fmla="*/ 280036 w 6486525"/>
                  <a:gd name="connsiteY1" fmla="*/ 4443547 h 4631646"/>
                  <a:gd name="connsiteX2" fmla="*/ 422909 w 6486525"/>
                  <a:gd name="connsiteY2" fmla="*/ 4489268 h 4631646"/>
                  <a:gd name="connsiteX3" fmla="*/ 828675 w 6486525"/>
                  <a:gd name="connsiteY3" fmla="*/ 4472122 h 4631646"/>
                  <a:gd name="connsiteX4" fmla="*/ 1228725 w 6486525"/>
                  <a:gd name="connsiteY4" fmla="*/ 2400435 h 4631646"/>
                  <a:gd name="connsiteX5" fmla="*/ 1700212 w 6486525"/>
                  <a:gd name="connsiteY5" fmla="*/ 585922 h 4631646"/>
                  <a:gd name="connsiteX6" fmla="*/ 1885950 w 6486525"/>
                  <a:gd name="connsiteY6" fmla="*/ 271597 h 4631646"/>
                  <a:gd name="connsiteX7" fmla="*/ 2400300 w 6486525"/>
                  <a:gd name="connsiteY7" fmla="*/ 135 h 4631646"/>
                  <a:gd name="connsiteX8" fmla="*/ 2671762 w 6486525"/>
                  <a:gd name="connsiteY8" fmla="*/ 243022 h 4631646"/>
                  <a:gd name="connsiteX9" fmla="*/ 2886075 w 6486525"/>
                  <a:gd name="connsiteY9" fmla="*/ 757372 h 4631646"/>
                  <a:gd name="connsiteX10" fmla="*/ 3057525 w 6486525"/>
                  <a:gd name="connsiteY10" fmla="*/ 1514610 h 4631646"/>
                  <a:gd name="connsiteX11" fmla="*/ 3300412 w 6486525"/>
                  <a:gd name="connsiteY11" fmla="*/ 2957647 h 4631646"/>
                  <a:gd name="connsiteX12" fmla="*/ 3471862 w 6486525"/>
                  <a:gd name="connsiteY12" fmla="*/ 3886335 h 4631646"/>
                  <a:gd name="connsiteX13" fmla="*/ 3571875 w 6486525"/>
                  <a:gd name="connsiteY13" fmla="*/ 4157797 h 4631646"/>
                  <a:gd name="connsiteX14" fmla="*/ 3929062 w 6486525"/>
                  <a:gd name="connsiteY14" fmla="*/ 4300672 h 4631646"/>
                  <a:gd name="connsiteX15" fmla="*/ 4214812 w 6486525"/>
                  <a:gd name="connsiteY15" fmla="*/ 4300672 h 4631646"/>
                  <a:gd name="connsiteX16" fmla="*/ 4543425 w 6486525"/>
                  <a:gd name="connsiteY16" fmla="*/ 4400685 h 4631646"/>
                  <a:gd name="connsiteX17" fmla="*/ 4800600 w 6486525"/>
                  <a:gd name="connsiteY17" fmla="*/ 4500697 h 4631646"/>
                  <a:gd name="connsiteX18" fmla="*/ 5029200 w 6486525"/>
                  <a:gd name="connsiteY18" fmla="*/ 4586422 h 4631646"/>
                  <a:gd name="connsiteX19" fmla="*/ 5243512 w 6486525"/>
                  <a:gd name="connsiteY19" fmla="*/ 4314960 h 4631646"/>
                  <a:gd name="connsiteX20" fmla="*/ 5572125 w 6486525"/>
                  <a:gd name="connsiteY20" fmla="*/ 2214697 h 4631646"/>
                  <a:gd name="connsiteX21" fmla="*/ 5815012 w 6486525"/>
                  <a:gd name="connsiteY21" fmla="*/ 1185997 h 4631646"/>
                  <a:gd name="connsiteX22" fmla="*/ 6015037 w 6486525"/>
                  <a:gd name="connsiteY22" fmla="*/ 543060 h 4631646"/>
                  <a:gd name="connsiteX23" fmla="*/ 6215062 w 6486525"/>
                  <a:gd name="connsiteY23" fmla="*/ 257310 h 4631646"/>
                  <a:gd name="connsiteX24" fmla="*/ 6486525 w 6486525"/>
                  <a:gd name="connsiteY24" fmla="*/ 71572 h 4631646"/>
                  <a:gd name="connsiteX0" fmla="*/ 0 w 6486525"/>
                  <a:gd name="connsiteY0" fmla="*/ 4314960 h 4593055"/>
                  <a:gd name="connsiteX1" fmla="*/ 280036 w 6486525"/>
                  <a:gd name="connsiteY1" fmla="*/ 4443547 h 4593055"/>
                  <a:gd name="connsiteX2" fmla="*/ 422909 w 6486525"/>
                  <a:gd name="connsiteY2" fmla="*/ 4489268 h 4593055"/>
                  <a:gd name="connsiteX3" fmla="*/ 831532 w 6486525"/>
                  <a:gd name="connsiteY3" fmla="*/ 4392112 h 4593055"/>
                  <a:gd name="connsiteX4" fmla="*/ 1228725 w 6486525"/>
                  <a:gd name="connsiteY4" fmla="*/ 2400435 h 4593055"/>
                  <a:gd name="connsiteX5" fmla="*/ 1700212 w 6486525"/>
                  <a:gd name="connsiteY5" fmla="*/ 585922 h 4593055"/>
                  <a:gd name="connsiteX6" fmla="*/ 1885950 w 6486525"/>
                  <a:gd name="connsiteY6" fmla="*/ 271597 h 4593055"/>
                  <a:gd name="connsiteX7" fmla="*/ 2400300 w 6486525"/>
                  <a:gd name="connsiteY7" fmla="*/ 135 h 4593055"/>
                  <a:gd name="connsiteX8" fmla="*/ 2671762 w 6486525"/>
                  <a:gd name="connsiteY8" fmla="*/ 243022 h 4593055"/>
                  <a:gd name="connsiteX9" fmla="*/ 2886075 w 6486525"/>
                  <a:gd name="connsiteY9" fmla="*/ 757372 h 4593055"/>
                  <a:gd name="connsiteX10" fmla="*/ 3057525 w 6486525"/>
                  <a:gd name="connsiteY10" fmla="*/ 1514610 h 4593055"/>
                  <a:gd name="connsiteX11" fmla="*/ 3300412 w 6486525"/>
                  <a:gd name="connsiteY11" fmla="*/ 2957647 h 4593055"/>
                  <a:gd name="connsiteX12" fmla="*/ 3471862 w 6486525"/>
                  <a:gd name="connsiteY12" fmla="*/ 3886335 h 4593055"/>
                  <a:gd name="connsiteX13" fmla="*/ 3571875 w 6486525"/>
                  <a:gd name="connsiteY13" fmla="*/ 4157797 h 4593055"/>
                  <a:gd name="connsiteX14" fmla="*/ 3929062 w 6486525"/>
                  <a:gd name="connsiteY14" fmla="*/ 4300672 h 4593055"/>
                  <a:gd name="connsiteX15" fmla="*/ 4214812 w 6486525"/>
                  <a:gd name="connsiteY15" fmla="*/ 4300672 h 4593055"/>
                  <a:gd name="connsiteX16" fmla="*/ 4543425 w 6486525"/>
                  <a:gd name="connsiteY16" fmla="*/ 4400685 h 4593055"/>
                  <a:gd name="connsiteX17" fmla="*/ 4800600 w 6486525"/>
                  <a:gd name="connsiteY17" fmla="*/ 4500697 h 4593055"/>
                  <a:gd name="connsiteX18" fmla="*/ 5029200 w 6486525"/>
                  <a:gd name="connsiteY18" fmla="*/ 4586422 h 4593055"/>
                  <a:gd name="connsiteX19" fmla="*/ 5243512 w 6486525"/>
                  <a:gd name="connsiteY19" fmla="*/ 4314960 h 4593055"/>
                  <a:gd name="connsiteX20" fmla="*/ 5572125 w 6486525"/>
                  <a:gd name="connsiteY20" fmla="*/ 2214697 h 4593055"/>
                  <a:gd name="connsiteX21" fmla="*/ 5815012 w 6486525"/>
                  <a:gd name="connsiteY21" fmla="*/ 1185997 h 4593055"/>
                  <a:gd name="connsiteX22" fmla="*/ 6015037 w 6486525"/>
                  <a:gd name="connsiteY22" fmla="*/ 543060 h 4593055"/>
                  <a:gd name="connsiteX23" fmla="*/ 6215062 w 6486525"/>
                  <a:gd name="connsiteY23" fmla="*/ 257310 h 4593055"/>
                  <a:gd name="connsiteX24" fmla="*/ 6486525 w 6486525"/>
                  <a:gd name="connsiteY24"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228725 w 6486525"/>
                  <a:gd name="connsiteY4" fmla="*/ 2400435 h 4593055"/>
                  <a:gd name="connsiteX5" fmla="*/ 1700212 w 6486525"/>
                  <a:gd name="connsiteY5" fmla="*/ 585922 h 4593055"/>
                  <a:gd name="connsiteX6" fmla="*/ 1885950 w 6486525"/>
                  <a:gd name="connsiteY6" fmla="*/ 271597 h 4593055"/>
                  <a:gd name="connsiteX7" fmla="*/ 2400300 w 6486525"/>
                  <a:gd name="connsiteY7" fmla="*/ 135 h 4593055"/>
                  <a:gd name="connsiteX8" fmla="*/ 2671762 w 6486525"/>
                  <a:gd name="connsiteY8" fmla="*/ 243022 h 4593055"/>
                  <a:gd name="connsiteX9" fmla="*/ 2886075 w 6486525"/>
                  <a:gd name="connsiteY9" fmla="*/ 757372 h 4593055"/>
                  <a:gd name="connsiteX10" fmla="*/ 3057525 w 6486525"/>
                  <a:gd name="connsiteY10" fmla="*/ 1514610 h 4593055"/>
                  <a:gd name="connsiteX11" fmla="*/ 3300412 w 6486525"/>
                  <a:gd name="connsiteY11" fmla="*/ 2957647 h 4593055"/>
                  <a:gd name="connsiteX12" fmla="*/ 3471862 w 6486525"/>
                  <a:gd name="connsiteY12" fmla="*/ 3886335 h 4593055"/>
                  <a:gd name="connsiteX13" fmla="*/ 3571875 w 6486525"/>
                  <a:gd name="connsiteY13" fmla="*/ 4157797 h 4593055"/>
                  <a:gd name="connsiteX14" fmla="*/ 3929062 w 6486525"/>
                  <a:gd name="connsiteY14" fmla="*/ 4300672 h 4593055"/>
                  <a:gd name="connsiteX15" fmla="*/ 4214812 w 6486525"/>
                  <a:gd name="connsiteY15" fmla="*/ 4300672 h 4593055"/>
                  <a:gd name="connsiteX16" fmla="*/ 4543425 w 6486525"/>
                  <a:gd name="connsiteY16" fmla="*/ 4400685 h 4593055"/>
                  <a:gd name="connsiteX17" fmla="*/ 4800600 w 6486525"/>
                  <a:gd name="connsiteY17" fmla="*/ 4500697 h 4593055"/>
                  <a:gd name="connsiteX18" fmla="*/ 5029200 w 6486525"/>
                  <a:gd name="connsiteY18" fmla="*/ 4586422 h 4593055"/>
                  <a:gd name="connsiteX19" fmla="*/ 5243512 w 6486525"/>
                  <a:gd name="connsiteY19" fmla="*/ 4314960 h 4593055"/>
                  <a:gd name="connsiteX20" fmla="*/ 5572125 w 6486525"/>
                  <a:gd name="connsiteY20" fmla="*/ 2214697 h 4593055"/>
                  <a:gd name="connsiteX21" fmla="*/ 5815012 w 6486525"/>
                  <a:gd name="connsiteY21" fmla="*/ 1185997 h 4593055"/>
                  <a:gd name="connsiteX22" fmla="*/ 6015037 w 6486525"/>
                  <a:gd name="connsiteY22" fmla="*/ 543060 h 4593055"/>
                  <a:gd name="connsiteX23" fmla="*/ 6215062 w 6486525"/>
                  <a:gd name="connsiteY23" fmla="*/ 257310 h 4593055"/>
                  <a:gd name="connsiteX24" fmla="*/ 6486525 w 6486525"/>
                  <a:gd name="connsiteY24"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085850 w 6486525"/>
                  <a:gd name="connsiteY4" fmla="*/ 3217681 h 4593055"/>
                  <a:gd name="connsiteX5" fmla="*/ 1228725 w 6486525"/>
                  <a:gd name="connsiteY5" fmla="*/ 2400435 h 4593055"/>
                  <a:gd name="connsiteX6" fmla="*/ 1700212 w 6486525"/>
                  <a:gd name="connsiteY6" fmla="*/ 585922 h 4593055"/>
                  <a:gd name="connsiteX7" fmla="*/ 1885950 w 6486525"/>
                  <a:gd name="connsiteY7" fmla="*/ 271597 h 4593055"/>
                  <a:gd name="connsiteX8" fmla="*/ 2400300 w 6486525"/>
                  <a:gd name="connsiteY8" fmla="*/ 135 h 4593055"/>
                  <a:gd name="connsiteX9" fmla="*/ 2671762 w 6486525"/>
                  <a:gd name="connsiteY9" fmla="*/ 243022 h 4593055"/>
                  <a:gd name="connsiteX10" fmla="*/ 2886075 w 6486525"/>
                  <a:gd name="connsiteY10" fmla="*/ 757372 h 4593055"/>
                  <a:gd name="connsiteX11" fmla="*/ 3057525 w 6486525"/>
                  <a:gd name="connsiteY11" fmla="*/ 1514610 h 4593055"/>
                  <a:gd name="connsiteX12" fmla="*/ 3300412 w 6486525"/>
                  <a:gd name="connsiteY12" fmla="*/ 2957647 h 4593055"/>
                  <a:gd name="connsiteX13" fmla="*/ 3471862 w 6486525"/>
                  <a:gd name="connsiteY13" fmla="*/ 3886335 h 4593055"/>
                  <a:gd name="connsiteX14" fmla="*/ 3571875 w 6486525"/>
                  <a:gd name="connsiteY14" fmla="*/ 4157797 h 4593055"/>
                  <a:gd name="connsiteX15" fmla="*/ 3929062 w 6486525"/>
                  <a:gd name="connsiteY15" fmla="*/ 4300672 h 4593055"/>
                  <a:gd name="connsiteX16" fmla="*/ 4214812 w 6486525"/>
                  <a:gd name="connsiteY16" fmla="*/ 4300672 h 4593055"/>
                  <a:gd name="connsiteX17" fmla="*/ 4543425 w 6486525"/>
                  <a:gd name="connsiteY17" fmla="*/ 4400685 h 4593055"/>
                  <a:gd name="connsiteX18" fmla="*/ 4800600 w 6486525"/>
                  <a:gd name="connsiteY18" fmla="*/ 4500697 h 4593055"/>
                  <a:gd name="connsiteX19" fmla="*/ 5029200 w 6486525"/>
                  <a:gd name="connsiteY19" fmla="*/ 4586422 h 4593055"/>
                  <a:gd name="connsiteX20" fmla="*/ 5243512 w 6486525"/>
                  <a:gd name="connsiteY20" fmla="*/ 4314960 h 4593055"/>
                  <a:gd name="connsiteX21" fmla="*/ 5572125 w 6486525"/>
                  <a:gd name="connsiteY21" fmla="*/ 2214697 h 4593055"/>
                  <a:gd name="connsiteX22" fmla="*/ 5815012 w 6486525"/>
                  <a:gd name="connsiteY22" fmla="*/ 1185997 h 4593055"/>
                  <a:gd name="connsiteX23" fmla="*/ 6015037 w 6486525"/>
                  <a:gd name="connsiteY23" fmla="*/ 543060 h 4593055"/>
                  <a:gd name="connsiteX24" fmla="*/ 6215062 w 6486525"/>
                  <a:gd name="connsiteY24" fmla="*/ 257310 h 4593055"/>
                  <a:gd name="connsiteX25" fmla="*/ 6486525 w 6486525"/>
                  <a:gd name="connsiteY25"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122997 w 6486525"/>
                  <a:gd name="connsiteY4" fmla="*/ 3217681 h 4593055"/>
                  <a:gd name="connsiteX5" fmla="*/ 1228725 w 6486525"/>
                  <a:gd name="connsiteY5" fmla="*/ 2400435 h 4593055"/>
                  <a:gd name="connsiteX6" fmla="*/ 1700212 w 6486525"/>
                  <a:gd name="connsiteY6" fmla="*/ 585922 h 4593055"/>
                  <a:gd name="connsiteX7" fmla="*/ 1885950 w 6486525"/>
                  <a:gd name="connsiteY7" fmla="*/ 271597 h 4593055"/>
                  <a:gd name="connsiteX8" fmla="*/ 2400300 w 6486525"/>
                  <a:gd name="connsiteY8" fmla="*/ 135 h 4593055"/>
                  <a:gd name="connsiteX9" fmla="*/ 2671762 w 6486525"/>
                  <a:gd name="connsiteY9" fmla="*/ 243022 h 4593055"/>
                  <a:gd name="connsiteX10" fmla="*/ 2886075 w 6486525"/>
                  <a:gd name="connsiteY10" fmla="*/ 757372 h 4593055"/>
                  <a:gd name="connsiteX11" fmla="*/ 3057525 w 6486525"/>
                  <a:gd name="connsiteY11" fmla="*/ 1514610 h 4593055"/>
                  <a:gd name="connsiteX12" fmla="*/ 3300412 w 6486525"/>
                  <a:gd name="connsiteY12" fmla="*/ 2957647 h 4593055"/>
                  <a:gd name="connsiteX13" fmla="*/ 3471862 w 6486525"/>
                  <a:gd name="connsiteY13" fmla="*/ 3886335 h 4593055"/>
                  <a:gd name="connsiteX14" fmla="*/ 3571875 w 6486525"/>
                  <a:gd name="connsiteY14" fmla="*/ 4157797 h 4593055"/>
                  <a:gd name="connsiteX15" fmla="*/ 3929062 w 6486525"/>
                  <a:gd name="connsiteY15" fmla="*/ 4300672 h 4593055"/>
                  <a:gd name="connsiteX16" fmla="*/ 4214812 w 6486525"/>
                  <a:gd name="connsiteY16" fmla="*/ 4300672 h 4593055"/>
                  <a:gd name="connsiteX17" fmla="*/ 4543425 w 6486525"/>
                  <a:gd name="connsiteY17" fmla="*/ 4400685 h 4593055"/>
                  <a:gd name="connsiteX18" fmla="*/ 4800600 w 6486525"/>
                  <a:gd name="connsiteY18" fmla="*/ 4500697 h 4593055"/>
                  <a:gd name="connsiteX19" fmla="*/ 5029200 w 6486525"/>
                  <a:gd name="connsiteY19" fmla="*/ 4586422 h 4593055"/>
                  <a:gd name="connsiteX20" fmla="*/ 5243512 w 6486525"/>
                  <a:gd name="connsiteY20" fmla="*/ 4314960 h 4593055"/>
                  <a:gd name="connsiteX21" fmla="*/ 5572125 w 6486525"/>
                  <a:gd name="connsiteY21" fmla="*/ 2214697 h 4593055"/>
                  <a:gd name="connsiteX22" fmla="*/ 5815012 w 6486525"/>
                  <a:gd name="connsiteY22" fmla="*/ 1185997 h 4593055"/>
                  <a:gd name="connsiteX23" fmla="*/ 6015037 w 6486525"/>
                  <a:gd name="connsiteY23" fmla="*/ 543060 h 4593055"/>
                  <a:gd name="connsiteX24" fmla="*/ 6215062 w 6486525"/>
                  <a:gd name="connsiteY24" fmla="*/ 257310 h 4593055"/>
                  <a:gd name="connsiteX25" fmla="*/ 6486525 w 6486525"/>
                  <a:gd name="connsiteY25"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094422 w 6486525"/>
                  <a:gd name="connsiteY4" fmla="*/ 3214823 h 4593055"/>
                  <a:gd name="connsiteX5" fmla="*/ 1228725 w 6486525"/>
                  <a:gd name="connsiteY5" fmla="*/ 2400435 h 4593055"/>
                  <a:gd name="connsiteX6" fmla="*/ 1700212 w 6486525"/>
                  <a:gd name="connsiteY6" fmla="*/ 585922 h 4593055"/>
                  <a:gd name="connsiteX7" fmla="*/ 1885950 w 6486525"/>
                  <a:gd name="connsiteY7" fmla="*/ 271597 h 4593055"/>
                  <a:gd name="connsiteX8" fmla="*/ 2400300 w 6486525"/>
                  <a:gd name="connsiteY8" fmla="*/ 135 h 4593055"/>
                  <a:gd name="connsiteX9" fmla="*/ 2671762 w 6486525"/>
                  <a:gd name="connsiteY9" fmla="*/ 243022 h 4593055"/>
                  <a:gd name="connsiteX10" fmla="*/ 2886075 w 6486525"/>
                  <a:gd name="connsiteY10" fmla="*/ 757372 h 4593055"/>
                  <a:gd name="connsiteX11" fmla="*/ 3057525 w 6486525"/>
                  <a:gd name="connsiteY11" fmla="*/ 1514610 h 4593055"/>
                  <a:gd name="connsiteX12" fmla="*/ 3300412 w 6486525"/>
                  <a:gd name="connsiteY12" fmla="*/ 2957647 h 4593055"/>
                  <a:gd name="connsiteX13" fmla="*/ 3471862 w 6486525"/>
                  <a:gd name="connsiteY13" fmla="*/ 3886335 h 4593055"/>
                  <a:gd name="connsiteX14" fmla="*/ 3571875 w 6486525"/>
                  <a:gd name="connsiteY14" fmla="*/ 4157797 h 4593055"/>
                  <a:gd name="connsiteX15" fmla="*/ 3929062 w 6486525"/>
                  <a:gd name="connsiteY15" fmla="*/ 4300672 h 4593055"/>
                  <a:gd name="connsiteX16" fmla="*/ 4214812 w 6486525"/>
                  <a:gd name="connsiteY16" fmla="*/ 4300672 h 4593055"/>
                  <a:gd name="connsiteX17" fmla="*/ 4543425 w 6486525"/>
                  <a:gd name="connsiteY17" fmla="*/ 4400685 h 4593055"/>
                  <a:gd name="connsiteX18" fmla="*/ 4800600 w 6486525"/>
                  <a:gd name="connsiteY18" fmla="*/ 4500697 h 4593055"/>
                  <a:gd name="connsiteX19" fmla="*/ 5029200 w 6486525"/>
                  <a:gd name="connsiteY19" fmla="*/ 4586422 h 4593055"/>
                  <a:gd name="connsiteX20" fmla="*/ 5243512 w 6486525"/>
                  <a:gd name="connsiteY20" fmla="*/ 4314960 h 4593055"/>
                  <a:gd name="connsiteX21" fmla="*/ 5572125 w 6486525"/>
                  <a:gd name="connsiteY21" fmla="*/ 2214697 h 4593055"/>
                  <a:gd name="connsiteX22" fmla="*/ 5815012 w 6486525"/>
                  <a:gd name="connsiteY22" fmla="*/ 1185997 h 4593055"/>
                  <a:gd name="connsiteX23" fmla="*/ 6015037 w 6486525"/>
                  <a:gd name="connsiteY23" fmla="*/ 543060 h 4593055"/>
                  <a:gd name="connsiteX24" fmla="*/ 6215062 w 6486525"/>
                  <a:gd name="connsiteY24" fmla="*/ 257310 h 4593055"/>
                  <a:gd name="connsiteX25" fmla="*/ 6486525 w 6486525"/>
                  <a:gd name="connsiteY25"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117282 w 6486525"/>
                  <a:gd name="connsiteY4" fmla="*/ 3214823 h 4593055"/>
                  <a:gd name="connsiteX5" fmla="*/ 1228725 w 6486525"/>
                  <a:gd name="connsiteY5" fmla="*/ 2400435 h 4593055"/>
                  <a:gd name="connsiteX6" fmla="*/ 1700212 w 6486525"/>
                  <a:gd name="connsiteY6" fmla="*/ 585922 h 4593055"/>
                  <a:gd name="connsiteX7" fmla="*/ 1885950 w 6486525"/>
                  <a:gd name="connsiteY7" fmla="*/ 271597 h 4593055"/>
                  <a:gd name="connsiteX8" fmla="*/ 2400300 w 6486525"/>
                  <a:gd name="connsiteY8" fmla="*/ 135 h 4593055"/>
                  <a:gd name="connsiteX9" fmla="*/ 2671762 w 6486525"/>
                  <a:gd name="connsiteY9" fmla="*/ 243022 h 4593055"/>
                  <a:gd name="connsiteX10" fmla="*/ 2886075 w 6486525"/>
                  <a:gd name="connsiteY10" fmla="*/ 757372 h 4593055"/>
                  <a:gd name="connsiteX11" fmla="*/ 3057525 w 6486525"/>
                  <a:gd name="connsiteY11" fmla="*/ 1514610 h 4593055"/>
                  <a:gd name="connsiteX12" fmla="*/ 3300412 w 6486525"/>
                  <a:gd name="connsiteY12" fmla="*/ 2957647 h 4593055"/>
                  <a:gd name="connsiteX13" fmla="*/ 3471862 w 6486525"/>
                  <a:gd name="connsiteY13" fmla="*/ 3886335 h 4593055"/>
                  <a:gd name="connsiteX14" fmla="*/ 3571875 w 6486525"/>
                  <a:gd name="connsiteY14" fmla="*/ 4157797 h 4593055"/>
                  <a:gd name="connsiteX15" fmla="*/ 3929062 w 6486525"/>
                  <a:gd name="connsiteY15" fmla="*/ 4300672 h 4593055"/>
                  <a:gd name="connsiteX16" fmla="*/ 4214812 w 6486525"/>
                  <a:gd name="connsiteY16" fmla="*/ 4300672 h 4593055"/>
                  <a:gd name="connsiteX17" fmla="*/ 4543425 w 6486525"/>
                  <a:gd name="connsiteY17" fmla="*/ 4400685 h 4593055"/>
                  <a:gd name="connsiteX18" fmla="*/ 4800600 w 6486525"/>
                  <a:gd name="connsiteY18" fmla="*/ 4500697 h 4593055"/>
                  <a:gd name="connsiteX19" fmla="*/ 5029200 w 6486525"/>
                  <a:gd name="connsiteY19" fmla="*/ 4586422 h 4593055"/>
                  <a:gd name="connsiteX20" fmla="*/ 5243512 w 6486525"/>
                  <a:gd name="connsiteY20" fmla="*/ 4314960 h 4593055"/>
                  <a:gd name="connsiteX21" fmla="*/ 5572125 w 6486525"/>
                  <a:gd name="connsiteY21" fmla="*/ 2214697 h 4593055"/>
                  <a:gd name="connsiteX22" fmla="*/ 5815012 w 6486525"/>
                  <a:gd name="connsiteY22" fmla="*/ 1185997 h 4593055"/>
                  <a:gd name="connsiteX23" fmla="*/ 6015037 w 6486525"/>
                  <a:gd name="connsiteY23" fmla="*/ 543060 h 4593055"/>
                  <a:gd name="connsiteX24" fmla="*/ 6215062 w 6486525"/>
                  <a:gd name="connsiteY24" fmla="*/ 257310 h 4593055"/>
                  <a:gd name="connsiteX25" fmla="*/ 6486525 w 6486525"/>
                  <a:gd name="connsiteY25"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117282 w 6486525"/>
                  <a:gd name="connsiteY4" fmla="*/ 3214823 h 4593055"/>
                  <a:gd name="connsiteX5" fmla="*/ 1254442 w 6486525"/>
                  <a:gd name="connsiteY5" fmla="*/ 2403292 h 4593055"/>
                  <a:gd name="connsiteX6" fmla="*/ 1700212 w 6486525"/>
                  <a:gd name="connsiteY6" fmla="*/ 585922 h 4593055"/>
                  <a:gd name="connsiteX7" fmla="*/ 1885950 w 6486525"/>
                  <a:gd name="connsiteY7" fmla="*/ 271597 h 4593055"/>
                  <a:gd name="connsiteX8" fmla="*/ 2400300 w 6486525"/>
                  <a:gd name="connsiteY8" fmla="*/ 135 h 4593055"/>
                  <a:gd name="connsiteX9" fmla="*/ 2671762 w 6486525"/>
                  <a:gd name="connsiteY9" fmla="*/ 243022 h 4593055"/>
                  <a:gd name="connsiteX10" fmla="*/ 2886075 w 6486525"/>
                  <a:gd name="connsiteY10" fmla="*/ 757372 h 4593055"/>
                  <a:gd name="connsiteX11" fmla="*/ 3057525 w 6486525"/>
                  <a:gd name="connsiteY11" fmla="*/ 1514610 h 4593055"/>
                  <a:gd name="connsiteX12" fmla="*/ 3300412 w 6486525"/>
                  <a:gd name="connsiteY12" fmla="*/ 2957647 h 4593055"/>
                  <a:gd name="connsiteX13" fmla="*/ 3471862 w 6486525"/>
                  <a:gd name="connsiteY13" fmla="*/ 3886335 h 4593055"/>
                  <a:gd name="connsiteX14" fmla="*/ 3571875 w 6486525"/>
                  <a:gd name="connsiteY14" fmla="*/ 4157797 h 4593055"/>
                  <a:gd name="connsiteX15" fmla="*/ 3929062 w 6486525"/>
                  <a:gd name="connsiteY15" fmla="*/ 4300672 h 4593055"/>
                  <a:gd name="connsiteX16" fmla="*/ 4214812 w 6486525"/>
                  <a:gd name="connsiteY16" fmla="*/ 4300672 h 4593055"/>
                  <a:gd name="connsiteX17" fmla="*/ 4543425 w 6486525"/>
                  <a:gd name="connsiteY17" fmla="*/ 4400685 h 4593055"/>
                  <a:gd name="connsiteX18" fmla="*/ 4800600 w 6486525"/>
                  <a:gd name="connsiteY18" fmla="*/ 4500697 h 4593055"/>
                  <a:gd name="connsiteX19" fmla="*/ 5029200 w 6486525"/>
                  <a:gd name="connsiteY19" fmla="*/ 4586422 h 4593055"/>
                  <a:gd name="connsiteX20" fmla="*/ 5243512 w 6486525"/>
                  <a:gd name="connsiteY20" fmla="*/ 4314960 h 4593055"/>
                  <a:gd name="connsiteX21" fmla="*/ 5572125 w 6486525"/>
                  <a:gd name="connsiteY21" fmla="*/ 2214697 h 4593055"/>
                  <a:gd name="connsiteX22" fmla="*/ 5815012 w 6486525"/>
                  <a:gd name="connsiteY22" fmla="*/ 1185997 h 4593055"/>
                  <a:gd name="connsiteX23" fmla="*/ 6015037 w 6486525"/>
                  <a:gd name="connsiteY23" fmla="*/ 543060 h 4593055"/>
                  <a:gd name="connsiteX24" fmla="*/ 6215062 w 6486525"/>
                  <a:gd name="connsiteY24" fmla="*/ 257310 h 4593055"/>
                  <a:gd name="connsiteX25" fmla="*/ 6486525 w 6486525"/>
                  <a:gd name="connsiteY25"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117282 w 6486525"/>
                  <a:gd name="connsiteY4" fmla="*/ 3214823 h 4593055"/>
                  <a:gd name="connsiteX5" fmla="*/ 1254442 w 6486525"/>
                  <a:gd name="connsiteY5" fmla="*/ 2403292 h 4593055"/>
                  <a:gd name="connsiteX6" fmla="*/ 1514475 w 6486525"/>
                  <a:gd name="connsiteY6" fmla="*/ 1308871 h 4593055"/>
                  <a:gd name="connsiteX7" fmla="*/ 1700212 w 6486525"/>
                  <a:gd name="connsiteY7" fmla="*/ 585922 h 4593055"/>
                  <a:gd name="connsiteX8" fmla="*/ 1885950 w 6486525"/>
                  <a:gd name="connsiteY8" fmla="*/ 271597 h 4593055"/>
                  <a:gd name="connsiteX9" fmla="*/ 2400300 w 6486525"/>
                  <a:gd name="connsiteY9" fmla="*/ 135 h 4593055"/>
                  <a:gd name="connsiteX10" fmla="*/ 2671762 w 6486525"/>
                  <a:gd name="connsiteY10" fmla="*/ 243022 h 4593055"/>
                  <a:gd name="connsiteX11" fmla="*/ 2886075 w 6486525"/>
                  <a:gd name="connsiteY11" fmla="*/ 757372 h 4593055"/>
                  <a:gd name="connsiteX12" fmla="*/ 3057525 w 6486525"/>
                  <a:gd name="connsiteY12" fmla="*/ 1514610 h 4593055"/>
                  <a:gd name="connsiteX13" fmla="*/ 3300412 w 6486525"/>
                  <a:gd name="connsiteY13" fmla="*/ 2957647 h 4593055"/>
                  <a:gd name="connsiteX14" fmla="*/ 3471862 w 6486525"/>
                  <a:gd name="connsiteY14" fmla="*/ 3886335 h 4593055"/>
                  <a:gd name="connsiteX15" fmla="*/ 3571875 w 6486525"/>
                  <a:gd name="connsiteY15" fmla="*/ 4157797 h 4593055"/>
                  <a:gd name="connsiteX16" fmla="*/ 3929062 w 6486525"/>
                  <a:gd name="connsiteY16" fmla="*/ 4300672 h 4593055"/>
                  <a:gd name="connsiteX17" fmla="*/ 4214812 w 6486525"/>
                  <a:gd name="connsiteY17" fmla="*/ 4300672 h 4593055"/>
                  <a:gd name="connsiteX18" fmla="*/ 4543425 w 6486525"/>
                  <a:gd name="connsiteY18" fmla="*/ 4400685 h 4593055"/>
                  <a:gd name="connsiteX19" fmla="*/ 4800600 w 6486525"/>
                  <a:gd name="connsiteY19" fmla="*/ 4500697 h 4593055"/>
                  <a:gd name="connsiteX20" fmla="*/ 5029200 w 6486525"/>
                  <a:gd name="connsiteY20" fmla="*/ 4586422 h 4593055"/>
                  <a:gd name="connsiteX21" fmla="*/ 5243512 w 6486525"/>
                  <a:gd name="connsiteY21" fmla="*/ 4314960 h 4593055"/>
                  <a:gd name="connsiteX22" fmla="*/ 5572125 w 6486525"/>
                  <a:gd name="connsiteY22" fmla="*/ 2214697 h 4593055"/>
                  <a:gd name="connsiteX23" fmla="*/ 5815012 w 6486525"/>
                  <a:gd name="connsiteY23" fmla="*/ 1185997 h 4593055"/>
                  <a:gd name="connsiteX24" fmla="*/ 6015037 w 6486525"/>
                  <a:gd name="connsiteY24" fmla="*/ 543060 h 4593055"/>
                  <a:gd name="connsiteX25" fmla="*/ 6215062 w 6486525"/>
                  <a:gd name="connsiteY25" fmla="*/ 257310 h 4593055"/>
                  <a:gd name="connsiteX26" fmla="*/ 6486525 w 6486525"/>
                  <a:gd name="connsiteY26" fmla="*/ 71572 h 4593055"/>
                  <a:gd name="connsiteX0" fmla="*/ 0 w 6486525"/>
                  <a:gd name="connsiteY0" fmla="*/ 4314960 h 4593055"/>
                  <a:gd name="connsiteX1" fmla="*/ 280036 w 6486525"/>
                  <a:gd name="connsiteY1" fmla="*/ 4443547 h 4593055"/>
                  <a:gd name="connsiteX2" fmla="*/ 422909 w 6486525"/>
                  <a:gd name="connsiteY2" fmla="*/ 4489268 h 4593055"/>
                  <a:gd name="connsiteX3" fmla="*/ 851535 w 6486525"/>
                  <a:gd name="connsiteY3" fmla="*/ 4392112 h 4593055"/>
                  <a:gd name="connsiteX4" fmla="*/ 1117282 w 6486525"/>
                  <a:gd name="connsiteY4" fmla="*/ 3214823 h 4593055"/>
                  <a:gd name="connsiteX5" fmla="*/ 1254442 w 6486525"/>
                  <a:gd name="connsiteY5" fmla="*/ 2403292 h 4593055"/>
                  <a:gd name="connsiteX6" fmla="*/ 1474470 w 6486525"/>
                  <a:gd name="connsiteY6" fmla="*/ 1308871 h 4593055"/>
                  <a:gd name="connsiteX7" fmla="*/ 1700212 w 6486525"/>
                  <a:gd name="connsiteY7" fmla="*/ 585922 h 4593055"/>
                  <a:gd name="connsiteX8" fmla="*/ 1885950 w 6486525"/>
                  <a:gd name="connsiteY8" fmla="*/ 271597 h 4593055"/>
                  <a:gd name="connsiteX9" fmla="*/ 2400300 w 6486525"/>
                  <a:gd name="connsiteY9" fmla="*/ 135 h 4593055"/>
                  <a:gd name="connsiteX10" fmla="*/ 2671762 w 6486525"/>
                  <a:gd name="connsiteY10" fmla="*/ 243022 h 4593055"/>
                  <a:gd name="connsiteX11" fmla="*/ 2886075 w 6486525"/>
                  <a:gd name="connsiteY11" fmla="*/ 757372 h 4593055"/>
                  <a:gd name="connsiteX12" fmla="*/ 3057525 w 6486525"/>
                  <a:gd name="connsiteY12" fmla="*/ 1514610 h 4593055"/>
                  <a:gd name="connsiteX13" fmla="*/ 3300412 w 6486525"/>
                  <a:gd name="connsiteY13" fmla="*/ 2957647 h 4593055"/>
                  <a:gd name="connsiteX14" fmla="*/ 3471862 w 6486525"/>
                  <a:gd name="connsiteY14" fmla="*/ 3886335 h 4593055"/>
                  <a:gd name="connsiteX15" fmla="*/ 3571875 w 6486525"/>
                  <a:gd name="connsiteY15" fmla="*/ 4157797 h 4593055"/>
                  <a:gd name="connsiteX16" fmla="*/ 3929062 w 6486525"/>
                  <a:gd name="connsiteY16" fmla="*/ 4300672 h 4593055"/>
                  <a:gd name="connsiteX17" fmla="*/ 4214812 w 6486525"/>
                  <a:gd name="connsiteY17" fmla="*/ 4300672 h 4593055"/>
                  <a:gd name="connsiteX18" fmla="*/ 4543425 w 6486525"/>
                  <a:gd name="connsiteY18" fmla="*/ 4400685 h 4593055"/>
                  <a:gd name="connsiteX19" fmla="*/ 4800600 w 6486525"/>
                  <a:gd name="connsiteY19" fmla="*/ 4500697 h 4593055"/>
                  <a:gd name="connsiteX20" fmla="*/ 5029200 w 6486525"/>
                  <a:gd name="connsiteY20" fmla="*/ 4586422 h 4593055"/>
                  <a:gd name="connsiteX21" fmla="*/ 5243512 w 6486525"/>
                  <a:gd name="connsiteY21" fmla="*/ 4314960 h 4593055"/>
                  <a:gd name="connsiteX22" fmla="*/ 5572125 w 6486525"/>
                  <a:gd name="connsiteY22" fmla="*/ 2214697 h 4593055"/>
                  <a:gd name="connsiteX23" fmla="*/ 5815012 w 6486525"/>
                  <a:gd name="connsiteY23" fmla="*/ 1185997 h 4593055"/>
                  <a:gd name="connsiteX24" fmla="*/ 6015037 w 6486525"/>
                  <a:gd name="connsiteY24" fmla="*/ 543060 h 4593055"/>
                  <a:gd name="connsiteX25" fmla="*/ 6215062 w 6486525"/>
                  <a:gd name="connsiteY25" fmla="*/ 257310 h 4593055"/>
                  <a:gd name="connsiteX26" fmla="*/ 6486525 w 6486525"/>
                  <a:gd name="connsiteY26" fmla="*/ 71572 h 4593055"/>
                  <a:gd name="connsiteX0" fmla="*/ 0 w 6486525"/>
                  <a:gd name="connsiteY0" fmla="*/ 4314914 h 4593009"/>
                  <a:gd name="connsiteX1" fmla="*/ 280036 w 6486525"/>
                  <a:gd name="connsiteY1" fmla="*/ 4443501 h 4593009"/>
                  <a:gd name="connsiteX2" fmla="*/ 422909 w 6486525"/>
                  <a:gd name="connsiteY2" fmla="*/ 4489222 h 4593009"/>
                  <a:gd name="connsiteX3" fmla="*/ 851535 w 6486525"/>
                  <a:gd name="connsiteY3" fmla="*/ 4392066 h 4593009"/>
                  <a:gd name="connsiteX4" fmla="*/ 1117282 w 6486525"/>
                  <a:gd name="connsiteY4" fmla="*/ 3214777 h 4593009"/>
                  <a:gd name="connsiteX5" fmla="*/ 1254442 w 6486525"/>
                  <a:gd name="connsiteY5" fmla="*/ 2403246 h 4593009"/>
                  <a:gd name="connsiteX6" fmla="*/ 1474470 w 6486525"/>
                  <a:gd name="connsiteY6" fmla="*/ 1308825 h 4593009"/>
                  <a:gd name="connsiteX7" fmla="*/ 1700212 w 6486525"/>
                  <a:gd name="connsiteY7" fmla="*/ 585876 h 4593009"/>
                  <a:gd name="connsiteX8" fmla="*/ 1920240 w 6486525"/>
                  <a:gd name="connsiteY8" fmla="*/ 265836 h 4593009"/>
                  <a:gd name="connsiteX9" fmla="*/ 2400300 w 6486525"/>
                  <a:gd name="connsiteY9" fmla="*/ 89 h 4593009"/>
                  <a:gd name="connsiteX10" fmla="*/ 2671762 w 6486525"/>
                  <a:gd name="connsiteY10" fmla="*/ 242976 h 4593009"/>
                  <a:gd name="connsiteX11" fmla="*/ 2886075 w 6486525"/>
                  <a:gd name="connsiteY11" fmla="*/ 757326 h 4593009"/>
                  <a:gd name="connsiteX12" fmla="*/ 3057525 w 6486525"/>
                  <a:gd name="connsiteY12" fmla="*/ 1514564 h 4593009"/>
                  <a:gd name="connsiteX13" fmla="*/ 3300412 w 6486525"/>
                  <a:gd name="connsiteY13" fmla="*/ 2957601 h 4593009"/>
                  <a:gd name="connsiteX14" fmla="*/ 3471862 w 6486525"/>
                  <a:gd name="connsiteY14" fmla="*/ 3886289 h 4593009"/>
                  <a:gd name="connsiteX15" fmla="*/ 3571875 w 6486525"/>
                  <a:gd name="connsiteY15" fmla="*/ 4157751 h 4593009"/>
                  <a:gd name="connsiteX16" fmla="*/ 3929062 w 6486525"/>
                  <a:gd name="connsiteY16" fmla="*/ 4300626 h 4593009"/>
                  <a:gd name="connsiteX17" fmla="*/ 4214812 w 6486525"/>
                  <a:gd name="connsiteY17" fmla="*/ 4300626 h 4593009"/>
                  <a:gd name="connsiteX18" fmla="*/ 4543425 w 6486525"/>
                  <a:gd name="connsiteY18" fmla="*/ 4400639 h 4593009"/>
                  <a:gd name="connsiteX19" fmla="*/ 4800600 w 6486525"/>
                  <a:gd name="connsiteY19" fmla="*/ 4500651 h 4593009"/>
                  <a:gd name="connsiteX20" fmla="*/ 5029200 w 6486525"/>
                  <a:gd name="connsiteY20" fmla="*/ 4586376 h 4593009"/>
                  <a:gd name="connsiteX21" fmla="*/ 5243512 w 6486525"/>
                  <a:gd name="connsiteY21" fmla="*/ 4314914 h 4593009"/>
                  <a:gd name="connsiteX22" fmla="*/ 5572125 w 6486525"/>
                  <a:gd name="connsiteY22" fmla="*/ 2214651 h 4593009"/>
                  <a:gd name="connsiteX23" fmla="*/ 5815012 w 6486525"/>
                  <a:gd name="connsiteY23" fmla="*/ 1185951 h 4593009"/>
                  <a:gd name="connsiteX24" fmla="*/ 6015037 w 6486525"/>
                  <a:gd name="connsiteY24" fmla="*/ 543014 h 4593009"/>
                  <a:gd name="connsiteX25" fmla="*/ 6215062 w 6486525"/>
                  <a:gd name="connsiteY25" fmla="*/ 257264 h 4593009"/>
                  <a:gd name="connsiteX26" fmla="*/ 6486525 w 6486525"/>
                  <a:gd name="connsiteY26" fmla="*/ 71526 h 4593009"/>
                  <a:gd name="connsiteX0" fmla="*/ 0 w 6486525"/>
                  <a:gd name="connsiteY0" fmla="*/ 4297780 h 4575875"/>
                  <a:gd name="connsiteX1" fmla="*/ 280036 w 6486525"/>
                  <a:gd name="connsiteY1" fmla="*/ 4426367 h 4575875"/>
                  <a:gd name="connsiteX2" fmla="*/ 422909 w 6486525"/>
                  <a:gd name="connsiteY2" fmla="*/ 4472088 h 4575875"/>
                  <a:gd name="connsiteX3" fmla="*/ 851535 w 6486525"/>
                  <a:gd name="connsiteY3" fmla="*/ 4374932 h 4575875"/>
                  <a:gd name="connsiteX4" fmla="*/ 1117282 w 6486525"/>
                  <a:gd name="connsiteY4" fmla="*/ 3197643 h 4575875"/>
                  <a:gd name="connsiteX5" fmla="*/ 1254442 w 6486525"/>
                  <a:gd name="connsiteY5" fmla="*/ 2386112 h 4575875"/>
                  <a:gd name="connsiteX6" fmla="*/ 1474470 w 6486525"/>
                  <a:gd name="connsiteY6" fmla="*/ 1291691 h 4575875"/>
                  <a:gd name="connsiteX7" fmla="*/ 1700212 w 6486525"/>
                  <a:gd name="connsiteY7" fmla="*/ 568742 h 4575875"/>
                  <a:gd name="connsiteX8" fmla="*/ 1920240 w 6486525"/>
                  <a:gd name="connsiteY8" fmla="*/ 248702 h 4575875"/>
                  <a:gd name="connsiteX9" fmla="*/ 2414587 w 6486525"/>
                  <a:gd name="connsiteY9" fmla="*/ 100 h 4575875"/>
                  <a:gd name="connsiteX10" fmla="*/ 2671762 w 6486525"/>
                  <a:gd name="connsiteY10" fmla="*/ 225842 h 4575875"/>
                  <a:gd name="connsiteX11" fmla="*/ 2886075 w 6486525"/>
                  <a:gd name="connsiteY11" fmla="*/ 740192 h 4575875"/>
                  <a:gd name="connsiteX12" fmla="*/ 3057525 w 6486525"/>
                  <a:gd name="connsiteY12" fmla="*/ 1497430 h 4575875"/>
                  <a:gd name="connsiteX13" fmla="*/ 3300412 w 6486525"/>
                  <a:gd name="connsiteY13" fmla="*/ 2940467 h 4575875"/>
                  <a:gd name="connsiteX14" fmla="*/ 3471862 w 6486525"/>
                  <a:gd name="connsiteY14" fmla="*/ 3869155 h 4575875"/>
                  <a:gd name="connsiteX15" fmla="*/ 3571875 w 6486525"/>
                  <a:gd name="connsiteY15" fmla="*/ 4140617 h 4575875"/>
                  <a:gd name="connsiteX16" fmla="*/ 3929062 w 6486525"/>
                  <a:gd name="connsiteY16" fmla="*/ 4283492 h 4575875"/>
                  <a:gd name="connsiteX17" fmla="*/ 4214812 w 6486525"/>
                  <a:gd name="connsiteY17" fmla="*/ 4283492 h 4575875"/>
                  <a:gd name="connsiteX18" fmla="*/ 4543425 w 6486525"/>
                  <a:gd name="connsiteY18" fmla="*/ 4383505 h 4575875"/>
                  <a:gd name="connsiteX19" fmla="*/ 4800600 w 6486525"/>
                  <a:gd name="connsiteY19" fmla="*/ 4483517 h 4575875"/>
                  <a:gd name="connsiteX20" fmla="*/ 5029200 w 6486525"/>
                  <a:gd name="connsiteY20" fmla="*/ 4569242 h 4575875"/>
                  <a:gd name="connsiteX21" fmla="*/ 5243512 w 6486525"/>
                  <a:gd name="connsiteY21" fmla="*/ 4297780 h 4575875"/>
                  <a:gd name="connsiteX22" fmla="*/ 5572125 w 6486525"/>
                  <a:gd name="connsiteY22" fmla="*/ 2197517 h 4575875"/>
                  <a:gd name="connsiteX23" fmla="*/ 5815012 w 6486525"/>
                  <a:gd name="connsiteY23" fmla="*/ 1168817 h 4575875"/>
                  <a:gd name="connsiteX24" fmla="*/ 6015037 w 6486525"/>
                  <a:gd name="connsiteY24" fmla="*/ 525880 h 4575875"/>
                  <a:gd name="connsiteX25" fmla="*/ 6215062 w 6486525"/>
                  <a:gd name="connsiteY25" fmla="*/ 240130 h 4575875"/>
                  <a:gd name="connsiteX26" fmla="*/ 6486525 w 6486525"/>
                  <a:gd name="connsiteY26" fmla="*/ 54392 h 4575875"/>
                  <a:gd name="connsiteX0" fmla="*/ 0 w 6486525"/>
                  <a:gd name="connsiteY0" fmla="*/ 4297780 h 4575875"/>
                  <a:gd name="connsiteX1" fmla="*/ 280036 w 6486525"/>
                  <a:gd name="connsiteY1" fmla="*/ 4426367 h 4575875"/>
                  <a:gd name="connsiteX2" fmla="*/ 422909 w 6486525"/>
                  <a:gd name="connsiteY2" fmla="*/ 4472088 h 4575875"/>
                  <a:gd name="connsiteX3" fmla="*/ 851535 w 6486525"/>
                  <a:gd name="connsiteY3" fmla="*/ 4374932 h 4575875"/>
                  <a:gd name="connsiteX4" fmla="*/ 1117282 w 6486525"/>
                  <a:gd name="connsiteY4" fmla="*/ 3197643 h 4575875"/>
                  <a:gd name="connsiteX5" fmla="*/ 1254442 w 6486525"/>
                  <a:gd name="connsiteY5" fmla="*/ 2386112 h 4575875"/>
                  <a:gd name="connsiteX6" fmla="*/ 1474470 w 6486525"/>
                  <a:gd name="connsiteY6" fmla="*/ 1291691 h 4575875"/>
                  <a:gd name="connsiteX7" fmla="*/ 1700212 w 6486525"/>
                  <a:gd name="connsiteY7" fmla="*/ 568742 h 4575875"/>
                  <a:gd name="connsiteX8" fmla="*/ 1920240 w 6486525"/>
                  <a:gd name="connsiteY8" fmla="*/ 248702 h 4575875"/>
                  <a:gd name="connsiteX9" fmla="*/ 2414587 w 6486525"/>
                  <a:gd name="connsiteY9" fmla="*/ 100 h 4575875"/>
                  <a:gd name="connsiteX10" fmla="*/ 2671762 w 6486525"/>
                  <a:gd name="connsiteY10" fmla="*/ 225842 h 4575875"/>
                  <a:gd name="connsiteX11" fmla="*/ 2871787 w 6486525"/>
                  <a:gd name="connsiteY11" fmla="*/ 740192 h 4575875"/>
                  <a:gd name="connsiteX12" fmla="*/ 3057525 w 6486525"/>
                  <a:gd name="connsiteY12" fmla="*/ 1497430 h 4575875"/>
                  <a:gd name="connsiteX13" fmla="*/ 3300412 w 6486525"/>
                  <a:gd name="connsiteY13" fmla="*/ 2940467 h 4575875"/>
                  <a:gd name="connsiteX14" fmla="*/ 3471862 w 6486525"/>
                  <a:gd name="connsiteY14" fmla="*/ 3869155 h 4575875"/>
                  <a:gd name="connsiteX15" fmla="*/ 3571875 w 6486525"/>
                  <a:gd name="connsiteY15" fmla="*/ 4140617 h 4575875"/>
                  <a:gd name="connsiteX16" fmla="*/ 3929062 w 6486525"/>
                  <a:gd name="connsiteY16" fmla="*/ 4283492 h 4575875"/>
                  <a:gd name="connsiteX17" fmla="*/ 4214812 w 6486525"/>
                  <a:gd name="connsiteY17" fmla="*/ 4283492 h 4575875"/>
                  <a:gd name="connsiteX18" fmla="*/ 4543425 w 6486525"/>
                  <a:gd name="connsiteY18" fmla="*/ 4383505 h 4575875"/>
                  <a:gd name="connsiteX19" fmla="*/ 4800600 w 6486525"/>
                  <a:gd name="connsiteY19" fmla="*/ 4483517 h 4575875"/>
                  <a:gd name="connsiteX20" fmla="*/ 5029200 w 6486525"/>
                  <a:gd name="connsiteY20" fmla="*/ 4569242 h 4575875"/>
                  <a:gd name="connsiteX21" fmla="*/ 5243512 w 6486525"/>
                  <a:gd name="connsiteY21" fmla="*/ 4297780 h 4575875"/>
                  <a:gd name="connsiteX22" fmla="*/ 5572125 w 6486525"/>
                  <a:gd name="connsiteY22" fmla="*/ 2197517 h 4575875"/>
                  <a:gd name="connsiteX23" fmla="*/ 5815012 w 6486525"/>
                  <a:gd name="connsiteY23" fmla="*/ 1168817 h 4575875"/>
                  <a:gd name="connsiteX24" fmla="*/ 6015037 w 6486525"/>
                  <a:gd name="connsiteY24" fmla="*/ 525880 h 4575875"/>
                  <a:gd name="connsiteX25" fmla="*/ 6215062 w 6486525"/>
                  <a:gd name="connsiteY25" fmla="*/ 240130 h 4575875"/>
                  <a:gd name="connsiteX26" fmla="*/ 6486525 w 6486525"/>
                  <a:gd name="connsiteY26" fmla="*/ 54392 h 4575875"/>
                  <a:gd name="connsiteX0" fmla="*/ 0 w 6486525"/>
                  <a:gd name="connsiteY0" fmla="*/ 4297780 h 4575875"/>
                  <a:gd name="connsiteX1" fmla="*/ 280036 w 6486525"/>
                  <a:gd name="connsiteY1" fmla="*/ 4426367 h 4575875"/>
                  <a:gd name="connsiteX2" fmla="*/ 422909 w 6486525"/>
                  <a:gd name="connsiteY2" fmla="*/ 4472088 h 4575875"/>
                  <a:gd name="connsiteX3" fmla="*/ 851535 w 6486525"/>
                  <a:gd name="connsiteY3" fmla="*/ 4374932 h 4575875"/>
                  <a:gd name="connsiteX4" fmla="*/ 1117282 w 6486525"/>
                  <a:gd name="connsiteY4" fmla="*/ 3197643 h 4575875"/>
                  <a:gd name="connsiteX5" fmla="*/ 1254442 w 6486525"/>
                  <a:gd name="connsiteY5" fmla="*/ 2386112 h 4575875"/>
                  <a:gd name="connsiteX6" fmla="*/ 1474470 w 6486525"/>
                  <a:gd name="connsiteY6" fmla="*/ 1291691 h 4575875"/>
                  <a:gd name="connsiteX7" fmla="*/ 1700212 w 6486525"/>
                  <a:gd name="connsiteY7" fmla="*/ 568742 h 4575875"/>
                  <a:gd name="connsiteX8" fmla="*/ 1920240 w 6486525"/>
                  <a:gd name="connsiteY8" fmla="*/ 248702 h 4575875"/>
                  <a:gd name="connsiteX9" fmla="*/ 2414587 w 6486525"/>
                  <a:gd name="connsiteY9" fmla="*/ 100 h 4575875"/>
                  <a:gd name="connsiteX10" fmla="*/ 2671762 w 6486525"/>
                  <a:gd name="connsiteY10" fmla="*/ 225842 h 4575875"/>
                  <a:gd name="connsiteX11" fmla="*/ 2871787 w 6486525"/>
                  <a:gd name="connsiteY11" fmla="*/ 740192 h 4575875"/>
                  <a:gd name="connsiteX12" fmla="*/ 3057525 w 6486525"/>
                  <a:gd name="connsiteY12" fmla="*/ 1497430 h 4575875"/>
                  <a:gd name="connsiteX13" fmla="*/ 3283267 w 6486525"/>
                  <a:gd name="connsiteY13" fmla="*/ 2940467 h 4575875"/>
                  <a:gd name="connsiteX14" fmla="*/ 3471862 w 6486525"/>
                  <a:gd name="connsiteY14" fmla="*/ 3869155 h 4575875"/>
                  <a:gd name="connsiteX15" fmla="*/ 3571875 w 6486525"/>
                  <a:gd name="connsiteY15" fmla="*/ 4140617 h 4575875"/>
                  <a:gd name="connsiteX16" fmla="*/ 3929062 w 6486525"/>
                  <a:gd name="connsiteY16" fmla="*/ 4283492 h 4575875"/>
                  <a:gd name="connsiteX17" fmla="*/ 4214812 w 6486525"/>
                  <a:gd name="connsiteY17" fmla="*/ 4283492 h 4575875"/>
                  <a:gd name="connsiteX18" fmla="*/ 4543425 w 6486525"/>
                  <a:gd name="connsiteY18" fmla="*/ 4383505 h 4575875"/>
                  <a:gd name="connsiteX19" fmla="*/ 4800600 w 6486525"/>
                  <a:gd name="connsiteY19" fmla="*/ 4483517 h 4575875"/>
                  <a:gd name="connsiteX20" fmla="*/ 5029200 w 6486525"/>
                  <a:gd name="connsiteY20" fmla="*/ 4569242 h 4575875"/>
                  <a:gd name="connsiteX21" fmla="*/ 5243512 w 6486525"/>
                  <a:gd name="connsiteY21" fmla="*/ 4297780 h 4575875"/>
                  <a:gd name="connsiteX22" fmla="*/ 5572125 w 6486525"/>
                  <a:gd name="connsiteY22" fmla="*/ 2197517 h 4575875"/>
                  <a:gd name="connsiteX23" fmla="*/ 5815012 w 6486525"/>
                  <a:gd name="connsiteY23" fmla="*/ 1168817 h 4575875"/>
                  <a:gd name="connsiteX24" fmla="*/ 6015037 w 6486525"/>
                  <a:gd name="connsiteY24" fmla="*/ 525880 h 4575875"/>
                  <a:gd name="connsiteX25" fmla="*/ 6215062 w 6486525"/>
                  <a:gd name="connsiteY25" fmla="*/ 240130 h 4575875"/>
                  <a:gd name="connsiteX26" fmla="*/ 6486525 w 6486525"/>
                  <a:gd name="connsiteY26" fmla="*/ 54392 h 4575875"/>
                  <a:gd name="connsiteX0" fmla="*/ 0 w 6486525"/>
                  <a:gd name="connsiteY0" fmla="*/ 4297780 h 4575875"/>
                  <a:gd name="connsiteX1" fmla="*/ 280036 w 6486525"/>
                  <a:gd name="connsiteY1" fmla="*/ 4426367 h 4575875"/>
                  <a:gd name="connsiteX2" fmla="*/ 422909 w 6486525"/>
                  <a:gd name="connsiteY2" fmla="*/ 4472088 h 4575875"/>
                  <a:gd name="connsiteX3" fmla="*/ 851535 w 6486525"/>
                  <a:gd name="connsiteY3" fmla="*/ 4374932 h 4575875"/>
                  <a:gd name="connsiteX4" fmla="*/ 1117282 w 6486525"/>
                  <a:gd name="connsiteY4" fmla="*/ 3197643 h 4575875"/>
                  <a:gd name="connsiteX5" fmla="*/ 1254442 w 6486525"/>
                  <a:gd name="connsiteY5" fmla="*/ 2386112 h 4575875"/>
                  <a:gd name="connsiteX6" fmla="*/ 1474470 w 6486525"/>
                  <a:gd name="connsiteY6" fmla="*/ 1291691 h 4575875"/>
                  <a:gd name="connsiteX7" fmla="*/ 1700212 w 6486525"/>
                  <a:gd name="connsiteY7" fmla="*/ 568742 h 4575875"/>
                  <a:gd name="connsiteX8" fmla="*/ 1920240 w 6486525"/>
                  <a:gd name="connsiteY8" fmla="*/ 248702 h 4575875"/>
                  <a:gd name="connsiteX9" fmla="*/ 2414587 w 6486525"/>
                  <a:gd name="connsiteY9" fmla="*/ 100 h 4575875"/>
                  <a:gd name="connsiteX10" fmla="*/ 2671762 w 6486525"/>
                  <a:gd name="connsiteY10" fmla="*/ 225842 h 4575875"/>
                  <a:gd name="connsiteX11" fmla="*/ 2871787 w 6486525"/>
                  <a:gd name="connsiteY11" fmla="*/ 740192 h 4575875"/>
                  <a:gd name="connsiteX12" fmla="*/ 3057525 w 6486525"/>
                  <a:gd name="connsiteY12" fmla="*/ 1497430 h 4575875"/>
                  <a:gd name="connsiteX13" fmla="*/ 3283267 w 6486525"/>
                  <a:gd name="connsiteY13" fmla="*/ 2940467 h 4575875"/>
                  <a:gd name="connsiteX14" fmla="*/ 3471862 w 6486525"/>
                  <a:gd name="connsiteY14" fmla="*/ 3869155 h 4575875"/>
                  <a:gd name="connsiteX15" fmla="*/ 3571875 w 6486525"/>
                  <a:gd name="connsiteY15" fmla="*/ 4140617 h 4575875"/>
                  <a:gd name="connsiteX16" fmla="*/ 3929062 w 6486525"/>
                  <a:gd name="connsiteY16" fmla="*/ 4283492 h 4575875"/>
                  <a:gd name="connsiteX17" fmla="*/ 4214812 w 6486525"/>
                  <a:gd name="connsiteY17" fmla="*/ 4283492 h 4575875"/>
                  <a:gd name="connsiteX18" fmla="*/ 4543425 w 6486525"/>
                  <a:gd name="connsiteY18" fmla="*/ 4383505 h 4575875"/>
                  <a:gd name="connsiteX19" fmla="*/ 4800600 w 6486525"/>
                  <a:gd name="connsiteY19" fmla="*/ 4483517 h 4575875"/>
                  <a:gd name="connsiteX20" fmla="*/ 5029200 w 6486525"/>
                  <a:gd name="connsiteY20" fmla="*/ 4569242 h 4575875"/>
                  <a:gd name="connsiteX21" fmla="*/ 5243512 w 6486525"/>
                  <a:gd name="connsiteY21" fmla="*/ 4297780 h 4575875"/>
                  <a:gd name="connsiteX22" fmla="*/ 5572125 w 6486525"/>
                  <a:gd name="connsiteY22" fmla="*/ 2197517 h 4575875"/>
                  <a:gd name="connsiteX23" fmla="*/ 5815012 w 6486525"/>
                  <a:gd name="connsiteY23" fmla="*/ 1168817 h 4575875"/>
                  <a:gd name="connsiteX24" fmla="*/ 6015037 w 6486525"/>
                  <a:gd name="connsiteY24" fmla="*/ 525880 h 4575875"/>
                  <a:gd name="connsiteX25" fmla="*/ 6215062 w 6486525"/>
                  <a:gd name="connsiteY25" fmla="*/ 240130 h 4575875"/>
                  <a:gd name="connsiteX26" fmla="*/ 6486525 w 6486525"/>
                  <a:gd name="connsiteY26" fmla="*/ 54392 h 4575875"/>
                  <a:gd name="connsiteX0" fmla="*/ 0 w 6486525"/>
                  <a:gd name="connsiteY0" fmla="*/ 4297780 h 4575875"/>
                  <a:gd name="connsiteX1" fmla="*/ 280036 w 6486525"/>
                  <a:gd name="connsiteY1" fmla="*/ 4426367 h 4575875"/>
                  <a:gd name="connsiteX2" fmla="*/ 422909 w 6486525"/>
                  <a:gd name="connsiteY2" fmla="*/ 4472088 h 4575875"/>
                  <a:gd name="connsiteX3" fmla="*/ 851535 w 6486525"/>
                  <a:gd name="connsiteY3" fmla="*/ 4374932 h 4575875"/>
                  <a:gd name="connsiteX4" fmla="*/ 1117282 w 6486525"/>
                  <a:gd name="connsiteY4" fmla="*/ 3197643 h 4575875"/>
                  <a:gd name="connsiteX5" fmla="*/ 1254442 w 6486525"/>
                  <a:gd name="connsiteY5" fmla="*/ 2386112 h 4575875"/>
                  <a:gd name="connsiteX6" fmla="*/ 1474470 w 6486525"/>
                  <a:gd name="connsiteY6" fmla="*/ 1291691 h 4575875"/>
                  <a:gd name="connsiteX7" fmla="*/ 1700212 w 6486525"/>
                  <a:gd name="connsiteY7" fmla="*/ 568742 h 4575875"/>
                  <a:gd name="connsiteX8" fmla="*/ 1920240 w 6486525"/>
                  <a:gd name="connsiteY8" fmla="*/ 248702 h 4575875"/>
                  <a:gd name="connsiteX9" fmla="*/ 2414587 w 6486525"/>
                  <a:gd name="connsiteY9" fmla="*/ 100 h 4575875"/>
                  <a:gd name="connsiteX10" fmla="*/ 2671762 w 6486525"/>
                  <a:gd name="connsiteY10" fmla="*/ 225842 h 4575875"/>
                  <a:gd name="connsiteX11" fmla="*/ 2871787 w 6486525"/>
                  <a:gd name="connsiteY11" fmla="*/ 740192 h 4575875"/>
                  <a:gd name="connsiteX12" fmla="*/ 3057525 w 6486525"/>
                  <a:gd name="connsiteY12" fmla="*/ 1497430 h 4575875"/>
                  <a:gd name="connsiteX13" fmla="*/ 3283267 w 6486525"/>
                  <a:gd name="connsiteY13" fmla="*/ 2940467 h 4575875"/>
                  <a:gd name="connsiteX14" fmla="*/ 3471862 w 6486525"/>
                  <a:gd name="connsiteY14" fmla="*/ 3869155 h 4575875"/>
                  <a:gd name="connsiteX15" fmla="*/ 3597592 w 6486525"/>
                  <a:gd name="connsiteY15" fmla="*/ 4123472 h 4575875"/>
                  <a:gd name="connsiteX16" fmla="*/ 3929062 w 6486525"/>
                  <a:gd name="connsiteY16" fmla="*/ 4283492 h 4575875"/>
                  <a:gd name="connsiteX17" fmla="*/ 4214812 w 6486525"/>
                  <a:gd name="connsiteY17" fmla="*/ 4283492 h 4575875"/>
                  <a:gd name="connsiteX18" fmla="*/ 4543425 w 6486525"/>
                  <a:gd name="connsiteY18" fmla="*/ 4383505 h 4575875"/>
                  <a:gd name="connsiteX19" fmla="*/ 4800600 w 6486525"/>
                  <a:gd name="connsiteY19" fmla="*/ 4483517 h 4575875"/>
                  <a:gd name="connsiteX20" fmla="*/ 5029200 w 6486525"/>
                  <a:gd name="connsiteY20" fmla="*/ 4569242 h 4575875"/>
                  <a:gd name="connsiteX21" fmla="*/ 5243512 w 6486525"/>
                  <a:gd name="connsiteY21" fmla="*/ 4297780 h 4575875"/>
                  <a:gd name="connsiteX22" fmla="*/ 5572125 w 6486525"/>
                  <a:gd name="connsiteY22" fmla="*/ 2197517 h 4575875"/>
                  <a:gd name="connsiteX23" fmla="*/ 5815012 w 6486525"/>
                  <a:gd name="connsiteY23" fmla="*/ 1168817 h 4575875"/>
                  <a:gd name="connsiteX24" fmla="*/ 6015037 w 6486525"/>
                  <a:gd name="connsiteY24" fmla="*/ 525880 h 4575875"/>
                  <a:gd name="connsiteX25" fmla="*/ 6215062 w 6486525"/>
                  <a:gd name="connsiteY25" fmla="*/ 240130 h 4575875"/>
                  <a:gd name="connsiteX26" fmla="*/ 6486525 w 6486525"/>
                  <a:gd name="connsiteY26" fmla="*/ 54392 h 4575875"/>
                  <a:gd name="connsiteX0" fmla="*/ 0 w 6486525"/>
                  <a:gd name="connsiteY0" fmla="*/ 4297780 h 4575875"/>
                  <a:gd name="connsiteX1" fmla="*/ 280036 w 6486525"/>
                  <a:gd name="connsiteY1" fmla="*/ 4426367 h 4575875"/>
                  <a:gd name="connsiteX2" fmla="*/ 422909 w 6486525"/>
                  <a:gd name="connsiteY2" fmla="*/ 4472088 h 4575875"/>
                  <a:gd name="connsiteX3" fmla="*/ 851535 w 6486525"/>
                  <a:gd name="connsiteY3" fmla="*/ 4374932 h 4575875"/>
                  <a:gd name="connsiteX4" fmla="*/ 1117282 w 6486525"/>
                  <a:gd name="connsiteY4" fmla="*/ 3197643 h 4575875"/>
                  <a:gd name="connsiteX5" fmla="*/ 1254442 w 6486525"/>
                  <a:gd name="connsiteY5" fmla="*/ 2386112 h 4575875"/>
                  <a:gd name="connsiteX6" fmla="*/ 1474470 w 6486525"/>
                  <a:gd name="connsiteY6" fmla="*/ 1291691 h 4575875"/>
                  <a:gd name="connsiteX7" fmla="*/ 1700212 w 6486525"/>
                  <a:gd name="connsiteY7" fmla="*/ 568742 h 4575875"/>
                  <a:gd name="connsiteX8" fmla="*/ 1920240 w 6486525"/>
                  <a:gd name="connsiteY8" fmla="*/ 248702 h 4575875"/>
                  <a:gd name="connsiteX9" fmla="*/ 2414587 w 6486525"/>
                  <a:gd name="connsiteY9" fmla="*/ 100 h 4575875"/>
                  <a:gd name="connsiteX10" fmla="*/ 2671762 w 6486525"/>
                  <a:gd name="connsiteY10" fmla="*/ 225842 h 4575875"/>
                  <a:gd name="connsiteX11" fmla="*/ 2871787 w 6486525"/>
                  <a:gd name="connsiteY11" fmla="*/ 740192 h 4575875"/>
                  <a:gd name="connsiteX12" fmla="*/ 3057525 w 6486525"/>
                  <a:gd name="connsiteY12" fmla="*/ 1497430 h 4575875"/>
                  <a:gd name="connsiteX13" fmla="*/ 3283267 w 6486525"/>
                  <a:gd name="connsiteY13" fmla="*/ 2940467 h 4575875"/>
                  <a:gd name="connsiteX14" fmla="*/ 3471862 w 6486525"/>
                  <a:gd name="connsiteY14" fmla="*/ 3869155 h 4575875"/>
                  <a:gd name="connsiteX15" fmla="*/ 3597592 w 6486525"/>
                  <a:gd name="connsiteY15" fmla="*/ 4123472 h 4575875"/>
                  <a:gd name="connsiteX16" fmla="*/ 3711892 w 6486525"/>
                  <a:gd name="connsiteY16" fmla="*/ 4206341 h 4575875"/>
                  <a:gd name="connsiteX17" fmla="*/ 3929062 w 6486525"/>
                  <a:gd name="connsiteY17" fmla="*/ 4283492 h 4575875"/>
                  <a:gd name="connsiteX18" fmla="*/ 4214812 w 6486525"/>
                  <a:gd name="connsiteY18" fmla="*/ 4283492 h 4575875"/>
                  <a:gd name="connsiteX19" fmla="*/ 4543425 w 6486525"/>
                  <a:gd name="connsiteY19" fmla="*/ 4383505 h 4575875"/>
                  <a:gd name="connsiteX20" fmla="*/ 4800600 w 6486525"/>
                  <a:gd name="connsiteY20" fmla="*/ 4483517 h 4575875"/>
                  <a:gd name="connsiteX21" fmla="*/ 5029200 w 6486525"/>
                  <a:gd name="connsiteY21" fmla="*/ 4569242 h 4575875"/>
                  <a:gd name="connsiteX22" fmla="*/ 5243512 w 6486525"/>
                  <a:gd name="connsiteY22" fmla="*/ 4297780 h 4575875"/>
                  <a:gd name="connsiteX23" fmla="*/ 5572125 w 6486525"/>
                  <a:gd name="connsiteY23" fmla="*/ 2197517 h 4575875"/>
                  <a:gd name="connsiteX24" fmla="*/ 5815012 w 6486525"/>
                  <a:gd name="connsiteY24" fmla="*/ 1168817 h 4575875"/>
                  <a:gd name="connsiteX25" fmla="*/ 6015037 w 6486525"/>
                  <a:gd name="connsiteY25" fmla="*/ 525880 h 4575875"/>
                  <a:gd name="connsiteX26" fmla="*/ 6215062 w 6486525"/>
                  <a:gd name="connsiteY26" fmla="*/ 240130 h 4575875"/>
                  <a:gd name="connsiteX27" fmla="*/ 6486525 w 6486525"/>
                  <a:gd name="connsiteY27" fmla="*/ 54392 h 4575875"/>
                  <a:gd name="connsiteX0" fmla="*/ 0 w 6486525"/>
                  <a:gd name="connsiteY0" fmla="*/ 4297780 h 4575875"/>
                  <a:gd name="connsiteX1" fmla="*/ 280036 w 6486525"/>
                  <a:gd name="connsiteY1" fmla="*/ 4426367 h 4575875"/>
                  <a:gd name="connsiteX2" fmla="*/ 422909 w 6486525"/>
                  <a:gd name="connsiteY2" fmla="*/ 4472088 h 4575875"/>
                  <a:gd name="connsiteX3" fmla="*/ 851535 w 6486525"/>
                  <a:gd name="connsiteY3" fmla="*/ 4374932 h 4575875"/>
                  <a:gd name="connsiteX4" fmla="*/ 1117282 w 6486525"/>
                  <a:gd name="connsiteY4" fmla="*/ 3197643 h 4575875"/>
                  <a:gd name="connsiteX5" fmla="*/ 1254442 w 6486525"/>
                  <a:gd name="connsiteY5" fmla="*/ 2386112 h 4575875"/>
                  <a:gd name="connsiteX6" fmla="*/ 1474470 w 6486525"/>
                  <a:gd name="connsiteY6" fmla="*/ 1291691 h 4575875"/>
                  <a:gd name="connsiteX7" fmla="*/ 1700212 w 6486525"/>
                  <a:gd name="connsiteY7" fmla="*/ 568742 h 4575875"/>
                  <a:gd name="connsiteX8" fmla="*/ 1920240 w 6486525"/>
                  <a:gd name="connsiteY8" fmla="*/ 248702 h 4575875"/>
                  <a:gd name="connsiteX9" fmla="*/ 2414587 w 6486525"/>
                  <a:gd name="connsiteY9" fmla="*/ 100 h 4575875"/>
                  <a:gd name="connsiteX10" fmla="*/ 2671762 w 6486525"/>
                  <a:gd name="connsiteY10" fmla="*/ 225842 h 4575875"/>
                  <a:gd name="connsiteX11" fmla="*/ 2871787 w 6486525"/>
                  <a:gd name="connsiteY11" fmla="*/ 740192 h 4575875"/>
                  <a:gd name="connsiteX12" fmla="*/ 3057525 w 6486525"/>
                  <a:gd name="connsiteY12" fmla="*/ 1497430 h 4575875"/>
                  <a:gd name="connsiteX13" fmla="*/ 3283267 w 6486525"/>
                  <a:gd name="connsiteY13" fmla="*/ 2940467 h 4575875"/>
                  <a:gd name="connsiteX14" fmla="*/ 3471862 w 6486525"/>
                  <a:gd name="connsiteY14" fmla="*/ 3869155 h 4575875"/>
                  <a:gd name="connsiteX15" fmla="*/ 3597592 w 6486525"/>
                  <a:gd name="connsiteY15" fmla="*/ 4123472 h 4575875"/>
                  <a:gd name="connsiteX16" fmla="*/ 3694747 w 6486525"/>
                  <a:gd name="connsiteY16" fmla="*/ 4220629 h 4575875"/>
                  <a:gd name="connsiteX17" fmla="*/ 3929062 w 6486525"/>
                  <a:gd name="connsiteY17" fmla="*/ 4283492 h 4575875"/>
                  <a:gd name="connsiteX18" fmla="*/ 4214812 w 6486525"/>
                  <a:gd name="connsiteY18" fmla="*/ 4283492 h 4575875"/>
                  <a:gd name="connsiteX19" fmla="*/ 4543425 w 6486525"/>
                  <a:gd name="connsiteY19" fmla="*/ 4383505 h 4575875"/>
                  <a:gd name="connsiteX20" fmla="*/ 4800600 w 6486525"/>
                  <a:gd name="connsiteY20" fmla="*/ 4483517 h 4575875"/>
                  <a:gd name="connsiteX21" fmla="*/ 5029200 w 6486525"/>
                  <a:gd name="connsiteY21" fmla="*/ 4569242 h 4575875"/>
                  <a:gd name="connsiteX22" fmla="*/ 5243512 w 6486525"/>
                  <a:gd name="connsiteY22" fmla="*/ 4297780 h 4575875"/>
                  <a:gd name="connsiteX23" fmla="*/ 5572125 w 6486525"/>
                  <a:gd name="connsiteY23" fmla="*/ 2197517 h 4575875"/>
                  <a:gd name="connsiteX24" fmla="*/ 5815012 w 6486525"/>
                  <a:gd name="connsiteY24" fmla="*/ 1168817 h 4575875"/>
                  <a:gd name="connsiteX25" fmla="*/ 6015037 w 6486525"/>
                  <a:gd name="connsiteY25" fmla="*/ 525880 h 4575875"/>
                  <a:gd name="connsiteX26" fmla="*/ 6215062 w 6486525"/>
                  <a:gd name="connsiteY26" fmla="*/ 240130 h 4575875"/>
                  <a:gd name="connsiteX27" fmla="*/ 6486525 w 6486525"/>
                  <a:gd name="connsiteY27" fmla="*/ 54392 h 4575875"/>
                  <a:gd name="connsiteX0" fmla="*/ 0 w 6486525"/>
                  <a:gd name="connsiteY0" fmla="*/ 4297780 h 4575640"/>
                  <a:gd name="connsiteX1" fmla="*/ 280036 w 6486525"/>
                  <a:gd name="connsiteY1" fmla="*/ 4426367 h 4575640"/>
                  <a:gd name="connsiteX2" fmla="*/ 422909 w 6486525"/>
                  <a:gd name="connsiteY2" fmla="*/ 4472088 h 4575640"/>
                  <a:gd name="connsiteX3" fmla="*/ 851535 w 6486525"/>
                  <a:gd name="connsiteY3" fmla="*/ 4374932 h 4575640"/>
                  <a:gd name="connsiteX4" fmla="*/ 1117282 w 6486525"/>
                  <a:gd name="connsiteY4" fmla="*/ 3197643 h 4575640"/>
                  <a:gd name="connsiteX5" fmla="*/ 1254442 w 6486525"/>
                  <a:gd name="connsiteY5" fmla="*/ 2386112 h 4575640"/>
                  <a:gd name="connsiteX6" fmla="*/ 1474470 w 6486525"/>
                  <a:gd name="connsiteY6" fmla="*/ 1291691 h 4575640"/>
                  <a:gd name="connsiteX7" fmla="*/ 1700212 w 6486525"/>
                  <a:gd name="connsiteY7" fmla="*/ 568742 h 4575640"/>
                  <a:gd name="connsiteX8" fmla="*/ 1920240 w 6486525"/>
                  <a:gd name="connsiteY8" fmla="*/ 248702 h 4575640"/>
                  <a:gd name="connsiteX9" fmla="*/ 2414587 w 6486525"/>
                  <a:gd name="connsiteY9" fmla="*/ 100 h 4575640"/>
                  <a:gd name="connsiteX10" fmla="*/ 2671762 w 6486525"/>
                  <a:gd name="connsiteY10" fmla="*/ 225842 h 4575640"/>
                  <a:gd name="connsiteX11" fmla="*/ 2871787 w 6486525"/>
                  <a:gd name="connsiteY11" fmla="*/ 740192 h 4575640"/>
                  <a:gd name="connsiteX12" fmla="*/ 3057525 w 6486525"/>
                  <a:gd name="connsiteY12" fmla="*/ 1497430 h 4575640"/>
                  <a:gd name="connsiteX13" fmla="*/ 3283267 w 6486525"/>
                  <a:gd name="connsiteY13" fmla="*/ 2940467 h 4575640"/>
                  <a:gd name="connsiteX14" fmla="*/ 3471862 w 6486525"/>
                  <a:gd name="connsiteY14" fmla="*/ 3869155 h 4575640"/>
                  <a:gd name="connsiteX15" fmla="*/ 3597592 w 6486525"/>
                  <a:gd name="connsiteY15" fmla="*/ 4123472 h 4575640"/>
                  <a:gd name="connsiteX16" fmla="*/ 3694747 w 6486525"/>
                  <a:gd name="connsiteY16" fmla="*/ 4220629 h 4575640"/>
                  <a:gd name="connsiteX17" fmla="*/ 3929062 w 6486525"/>
                  <a:gd name="connsiteY17" fmla="*/ 4283492 h 4575640"/>
                  <a:gd name="connsiteX18" fmla="*/ 4214812 w 6486525"/>
                  <a:gd name="connsiteY18" fmla="*/ 4283492 h 4575640"/>
                  <a:gd name="connsiteX19" fmla="*/ 4537710 w 6486525"/>
                  <a:gd name="connsiteY19" fmla="*/ 4409223 h 4575640"/>
                  <a:gd name="connsiteX20" fmla="*/ 4800600 w 6486525"/>
                  <a:gd name="connsiteY20" fmla="*/ 4483517 h 4575640"/>
                  <a:gd name="connsiteX21" fmla="*/ 5029200 w 6486525"/>
                  <a:gd name="connsiteY21" fmla="*/ 4569242 h 4575640"/>
                  <a:gd name="connsiteX22" fmla="*/ 5243512 w 6486525"/>
                  <a:gd name="connsiteY22" fmla="*/ 4297780 h 4575640"/>
                  <a:gd name="connsiteX23" fmla="*/ 5572125 w 6486525"/>
                  <a:gd name="connsiteY23" fmla="*/ 2197517 h 4575640"/>
                  <a:gd name="connsiteX24" fmla="*/ 5815012 w 6486525"/>
                  <a:gd name="connsiteY24" fmla="*/ 1168817 h 4575640"/>
                  <a:gd name="connsiteX25" fmla="*/ 6015037 w 6486525"/>
                  <a:gd name="connsiteY25" fmla="*/ 525880 h 4575640"/>
                  <a:gd name="connsiteX26" fmla="*/ 6215062 w 6486525"/>
                  <a:gd name="connsiteY26" fmla="*/ 240130 h 4575640"/>
                  <a:gd name="connsiteX27" fmla="*/ 6486525 w 6486525"/>
                  <a:gd name="connsiteY27" fmla="*/ 54392 h 4575640"/>
                  <a:gd name="connsiteX0" fmla="*/ 0 w 6486525"/>
                  <a:gd name="connsiteY0" fmla="*/ 4297780 h 4548149"/>
                  <a:gd name="connsiteX1" fmla="*/ 280036 w 6486525"/>
                  <a:gd name="connsiteY1" fmla="*/ 4426367 h 4548149"/>
                  <a:gd name="connsiteX2" fmla="*/ 422909 w 6486525"/>
                  <a:gd name="connsiteY2" fmla="*/ 4472088 h 4548149"/>
                  <a:gd name="connsiteX3" fmla="*/ 851535 w 6486525"/>
                  <a:gd name="connsiteY3" fmla="*/ 4374932 h 4548149"/>
                  <a:gd name="connsiteX4" fmla="*/ 1117282 w 6486525"/>
                  <a:gd name="connsiteY4" fmla="*/ 3197643 h 4548149"/>
                  <a:gd name="connsiteX5" fmla="*/ 1254442 w 6486525"/>
                  <a:gd name="connsiteY5" fmla="*/ 2386112 h 4548149"/>
                  <a:gd name="connsiteX6" fmla="*/ 1474470 w 6486525"/>
                  <a:gd name="connsiteY6" fmla="*/ 1291691 h 4548149"/>
                  <a:gd name="connsiteX7" fmla="*/ 1700212 w 6486525"/>
                  <a:gd name="connsiteY7" fmla="*/ 568742 h 4548149"/>
                  <a:gd name="connsiteX8" fmla="*/ 1920240 w 6486525"/>
                  <a:gd name="connsiteY8" fmla="*/ 248702 h 4548149"/>
                  <a:gd name="connsiteX9" fmla="*/ 2414587 w 6486525"/>
                  <a:gd name="connsiteY9" fmla="*/ 100 h 4548149"/>
                  <a:gd name="connsiteX10" fmla="*/ 2671762 w 6486525"/>
                  <a:gd name="connsiteY10" fmla="*/ 225842 h 4548149"/>
                  <a:gd name="connsiteX11" fmla="*/ 2871787 w 6486525"/>
                  <a:gd name="connsiteY11" fmla="*/ 740192 h 4548149"/>
                  <a:gd name="connsiteX12" fmla="*/ 3057525 w 6486525"/>
                  <a:gd name="connsiteY12" fmla="*/ 1497430 h 4548149"/>
                  <a:gd name="connsiteX13" fmla="*/ 3283267 w 6486525"/>
                  <a:gd name="connsiteY13" fmla="*/ 2940467 h 4548149"/>
                  <a:gd name="connsiteX14" fmla="*/ 3471862 w 6486525"/>
                  <a:gd name="connsiteY14" fmla="*/ 3869155 h 4548149"/>
                  <a:gd name="connsiteX15" fmla="*/ 3597592 w 6486525"/>
                  <a:gd name="connsiteY15" fmla="*/ 4123472 h 4548149"/>
                  <a:gd name="connsiteX16" fmla="*/ 3694747 w 6486525"/>
                  <a:gd name="connsiteY16" fmla="*/ 4220629 h 4548149"/>
                  <a:gd name="connsiteX17" fmla="*/ 3929062 w 6486525"/>
                  <a:gd name="connsiteY17" fmla="*/ 4283492 h 4548149"/>
                  <a:gd name="connsiteX18" fmla="*/ 4214812 w 6486525"/>
                  <a:gd name="connsiteY18" fmla="*/ 4283492 h 4548149"/>
                  <a:gd name="connsiteX19" fmla="*/ 4537710 w 6486525"/>
                  <a:gd name="connsiteY19" fmla="*/ 4409223 h 4548149"/>
                  <a:gd name="connsiteX20" fmla="*/ 4800600 w 6486525"/>
                  <a:gd name="connsiteY20" fmla="*/ 4483517 h 4548149"/>
                  <a:gd name="connsiteX21" fmla="*/ 5037773 w 6486525"/>
                  <a:gd name="connsiteY21" fmla="*/ 4529237 h 4548149"/>
                  <a:gd name="connsiteX22" fmla="*/ 5243512 w 6486525"/>
                  <a:gd name="connsiteY22" fmla="*/ 4297780 h 4548149"/>
                  <a:gd name="connsiteX23" fmla="*/ 5572125 w 6486525"/>
                  <a:gd name="connsiteY23" fmla="*/ 2197517 h 4548149"/>
                  <a:gd name="connsiteX24" fmla="*/ 5815012 w 6486525"/>
                  <a:gd name="connsiteY24" fmla="*/ 1168817 h 4548149"/>
                  <a:gd name="connsiteX25" fmla="*/ 6015037 w 6486525"/>
                  <a:gd name="connsiteY25" fmla="*/ 525880 h 4548149"/>
                  <a:gd name="connsiteX26" fmla="*/ 6215062 w 6486525"/>
                  <a:gd name="connsiteY26" fmla="*/ 240130 h 4548149"/>
                  <a:gd name="connsiteX27" fmla="*/ 6486525 w 6486525"/>
                  <a:gd name="connsiteY27" fmla="*/ 54392 h 4548149"/>
                  <a:gd name="connsiteX0" fmla="*/ 0 w 6486525"/>
                  <a:gd name="connsiteY0" fmla="*/ 4297780 h 4545825"/>
                  <a:gd name="connsiteX1" fmla="*/ 280036 w 6486525"/>
                  <a:gd name="connsiteY1" fmla="*/ 4426367 h 4545825"/>
                  <a:gd name="connsiteX2" fmla="*/ 422909 w 6486525"/>
                  <a:gd name="connsiteY2" fmla="*/ 4472088 h 4545825"/>
                  <a:gd name="connsiteX3" fmla="*/ 851535 w 6486525"/>
                  <a:gd name="connsiteY3" fmla="*/ 4374932 h 4545825"/>
                  <a:gd name="connsiteX4" fmla="*/ 1117282 w 6486525"/>
                  <a:gd name="connsiteY4" fmla="*/ 3197643 h 4545825"/>
                  <a:gd name="connsiteX5" fmla="*/ 1254442 w 6486525"/>
                  <a:gd name="connsiteY5" fmla="*/ 2386112 h 4545825"/>
                  <a:gd name="connsiteX6" fmla="*/ 1474470 w 6486525"/>
                  <a:gd name="connsiteY6" fmla="*/ 1291691 h 4545825"/>
                  <a:gd name="connsiteX7" fmla="*/ 1700212 w 6486525"/>
                  <a:gd name="connsiteY7" fmla="*/ 568742 h 4545825"/>
                  <a:gd name="connsiteX8" fmla="*/ 1920240 w 6486525"/>
                  <a:gd name="connsiteY8" fmla="*/ 248702 h 4545825"/>
                  <a:gd name="connsiteX9" fmla="*/ 2414587 w 6486525"/>
                  <a:gd name="connsiteY9" fmla="*/ 100 h 4545825"/>
                  <a:gd name="connsiteX10" fmla="*/ 2671762 w 6486525"/>
                  <a:gd name="connsiteY10" fmla="*/ 225842 h 4545825"/>
                  <a:gd name="connsiteX11" fmla="*/ 2871787 w 6486525"/>
                  <a:gd name="connsiteY11" fmla="*/ 740192 h 4545825"/>
                  <a:gd name="connsiteX12" fmla="*/ 3057525 w 6486525"/>
                  <a:gd name="connsiteY12" fmla="*/ 1497430 h 4545825"/>
                  <a:gd name="connsiteX13" fmla="*/ 3283267 w 6486525"/>
                  <a:gd name="connsiteY13" fmla="*/ 2940467 h 4545825"/>
                  <a:gd name="connsiteX14" fmla="*/ 3471862 w 6486525"/>
                  <a:gd name="connsiteY14" fmla="*/ 3869155 h 4545825"/>
                  <a:gd name="connsiteX15" fmla="*/ 3597592 w 6486525"/>
                  <a:gd name="connsiteY15" fmla="*/ 4123472 h 4545825"/>
                  <a:gd name="connsiteX16" fmla="*/ 3694747 w 6486525"/>
                  <a:gd name="connsiteY16" fmla="*/ 4220629 h 4545825"/>
                  <a:gd name="connsiteX17" fmla="*/ 3929062 w 6486525"/>
                  <a:gd name="connsiteY17" fmla="*/ 4283492 h 4545825"/>
                  <a:gd name="connsiteX18" fmla="*/ 4214812 w 6486525"/>
                  <a:gd name="connsiteY18" fmla="*/ 4283492 h 4545825"/>
                  <a:gd name="connsiteX19" fmla="*/ 4537710 w 6486525"/>
                  <a:gd name="connsiteY19" fmla="*/ 4409223 h 4545825"/>
                  <a:gd name="connsiteX20" fmla="*/ 4800600 w 6486525"/>
                  <a:gd name="connsiteY20" fmla="*/ 4483517 h 4545825"/>
                  <a:gd name="connsiteX21" fmla="*/ 5037773 w 6486525"/>
                  <a:gd name="connsiteY21" fmla="*/ 4529237 h 4545825"/>
                  <a:gd name="connsiteX22" fmla="*/ 5229224 w 6486525"/>
                  <a:gd name="connsiteY22" fmla="*/ 4186338 h 4545825"/>
                  <a:gd name="connsiteX23" fmla="*/ 5572125 w 6486525"/>
                  <a:gd name="connsiteY23" fmla="*/ 2197517 h 4545825"/>
                  <a:gd name="connsiteX24" fmla="*/ 5815012 w 6486525"/>
                  <a:gd name="connsiteY24" fmla="*/ 1168817 h 4545825"/>
                  <a:gd name="connsiteX25" fmla="*/ 6015037 w 6486525"/>
                  <a:gd name="connsiteY25" fmla="*/ 525880 h 4545825"/>
                  <a:gd name="connsiteX26" fmla="*/ 6215062 w 6486525"/>
                  <a:gd name="connsiteY26" fmla="*/ 240130 h 4545825"/>
                  <a:gd name="connsiteX27" fmla="*/ 6486525 w 6486525"/>
                  <a:gd name="connsiteY27" fmla="*/ 54392 h 4545825"/>
                  <a:gd name="connsiteX0" fmla="*/ 0 w 6486525"/>
                  <a:gd name="connsiteY0" fmla="*/ 4297780 h 4545825"/>
                  <a:gd name="connsiteX1" fmla="*/ 280036 w 6486525"/>
                  <a:gd name="connsiteY1" fmla="*/ 4426367 h 4545825"/>
                  <a:gd name="connsiteX2" fmla="*/ 422909 w 6486525"/>
                  <a:gd name="connsiteY2" fmla="*/ 4472088 h 4545825"/>
                  <a:gd name="connsiteX3" fmla="*/ 851535 w 6486525"/>
                  <a:gd name="connsiteY3" fmla="*/ 4374932 h 4545825"/>
                  <a:gd name="connsiteX4" fmla="*/ 1117282 w 6486525"/>
                  <a:gd name="connsiteY4" fmla="*/ 3197643 h 4545825"/>
                  <a:gd name="connsiteX5" fmla="*/ 1254442 w 6486525"/>
                  <a:gd name="connsiteY5" fmla="*/ 2386112 h 4545825"/>
                  <a:gd name="connsiteX6" fmla="*/ 1474470 w 6486525"/>
                  <a:gd name="connsiteY6" fmla="*/ 1291691 h 4545825"/>
                  <a:gd name="connsiteX7" fmla="*/ 1700212 w 6486525"/>
                  <a:gd name="connsiteY7" fmla="*/ 568742 h 4545825"/>
                  <a:gd name="connsiteX8" fmla="*/ 1920240 w 6486525"/>
                  <a:gd name="connsiteY8" fmla="*/ 248702 h 4545825"/>
                  <a:gd name="connsiteX9" fmla="*/ 2414587 w 6486525"/>
                  <a:gd name="connsiteY9" fmla="*/ 100 h 4545825"/>
                  <a:gd name="connsiteX10" fmla="*/ 2671762 w 6486525"/>
                  <a:gd name="connsiteY10" fmla="*/ 225842 h 4545825"/>
                  <a:gd name="connsiteX11" fmla="*/ 2871787 w 6486525"/>
                  <a:gd name="connsiteY11" fmla="*/ 740192 h 4545825"/>
                  <a:gd name="connsiteX12" fmla="*/ 3057525 w 6486525"/>
                  <a:gd name="connsiteY12" fmla="*/ 1497430 h 4545825"/>
                  <a:gd name="connsiteX13" fmla="*/ 3283267 w 6486525"/>
                  <a:gd name="connsiteY13" fmla="*/ 2940467 h 4545825"/>
                  <a:gd name="connsiteX14" fmla="*/ 3471862 w 6486525"/>
                  <a:gd name="connsiteY14" fmla="*/ 3869155 h 4545825"/>
                  <a:gd name="connsiteX15" fmla="*/ 3597592 w 6486525"/>
                  <a:gd name="connsiteY15" fmla="*/ 4123472 h 4545825"/>
                  <a:gd name="connsiteX16" fmla="*/ 3694747 w 6486525"/>
                  <a:gd name="connsiteY16" fmla="*/ 4220629 h 4545825"/>
                  <a:gd name="connsiteX17" fmla="*/ 3929062 w 6486525"/>
                  <a:gd name="connsiteY17" fmla="*/ 4283492 h 4545825"/>
                  <a:gd name="connsiteX18" fmla="*/ 4214812 w 6486525"/>
                  <a:gd name="connsiteY18" fmla="*/ 4283492 h 4545825"/>
                  <a:gd name="connsiteX19" fmla="*/ 4537710 w 6486525"/>
                  <a:gd name="connsiteY19" fmla="*/ 4409223 h 4545825"/>
                  <a:gd name="connsiteX20" fmla="*/ 4800600 w 6486525"/>
                  <a:gd name="connsiteY20" fmla="*/ 4483517 h 4545825"/>
                  <a:gd name="connsiteX21" fmla="*/ 5037773 w 6486525"/>
                  <a:gd name="connsiteY21" fmla="*/ 4529237 h 4545825"/>
                  <a:gd name="connsiteX22" fmla="*/ 5229224 w 6486525"/>
                  <a:gd name="connsiteY22" fmla="*/ 4186338 h 4545825"/>
                  <a:gd name="connsiteX23" fmla="*/ 5392102 w 6486525"/>
                  <a:gd name="connsiteY23" fmla="*/ 3234792 h 4545825"/>
                  <a:gd name="connsiteX24" fmla="*/ 5572125 w 6486525"/>
                  <a:gd name="connsiteY24" fmla="*/ 2197517 h 4545825"/>
                  <a:gd name="connsiteX25" fmla="*/ 5815012 w 6486525"/>
                  <a:gd name="connsiteY25" fmla="*/ 1168817 h 4545825"/>
                  <a:gd name="connsiteX26" fmla="*/ 6015037 w 6486525"/>
                  <a:gd name="connsiteY26" fmla="*/ 525880 h 4545825"/>
                  <a:gd name="connsiteX27" fmla="*/ 6215062 w 6486525"/>
                  <a:gd name="connsiteY27" fmla="*/ 240130 h 4545825"/>
                  <a:gd name="connsiteX28" fmla="*/ 6486525 w 6486525"/>
                  <a:gd name="connsiteY28" fmla="*/ 54392 h 4545825"/>
                  <a:gd name="connsiteX0" fmla="*/ 0 w 6486525"/>
                  <a:gd name="connsiteY0" fmla="*/ 4297780 h 4545825"/>
                  <a:gd name="connsiteX1" fmla="*/ 280036 w 6486525"/>
                  <a:gd name="connsiteY1" fmla="*/ 4426367 h 4545825"/>
                  <a:gd name="connsiteX2" fmla="*/ 422909 w 6486525"/>
                  <a:gd name="connsiteY2" fmla="*/ 4472088 h 4545825"/>
                  <a:gd name="connsiteX3" fmla="*/ 851535 w 6486525"/>
                  <a:gd name="connsiteY3" fmla="*/ 4374932 h 4545825"/>
                  <a:gd name="connsiteX4" fmla="*/ 1117282 w 6486525"/>
                  <a:gd name="connsiteY4" fmla="*/ 3197643 h 4545825"/>
                  <a:gd name="connsiteX5" fmla="*/ 1254442 w 6486525"/>
                  <a:gd name="connsiteY5" fmla="*/ 2386112 h 4545825"/>
                  <a:gd name="connsiteX6" fmla="*/ 1474470 w 6486525"/>
                  <a:gd name="connsiteY6" fmla="*/ 1291691 h 4545825"/>
                  <a:gd name="connsiteX7" fmla="*/ 1700212 w 6486525"/>
                  <a:gd name="connsiteY7" fmla="*/ 568742 h 4545825"/>
                  <a:gd name="connsiteX8" fmla="*/ 1920240 w 6486525"/>
                  <a:gd name="connsiteY8" fmla="*/ 248702 h 4545825"/>
                  <a:gd name="connsiteX9" fmla="*/ 2414587 w 6486525"/>
                  <a:gd name="connsiteY9" fmla="*/ 100 h 4545825"/>
                  <a:gd name="connsiteX10" fmla="*/ 2671762 w 6486525"/>
                  <a:gd name="connsiteY10" fmla="*/ 225842 h 4545825"/>
                  <a:gd name="connsiteX11" fmla="*/ 2871787 w 6486525"/>
                  <a:gd name="connsiteY11" fmla="*/ 740192 h 4545825"/>
                  <a:gd name="connsiteX12" fmla="*/ 3057525 w 6486525"/>
                  <a:gd name="connsiteY12" fmla="*/ 1497430 h 4545825"/>
                  <a:gd name="connsiteX13" fmla="*/ 3283267 w 6486525"/>
                  <a:gd name="connsiteY13" fmla="*/ 2940467 h 4545825"/>
                  <a:gd name="connsiteX14" fmla="*/ 3471862 w 6486525"/>
                  <a:gd name="connsiteY14" fmla="*/ 3869155 h 4545825"/>
                  <a:gd name="connsiteX15" fmla="*/ 3597592 w 6486525"/>
                  <a:gd name="connsiteY15" fmla="*/ 4123472 h 4545825"/>
                  <a:gd name="connsiteX16" fmla="*/ 3694747 w 6486525"/>
                  <a:gd name="connsiteY16" fmla="*/ 4220629 h 4545825"/>
                  <a:gd name="connsiteX17" fmla="*/ 3929062 w 6486525"/>
                  <a:gd name="connsiteY17" fmla="*/ 4283492 h 4545825"/>
                  <a:gd name="connsiteX18" fmla="*/ 4214812 w 6486525"/>
                  <a:gd name="connsiteY18" fmla="*/ 4283492 h 4545825"/>
                  <a:gd name="connsiteX19" fmla="*/ 4537710 w 6486525"/>
                  <a:gd name="connsiteY19" fmla="*/ 4409223 h 4545825"/>
                  <a:gd name="connsiteX20" fmla="*/ 4800600 w 6486525"/>
                  <a:gd name="connsiteY20" fmla="*/ 4483517 h 4545825"/>
                  <a:gd name="connsiteX21" fmla="*/ 5037773 w 6486525"/>
                  <a:gd name="connsiteY21" fmla="*/ 4529237 h 4545825"/>
                  <a:gd name="connsiteX22" fmla="*/ 5229224 w 6486525"/>
                  <a:gd name="connsiteY22" fmla="*/ 4186338 h 4545825"/>
                  <a:gd name="connsiteX23" fmla="*/ 5437822 w 6486525"/>
                  <a:gd name="connsiteY23" fmla="*/ 3240507 h 4545825"/>
                  <a:gd name="connsiteX24" fmla="*/ 5572125 w 6486525"/>
                  <a:gd name="connsiteY24" fmla="*/ 2197517 h 4545825"/>
                  <a:gd name="connsiteX25" fmla="*/ 5815012 w 6486525"/>
                  <a:gd name="connsiteY25" fmla="*/ 1168817 h 4545825"/>
                  <a:gd name="connsiteX26" fmla="*/ 6015037 w 6486525"/>
                  <a:gd name="connsiteY26" fmla="*/ 525880 h 4545825"/>
                  <a:gd name="connsiteX27" fmla="*/ 6215062 w 6486525"/>
                  <a:gd name="connsiteY27" fmla="*/ 240130 h 4545825"/>
                  <a:gd name="connsiteX28" fmla="*/ 6486525 w 6486525"/>
                  <a:gd name="connsiteY28" fmla="*/ 54392 h 4545825"/>
                  <a:gd name="connsiteX0" fmla="*/ 0 w 6486525"/>
                  <a:gd name="connsiteY0" fmla="*/ 4297780 h 4545825"/>
                  <a:gd name="connsiteX1" fmla="*/ 280036 w 6486525"/>
                  <a:gd name="connsiteY1" fmla="*/ 4426367 h 4545825"/>
                  <a:gd name="connsiteX2" fmla="*/ 422909 w 6486525"/>
                  <a:gd name="connsiteY2" fmla="*/ 4472088 h 4545825"/>
                  <a:gd name="connsiteX3" fmla="*/ 851535 w 6486525"/>
                  <a:gd name="connsiteY3" fmla="*/ 4374932 h 4545825"/>
                  <a:gd name="connsiteX4" fmla="*/ 1117282 w 6486525"/>
                  <a:gd name="connsiteY4" fmla="*/ 3197643 h 4545825"/>
                  <a:gd name="connsiteX5" fmla="*/ 1254442 w 6486525"/>
                  <a:gd name="connsiteY5" fmla="*/ 2386112 h 4545825"/>
                  <a:gd name="connsiteX6" fmla="*/ 1474470 w 6486525"/>
                  <a:gd name="connsiteY6" fmla="*/ 1291691 h 4545825"/>
                  <a:gd name="connsiteX7" fmla="*/ 1700212 w 6486525"/>
                  <a:gd name="connsiteY7" fmla="*/ 568742 h 4545825"/>
                  <a:gd name="connsiteX8" fmla="*/ 1920240 w 6486525"/>
                  <a:gd name="connsiteY8" fmla="*/ 248702 h 4545825"/>
                  <a:gd name="connsiteX9" fmla="*/ 2414587 w 6486525"/>
                  <a:gd name="connsiteY9" fmla="*/ 100 h 4545825"/>
                  <a:gd name="connsiteX10" fmla="*/ 2671762 w 6486525"/>
                  <a:gd name="connsiteY10" fmla="*/ 225842 h 4545825"/>
                  <a:gd name="connsiteX11" fmla="*/ 2871787 w 6486525"/>
                  <a:gd name="connsiteY11" fmla="*/ 740192 h 4545825"/>
                  <a:gd name="connsiteX12" fmla="*/ 3057525 w 6486525"/>
                  <a:gd name="connsiteY12" fmla="*/ 1497430 h 4545825"/>
                  <a:gd name="connsiteX13" fmla="*/ 3283267 w 6486525"/>
                  <a:gd name="connsiteY13" fmla="*/ 2940467 h 4545825"/>
                  <a:gd name="connsiteX14" fmla="*/ 3471862 w 6486525"/>
                  <a:gd name="connsiteY14" fmla="*/ 3869155 h 4545825"/>
                  <a:gd name="connsiteX15" fmla="*/ 3597592 w 6486525"/>
                  <a:gd name="connsiteY15" fmla="*/ 4123472 h 4545825"/>
                  <a:gd name="connsiteX16" fmla="*/ 3694747 w 6486525"/>
                  <a:gd name="connsiteY16" fmla="*/ 4220629 h 4545825"/>
                  <a:gd name="connsiteX17" fmla="*/ 3929062 w 6486525"/>
                  <a:gd name="connsiteY17" fmla="*/ 4283492 h 4545825"/>
                  <a:gd name="connsiteX18" fmla="*/ 4214812 w 6486525"/>
                  <a:gd name="connsiteY18" fmla="*/ 4283492 h 4545825"/>
                  <a:gd name="connsiteX19" fmla="*/ 4537710 w 6486525"/>
                  <a:gd name="connsiteY19" fmla="*/ 4409223 h 4545825"/>
                  <a:gd name="connsiteX20" fmla="*/ 4800600 w 6486525"/>
                  <a:gd name="connsiteY20" fmla="*/ 4483517 h 4545825"/>
                  <a:gd name="connsiteX21" fmla="*/ 5037773 w 6486525"/>
                  <a:gd name="connsiteY21" fmla="*/ 4529237 h 4545825"/>
                  <a:gd name="connsiteX22" fmla="*/ 5229224 w 6486525"/>
                  <a:gd name="connsiteY22" fmla="*/ 4186338 h 4545825"/>
                  <a:gd name="connsiteX23" fmla="*/ 5437822 w 6486525"/>
                  <a:gd name="connsiteY23" fmla="*/ 3240507 h 4545825"/>
                  <a:gd name="connsiteX24" fmla="*/ 5594985 w 6486525"/>
                  <a:gd name="connsiteY24" fmla="*/ 2197517 h 4545825"/>
                  <a:gd name="connsiteX25" fmla="*/ 5815012 w 6486525"/>
                  <a:gd name="connsiteY25" fmla="*/ 1168817 h 4545825"/>
                  <a:gd name="connsiteX26" fmla="*/ 6015037 w 6486525"/>
                  <a:gd name="connsiteY26" fmla="*/ 525880 h 4545825"/>
                  <a:gd name="connsiteX27" fmla="*/ 6215062 w 6486525"/>
                  <a:gd name="connsiteY27" fmla="*/ 240130 h 4545825"/>
                  <a:gd name="connsiteX28" fmla="*/ 6486525 w 6486525"/>
                  <a:gd name="connsiteY28" fmla="*/ 54392 h 4545825"/>
                  <a:gd name="connsiteX0" fmla="*/ 0 w 6486525"/>
                  <a:gd name="connsiteY0" fmla="*/ 4297780 h 4545825"/>
                  <a:gd name="connsiteX1" fmla="*/ 280036 w 6486525"/>
                  <a:gd name="connsiteY1" fmla="*/ 4426367 h 4545825"/>
                  <a:gd name="connsiteX2" fmla="*/ 422909 w 6486525"/>
                  <a:gd name="connsiteY2" fmla="*/ 4472088 h 4545825"/>
                  <a:gd name="connsiteX3" fmla="*/ 851535 w 6486525"/>
                  <a:gd name="connsiteY3" fmla="*/ 4374932 h 4545825"/>
                  <a:gd name="connsiteX4" fmla="*/ 1117282 w 6486525"/>
                  <a:gd name="connsiteY4" fmla="*/ 3197643 h 4545825"/>
                  <a:gd name="connsiteX5" fmla="*/ 1254442 w 6486525"/>
                  <a:gd name="connsiteY5" fmla="*/ 2386112 h 4545825"/>
                  <a:gd name="connsiteX6" fmla="*/ 1474470 w 6486525"/>
                  <a:gd name="connsiteY6" fmla="*/ 1291691 h 4545825"/>
                  <a:gd name="connsiteX7" fmla="*/ 1700212 w 6486525"/>
                  <a:gd name="connsiteY7" fmla="*/ 568742 h 4545825"/>
                  <a:gd name="connsiteX8" fmla="*/ 1920240 w 6486525"/>
                  <a:gd name="connsiteY8" fmla="*/ 248702 h 4545825"/>
                  <a:gd name="connsiteX9" fmla="*/ 2414587 w 6486525"/>
                  <a:gd name="connsiteY9" fmla="*/ 100 h 4545825"/>
                  <a:gd name="connsiteX10" fmla="*/ 2671762 w 6486525"/>
                  <a:gd name="connsiteY10" fmla="*/ 225842 h 4545825"/>
                  <a:gd name="connsiteX11" fmla="*/ 2871787 w 6486525"/>
                  <a:gd name="connsiteY11" fmla="*/ 740192 h 4545825"/>
                  <a:gd name="connsiteX12" fmla="*/ 3057525 w 6486525"/>
                  <a:gd name="connsiteY12" fmla="*/ 1497430 h 4545825"/>
                  <a:gd name="connsiteX13" fmla="*/ 3283267 w 6486525"/>
                  <a:gd name="connsiteY13" fmla="*/ 2940467 h 4545825"/>
                  <a:gd name="connsiteX14" fmla="*/ 3471862 w 6486525"/>
                  <a:gd name="connsiteY14" fmla="*/ 3869155 h 4545825"/>
                  <a:gd name="connsiteX15" fmla="*/ 3597592 w 6486525"/>
                  <a:gd name="connsiteY15" fmla="*/ 4123472 h 4545825"/>
                  <a:gd name="connsiteX16" fmla="*/ 3694747 w 6486525"/>
                  <a:gd name="connsiteY16" fmla="*/ 4220629 h 4545825"/>
                  <a:gd name="connsiteX17" fmla="*/ 3929062 w 6486525"/>
                  <a:gd name="connsiteY17" fmla="*/ 4283492 h 4545825"/>
                  <a:gd name="connsiteX18" fmla="*/ 4214812 w 6486525"/>
                  <a:gd name="connsiteY18" fmla="*/ 4283492 h 4545825"/>
                  <a:gd name="connsiteX19" fmla="*/ 4537710 w 6486525"/>
                  <a:gd name="connsiteY19" fmla="*/ 4409223 h 4545825"/>
                  <a:gd name="connsiteX20" fmla="*/ 4800600 w 6486525"/>
                  <a:gd name="connsiteY20" fmla="*/ 4483517 h 4545825"/>
                  <a:gd name="connsiteX21" fmla="*/ 5037773 w 6486525"/>
                  <a:gd name="connsiteY21" fmla="*/ 4529237 h 4545825"/>
                  <a:gd name="connsiteX22" fmla="*/ 5229224 w 6486525"/>
                  <a:gd name="connsiteY22" fmla="*/ 4186338 h 4545825"/>
                  <a:gd name="connsiteX23" fmla="*/ 5437822 w 6486525"/>
                  <a:gd name="connsiteY23" fmla="*/ 3240507 h 4545825"/>
                  <a:gd name="connsiteX24" fmla="*/ 5597843 w 6486525"/>
                  <a:gd name="connsiteY24" fmla="*/ 2197517 h 4545825"/>
                  <a:gd name="connsiteX25" fmla="*/ 5815012 w 6486525"/>
                  <a:gd name="connsiteY25" fmla="*/ 1168817 h 4545825"/>
                  <a:gd name="connsiteX26" fmla="*/ 6015037 w 6486525"/>
                  <a:gd name="connsiteY26" fmla="*/ 525880 h 4545825"/>
                  <a:gd name="connsiteX27" fmla="*/ 6215062 w 6486525"/>
                  <a:gd name="connsiteY27" fmla="*/ 240130 h 4545825"/>
                  <a:gd name="connsiteX28" fmla="*/ 6486525 w 6486525"/>
                  <a:gd name="connsiteY28" fmla="*/ 54392 h 4545825"/>
                  <a:gd name="connsiteX0" fmla="*/ 0 w 6486525"/>
                  <a:gd name="connsiteY0" fmla="*/ 4297780 h 4545825"/>
                  <a:gd name="connsiteX1" fmla="*/ 280036 w 6486525"/>
                  <a:gd name="connsiteY1" fmla="*/ 4426367 h 4545825"/>
                  <a:gd name="connsiteX2" fmla="*/ 422909 w 6486525"/>
                  <a:gd name="connsiteY2" fmla="*/ 4472088 h 4545825"/>
                  <a:gd name="connsiteX3" fmla="*/ 851535 w 6486525"/>
                  <a:gd name="connsiteY3" fmla="*/ 4374932 h 4545825"/>
                  <a:gd name="connsiteX4" fmla="*/ 1117282 w 6486525"/>
                  <a:gd name="connsiteY4" fmla="*/ 3197643 h 4545825"/>
                  <a:gd name="connsiteX5" fmla="*/ 1254442 w 6486525"/>
                  <a:gd name="connsiteY5" fmla="*/ 2386112 h 4545825"/>
                  <a:gd name="connsiteX6" fmla="*/ 1474470 w 6486525"/>
                  <a:gd name="connsiteY6" fmla="*/ 1291691 h 4545825"/>
                  <a:gd name="connsiteX7" fmla="*/ 1700212 w 6486525"/>
                  <a:gd name="connsiteY7" fmla="*/ 568742 h 4545825"/>
                  <a:gd name="connsiteX8" fmla="*/ 1920240 w 6486525"/>
                  <a:gd name="connsiteY8" fmla="*/ 248702 h 4545825"/>
                  <a:gd name="connsiteX9" fmla="*/ 2414587 w 6486525"/>
                  <a:gd name="connsiteY9" fmla="*/ 100 h 4545825"/>
                  <a:gd name="connsiteX10" fmla="*/ 2671762 w 6486525"/>
                  <a:gd name="connsiteY10" fmla="*/ 225842 h 4545825"/>
                  <a:gd name="connsiteX11" fmla="*/ 2871787 w 6486525"/>
                  <a:gd name="connsiteY11" fmla="*/ 740192 h 4545825"/>
                  <a:gd name="connsiteX12" fmla="*/ 3057525 w 6486525"/>
                  <a:gd name="connsiteY12" fmla="*/ 1497430 h 4545825"/>
                  <a:gd name="connsiteX13" fmla="*/ 3283267 w 6486525"/>
                  <a:gd name="connsiteY13" fmla="*/ 2940467 h 4545825"/>
                  <a:gd name="connsiteX14" fmla="*/ 3471862 w 6486525"/>
                  <a:gd name="connsiteY14" fmla="*/ 3869155 h 4545825"/>
                  <a:gd name="connsiteX15" fmla="*/ 3597592 w 6486525"/>
                  <a:gd name="connsiteY15" fmla="*/ 4123472 h 4545825"/>
                  <a:gd name="connsiteX16" fmla="*/ 3694747 w 6486525"/>
                  <a:gd name="connsiteY16" fmla="*/ 4220629 h 4545825"/>
                  <a:gd name="connsiteX17" fmla="*/ 3929062 w 6486525"/>
                  <a:gd name="connsiteY17" fmla="*/ 4283492 h 4545825"/>
                  <a:gd name="connsiteX18" fmla="*/ 4214812 w 6486525"/>
                  <a:gd name="connsiteY18" fmla="*/ 4283492 h 4545825"/>
                  <a:gd name="connsiteX19" fmla="*/ 4537710 w 6486525"/>
                  <a:gd name="connsiteY19" fmla="*/ 4409223 h 4545825"/>
                  <a:gd name="connsiteX20" fmla="*/ 4800600 w 6486525"/>
                  <a:gd name="connsiteY20" fmla="*/ 4483517 h 4545825"/>
                  <a:gd name="connsiteX21" fmla="*/ 5037773 w 6486525"/>
                  <a:gd name="connsiteY21" fmla="*/ 4529237 h 4545825"/>
                  <a:gd name="connsiteX22" fmla="*/ 5229224 w 6486525"/>
                  <a:gd name="connsiteY22" fmla="*/ 4186338 h 4545825"/>
                  <a:gd name="connsiteX23" fmla="*/ 5437822 w 6486525"/>
                  <a:gd name="connsiteY23" fmla="*/ 3240507 h 4545825"/>
                  <a:gd name="connsiteX24" fmla="*/ 5597843 w 6486525"/>
                  <a:gd name="connsiteY24" fmla="*/ 2197517 h 4545825"/>
                  <a:gd name="connsiteX25" fmla="*/ 5815012 w 6486525"/>
                  <a:gd name="connsiteY25" fmla="*/ 1168817 h 4545825"/>
                  <a:gd name="connsiteX26" fmla="*/ 6029324 w 6486525"/>
                  <a:gd name="connsiteY26" fmla="*/ 537310 h 4545825"/>
                  <a:gd name="connsiteX27" fmla="*/ 6215062 w 6486525"/>
                  <a:gd name="connsiteY27" fmla="*/ 240130 h 4545825"/>
                  <a:gd name="connsiteX28" fmla="*/ 6486525 w 6486525"/>
                  <a:gd name="connsiteY28" fmla="*/ 54392 h 4545825"/>
                  <a:gd name="connsiteX0" fmla="*/ 0 w 6455093"/>
                  <a:gd name="connsiteY0" fmla="*/ 4297780 h 4545825"/>
                  <a:gd name="connsiteX1" fmla="*/ 280036 w 6455093"/>
                  <a:gd name="connsiteY1" fmla="*/ 4426367 h 4545825"/>
                  <a:gd name="connsiteX2" fmla="*/ 422909 w 6455093"/>
                  <a:gd name="connsiteY2" fmla="*/ 4472088 h 4545825"/>
                  <a:gd name="connsiteX3" fmla="*/ 851535 w 6455093"/>
                  <a:gd name="connsiteY3" fmla="*/ 4374932 h 4545825"/>
                  <a:gd name="connsiteX4" fmla="*/ 1117282 w 6455093"/>
                  <a:gd name="connsiteY4" fmla="*/ 3197643 h 4545825"/>
                  <a:gd name="connsiteX5" fmla="*/ 1254442 w 6455093"/>
                  <a:gd name="connsiteY5" fmla="*/ 2386112 h 4545825"/>
                  <a:gd name="connsiteX6" fmla="*/ 1474470 w 6455093"/>
                  <a:gd name="connsiteY6" fmla="*/ 1291691 h 4545825"/>
                  <a:gd name="connsiteX7" fmla="*/ 1700212 w 6455093"/>
                  <a:gd name="connsiteY7" fmla="*/ 568742 h 4545825"/>
                  <a:gd name="connsiteX8" fmla="*/ 1920240 w 6455093"/>
                  <a:gd name="connsiteY8" fmla="*/ 248702 h 4545825"/>
                  <a:gd name="connsiteX9" fmla="*/ 2414587 w 6455093"/>
                  <a:gd name="connsiteY9" fmla="*/ 100 h 4545825"/>
                  <a:gd name="connsiteX10" fmla="*/ 2671762 w 6455093"/>
                  <a:gd name="connsiteY10" fmla="*/ 225842 h 4545825"/>
                  <a:gd name="connsiteX11" fmla="*/ 2871787 w 6455093"/>
                  <a:gd name="connsiteY11" fmla="*/ 740192 h 4545825"/>
                  <a:gd name="connsiteX12" fmla="*/ 3057525 w 6455093"/>
                  <a:gd name="connsiteY12" fmla="*/ 1497430 h 4545825"/>
                  <a:gd name="connsiteX13" fmla="*/ 3283267 w 6455093"/>
                  <a:gd name="connsiteY13" fmla="*/ 2940467 h 4545825"/>
                  <a:gd name="connsiteX14" fmla="*/ 3471862 w 6455093"/>
                  <a:gd name="connsiteY14" fmla="*/ 3869155 h 4545825"/>
                  <a:gd name="connsiteX15" fmla="*/ 3597592 w 6455093"/>
                  <a:gd name="connsiteY15" fmla="*/ 4123472 h 4545825"/>
                  <a:gd name="connsiteX16" fmla="*/ 3694747 w 6455093"/>
                  <a:gd name="connsiteY16" fmla="*/ 4220629 h 4545825"/>
                  <a:gd name="connsiteX17" fmla="*/ 3929062 w 6455093"/>
                  <a:gd name="connsiteY17" fmla="*/ 4283492 h 4545825"/>
                  <a:gd name="connsiteX18" fmla="*/ 4214812 w 6455093"/>
                  <a:gd name="connsiteY18" fmla="*/ 4283492 h 4545825"/>
                  <a:gd name="connsiteX19" fmla="*/ 4537710 w 6455093"/>
                  <a:gd name="connsiteY19" fmla="*/ 4409223 h 4545825"/>
                  <a:gd name="connsiteX20" fmla="*/ 4800600 w 6455093"/>
                  <a:gd name="connsiteY20" fmla="*/ 4483517 h 4545825"/>
                  <a:gd name="connsiteX21" fmla="*/ 5037773 w 6455093"/>
                  <a:gd name="connsiteY21" fmla="*/ 4529237 h 4545825"/>
                  <a:gd name="connsiteX22" fmla="*/ 5229224 w 6455093"/>
                  <a:gd name="connsiteY22" fmla="*/ 4186338 h 4545825"/>
                  <a:gd name="connsiteX23" fmla="*/ 5437822 w 6455093"/>
                  <a:gd name="connsiteY23" fmla="*/ 3240507 h 4545825"/>
                  <a:gd name="connsiteX24" fmla="*/ 5597843 w 6455093"/>
                  <a:gd name="connsiteY24" fmla="*/ 2197517 h 4545825"/>
                  <a:gd name="connsiteX25" fmla="*/ 5815012 w 6455093"/>
                  <a:gd name="connsiteY25" fmla="*/ 1168817 h 4545825"/>
                  <a:gd name="connsiteX26" fmla="*/ 6029324 w 6455093"/>
                  <a:gd name="connsiteY26" fmla="*/ 537310 h 4545825"/>
                  <a:gd name="connsiteX27" fmla="*/ 6215062 w 6455093"/>
                  <a:gd name="connsiteY27" fmla="*/ 240130 h 4545825"/>
                  <a:gd name="connsiteX28" fmla="*/ 6455093 w 6455093"/>
                  <a:gd name="connsiteY28" fmla="*/ 100112 h 454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455093" h="4545825">
                    <a:moveTo>
                      <a:pt x="0" y="4297780"/>
                    </a:moveTo>
                    <a:lnTo>
                      <a:pt x="280036" y="4426367"/>
                    </a:lnTo>
                    <a:cubicBezTo>
                      <a:pt x="350521" y="4455418"/>
                      <a:pt x="330040" y="4471136"/>
                      <a:pt x="422909" y="4472088"/>
                    </a:cubicBezTo>
                    <a:cubicBezTo>
                      <a:pt x="515778" y="4473040"/>
                      <a:pt x="735806" y="4587340"/>
                      <a:pt x="851535" y="4374932"/>
                    </a:cubicBezTo>
                    <a:cubicBezTo>
                      <a:pt x="967264" y="4162525"/>
                      <a:pt x="1054417" y="3529589"/>
                      <a:pt x="1117282" y="3197643"/>
                    </a:cubicBezTo>
                    <a:cubicBezTo>
                      <a:pt x="1180147" y="2865697"/>
                      <a:pt x="1194911" y="2703771"/>
                      <a:pt x="1254442" y="2386112"/>
                    </a:cubicBezTo>
                    <a:cubicBezTo>
                      <a:pt x="1313973" y="2068453"/>
                      <a:pt x="1400175" y="1594586"/>
                      <a:pt x="1474470" y="1291691"/>
                    </a:cubicBezTo>
                    <a:cubicBezTo>
                      <a:pt x="1548765" y="988796"/>
                      <a:pt x="1625917" y="742574"/>
                      <a:pt x="1700212" y="568742"/>
                    </a:cubicBezTo>
                    <a:cubicBezTo>
                      <a:pt x="1774507" y="394911"/>
                      <a:pt x="1801178" y="343476"/>
                      <a:pt x="1920240" y="248702"/>
                    </a:cubicBezTo>
                    <a:cubicBezTo>
                      <a:pt x="2039303" y="153928"/>
                      <a:pt x="2289333" y="3910"/>
                      <a:pt x="2414587" y="100"/>
                    </a:cubicBezTo>
                    <a:cubicBezTo>
                      <a:pt x="2539841" y="-3710"/>
                      <a:pt x="2595562" y="102493"/>
                      <a:pt x="2671762" y="225842"/>
                    </a:cubicBezTo>
                    <a:cubicBezTo>
                      <a:pt x="2747962" y="349191"/>
                      <a:pt x="2807493" y="528261"/>
                      <a:pt x="2871787" y="740192"/>
                    </a:cubicBezTo>
                    <a:cubicBezTo>
                      <a:pt x="2936081" y="952123"/>
                      <a:pt x="2988945" y="1130718"/>
                      <a:pt x="3057525" y="1497430"/>
                    </a:cubicBezTo>
                    <a:cubicBezTo>
                      <a:pt x="3126105" y="1864143"/>
                      <a:pt x="3231356" y="2545180"/>
                      <a:pt x="3283267" y="2940467"/>
                    </a:cubicBezTo>
                    <a:cubicBezTo>
                      <a:pt x="3335178" y="3335754"/>
                      <a:pt x="3419475" y="3671988"/>
                      <a:pt x="3471862" y="3869155"/>
                    </a:cubicBezTo>
                    <a:cubicBezTo>
                      <a:pt x="3524250" y="4066323"/>
                      <a:pt x="3560444" y="4064893"/>
                      <a:pt x="3597592" y="4123472"/>
                    </a:cubicBezTo>
                    <a:cubicBezTo>
                      <a:pt x="3634740" y="4182051"/>
                      <a:pt x="3639502" y="4193959"/>
                      <a:pt x="3694747" y="4220629"/>
                    </a:cubicBezTo>
                    <a:cubicBezTo>
                      <a:pt x="3749992" y="4247299"/>
                      <a:pt x="3842385" y="4273015"/>
                      <a:pt x="3929062" y="4283492"/>
                    </a:cubicBezTo>
                    <a:cubicBezTo>
                      <a:pt x="4015739" y="4293969"/>
                      <a:pt x="4113371" y="4262537"/>
                      <a:pt x="4214812" y="4283492"/>
                    </a:cubicBezTo>
                    <a:cubicBezTo>
                      <a:pt x="4316253" y="4304447"/>
                      <a:pt x="4440079" y="4375886"/>
                      <a:pt x="4537710" y="4409223"/>
                    </a:cubicBezTo>
                    <a:cubicBezTo>
                      <a:pt x="4635341" y="4442561"/>
                      <a:pt x="4717256" y="4463515"/>
                      <a:pt x="4800600" y="4483517"/>
                    </a:cubicBezTo>
                    <a:cubicBezTo>
                      <a:pt x="4883944" y="4503519"/>
                      <a:pt x="4966336" y="4578767"/>
                      <a:pt x="5037773" y="4529237"/>
                    </a:cubicBezTo>
                    <a:cubicBezTo>
                      <a:pt x="5109210" y="4479707"/>
                      <a:pt x="5162549" y="4401126"/>
                      <a:pt x="5229224" y="4186338"/>
                    </a:cubicBezTo>
                    <a:cubicBezTo>
                      <a:pt x="5295899" y="3971550"/>
                      <a:pt x="5380672" y="3571977"/>
                      <a:pt x="5437822" y="3240507"/>
                    </a:cubicBezTo>
                    <a:cubicBezTo>
                      <a:pt x="5494972" y="2909037"/>
                      <a:pt x="5534978" y="2542798"/>
                      <a:pt x="5597843" y="2197517"/>
                    </a:cubicBezTo>
                    <a:cubicBezTo>
                      <a:pt x="5660708" y="1852236"/>
                      <a:pt x="5743099" y="1445518"/>
                      <a:pt x="5815012" y="1168817"/>
                    </a:cubicBezTo>
                    <a:cubicBezTo>
                      <a:pt x="5886926" y="892116"/>
                      <a:pt x="5962649" y="692091"/>
                      <a:pt x="6029324" y="537310"/>
                    </a:cubicBezTo>
                    <a:cubicBezTo>
                      <a:pt x="6095999" y="382529"/>
                      <a:pt x="6144101" y="312996"/>
                      <a:pt x="6215062" y="240130"/>
                    </a:cubicBezTo>
                    <a:cubicBezTo>
                      <a:pt x="6286024" y="167264"/>
                      <a:pt x="6358652" y="153690"/>
                      <a:pt x="6455093" y="100112"/>
                    </a:cubicBezTo>
                  </a:path>
                </a:pathLst>
              </a:custGeom>
              <a:noFill/>
              <a:ln w="104775" cap="flat" cmpd="sng" algn="ctr">
                <a:solidFill>
                  <a:srgbClr val="FF0000"/>
                </a:solidFill>
                <a:prstDash val="solid"/>
                <a:miter lim="800000"/>
              </a:ln>
              <a:effectLst/>
            </p:spPr>
            <p:txBody>
              <a:bodyPr rtlCol="0" anchor="ctr"/>
              <a:lstStyle/>
              <a:p>
                <a:pPr algn="ctr">
                  <a:defRPr/>
                </a:pPr>
                <a:endParaRPr lang="en-IN" kern="0">
                  <a:solidFill>
                    <a:prstClr val="white"/>
                  </a:solidFill>
                  <a:latin typeface="Calibri" panose="020F0502020204030204"/>
                </a:endParaRPr>
              </a:p>
            </p:txBody>
          </p:sp>
          <p:sp>
            <p:nvSpPr>
              <p:cNvPr id="70" name="Oval 69">
                <a:extLst>
                  <a:ext uri="{FF2B5EF4-FFF2-40B4-BE49-F238E27FC236}">
                    <a16:creationId xmlns:a16="http://schemas.microsoft.com/office/drawing/2014/main" id="{728CA371-514F-A344-0674-DD239AADC92C}"/>
                  </a:ext>
                </a:extLst>
              </p:cNvPr>
              <p:cNvSpPr/>
              <p:nvPr/>
            </p:nvSpPr>
            <p:spPr bwMode="auto">
              <a:xfrm>
                <a:off x="4277812" y="2753355"/>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dirty="0">
                    <a:solidFill>
                      <a:srgbClr val="007635"/>
                    </a:solidFill>
                    <a:latin typeface="Calibri" panose="020F0502020204030204"/>
                  </a:rPr>
                  <a:t>1</a:t>
                </a:r>
              </a:p>
            </p:txBody>
          </p:sp>
          <p:sp>
            <p:nvSpPr>
              <p:cNvPr id="71" name="Oval 70">
                <a:extLst>
                  <a:ext uri="{FF2B5EF4-FFF2-40B4-BE49-F238E27FC236}">
                    <a16:creationId xmlns:a16="http://schemas.microsoft.com/office/drawing/2014/main" id="{69ADA919-3966-D28F-3486-4A5106512E1C}"/>
                  </a:ext>
                </a:extLst>
              </p:cNvPr>
              <p:cNvSpPr/>
              <p:nvPr/>
            </p:nvSpPr>
            <p:spPr bwMode="auto">
              <a:xfrm>
                <a:off x="6127500" y="2784531"/>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3</a:t>
                </a:r>
              </a:p>
            </p:txBody>
          </p:sp>
          <p:sp>
            <p:nvSpPr>
              <p:cNvPr id="72" name="Oval 71">
                <a:extLst>
                  <a:ext uri="{FF2B5EF4-FFF2-40B4-BE49-F238E27FC236}">
                    <a16:creationId xmlns:a16="http://schemas.microsoft.com/office/drawing/2014/main" id="{024ED6E1-B61D-21EE-C228-1EDA001C1137}"/>
                  </a:ext>
                </a:extLst>
              </p:cNvPr>
              <p:cNvSpPr/>
              <p:nvPr/>
            </p:nvSpPr>
            <p:spPr bwMode="auto">
              <a:xfrm>
                <a:off x="8670925" y="2824821"/>
                <a:ext cx="216000" cy="216000"/>
              </a:xfrm>
              <a:prstGeom prst="ellipse">
                <a:avLst/>
              </a:prstGeom>
              <a:solidFill>
                <a:srgbClr val="FF0000"/>
              </a:solidFill>
              <a:ln w="12700" cap="flat" cmpd="sng" algn="ctr">
                <a:solidFill>
                  <a:sysClr val="windowText" lastClr="000000"/>
                </a:solidFill>
                <a:prstDash val="solid"/>
                <a:miter lim="800000"/>
              </a:ln>
              <a:effectLst/>
            </p:spPr>
            <p:txBody>
              <a:bodyPr anchor="ctr"/>
              <a:lstStyle/>
              <a:p>
                <a:pPr algn="ctr">
                  <a:defRPr/>
                </a:pPr>
                <a:endParaRPr lang="en-US" kern="0">
                  <a:solidFill>
                    <a:srgbClr val="FF0000"/>
                  </a:solidFill>
                  <a:latin typeface="Calibri" panose="020F0502020204030204"/>
                </a:endParaRPr>
              </a:p>
            </p:txBody>
          </p:sp>
          <p:sp>
            <p:nvSpPr>
              <p:cNvPr id="73" name="Freeform 58">
                <a:extLst>
                  <a:ext uri="{FF2B5EF4-FFF2-40B4-BE49-F238E27FC236}">
                    <a16:creationId xmlns:a16="http://schemas.microsoft.com/office/drawing/2014/main" id="{09BD1B9F-3C2B-614A-0B8A-B4CE6587B911}"/>
                  </a:ext>
                </a:extLst>
              </p:cNvPr>
              <p:cNvSpPr/>
              <p:nvPr/>
            </p:nvSpPr>
            <p:spPr>
              <a:xfrm>
                <a:off x="4567020" y="2318796"/>
                <a:ext cx="489943" cy="445068"/>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74" name="Freeform 59">
                <a:extLst>
                  <a:ext uri="{FF2B5EF4-FFF2-40B4-BE49-F238E27FC236}">
                    <a16:creationId xmlns:a16="http://schemas.microsoft.com/office/drawing/2014/main" id="{A987762E-E680-B29B-2849-2ABA53307AE5}"/>
                  </a:ext>
                </a:extLst>
              </p:cNvPr>
              <p:cNvSpPr/>
              <p:nvPr/>
            </p:nvSpPr>
            <p:spPr>
              <a:xfrm>
                <a:off x="5150973" y="2253935"/>
                <a:ext cx="533400" cy="48179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75" name="Freeform 60">
                <a:extLst>
                  <a:ext uri="{FF2B5EF4-FFF2-40B4-BE49-F238E27FC236}">
                    <a16:creationId xmlns:a16="http://schemas.microsoft.com/office/drawing/2014/main" id="{9AF7086C-63D7-6957-818A-94F4588F8DEB}"/>
                  </a:ext>
                </a:extLst>
              </p:cNvPr>
              <p:cNvSpPr/>
              <p:nvPr/>
            </p:nvSpPr>
            <p:spPr>
              <a:xfrm>
                <a:off x="5776692" y="2278259"/>
                <a:ext cx="533400" cy="492639"/>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76" name="Freeform 61">
                <a:extLst>
                  <a:ext uri="{FF2B5EF4-FFF2-40B4-BE49-F238E27FC236}">
                    <a16:creationId xmlns:a16="http://schemas.microsoft.com/office/drawing/2014/main" id="{1F8C080D-BD85-A69F-865F-240BDB7AFED7}"/>
                  </a:ext>
                </a:extLst>
              </p:cNvPr>
              <p:cNvSpPr/>
              <p:nvPr/>
            </p:nvSpPr>
            <p:spPr>
              <a:xfrm>
                <a:off x="6355668" y="2213396"/>
                <a:ext cx="533400" cy="526436"/>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77" name="Freeform 62">
                <a:extLst>
                  <a:ext uri="{FF2B5EF4-FFF2-40B4-BE49-F238E27FC236}">
                    <a16:creationId xmlns:a16="http://schemas.microsoft.com/office/drawing/2014/main" id="{9472B467-7B72-59E1-9561-C8025B60AB05}"/>
                  </a:ext>
                </a:extLst>
              </p:cNvPr>
              <p:cNvSpPr/>
              <p:nvPr/>
            </p:nvSpPr>
            <p:spPr>
              <a:xfrm>
                <a:off x="6992960" y="2180964"/>
                <a:ext cx="533400" cy="556376"/>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78" name="Freeform 63">
                <a:extLst>
                  <a:ext uri="{FF2B5EF4-FFF2-40B4-BE49-F238E27FC236}">
                    <a16:creationId xmlns:a16="http://schemas.microsoft.com/office/drawing/2014/main" id="{6CC0E6E3-9A8E-D6C9-59CF-04668CF0EEEB}"/>
                  </a:ext>
                </a:extLst>
              </p:cNvPr>
              <p:cNvSpPr/>
              <p:nvPr/>
            </p:nvSpPr>
            <p:spPr>
              <a:xfrm>
                <a:off x="7591425" y="2172857"/>
                <a:ext cx="560803" cy="556276"/>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79" name="Freeform 64">
                <a:extLst>
                  <a:ext uri="{FF2B5EF4-FFF2-40B4-BE49-F238E27FC236}">
                    <a16:creationId xmlns:a16="http://schemas.microsoft.com/office/drawing/2014/main" id="{14DAFBD3-EF51-A768-3C19-EAE4F13F281C}"/>
                  </a:ext>
                </a:extLst>
              </p:cNvPr>
              <p:cNvSpPr/>
              <p:nvPr/>
            </p:nvSpPr>
            <p:spPr>
              <a:xfrm>
                <a:off x="8205567" y="2197182"/>
                <a:ext cx="533400" cy="527264"/>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algn="ctr">
                  <a:defRPr/>
                </a:pPr>
                <a:endParaRPr lang="en-IN" kern="0">
                  <a:solidFill>
                    <a:prstClr val="white"/>
                  </a:solidFill>
                  <a:latin typeface="Calibri" panose="020F0502020204030204"/>
                </a:endParaRPr>
              </a:p>
            </p:txBody>
          </p:sp>
          <p:sp>
            <p:nvSpPr>
              <p:cNvPr id="80" name="TextBox 79">
                <a:extLst>
                  <a:ext uri="{FF2B5EF4-FFF2-40B4-BE49-F238E27FC236}">
                    <a16:creationId xmlns:a16="http://schemas.microsoft.com/office/drawing/2014/main" id="{6BB10366-1F63-543C-1991-52CEDB4A9851}"/>
                  </a:ext>
                </a:extLst>
              </p:cNvPr>
              <p:cNvSpPr txBox="1"/>
              <p:nvPr/>
            </p:nvSpPr>
            <p:spPr>
              <a:xfrm>
                <a:off x="4118973" y="3185540"/>
                <a:ext cx="652402" cy="546342"/>
              </a:xfrm>
              <a:prstGeom prst="rect">
                <a:avLst/>
              </a:prstGeom>
              <a:solidFill>
                <a:sysClr val="window" lastClr="FFFFFF">
                  <a:alpha val="70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1</a:t>
                </a:r>
              </a:p>
            </p:txBody>
          </p:sp>
          <p:sp>
            <p:nvSpPr>
              <p:cNvPr id="81" name="TextBox 80">
                <a:extLst>
                  <a:ext uri="{FF2B5EF4-FFF2-40B4-BE49-F238E27FC236}">
                    <a16:creationId xmlns:a16="http://schemas.microsoft.com/office/drawing/2014/main" id="{50EED831-67A0-44C2-60DF-6126FD4D1689}"/>
                  </a:ext>
                </a:extLst>
              </p:cNvPr>
              <p:cNvSpPr txBox="1"/>
              <p:nvPr/>
            </p:nvSpPr>
            <p:spPr>
              <a:xfrm>
                <a:off x="4841673" y="3178039"/>
                <a:ext cx="652402" cy="546342"/>
              </a:xfrm>
              <a:prstGeom prst="rect">
                <a:avLst/>
              </a:prstGeom>
              <a:solidFill>
                <a:sysClr val="window" lastClr="FFFFFF">
                  <a:alpha val="27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2</a:t>
                </a:r>
              </a:p>
            </p:txBody>
          </p:sp>
          <p:sp>
            <p:nvSpPr>
              <p:cNvPr id="82" name="Rectangle 81">
                <a:extLst>
                  <a:ext uri="{FF2B5EF4-FFF2-40B4-BE49-F238E27FC236}">
                    <a16:creationId xmlns:a16="http://schemas.microsoft.com/office/drawing/2014/main" id="{C819AA1B-09D1-B1AB-DCA9-B4B11CE581AC}"/>
                  </a:ext>
                </a:extLst>
              </p:cNvPr>
              <p:cNvSpPr/>
              <p:nvPr/>
            </p:nvSpPr>
            <p:spPr>
              <a:xfrm>
                <a:off x="-2479201" y="3347660"/>
                <a:ext cx="4048031" cy="403945"/>
              </a:xfrm>
              <a:prstGeom prst="rect">
                <a:avLst/>
              </a:prstGeom>
              <a:solidFill>
                <a:sysClr val="window" lastClr="FFFFFF">
                  <a:alpha val="44000"/>
                </a:sysClr>
              </a:solidFill>
              <a:ln w="12700" cap="flat" cmpd="sng" algn="ctr">
                <a:noFill/>
                <a:prstDash val="solid"/>
                <a:miter lim="800000"/>
              </a:ln>
              <a:effectLst/>
            </p:spPr>
            <p:txBody>
              <a:bodyPr rtlCol="0" anchor="ctr"/>
              <a:lstStyle/>
              <a:p>
                <a:pPr algn="ctr">
                  <a:defRPr/>
                </a:pPr>
                <a:r>
                  <a:rPr lang="en-IN" sz="2000" b="1" kern="0" dirty="0">
                    <a:solidFill>
                      <a:prstClr val="black"/>
                    </a:solidFill>
                    <a:latin typeface="Calibri" panose="020F0502020204030204"/>
                    <a:cs typeface="Arial" panose="020B0604020202020204" pitchFamily="34" charset="0"/>
                  </a:rPr>
                  <a:t>Period = 201 </a:t>
                </a:r>
                <a:r>
                  <a:rPr lang="en-IN" sz="2000" b="1" kern="0" dirty="0" err="1">
                    <a:solidFill>
                      <a:prstClr val="black"/>
                    </a:solidFill>
                    <a:latin typeface="Calibri" panose="020F0502020204030204"/>
                    <a:cs typeface="Arial" panose="020B0604020202020204" pitchFamily="34" charset="0"/>
                  </a:rPr>
                  <a:t>pS</a:t>
                </a:r>
                <a:endParaRPr lang="en-IN" sz="2000" b="1" kern="0" dirty="0">
                  <a:solidFill>
                    <a:prstClr val="black"/>
                  </a:solidFill>
                  <a:latin typeface="Calibri" panose="020F0502020204030204"/>
                  <a:cs typeface="Arial" panose="020B0604020202020204" pitchFamily="34" charset="0"/>
                </a:endParaRPr>
              </a:p>
            </p:txBody>
          </p:sp>
          <p:sp>
            <p:nvSpPr>
              <p:cNvPr id="83" name="TextBox 82">
                <a:extLst>
                  <a:ext uri="{FF2B5EF4-FFF2-40B4-BE49-F238E27FC236}">
                    <a16:creationId xmlns:a16="http://schemas.microsoft.com/office/drawing/2014/main" id="{90E1CD40-6697-88C2-A1F4-6C827D4E2F2B}"/>
                  </a:ext>
                </a:extLst>
              </p:cNvPr>
              <p:cNvSpPr txBox="1"/>
              <p:nvPr/>
            </p:nvSpPr>
            <p:spPr>
              <a:xfrm>
                <a:off x="5373517" y="3138265"/>
                <a:ext cx="652402" cy="546342"/>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3</a:t>
                </a:r>
              </a:p>
            </p:txBody>
          </p:sp>
          <p:sp>
            <p:nvSpPr>
              <p:cNvPr id="84" name="TextBox 83">
                <a:extLst>
                  <a:ext uri="{FF2B5EF4-FFF2-40B4-BE49-F238E27FC236}">
                    <a16:creationId xmlns:a16="http://schemas.microsoft.com/office/drawing/2014/main" id="{7B0AD486-1FBF-DABA-FCE4-AE4A5C07D831}"/>
                  </a:ext>
                </a:extLst>
              </p:cNvPr>
              <p:cNvSpPr txBox="1"/>
              <p:nvPr/>
            </p:nvSpPr>
            <p:spPr>
              <a:xfrm>
                <a:off x="6083853" y="3180894"/>
                <a:ext cx="652402" cy="546342"/>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4</a:t>
                </a:r>
              </a:p>
            </p:txBody>
          </p:sp>
          <p:sp>
            <p:nvSpPr>
              <p:cNvPr id="85" name="TextBox 84">
                <a:extLst>
                  <a:ext uri="{FF2B5EF4-FFF2-40B4-BE49-F238E27FC236}">
                    <a16:creationId xmlns:a16="http://schemas.microsoft.com/office/drawing/2014/main" id="{3C6068C0-586C-8719-6A52-6CA01874636E}"/>
                  </a:ext>
                </a:extLst>
              </p:cNvPr>
              <p:cNvSpPr txBox="1"/>
              <p:nvPr/>
            </p:nvSpPr>
            <p:spPr>
              <a:xfrm>
                <a:off x="6718882" y="3214228"/>
                <a:ext cx="652402" cy="546342"/>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5</a:t>
                </a:r>
              </a:p>
            </p:txBody>
          </p:sp>
          <p:sp>
            <p:nvSpPr>
              <p:cNvPr id="86" name="TextBox 85">
                <a:extLst>
                  <a:ext uri="{FF2B5EF4-FFF2-40B4-BE49-F238E27FC236}">
                    <a16:creationId xmlns:a16="http://schemas.microsoft.com/office/drawing/2014/main" id="{1A1998B5-7C9D-2602-F42D-3F3EDDBB9197}"/>
                  </a:ext>
                </a:extLst>
              </p:cNvPr>
              <p:cNvSpPr txBox="1"/>
              <p:nvPr/>
            </p:nvSpPr>
            <p:spPr>
              <a:xfrm>
                <a:off x="7313809" y="3205263"/>
                <a:ext cx="652402" cy="546342"/>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6</a:t>
                </a:r>
              </a:p>
            </p:txBody>
          </p:sp>
          <p:sp>
            <p:nvSpPr>
              <p:cNvPr id="87" name="TextBox 86">
                <a:extLst>
                  <a:ext uri="{FF2B5EF4-FFF2-40B4-BE49-F238E27FC236}">
                    <a16:creationId xmlns:a16="http://schemas.microsoft.com/office/drawing/2014/main" id="{D3832926-A90A-5224-0B95-653665D07B22}"/>
                  </a:ext>
                </a:extLst>
              </p:cNvPr>
              <p:cNvSpPr txBox="1"/>
              <p:nvPr/>
            </p:nvSpPr>
            <p:spPr>
              <a:xfrm>
                <a:off x="7927691" y="3176981"/>
                <a:ext cx="652402" cy="546342"/>
              </a:xfrm>
              <a:prstGeom prst="rect">
                <a:avLst/>
              </a:prstGeom>
              <a:solidFill>
                <a:sysClr val="window" lastClr="FFFFFF">
                  <a:alpha val="31000"/>
                </a:sysClr>
              </a:solidFill>
            </p:spPr>
            <p:txBody>
              <a:bodyPr wrap="none" rtlCol="0">
                <a:spAutoFit/>
              </a:bodyPr>
              <a:lstStyle/>
              <a:p>
                <a:pPr>
                  <a:defRPr/>
                </a:pPr>
                <a:r>
                  <a:rPr lang="en-IN" sz="1600" b="1" kern="0">
                    <a:solidFill>
                      <a:prstClr val="black"/>
                    </a:solidFill>
                    <a:latin typeface="Cambria Math" panose="02040503050406030204" pitchFamily="18" charset="0"/>
                    <a:ea typeface="Cambria Math" panose="02040503050406030204" pitchFamily="18" charset="0"/>
                  </a:rPr>
                  <a:t>ɸ</a:t>
                </a:r>
                <a:r>
                  <a:rPr lang="en-IN" sz="1600" b="1" kern="0" baseline="-25000">
                    <a:solidFill>
                      <a:prstClr val="black"/>
                    </a:solidFill>
                    <a:latin typeface="Cambria Math" panose="02040503050406030204" pitchFamily="18" charset="0"/>
                    <a:ea typeface="Cambria Math" panose="02040503050406030204" pitchFamily="18" charset="0"/>
                  </a:rPr>
                  <a:t>7</a:t>
                </a:r>
              </a:p>
            </p:txBody>
          </p:sp>
          <p:sp>
            <p:nvSpPr>
              <p:cNvPr id="88" name="Oval 87">
                <a:extLst>
                  <a:ext uri="{FF2B5EF4-FFF2-40B4-BE49-F238E27FC236}">
                    <a16:creationId xmlns:a16="http://schemas.microsoft.com/office/drawing/2014/main" id="{84C6DDD2-ADAC-D309-1FFD-D5C0F5435C0E}"/>
                  </a:ext>
                </a:extLst>
              </p:cNvPr>
              <p:cNvSpPr/>
              <p:nvPr/>
            </p:nvSpPr>
            <p:spPr bwMode="auto">
              <a:xfrm>
                <a:off x="8578269" y="2763862"/>
                <a:ext cx="406664" cy="406665"/>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algn="ctr">
                  <a:defRPr/>
                </a:pPr>
                <a:r>
                  <a:rPr lang="en-US" sz="1600" b="1" kern="0">
                    <a:solidFill>
                      <a:srgbClr val="007635"/>
                    </a:solidFill>
                    <a:latin typeface="Calibri" panose="020F0502020204030204"/>
                  </a:rPr>
                  <a:t>1</a:t>
                </a:r>
              </a:p>
            </p:txBody>
          </p:sp>
        </p:grpSp>
      </p:grpSp>
      <p:grpSp>
        <p:nvGrpSpPr>
          <p:cNvPr id="89" name="Group 88">
            <a:extLst>
              <a:ext uri="{FF2B5EF4-FFF2-40B4-BE49-F238E27FC236}">
                <a16:creationId xmlns:a16="http://schemas.microsoft.com/office/drawing/2014/main" id="{F3804BBD-0678-7D0D-3FF4-94F462E4D3CC}"/>
              </a:ext>
            </a:extLst>
          </p:cNvPr>
          <p:cNvGrpSpPr/>
          <p:nvPr/>
        </p:nvGrpSpPr>
        <p:grpSpPr>
          <a:xfrm>
            <a:off x="8596839" y="822333"/>
            <a:ext cx="2537438" cy="1044619"/>
            <a:chOff x="8596837" y="941395"/>
            <a:chExt cx="2537438" cy="1044619"/>
          </a:xfrm>
        </p:grpSpPr>
        <p:sp>
          <p:nvSpPr>
            <p:cNvPr id="90" name="Rectangle 89">
              <a:extLst>
                <a:ext uri="{FF2B5EF4-FFF2-40B4-BE49-F238E27FC236}">
                  <a16:creationId xmlns:a16="http://schemas.microsoft.com/office/drawing/2014/main" id="{06F607AC-3007-54A3-DEF5-9697BE164037}"/>
                </a:ext>
              </a:extLst>
            </p:cNvPr>
            <p:cNvSpPr/>
            <p:nvPr/>
          </p:nvSpPr>
          <p:spPr>
            <a:xfrm>
              <a:off x="8596837" y="941395"/>
              <a:ext cx="2537438" cy="619234"/>
            </a:xfrm>
            <a:prstGeom prst="rect">
              <a:avLst/>
            </a:prstGeom>
            <a:solidFill>
              <a:srgbClr val="FFFFFF">
                <a:lumMod val="85000"/>
              </a:srgbClr>
            </a:solidFill>
            <a:ln w="2540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smtClean="0">
                <a:ln>
                  <a:noFill/>
                </a:ln>
                <a:solidFill>
                  <a:srgbClr val="FFFFFF"/>
                </a:solidFill>
                <a:effectLst/>
                <a:uLnTx/>
                <a:uFillTx/>
                <a:latin typeface="Arial"/>
                <a:ea typeface="+mn-ea"/>
                <a:cs typeface="+mn-cs"/>
              </a:endParaRPr>
            </a:p>
          </p:txBody>
        </p:sp>
        <p:sp>
          <p:nvSpPr>
            <p:cNvPr id="91" name="Oval 90">
              <a:extLst>
                <a:ext uri="{FF2B5EF4-FFF2-40B4-BE49-F238E27FC236}">
                  <a16:creationId xmlns:a16="http://schemas.microsoft.com/office/drawing/2014/main" id="{D3B8344C-289B-3678-2F25-7169230CA89F}"/>
                </a:ext>
              </a:extLst>
            </p:cNvPr>
            <p:cNvSpPr/>
            <p:nvPr/>
          </p:nvSpPr>
          <p:spPr bwMode="auto">
            <a:xfrm>
              <a:off x="10243791" y="1289116"/>
              <a:ext cx="183120" cy="1831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7635"/>
                  </a:solidFill>
                  <a:effectLst/>
                  <a:uLnTx/>
                  <a:uFillTx/>
                  <a:latin typeface="Calibri" panose="020F0502020204030204"/>
                </a:rPr>
                <a:t>4</a:t>
              </a:r>
            </a:p>
          </p:txBody>
        </p:sp>
        <p:sp>
          <p:nvSpPr>
            <p:cNvPr id="92" name="Oval 91">
              <a:extLst>
                <a:ext uri="{FF2B5EF4-FFF2-40B4-BE49-F238E27FC236}">
                  <a16:creationId xmlns:a16="http://schemas.microsoft.com/office/drawing/2014/main" id="{3BDFABBA-F61D-8B0F-EC91-DE1AB5170B3D}"/>
                </a:ext>
              </a:extLst>
            </p:cNvPr>
            <p:cNvSpPr/>
            <p:nvPr/>
          </p:nvSpPr>
          <p:spPr bwMode="auto">
            <a:xfrm>
              <a:off x="9634491" y="1282383"/>
              <a:ext cx="183120" cy="1831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7635"/>
                  </a:solidFill>
                  <a:effectLst/>
                  <a:uLnTx/>
                  <a:uFillTx/>
                  <a:latin typeface="Calibri" panose="020F0502020204030204"/>
                </a:rPr>
                <a:t>7</a:t>
              </a:r>
            </a:p>
          </p:txBody>
        </p:sp>
        <p:sp>
          <p:nvSpPr>
            <p:cNvPr id="93" name="Oval 92">
              <a:extLst>
                <a:ext uri="{FF2B5EF4-FFF2-40B4-BE49-F238E27FC236}">
                  <a16:creationId xmlns:a16="http://schemas.microsoft.com/office/drawing/2014/main" id="{2E8F8779-3A5B-F8E7-AAE7-EF9347C7F58D}"/>
                </a:ext>
              </a:extLst>
            </p:cNvPr>
            <p:cNvSpPr/>
            <p:nvPr/>
          </p:nvSpPr>
          <p:spPr bwMode="auto">
            <a:xfrm>
              <a:off x="10548719" y="1283014"/>
              <a:ext cx="183120" cy="1831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635"/>
                  </a:solidFill>
                  <a:effectLst/>
                  <a:uLnTx/>
                  <a:uFillTx/>
                  <a:latin typeface="Calibri" panose="020F0502020204030204"/>
                </a:rPr>
                <a:t>6</a:t>
              </a:r>
            </a:p>
          </p:txBody>
        </p:sp>
        <p:sp>
          <p:nvSpPr>
            <p:cNvPr id="94" name="Oval 93">
              <a:extLst>
                <a:ext uri="{FF2B5EF4-FFF2-40B4-BE49-F238E27FC236}">
                  <a16:creationId xmlns:a16="http://schemas.microsoft.com/office/drawing/2014/main" id="{EA56852A-2655-085A-0F6B-AA2006869517}"/>
                </a:ext>
              </a:extLst>
            </p:cNvPr>
            <p:cNvSpPr/>
            <p:nvPr/>
          </p:nvSpPr>
          <p:spPr bwMode="auto">
            <a:xfrm>
              <a:off x="9939141" y="1282383"/>
              <a:ext cx="183120" cy="1831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7635"/>
                  </a:solidFill>
                  <a:effectLst/>
                  <a:uLnTx/>
                  <a:uFillTx/>
                  <a:latin typeface="Calibri" panose="020F0502020204030204"/>
                </a:rPr>
                <a:t>2</a:t>
              </a:r>
            </a:p>
          </p:txBody>
        </p:sp>
        <p:sp>
          <p:nvSpPr>
            <p:cNvPr id="95" name="Oval 94">
              <a:extLst>
                <a:ext uri="{FF2B5EF4-FFF2-40B4-BE49-F238E27FC236}">
                  <a16:creationId xmlns:a16="http://schemas.microsoft.com/office/drawing/2014/main" id="{110FC1EC-F155-5D48-AA9B-44B1D4097970}"/>
                </a:ext>
              </a:extLst>
            </p:cNvPr>
            <p:cNvSpPr/>
            <p:nvPr/>
          </p:nvSpPr>
          <p:spPr bwMode="auto">
            <a:xfrm>
              <a:off x="9274354" y="1284465"/>
              <a:ext cx="183120" cy="1831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635"/>
                  </a:solidFill>
                  <a:effectLst/>
                  <a:uLnTx/>
                  <a:uFillTx/>
                  <a:latin typeface="Calibri" panose="020F0502020204030204"/>
                </a:rPr>
                <a:t>5</a:t>
              </a:r>
            </a:p>
          </p:txBody>
        </p:sp>
        <p:sp>
          <p:nvSpPr>
            <p:cNvPr id="96" name="Oval 95">
              <a:extLst>
                <a:ext uri="{FF2B5EF4-FFF2-40B4-BE49-F238E27FC236}">
                  <a16:creationId xmlns:a16="http://schemas.microsoft.com/office/drawing/2014/main" id="{85AE359E-A380-EB1D-6B1B-DC2820BAC496}"/>
                </a:ext>
              </a:extLst>
            </p:cNvPr>
            <p:cNvSpPr/>
            <p:nvPr/>
          </p:nvSpPr>
          <p:spPr bwMode="auto">
            <a:xfrm>
              <a:off x="8663723" y="1284465"/>
              <a:ext cx="183120" cy="1831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635"/>
                  </a:solidFill>
                  <a:effectLst/>
                  <a:uLnTx/>
                  <a:uFillTx/>
                  <a:latin typeface="Calibri" panose="020F0502020204030204"/>
                </a:rPr>
                <a:t>1</a:t>
              </a:r>
            </a:p>
          </p:txBody>
        </p:sp>
        <p:sp>
          <p:nvSpPr>
            <p:cNvPr id="97" name="Oval 96">
              <a:extLst>
                <a:ext uri="{FF2B5EF4-FFF2-40B4-BE49-F238E27FC236}">
                  <a16:creationId xmlns:a16="http://schemas.microsoft.com/office/drawing/2014/main" id="{2CD6143F-DD0A-2A02-DD89-57A5C4269089}"/>
                </a:ext>
              </a:extLst>
            </p:cNvPr>
            <p:cNvSpPr/>
            <p:nvPr/>
          </p:nvSpPr>
          <p:spPr bwMode="auto">
            <a:xfrm>
              <a:off x="8977270" y="1284465"/>
              <a:ext cx="183120" cy="1831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7635"/>
                  </a:solidFill>
                  <a:effectLst/>
                  <a:uLnTx/>
                  <a:uFillTx/>
                  <a:latin typeface="Calibri" panose="020F0502020204030204"/>
                </a:rPr>
                <a:t>3</a:t>
              </a:r>
            </a:p>
          </p:txBody>
        </p:sp>
        <p:sp>
          <p:nvSpPr>
            <p:cNvPr id="98" name="Oval 97">
              <a:extLst>
                <a:ext uri="{FF2B5EF4-FFF2-40B4-BE49-F238E27FC236}">
                  <a16:creationId xmlns:a16="http://schemas.microsoft.com/office/drawing/2014/main" id="{6D0EB466-410F-F1A3-A1CA-6F3CF9C17051}"/>
                </a:ext>
              </a:extLst>
            </p:cNvPr>
            <p:cNvSpPr/>
            <p:nvPr/>
          </p:nvSpPr>
          <p:spPr bwMode="auto">
            <a:xfrm>
              <a:off x="10861074" y="1287654"/>
              <a:ext cx="183120" cy="178820"/>
            </a:xfrm>
            <a:prstGeom prst="ellipse">
              <a:avLst/>
            </a:prstGeom>
            <a:solidFill>
              <a:srgbClr val="ED7D31">
                <a:lumMod val="60000"/>
                <a:lumOff val="40000"/>
              </a:srgbClr>
            </a:solidFill>
            <a:ln w="25400" cap="flat" cmpd="sng" algn="ctr">
              <a:solidFill>
                <a:sysClr val="windowText" lastClr="000000"/>
              </a:solid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635"/>
                  </a:solidFill>
                  <a:effectLst/>
                  <a:uLnTx/>
                  <a:uFillTx/>
                  <a:latin typeface="Calibri" panose="020F0502020204030204"/>
                </a:rPr>
                <a:t>1</a:t>
              </a:r>
            </a:p>
          </p:txBody>
        </p:sp>
        <p:sp>
          <p:nvSpPr>
            <p:cNvPr id="99" name="Freeform 58">
              <a:extLst>
                <a:ext uri="{FF2B5EF4-FFF2-40B4-BE49-F238E27FC236}">
                  <a16:creationId xmlns:a16="http://schemas.microsoft.com/office/drawing/2014/main" id="{4CC8613C-5E48-709B-5D03-843677FF9F60}"/>
                </a:ext>
              </a:extLst>
            </p:cNvPr>
            <p:cNvSpPr/>
            <p:nvPr/>
          </p:nvSpPr>
          <p:spPr>
            <a:xfrm>
              <a:off x="8794050" y="1052261"/>
              <a:ext cx="220620" cy="20041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00" name="Freeform 58">
              <a:extLst>
                <a:ext uri="{FF2B5EF4-FFF2-40B4-BE49-F238E27FC236}">
                  <a16:creationId xmlns:a16="http://schemas.microsoft.com/office/drawing/2014/main" id="{6DA0AC6D-9A69-C7CC-7C57-4A45E64ACC25}"/>
                </a:ext>
              </a:extLst>
            </p:cNvPr>
            <p:cNvSpPr/>
            <p:nvPr/>
          </p:nvSpPr>
          <p:spPr>
            <a:xfrm>
              <a:off x="9126610" y="1038031"/>
              <a:ext cx="220620" cy="20041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01" name="Freeform 58">
              <a:extLst>
                <a:ext uri="{FF2B5EF4-FFF2-40B4-BE49-F238E27FC236}">
                  <a16:creationId xmlns:a16="http://schemas.microsoft.com/office/drawing/2014/main" id="{98CBB293-1908-3737-05B2-BAB3AFD7F1FA}"/>
                </a:ext>
              </a:extLst>
            </p:cNvPr>
            <p:cNvSpPr/>
            <p:nvPr/>
          </p:nvSpPr>
          <p:spPr>
            <a:xfrm>
              <a:off x="9452041" y="1032402"/>
              <a:ext cx="220620" cy="20041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02" name="Freeform 58">
              <a:extLst>
                <a:ext uri="{FF2B5EF4-FFF2-40B4-BE49-F238E27FC236}">
                  <a16:creationId xmlns:a16="http://schemas.microsoft.com/office/drawing/2014/main" id="{6E294853-AC09-382A-77EB-794F69F26BA7}"/>
                </a:ext>
              </a:extLst>
            </p:cNvPr>
            <p:cNvSpPr/>
            <p:nvPr/>
          </p:nvSpPr>
          <p:spPr>
            <a:xfrm>
              <a:off x="9793706" y="1037037"/>
              <a:ext cx="220620" cy="20041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03" name="Freeform 58">
              <a:extLst>
                <a:ext uri="{FF2B5EF4-FFF2-40B4-BE49-F238E27FC236}">
                  <a16:creationId xmlns:a16="http://schemas.microsoft.com/office/drawing/2014/main" id="{354E15F6-AE76-231A-7322-2A40050E4430}"/>
                </a:ext>
              </a:extLst>
            </p:cNvPr>
            <p:cNvSpPr/>
            <p:nvPr/>
          </p:nvSpPr>
          <p:spPr>
            <a:xfrm>
              <a:off x="10091734" y="1046722"/>
              <a:ext cx="220620" cy="20041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04" name="Freeform 58">
              <a:extLst>
                <a:ext uri="{FF2B5EF4-FFF2-40B4-BE49-F238E27FC236}">
                  <a16:creationId xmlns:a16="http://schemas.microsoft.com/office/drawing/2014/main" id="{5C9F69AD-BF1A-C116-4A9A-AABEFFCA2D02}"/>
                </a:ext>
              </a:extLst>
            </p:cNvPr>
            <p:cNvSpPr/>
            <p:nvPr/>
          </p:nvSpPr>
          <p:spPr>
            <a:xfrm>
              <a:off x="10362191" y="1046721"/>
              <a:ext cx="220620" cy="20041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05" name="Freeform 58">
              <a:extLst>
                <a:ext uri="{FF2B5EF4-FFF2-40B4-BE49-F238E27FC236}">
                  <a16:creationId xmlns:a16="http://schemas.microsoft.com/office/drawing/2014/main" id="{E4625E9F-E465-934C-5E37-BAD6187FAC7D}"/>
                </a:ext>
              </a:extLst>
            </p:cNvPr>
            <p:cNvSpPr/>
            <p:nvPr/>
          </p:nvSpPr>
          <p:spPr>
            <a:xfrm>
              <a:off x="10682804" y="1045132"/>
              <a:ext cx="220620" cy="200413"/>
            </a:xfrm>
            <a:custGeom>
              <a:avLst/>
              <a:gdLst>
                <a:gd name="connsiteX0" fmla="*/ 0 w 1447800"/>
                <a:gd name="connsiteY0" fmla="*/ 714375 h 714375"/>
                <a:gd name="connsiteX1" fmla="*/ 733425 w 1447800"/>
                <a:gd name="connsiteY1" fmla="*/ 0 h 714375"/>
                <a:gd name="connsiteX2" fmla="*/ 1447800 w 1447800"/>
                <a:gd name="connsiteY2" fmla="*/ 714375 h 714375"/>
              </a:gdLst>
              <a:ahLst/>
              <a:cxnLst>
                <a:cxn ang="0">
                  <a:pos x="connsiteX0" y="connsiteY0"/>
                </a:cxn>
                <a:cxn ang="0">
                  <a:pos x="connsiteX1" y="connsiteY1"/>
                </a:cxn>
                <a:cxn ang="0">
                  <a:pos x="connsiteX2" y="connsiteY2"/>
                </a:cxn>
              </a:cxnLst>
              <a:rect l="l" t="t" r="r" b="b"/>
              <a:pathLst>
                <a:path w="1447800" h="714375">
                  <a:moveTo>
                    <a:pt x="0" y="714375"/>
                  </a:moveTo>
                  <a:cubicBezTo>
                    <a:pt x="246062" y="357187"/>
                    <a:pt x="492125" y="0"/>
                    <a:pt x="733425" y="0"/>
                  </a:cubicBezTo>
                  <a:cubicBezTo>
                    <a:pt x="974725" y="0"/>
                    <a:pt x="1211262" y="357187"/>
                    <a:pt x="1447800" y="714375"/>
                  </a:cubicBezTo>
                </a:path>
              </a:pathLst>
            </a:custGeom>
            <a:noFill/>
            <a:ln w="41275" cap="flat" cmpd="sng" algn="ctr">
              <a:solidFill>
                <a:srgbClr val="00206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panose="020F0502020204030204"/>
              </a:endParaRPr>
            </a:p>
          </p:txBody>
        </p:sp>
        <p:sp>
          <p:nvSpPr>
            <p:cNvPr id="106" name="TextBox 105">
              <a:extLst>
                <a:ext uri="{FF2B5EF4-FFF2-40B4-BE49-F238E27FC236}">
                  <a16:creationId xmlns:a16="http://schemas.microsoft.com/office/drawing/2014/main" id="{C8447801-81DC-59CF-EC60-B8FF3C195BA1}"/>
                </a:ext>
              </a:extLst>
            </p:cNvPr>
            <p:cNvSpPr txBox="1"/>
            <p:nvPr/>
          </p:nvSpPr>
          <p:spPr>
            <a:xfrm>
              <a:off x="8881320" y="1616682"/>
              <a:ext cx="1841037" cy="36933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800" b="0" i="0" u="none" strike="noStrike" kern="0" cap="none" spc="0" normalizeH="0" baseline="0" noProof="0" dirty="0" smtClean="0">
                  <a:ln>
                    <a:noFill/>
                  </a:ln>
                  <a:solidFill>
                    <a:srgbClr val="00407A"/>
                  </a:solidFill>
                  <a:effectLst/>
                  <a:uLnTx/>
                  <a:uFillTx/>
                </a:rPr>
                <a:t>7 stages CROs</a:t>
              </a:r>
            </a:p>
          </p:txBody>
        </p:sp>
      </p:grpSp>
    </p:spTree>
    <p:extLst>
      <p:ext uri="{BB962C8B-B14F-4D97-AF65-F5344CB8AC3E}">
        <p14:creationId xmlns:p14="http://schemas.microsoft.com/office/powerpoint/2010/main" val="325698197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551D36-450F-4B24-9F0B-A51B1744BE58}"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62</a:t>
            </a:fld>
            <a:endParaRPr lang="en-BE"/>
          </a:p>
        </p:txBody>
      </p:sp>
      <p:sp>
        <p:nvSpPr>
          <p:cNvPr id="5" name="Rectangle 4">
            <a:extLst>
              <a:ext uri="{FF2B5EF4-FFF2-40B4-BE49-F238E27FC236}">
                <a16:creationId xmlns:a16="http://schemas.microsoft.com/office/drawing/2014/main" id="{B7938042-6B40-39D1-8535-EE919302134D}"/>
              </a:ext>
            </a:extLst>
          </p:cNvPr>
          <p:cNvSpPr/>
          <p:nvPr/>
        </p:nvSpPr>
        <p:spPr>
          <a:xfrm>
            <a:off x="233139" y="5309682"/>
            <a:ext cx="11718095" cy="683380"/>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68253AB7-F741-07AF-0E49-4E7B594EFC10}"/>
              </a:ext>
            </a:extLst>
          </p:cNvPr>
          <p:cNvSpPr/>
          <p:nvPr/>
        </p:nvSpPr>
        <p:spPr>
          <a:xfrm>
            <a:off x="8412167" y="1367438"/>
            <a:ext cx="3688958" cy="3266303"/>
          </a:xfrm>
          <a:prstGeom prst="rect">
            <a:avLst/>
          </a:prstGeom>
          <a:solidFill>
            <a:srgbClr val="FBE5D6"/>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7BD43787-68A5-F249-9947-F9FBA5A34641}"/>
              </a:ext>
            </a:extLst>
          </p:cNvPr>
          <p:cNvSpPr/>
          <p:nvPr/>
        </p:nvSpPr>
        <p:spPr>
          <a:xfrm>
            <a:off x="5478755" y="819243"/>
            <a:ext cx="2764971" cy="2931647"/>
          </a:xfrm>
          <a:prstGeom prst="rect">
            <a:avLst/>
          </a:prstGeom>
          <a:solidFill>
            <a:srgbClr val="FBE5D6"/>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E5E0D7B4-C29B-C087-4221-E813CC2A0929}"/>
              </a:ext>
            </a:extLst>
          </p:cNvPr>
          <p:cNvSpPr/>
          <p:nvPr/>
        </p:nvSpPr>
        <p:spPr>
          <a:xfrm>
            <a:off x="98084" y="744910"/>
            <a:ext cx="5321712" cy="4196501"/>
          </a:xfrm>
          <a:prstGeom prst="rect">
            <a:avLst/>
          </a:prstGeom>
          <a:solidFill>
            <a:srgbClr val="FBE5D6"/>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D727534-4AB5-EF0F-7ADD-E4246422FA9F}"/>
              </a:ext>
            </a:extLst>
          </p:cNvPr>
          <p:cNvSpPr/>
          <p:nvPr/>
        </p:nvSpPr>
        <p:spPr>
          <a:xfrm>
            <a:off x="0" y="0"/>
            <a:ext cx="12192000" cy="639298"/>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0" name="Group 9">
            <a:extLst>
              <a:ext uri="{FF2B5EF4-FFF2-40B4-BE49-F238E27FC236}">
                <a16:creationId xmlns:a16="http://schemas.microsoft.com/office/drawing/2014/main" id="{5C108A6E-ADC0-3B03-8027-2CC5A49EA002}"/>
              </a:ext>
            </a:extLst>
          </p:cNvPr>
          <p:cNvGrpSpPr/>
          <p:nvPr/>
        </p:nvGrpSpPr>
        <p:grpSpPr>
          <a:xfrm>
            <a:off x="5578167" y="992804"/>
            <a:ext cx="2596607" cy="2617239"/>
            <a:chOff x="3853218" y="0"/>
            <a:chExt cx="2668162" cy="2943759"/>
          </a:xfrm>
        </p:grpSpPr>
        <p:sp>
          <p:nvSpPr>
            <p:cNvPr id="11" name="Isosceles Triangle 10">
              <a:extLst>
                <a:ext uri="{FF2B5EF4-FFF2-40B4-BE49-F238E27FC236}">
                  <a16:creationId xmlns:a16="http://schemas.microsoft.com/office/drawing/2014/main" id="{839372C8-0E05-7AE0-B02A-135D2E1143DB}"/>
                </a:ext>
              </a:extLst>
            </p:cNvPr>
            <p:cNvSpPr/>
            <p:nvPr/>
          </p:nvSpPr>
          <p:spPr>
            <a:xfrm>
              <a:off x="3878352" y="0"/>
              <a:ext cx="2612390" cy="2113614"/>
            </a:xfrm>
            <a:prstGeom prst="triangle">
              <a:avLst/>
            </a:prstGeom>
            <a:solidFill>
              <a:srgbClr val="ED7D31">
                <a:lumMod val="40000"/>
                <a:lumOff val="60000"/>
              </a:srgbClr>
            </a:solidFill>
            <a:ln w="50800" cap="rnd"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ounded Rectangle 255">
              <a:extLst>
                <a:ext uri="{FF2B5EF4-FFF2-40B4-BE49-F238E27FC236}">
                  <a16:creationId xmlns:a16="http://schemas.microsoft.com/office/drawing/2014/main" id="{87901B98-7F76-97EA-F2F2-0F2123295636}"/>
                </a:ext>
              </a:extLst>
            </p:cNvPr>
            <p:cNvSpPr/>
            <p:nvPr/>
          </p:nvSpPr>
          <p:spPr>
            <a:xfrm>
              <a:off x="3853218" y="1831322"/>
              <a:ext cx="2668162" cy="576767"/>
            </a:xfrm>
            <a:prstGeom prst="roundRect">
              <a:avLst/>
            </a:prstGeom>
            <a:solidFill>
              <a:srgbClr val="ED7D31">
                <a:lumMod val="20000"/>
                <a:lumOff val="80000"/>
              </a:srgbClr>
            </a:solidFill>
            <a:ln w="15875" cap="rnd" cmpd="sng" algn="ctr">
              <a:solidFill>
                <a:schemeClr val="accent1"/>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3" name="Group 12">
              <a:extLst>
                <a:ext uri="{FF2B5EF4-FFF2-40B4-BE49-F238E27FC236}">
                  <a16:creationId xmlns:a16="http://schemas.microsoft.com/office/drawing/2014/main" id="{1C26FE6B-87AA-372D-3B5F-2196E2CE3F24}"/>
                </a:ext>
              </a:extLst>
            </p:cNvPr>
            <p:cNvGrpSpPr/>
            <p:nvPr/>
          </p:nvGrpSpPr>
          <p:grpSpPr>
            <a:xfrm>
              <a:off x="4933833" y="405656"/>
              <a:ext cx="537576" cy="228254"/>
              <a:chOff x="5158189" y="2214104"/>
              <a:chExt cx="749547" cy="385259"/>
            </a:xfrm>
          </p:grpSpPr>
          <p:cxnSp>
            <p:nvCxnSpPr>
              <p:cNvPr id="97" name="Straight Arrow Connector 96">
                <a:extLst>
                  <a:ext uri="{FF2B5EF4-FFF2-40B4-BE49-F238E27FC236}">
                    <a16:creationId xmlns:a16="http://schemas.microsoft.com/office/drawing/2014/main" id="{1BC51EAC-AA29-C84C-5163-FEFF43BFEAFC}"/>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98" name="Straight Arrow Connector 97">
                <a:extLst>
                  <a:ext uri="{FF2B5EF4-FFF2-40B4-BE49-F238E27FC236}">
                    <a16:creationId xmlns:a16="http://schemas.microsoft.com/office/drawing/2014/main" id="{56907E53-63C2-3BC2-BDFE-5B203945A962}"/>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4" name="Group 13">
              <a:extLst>
                <a:ext uri="{FF2B5EF4-FFF2-40B4-BE49-F238E27FC236}">
                  <a16:creationId xmlns:a16="http://schemas.microsoft.com/office/drawing/2014/main" id="{7F742390-DBA9-D73F-A259-AF8F5A868FFD}"/>
                </a:ext>
              </a:extLst>
            </p:cNvPr>
            <p:cNvGrpSpPr/>
            <p:nvPr/>
          </p:nvGrpSpPr>
          <p:grpSpPr>
            <a:xfrm>
              <a:off x="5751960" y="1654735"/>
              <a:ext cx="537576" cy="228254"/>
              <a:chOff x="5158189" y="2214104"/>
              <a:chExt cx="749547" cy="385259"/>
            </a:xfrm>
          </p:grpSpPr>
          <p:cxnSp>
            <p:nvCxnSpPr>
              <p:cNvPr id="95" name="Straight Arrow Connector 94">
                <a:extLst>
                  <a:ext uri="{FF2B5EF4-FFF2-40B4-BE49-F238E27FC236}">
                    <a16:creationId xmlns:a16="http://schemas.microsoft.com/office/drawing/2014/main" id="{693F8459-C4BA-FB8F-8833-423DFF64918A}"/>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96" name="Straight Arrow Connector 95">
                <a:extLst>
                  <a:ext uri="{FF2B5EF4-FFF2-40B4-BE49-F238E27FC236}">
                    <a16:creationId xmlns:a16="http://schemas.microsoft.com/office/drawing/2014/main" id="{7E7DA3F2-7792-8603-2F31-1AAD97C7118A}"/>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5" name="Group 14">
              <a:extLst>
                <a:ext uri="{FF2B5EF4-FFF2-40B4-BE49-F238E27FC236}">
                  <a16:creationId xmlns:a16="http://schemas.microsoft.com/office/drawing/2014/main" id="{9B84FA0C-0DBD-C8DA-5DC3-C54132C5120E}"/>
                </a:ext>
              </a:extLst>
            </p:cNvPr>
            <p:cNvGrpSpPr/>
            <p:nvPr/>
          </p:nvGrpSpPr>
          <p:grpSpPr>
            <a:xfrm>
              <a:off x="5214384" y="1654735"/>
              <a:ext cx="537576" cy="228254"/>
              <a:chOff x="5158189" y="2214104"/>
              <a:chExt cx="749547" cy="385259"/>
            </a:xfrm>
          </p:grpSpPr>
          <p:cxnSp>
            <p:nvCxnSpPr>
              <p:cNvPr id="93" name="Straight Arrow Connector 92">
                <a:extLst>
                  <a:ext uri="{FF2B5EF4-FFF2-40B4-BE49-F238E27FC236}">
                    <a16:creationId xmlns:a16="http://schemas.microsoft.com/office/drawing/2014/main" id="{1622BCBE-7AFD-52C4-8DC2-14DA99833130}"/>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94" name="Straight Arrow Connector 93">
                <a:extLst>
                  <a:ext uri="{FF2B5EF4-FFF2-40B4-BE49-F238E27FC236}">
                    <a16:creationId xmlns:a16="http://schemas.microsoft.com/office/drawing/2014/main" id="{28E768BC-2DCF-27BC-68D3-DC3C28E4C6F3}"/>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6" name="Group 15">
              <a:extLst>
                <a:ext uri="{FF2B5EF4-FFF2-40B4-BE49-F238E27FC236}">
                  <a16:creationId xmlns:a16="http://schemas.microsoft.com/office/drawing/2014/main" id="{192FDF4C-27A3-20FD-5EAC-F086A9AF269E}"/>
                </a:ext>
              </a:extLst>
            </p:cNvPr>
            <p:cNvGrpSpPr/>
            <p:nvPr/>
          </p:nvGrpSpPr>
          <p:grpSpPr>
            <a:xfrm>
              <a:off x="4683092" y="1653476"/>
              <a:ext cx="537576" cy="228254"/>
              <a:chOff x="5158189" y="2214104"/>
              <a:chExt cx="749547" cy="385259"/>
            </a:xfrm>
          </p:grpSpPr>
          <p:cxnSp>
            <p:nvCxnSpPr>
              <p:cNvPr id="91" name="Straight Arrow Connector 90">
                <a:extLst>
                  <a:ext uri="{FF2B5EF4-FFF2-40B4-BE49-F238E27FC236}">
                    <a16:creationId xmlns:a16="http://schemas.microsoft.com/office/drawing/2014/main" id="{427C5360-C3A9-8216-CAE9-599363EA48FF}"/>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92" name="Straight Arrow Connector 91">
                <a:extLst>
                  <a:ext uri="{FF2B5EF4-FFF2-40B4-BE49-F238E27FC236}">
                    <a16:creationId xmlns:a16="http://schemas.microsoft.com/office/drawing/2014/main" id="{ADB66B36-4246-B944-7D73-60C69DDC7A6B}"/>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7" name="Group 16">
              <a:extLst>
                <a:ext uri="{FF2B5EF4-FFF2-40B4-BE49-F238E27FC236}">
                  <a16:creationId xmlns:a16="http://schemas.microsoft.com/office/drawing/2014/main" id="{58593EDA-92D9-E2EF-D2A8-DF0BDD254BE1}"/>
                </a:ext>
              </a:extLst>
            </p:cNvPr>
            <p:cNvGrpSpPr/>
            <p:nvPr/>
          </p:nvGrpSpPr>
          <p:grpSpPr>
            <a:xfrm>
              <a:off x="4157099" y="1653555"/>
              <a:ext cx="537576" cy="228254"/>
              <a:chOff x="5158189" y="2214104"/>
              <a:chExt cx="749547" cy="385259"/>
            </a:xfrm>
          </p:grpSpPr>
          <p:cxnSp>
            <p:nvCxnSpPr>
              <p:cNvPr id="89" name="Straight Arrow Connector 88">
                <a:extLst>
                  <a:ext uri="{FF2B5EF4-FFF2-40B4-BE49-F238E27FC236}">
                    <a16:creationId xmlns:a16="http://schemas.microsoft.com/office/drawing/2014/main" id="{36AF8CE2-41C8-60D1-E93A-CFFADDC26426}"/>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90" name="Straight Arrow Connector 89">
                <a:extLst>
                  <a:ext uri="{FF2B5EF4-FFF2-40B4-BE49-F238E27FC236}">
                    <a16:creationId xmlns:a16="http://schemas.microsoft.com/office/drawing/2014/main" id="{13D5B667-2D25-E638-8969-EC41A700E59D}"/>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8" name="Group 17">
              <a:extLst>
                <a:ext uri="{FF2B5EF4-FFF2-40B4-BE49-F238E27FC236}">
                  <a16:creationId xmlns:a16="http://schemas.microsoft.com/office/drawing/2014/main" id="{C2900EF0-06D8-94C8-FBBA-A02D75C5C49E}"/>
                </a:ext>
              </a:extLst>
            </p:cNvPr>
            <p:cNvGrpSpPr/>
            <p:nvPr/>
          </p:nvGrpSpPr>
          <p:grpSpPr>
            <a:xfrm>
              <a:off x="5464945" y="1244387"/>
              <a:ext cx="537576" cy="228254"/>
              <a:chOff x="5158189" y="2214104"/>
              <a:chExt cx="749547" cy="385259"/>
            </a:xfrm>
          </p:grpSpPr>
          <p:cxnSp>
            <p:nvCxnSpPr>
              <p:cNvPr id="87" name="Straight Arrow Connector 86">
                <a:extLst>
                  <a:ext uri="{FF2B5EF4-FFF2-40B4-BE49-F238E27FC236}">
                    <a16:creationId xmlns:a16="http://schemas.microsoft.com/office/drawing/2014/main" id="{D4CBFED4-A1BF-DE9D-53DD-F6DD26762200}"/>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88" name="Straight Arrow Connector 87">
                <a:extLst>
                  <a:ext uri="{FF2B5EF4-FFF2-40B4-BE49-F238E27FC236}">
                    <a16:creationId xmlns:a16="http://schemas.microsoft.com/office/drawing/2014/main" id="{50E8B9F1-2052-7C8A-99C2-EAE5DF8E249F}"/>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9" name="Group 18">
              <a:extLst>
                <a:ext uri="{FF2B5EF4-FFF2-40B4-BE49-F238E27FC236}">
                  <a16:creationId xmlns:a16="http://schemas.microsoft.com/office/drawing/2014/main" id="{6F573D89-B60C-1A33-1E3C-E0DADDC019AF}"/>
                </a:ext>
              </a:extLst>
            </p:cNvPr>
            <p:cNvGrpSpPr/>
            <p:nvPr/>
          </p:nvGrpSpPr>
          <p:grpSpPr>
            <a:xfrm>
              <a:off x="4933833" y="1243128"/>
              <a:ext cx="537576" cy="228254"/>
              <a:chOff x="5158189" y="2214104"/>
              <a:chExt cx="749547" cy="385259"/>
            </a:xfrm>
          </p:grpSpPr>
          <p:cxnSp>
            <p:nvCxnSpPr>
              <p:cNvPr id="85" name="Straight Arrow Connector 84">
                <a:extLst>
                  <a:ext uri="{FF2B5EF4-FFF2-40B4-BE49-F238E27FC236}">
                    <a16:creationId xmlns:a16="http://schemas.microsoft.com/office/drawing/2014/main" id="{BD84CD41-4B7A-255B-91C3-BC438574348A}"/>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86" name="Straight Arrow Connector 85">
                <a:extLst>
                  <a:ext uri="{FF2B5EF4-FFF2-40B4-BE49-F238E27FC236}">
                    <a16:creationId xmlns:a16="http://schemas.microsoft.com/office/drawing/2014/main" id="{7200CD1F-4534-9440-A083-18DCF97451CB}"/>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20" name="Group 19">
              <a:extLst>
                <a:ext uri="{FF2B5EF4-FFF2-40B4-BE49-F238E27FC236}">
                  <a16:creationId xmlns:a16="http://schemas.microsoft.com/office/drawing/2014/main" id="{AB5C0F81-B32B-F9DF-CD06-A109DF42F03E}"/>
                </a:ext>
              </a:extLst>
            </p:cNvPr>
            <p:cNvGrpSpPr/>
            <p:nvPr/>
          </p:nvGrpSpPr>
          <p:grpSpPr>
            <a:xfrm>
              <a:off x="4407840" y="1243207"/>
              <a:ext cx="537576" cy="228254"/>
              <a:chOff x="5158189" y="2214104"/>
              <a:chExt cx="749547" cy="385259"/>
            </a:xfrm>
          </p:grpSpPr>
          <p:cxnSp>
            <p:nvCxnSpPr>
              <p:cNvPr id="83" name="Straight Arrow Connector 82">
                <a:extLst>
                  <a:ext uri="{FF2B5EF4-FFF2-40B4-BE49-F238E27FC236}">
                    <a16:creationId xmlns:a16="http://schemas.microsoft.com/office/drawing/2014/main" id="{6B3419DA-D013-DB2A-FA2F-BF478FAA7292}"/>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84" name="Straight Arrow Connector 83">
                <a:extLst>
                  <a:ext uri="{FF2B5EF4-FFF2-40B4-BE49-F238E27FC236}">
                    <a16:creationId xmlns:a16="http://schemas.microsoft.com/office/drawing/2014/main" id="{0091946B-AA2C-BCCA-DE22-56C64426BE5A}"/>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21" name="Group 20">
              <a:extLst>
                <a:ext uri="{FF2B5EF4-FFF2-40B4-BE49-F238E27FC236}">
                  <a16:creationId xmlns:a16="http://schemas.microsoft.com/office/drawing/2014/main" id="{501FE256-5FE9-5000-8F76-FDEF8C6ED3B8}"/>
                </a:ext>
              </a:extLst>
            </p:cNvPr>
            <p:cNvGrpSpPr/>
            <p:nvPr/>
          </p:nvGrpSpPr>
          <p:grpSpPr>
            <a:xfrm>
              <a:off x="5202621" y="825092"/>
              <a:ext cx="537576" cy="228254"/>
              <a:chOff x="5158189" y="2214104"/>
              <a:chExt cx="749547" cy="385259"/>
            </a:xfrm>
          </p:grpSpPr>
          <p:cxnSp>
            <p:nvCxnSpPr>
              <p:cNvPr id="81" name="Straight Arrow Connector 80">
                <a:extLst>
                  <a:ext uri="{FF2B5EF4-FFF2-40B4-BE49-F238E27FC236}">
                    <a16:creationId xmlns:a16="http://schemas.microsoft.com/office/drawing/2014/main" id="{CC681E6B-D6D6-3174-1DB5-CCEDE590BAF5}"/>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82" name="Straight Arrow Connector 81">
                <a:extLst>
                  <a:ext uri="{FF2B5EF4-FFF2-40B4-BE49-F238E27FC236}">
                    <a16:creationId xmlns:a16="http://schemas.microsoft.com/office/drawing/2014/main" id="{42F171F2-EB82-E7C9-FD72-9335BE642FDE}"/>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22" name="Group 21">
              <a:extLst>
                <a:ext uri="{FF2B5EF4-FFF2-40B4-BE49-F238E27FC236}">
                  <a16:creationId xmlns:a16="http://schemas.microsoft.com/office/drawing/2014/main" id="{D876A62E-9A16-B74D-D1D4-255303C0997A}"/>
                </a:ext>
              </a:extLst>
            </p:cNvPr>
            <p:cNvGrpSpPr/>
            <p:nvPr/>
          </p:nvGrpSpPr>
          <p:grpSpPr>
            <a:xfrm>
              <a:off x="4676628" y="825171"/>
              <a:ext cx="537576" cy="228254"/>
              <a:chOff x="5158189" y="2214104"/>
              <a:chExt cx="749547" cy="385259"/>
            </a:xfrm>
          </p:grpSpPr>
          <p:cxnSp>
            <p:nvCxnSpPr>
              <p:cNvPr id="79" name="Straight Arrow Connector 78">
                <a:extLst>
                  <a:ext uri="{FF2B5EF4-FFF2-40B4-BE49-F238E27FC236}">
                    <a16:creationId xmlns:a16="http://schemas.microsoft.com/office/drawing/2014/main" id="{AA2C2B85-EBE9-2047-BF22-0D3707F0D915}"/>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80" name="Straight Arrow Connector 79">
                <a:extLst>
                  <a:ext uri="{FF2B5EF4-FFF2-40B4-BE49-F238E27FC236}">
                    <a16:creationId xmlns:a16="http://schemas.microsoft.com/office/drawing/2014/main" id="{1374E3E2-A360-89B7-DEF0-9B5707C89DE9}"/>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23" name="Group 22">
              <a:extLst>
                <a:ext uri="{FF2B5EF4-FFF2-40B4-BE49-F238E27FC236}">
                  <a16:creationId xmlns:a16="http://schemas.microsoft.com/office/drawing/2014/main" id="{15E8123A-19B7-B340-30A4-4411C7176A56}"/>
                </a:ext>
              </a:extLst>
            </p:cNvPr>
            <p:cNvGrpSpPr/>
            <p:nvPr/>
          </p:nvGrpSpPr>
          <p:grpSpPr>
            <a:xfrm>
              <a:off x="5036905" y="96903"/>
              <a:ext cx="345908" cy="338554"/>
              <a:chOff x="5059624" y="116303"/>
              <a:chExt cx="274525" cy="307097"/>
            </a:xfrm>
          </p:grpSpPr>
          <p:sp>
            <p:nvSpPr>
              <p:cNvPr id="77" name="Rounded Rectangle 4">
                <a:extLst>
                  <a:ext uri="{FF2B5EF4-FFF2-40B4-BE49-F238E27FC236}">
                    <a16:creationId xmlns:a16="http://schemas.microsoft.com/office/drawing/2014/main" id="{89540DBC-C708-89FC-8778-EA0F32604E63}"/>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6128A454-6DD2-9D66-35A7-34D92368FCAB}"/>
                  </a:ext>
                </a:extLst>
              </p:cNvPr>
              <p:cNvSpPr/>
              <p:nvPr/>
            </p:nvSpPr>
            <p:spPr>
              <a:xfrm>
                <a:off x="5059624" y="116303"/>
                <a:ext cx="235611" cy="30709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24" name="Group 23">
              <a:extLst>
                <a:ext uri="{FF2B5EF4-FFF2-40B4-BE49-F238E27FC236}">
                  <a16:creationId xmlns:a16="http://schemas.microsoft.com/office/drawing/2014/main" id="{52EEB141-B31B-98F9-3ACD-ABDF909587F6}"/>
                </a:ext>
              </a:extLst>
            </p:cNvPr>
            <p:cNvGrpSpPr/>
            <p:nvPr/>
          </p:nvGrpSpPr>
          <p:grpSpPr>
            <a:xfrm>
              <a:off x="4790783" y="543234"/>
              <a:ext cx="296876" cy="338554"/>
              <a:chOff x="5044488" y="117281"/>
              <a:chExt cx="296876" cy="338554"/>
            </a:xfrm>
          </p:grpSpPr>
          <p:sp>
            <p:nvSpPr>
              <p:cNvPr id="75" name="Rounded Rectangle 10">
                <a:extLst>
                  <a:ext uri="{FF2B5EF4-FFF2-40B4-BE49-F238E27FC236}">
                    <a16:creationId xmlns:a16="http://schemas.microsoft.com/office/drawing/2014/main" id="{DA4419A2-7301-00E3-C5D1-D6094343E892}"/>
                  </a:ext>
                </a:extLst>
              </p:cNvPr>
              <p:cNvSpPr/>
              <p:nvPr/>
            </p:nvSpPr>
            <p:spPr>
              <a:xfrm>
                <a:off x="5064093" y="220026"/>
                <a:ext cx="267431" cy="197578"/>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78CD75EE-F6AA-BC42-6C58-478BE23645EF}"/>
                  </a:ext>
                </a:extLst>
              </p:cNvPr>
              <p:cNvSpPr/>
              <p:nvPr/>
            </p:nvSpPr>
            <p:spPr>
              <a:xfrm>
                <a:off x="5044488" y="117281"/>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2</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25" name="Group 24">
              <a:extLst>
                <a:ext uri="{FF2B5EF4-FFF2-40B4-BE49-F238E27FC236}">
                  <a16:creationId xmlns:a16="http://schemas.microsoft.com/office/drawing/2014/main" id="{83727479-7AC9-BDA0-29CF-3B57F802808F}"/>
                </a:ext>
              </a:extLst>
            </p:cNvPr>
            <p:cNvGrpSpPr/>
            <p:nvPr/>
          </p:nvGrpSpPr>
          <p:grpSpPr>
            <a:xfrm>
              <a:off x="5288936" y="550155"/>
              <a:ext cx="298176" cy="338554"/>
              <a:chOff x="5039627" y="124203"/>
              <a:chExt cx="298176" cy="338554"/>
            </a:xfrm>
          </p:grpSpPr>
          <p:sp>
            <p:nvSpPr>
              <p:cNvPr id="73" name="Rounded Rectangle 13">
                <a:extLst>
                  <a:ext uri="{FF2B5EF4-FFF2-40B4-BE49-F238E27FC236}">
                    <a16:creationId xmlns:a16="http://schemas.microsoft.com/office/drawing/2014/main" id="{D8DB417F-AF9D-3B23-62CA-52FFC0A3D2A1}"/>
                  </a:ext>
                </a:extLst>
              </p:cNvPr>
              <p:cNvSpPr/>
              <p:nvPr/>
            </p:nvSpPr>
            <p:spPr>
              <a:xfrm>
                <a:off x="5064093" y="220025"/>
                <a:ext cx="273710" cy="197579"/>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72B08CBD-890E-A336-AAF8-12D7D772409D}"/>
                  </a:ext>
                </a:extLst>
              </p:cNvPr>
              <p:cNvSpPr/>
              <p:nvPr/>
            </p:nvSpPr>
            <p:spPr>
              <a:xfrm>
                <a:off x="5039627" y="124203"/>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4</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26" name="Group 25">
              <a:extLst>
                <a:ext uri="{FF2B5EF4-FFF2-40B4-BE49-F238E27FC236}">
                  <a16:creationId xmlns:a16="http://schemas.microsoft.com/office/drawing/2014/main" id="{1BFDFCD6-7072-7D49-6097-413E33DD7083}"/>
                </a:ext>
              </a:extLst>
            </p:cNvPr>
            <p:cNvGrpSpPr/>
            <p:nvPr/>
          </p:nvGrpSpPr>
          <p:grpSpPr>
            <a:xfrm>
              <a:off x="4533817" y="961270"/>
              <a:ext cx="296876" cy="338554"/>
              <a:chOff x="5056246" y="122060"/>
              <a:chExt cx="296876" cy="338554"/>
            </a:xfrm>
          </p:grpSpPr>
          <p:sp>
            <p:nvSpPr>
              <p:cNvPr id="71" name="Rounded Rectangle 22">
                <a:extLst>
                  <a:ext uri="{FF2B5EF4-FFF2-40B4-BE49-F238E27FC236}">
                    <a16:creationId xmlns:a16="http://schemas.microsoft.com/office/drawing/2014/main" id="{D6E93DE9-8FBA-CD17-6792-ECBF1AF09DE8}"/>
                  </a:ext>
                </a:extLst>
              </p:cNvPr>
              <p:cNvSpPr/>
              <p:nvPr/>
            </p:nvSpPr>
            <p:spPr>
              <a:xfrm>
                <a:off x="5064092" y="220026"/>
                <a:ext cx="281061" cy="20568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2" name="Rectangle 71">
                <a:extLst>
                  <a:ext uri="{FF2B5EF4-FFF2-40B4-BE49-F238E27FC236}">
                    <a16:creationId xmlns:a16="http://schemas.microsoft.com/office/drawing/2014/main" id="{8F89980C-56B5-4E29-E0E1-7D3D55D0A1F3}"/>
                  </a:ext>
                </a:extLst>
              </p:cNvPr>
              <p:cNvSpPr/>
              <p:nvPr/>
            </p:nvSpPr>
            <p:spPr>
              <a:xfrm>
                <a:off x="5056246" y="122060"/>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3</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27" name="Group 26">
              <a:extLst>
                <a:ext uri="{FF2B5EF4-FFF2-40B4-BE49-F238E27FC236}">
                  <a16:creationId xmlns:a16="http://schemas.microsoft.com/office/drawing/2014/main" id="{3D3369D7-785F-A827-8D72-5FD39450B014}"/>
                </a:ext>
              </a:extLst>
            </p:cNvPr>
            <p:cNvGrpSpPr/>
            <p:nvPr/>
          </p:nvGrpSpPr>
          <p:grpSpPr>
            <a:xfrm>
              <a:off x="5081995" y="966886"/>
              <a:ext cx="296876" cy="338554"/>
              <a:chOff x="5041269" y="129326"/>
              <a:chExt cx="296876" cy="338554"/>
            </a:xfrm>
          </p:grpSpPr>
          <p:sp>
            <p:nvSpPr>
              <p:cNvPr id="69" name="Rounded Rectangle 25">
                <a:extLst>
                  <a:ext uri="{FF2B5EF4-FFF2-40B4-BE49-F238E27FC236}">
                    <a16:creationId xmlns:a16="http://schemas.microsoft.com/office/drawing/2014/main" id="{68F87C82-4AAE-8915-7214-B5FF15BEE3EB}"/>
                  </a:ext>
                </a:extLst>
              </p:cNvPr>
              <p:cNvSpPr/>
              <p:nvPr/>
            </p:nvSpPr>
            <p:spPr>
              <a:xfrm>
                <a:off x="5064093" y="220025"/>
                <a:ext cx="265330" cy="206177"/>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0" name="Rectangle 69">
                <a:extLst>
                  <a:ext uri="{FF2B5EF4-FFF2-40B4-BE49-F238E27FC236}">
                    <a16:creationId xmlns:a16="http://schemas.microsoft.com/office/drawing/2014/main" id="{9CF978AF-425B-A0A0-D5D1-6B71ADD7E6AA}"/>
                  </a:ext>
                </a:extLst>
              </p:cNvPr>
              <p:cNvSpPr/>
              <p:nvPr/>
            </p:nvSpPr>
            <p:spPr>
              <a:xfrm>
                <a:off x="5041269" y="129326"/>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5</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28" name="Group 27">
              <a:extLst>
                <a:ext uri="{FF2B5EF4-FFF2-40B4-BE49-F238E27FC236}">
                  <a16:creationId xmlns:a16="http://schemas.microsoft.com/office/drawing/2014/main" id="{6DD5B9AC-5363-F4B4-74DA-68E86DE4E05B}"/>
                </a:ext>
              </a:extLst>
            </p:cNvPr>
            <p:cNvGrpSpPr/>
            <p:nvPr/>
          </p:nvGrpSpPr>
          <p:grpSpPr>
            <a:xfrm>
              <a:off x="5567081" y="970458"/>
              <a:ext cx="296876" cy="338554"/>
              <a:chOff x="5038735" y="132899"/>
              <a:chExt cx="296876" cy="338554"/>
            </a:xfrm>
          </p:grpSpPr>
          <p:sp>
            <p:nvSpPr>
              <p:cNvPr id="67" name="Rounded Rectangle 28">
                <a:extLst>
                  <a:ext uri="{FF2B5EF4-FFF2-40B4-BE49-F238E27FC236}">
                    <a16:creationId xmlns:a16="http://schemas.microsoft.com/office/drawing/2014/main" id="{5A993E29-BC39-BEDE-3D6F-99AA370F174F}"/>
                  </a:ext>
                </a:extLst>
              </p:cNvPr>
              <p:cNvSpPr/>
              <p:nvPr/>
            </p:nvSpPr>
            <p:spPr>
              <a:xfrm>
                <a:off x="5064092" y="220025"/>
                <a:ext cx="271395" cy="206178"/>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8" name="Rectangle 67">
                <a:extLst>
                  <a:ext uri="{FF2B5EF4-FFF2-40B4-BE49-F238E27FC236}">
                    <a16:creationId xmlns:a16="http://schemas.microsoft.com/office/drawing/2014/main" id="{E8D2CCDB-1830-A2CB-11F1-E49346C2D1E3}"/>
                  </a:ext>
                </a:extLst>
              </p:cNvPr>
              <p:cNvSpPr/>
              <p:nvPr/>
            </p:nvSpPr>
            <p:spPr>
              <a:xfrm>
                <a:off x="5038735" y="132899"/>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2</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29" name="Group 28">
              <a:extLst>
                <a:ext uri="{FF2B5EF4-FFF2-40B4-BE49-F238E27FC236}">
                  <a16:creationId xmlns:a16="http://schemas.microsoft.com/office/drawing/2014/main" id="{3233046C-3D96-8F5E-1F45-4D9FFCA3FCEF}"/>
                </a:ext>
              </a:extLst>
            </p:cNvPr>
            <p:cNvGrpSpPr/>
            <p:nvPr/>
          </p:nvGrpSpPr>
          <p:grpSpPr>
            <a:xfrm>
              <a:off x="4269740" y="1377016"/>
              <a:ext cx="296876" cy="338554"/>
              <a:chOff x="5060957" y="119770"/>
              <a:chExt cx="296876" cy="338554"/>
            </a:xfrm>
          </p:grpSpPr>
          <p:sp>
            <p:nvSpPr>
              <p:cNvPr id="65" name="Rounded Rectangle 37">
                <a:extLst>
                  <a:ext uri="{FF2B5EF4-FFF2-40B4-BE49-F238E27FC236}">
                    <a16:creationId xmlns:a16="http://schemas.microsoft.com/office/drawing/2014/main" id="{B69E0014-8AB4-E560-9813-1852D7A4020A}"/>
                  </a:ext>
                </a:extLst>
              </p:cNvPr>
              <p:cNvSpPr/>
              <p:nvPr/>
            </p:nvSpPr>
            <p:spPr>
              <a:xfrm>
                <a:off x="5064093" y="220026"/>
                <a:ext cx="287332" cy="196440"/>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Rectangle 65">
                <a:extLst>
                  <a:ext uri="{FF2B5EF4-FFF2-40B4-BE49-F238E27FC236}">
                    <a16:creationId xmlns:a16="http://schemas.microsoft.com/office/drawing/2014/main" id="{0547BF43-8AF0-DB19-A948-95FB9D4D8620}"/>
                  </a:ext>
                </a:extLst>
              </p:cNvPr>
              <p:cNvSpPr/>
              <p:nvPr/>
            </p:nvSpPr>
            <p:spPr>
              <a:xfrm>
                <a:off x="5060957" y="119770"/>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4</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0" name="Group 29">
              <a:extLst>
                <a:ext uri="{FF2B5EF4-FFF2-40B4-BE49-F238E27FC236}">
                  <a16:creationId xmlns:a16="http://schemas.microsoft.com/office/drawing/2014/main" id="{6C13EFA3-2719-57D8-9BB2-ED2DAB3537B3}"/>
                </a:ext>
              </a:extLst>
            </p:cNvPr>
            <p:cNvGrpSpPr/>
            <p:nvPr/>
          </p:nvGrpSpPr>
          <p:grpSpPr>
            <a:xfrm>
              <a:off x="4834193" y="1389874"/>
              <a:ext cx="296876" cy="338554"/>
              <a:chOff x="5062255" y="134278"/>
              <a:chExt cx="296876" cy="338554"/>
            </a:xfrm>
          </p:grpSpPr>
          <p:sp>
            <p:nvSpPr>
              <p:cNvPr id="63" name="Rounded Rectangle 40">
                <a:extLst>
                  <a:ext uri="{FF2B5EF4-FFF2-40B4-BE49-F238E27FC236}">
                    <a16:creationId xmlns:a16="http://schemas.microsoft.com/office/drawing/2014/main" id="{63A0093A-0242-886F-7B1F-66987B743DFF}"/>
                  </a:ext>
                </a:extLst>
              </p:cNvPr>
              <p:cNvSpPr/>
              <p:nvPr/>
            </p:nvSpPr>
            <p:spPr>
              <a:xfrm>
                <a:off x="5064092" y="220025"/>
                <a:ext cx="280747" cy="210217"/>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a16="http://schemas.microsoft.com/office/drawing/2014/main" id="{FD4FCB22-4F64-F486-8276-3FA01B5232D4}"/>
                  </a:ext>
                </a:extLst>
              </p:cNvPr>
              <p:cNvSpPr/>
              <p:nvPr/>
            </p:nvSpPr>
            <p:spPr>
              <a:xfrm>
                <a:off x="5062255" y="134278"/>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1" name="Group 30">
              <a:extLst>
                <a:ext uri="{FF2B5EF4-FFF2-40B4-BE49-F238E27FC236}">
                  <a16:creationId xmlns:a16="http://schemas.microsoft.com/office/drawing/2014/main" id="{6F9A6D78-3189-AA1A-3E5E-21530ECB266A}"/>
                </a:ext>
              </a:extLst>
            </p:cNvPr>
            <p:cNvGrpSpPr/>
            <p:nvPr/>
          </p:nvGrpSpPr>
          <p:grpSpPr>
            <a:xfrm>
              <a:off x="5307057" y="1379881"/>
              <a:ext cx="296876" cy="338554"/>
              <a:chOff x="5047499" y="124286"/>
              <a:chExt cx="296876" cy="338554"/>
            </a:xfrm>
          </p:grpSpPr>
          <p:sp>
            <p:nvSpPr>
              <p:cNvPr id="61" name="Rounded Rectangle 43">
                <a:extLst>
                  <a:ext uri="{FF2B5EF4-FFF2-40B4-BE49-F238E27FC236}">
                    <a16:creationId xmlns:a16="http://schemas.microsoft.com/office/drawing/2014/main" id="{BAFDFD69-7352-D07B-73FF-EC2854E23030}"/>
                  </a:ext>
                </a:extLst>
              </p:cNvPr>
              <p:cNvSpPr/>
              <p:nvPr/>
            </p:nvSpPr>
            <p:spPr>
              <a:xfrm>
                <a:off x="5064093" y="220025"/>
                <a:ext cx="268787" cy="207887"/>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9A834AA7-0537-ED53-65B9-71E50EE2E99F}"/>
                  </a:ext>
                </a:extLst>
              </p:cNvPr>
              <p:cNvSpPr/>
              <p:nvPr/>
            </p:nvSpPr>
            <p:spPr>
              <a:xfrm>
                <a:off x="5047499" y="124286"/>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3</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2" name="Group 31">
              <a:extLst>
                <a:ext uri="{FF2B5EF4-FFF2-40B4-BE49-F238E27FC236}">
                  <a16:creationId xmlns:a16="http://schemas.microsoft.com/office/drawing/2014/main" id="{A623F975-4CE0-91DF-BCBA-5A7B7C81D378}"/>
                </a:ext>
              </a:extLst>
            </p:cNvPr>
            <p:cNvGrpSpPr/>
            <p:nvPr/>
          </p:nvGrpSpPr>
          <p:grpSpPr>
            <a:xfrm>
              <a:off x="5834823" y="1385771"/>
              <a:ext cx="302662" cy="338554"/>
              <a:chOff x="5041523" y="128621"/>
              <a:chExt cx="302662" cy="338554"/>
            </a:xfrm>
          </p:grpSpPr>
          <p:sp>
            <p:nvSpPr>
              <p:cNvPr id="59" name="Rounded Rectangle 49">
                <a:extLst>
                  <a:ext uri="{FF2B5EF4-FFF2-40B4-BE49-F238E27FC236}">
                    <a16:creationId xmlns:a16="http://schemas.microsoft.com/office/drawing/2014/main" id="{9705269F-8DDD-4DF4-69D3-7EC80EBA991F}"/>
                  </a:ext>
                </a:extLst>
              </p:cNvPr>
              <p:cNvSpPr/>
              <p:nvPr/>
            </p:nvSpPr>
            <p:spPr>
              <a:xfrm>
                <a:off x="5064093" y="220025"/>
                <a:ext cx="280092" cy="212841"/>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F2CFC485-CCA1-82DA-80BD-9011E2FC30A1}"/>
                  </a:ext>
                </a:extLst>
              </p:cNvPr>
              <p:cNvSpPr/>
              <p:nvPr/>
            </p:nvSpPr>
            <p:spPr>
              <a:xfrm>
                <a:off x="5041523" y="128621"/>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5</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3" name="Group 32">
              <a:extLst>
                <a:ext uri="{FF2B5EF4-FFF2-40B4-BE49-F238E27FC236}">
                  <a16:creationId xmlns:a16="http://schemas.microsoft.com/office/drawing/2014/main" id="{88C0CAE0-ECC5-12EE-B6E0-395FCDE24C40}"/>
                </a:ext>
              </a:extLst>
            </p:cNvPr>
            <p:cNvGrpSpPr/>
            <p:nvPr/>
          </p:nvGrpSpPr>
          <p:grpSpPr>
            <a:xfrm>
              <a:off x="4001102" y="1807930"/>
              <a:ext cx="310439" cy="338554"/>
              <a:chOff x="5043060" y="140336"/>
              <a:chExt cx="310439" cy="338554"/>
            </a:xfrm>
          </p:grpSpPr>
          <p:sp>
            <p:nvSpPr>
              <p:cNvPr id="57" name="Rounded Rectangle 58">
                <a:extLst>
                  <a:ext uri="{FF2B5EF4-FFF2-40B4-BE49-F238E27FC236}">
                    <a16:creationId xmlns:a16="http://schemas.microsoft.com/office/drawing/2014/main" id="{500CA2F9-30A6-32C8-3DE1-FE4BAEFC75DD}"/>
                  </a:ext>
                </a:extLst>
              </p:cNvPr>
              <p:cNvSpPr/>
              <p:nvPr/>
            </p:nvSpPr>
            <p:spPr>
              <a:xfrm>
                <a:off x="5064092" y="220025"/>
                <a:ext cx="289407" cy="213609"/>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3C6D6450-63D8-9DFD-AFA4-9D92EA5B9CD4}"/>
                  </a:ext>
                </a:extLst>
              </p:cNvPr>
              <p:cNvSpPr/>
              <p:nvPr/>
            </p:nvSpPr>
            <p:spPr>
              <a:xfrm>
                <a:off x="5043060" y="140336"/>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5</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4" name="Group 33">
              <a:extLst>
                <a:ext uri="{FF2B5EF4-FFF2-40B4-BE49-F238E27FC236}">
                  <a16:creationId xmlns:a16="http://schemas.microsoft.com/office/drawing/2014/main" id="{C6E7966A-03D8-2797-DF61-6A245A41F4EB}"/>
                </a:ext>
              </a:extLst>
            </p:cNvPr>
            <p:cNvGrpSpPr/>
            <p:nvPr/>
          </p:nvGrpSpPr>
          <p:grpSpPr>
            <a:xfrm>
              <a:off x="4558936" y="1797892"/>
              <a:ext cx="299478" cy="338554"/>
              <a:chOff x="5037739" y="131948"/>
              <a:chExt cx="299478" cy="338554"/>
            </a:xfrm>
          </p:grpSpPr>
          <p:sp>
            <p:nvSpPr>
              <p:cNvPr id="55" name="Rounded Rectangle 61">
                <a:extLst>
                  <a:ext uri="{FF2B5EF4-FFF2-40B4-BE49-F238E27FC236}">
                    <a16:creationId xmlns:a16="http://schemas.microsoft.com/office/drawing/2014/main" id="{6B7923B1-4071-8317-91E8-75BB1561A1C4}"/>
                  </a:ext>
                </a:extLst>
              </p:cNvPr>
              <p:cNvSpPr/>
              <p:nvPr/>
            </p:nvSpPr>
            <p:spPr>
              <a:xfrm>
                <a:off x="5064093" y="220026"/>
                <a:ext cx="273124" cy="215258"/>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6" name="Rectangle 55">
                <a:extLst>
                  <a:ext uri="{FF2B5EF4-FFF2-40B4-BE49-F238E27FC236}">
                    <a16:creationId xmlns:a16="http://schemas.microsoft.com/office/drawing/2014/main" id="{9E4C87CB-4946-1E9A-5A66-46EA361F13B0}"/>
                  </a:ext>
                </a:extLst>
              </p:cNvPr>
              <p:cNvSpPr/>
              <p:nvPr/>
            </p:nvSpPr>
            <p:spPr>
              <a:xfrm>
                <a:off x="5037739" y="131948"/>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2</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5" name="Group 34">
              <a:extLst>
                <a:ext uri="{FF2B5EF4-FFF2-40B4-BE49-F238E27FC236}">
                  <a16:creationId xmlns:a16="http://schemas.microsoft.com/office/drawing/2014/main" id="{BF9CEA7E-DE7A-DE55-367D-E67A53AB434D}"/>
                </a:ext>
              </a:extLst>
            </p:cNvPr>
            <p:cNvGrpSpPr/>
            <p:nvPr/>
          </p:nvGrpSpPr>
          <p:grpSpPr>
            <a:xfrm>
              <a:off x="5046661" y="1797340"/>
              <a:ext cx="304449" cy="338554"/>
              <a:chOff x="5037844" y="131397"/>
              <a:chExt cx="304449" cy="338554"/>
            </a:xfrm>
          </p:grpSpPr>
          <p:sp>
            <p:nvSpPr>
              <p:cNvPr id="53" name="Rounded Rectangle 64">
                <a:extLst>
                  <a:ext uri="{FF2B5EF4-FFF2-40B4-BE49-F238E27FC236}">
                    <a16:creationId xmlns:a16="http://schemas.microsoft.com/office/drawing/2014/main" id="{0DC7270D-4FD1-30C8-DFB1-855C9F653829}"/>
                  </a:ext>
                </a:extLst>
              </p:cNvPr>
              <p:cNvSpPr/>
              <p:nvPr/>
            </p:nvSpPr>
            <p:spPr>
              <a:xfrm>
                <a:off x="5064092" y="220025"/>
                <a:ext cx="278201" cy="215259"/>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F1B50F97-3369-7EBC-13A4-94BB166C7E8E}"/>
                  </a:ext>
                </a:extLst>
              </p:cNvPr>
              <p:cNvSpPr/>
              <p:nvPr/>
            </p:nvSpPr>
            <p:spPr>
              <a:xfrm>
                <a:off x="5037844" y="131397"/>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4</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6" name="Group 35">
              <a:extLst>
                <a:ext uri="{FF2B5EF4-FFF2-40B4-BE49-F238E27FC236}">
                  <a16:creationId xmlns:a16="http://schemas.microsoft.com/office/drawing/2014/main" id="{CDF29180-FDBA-9714-6E0B-2357A75DA7B6}"/>
                </a:ext>
              </a:extLst>
            </p:cNvPr>
            <p:cNvGrpSpPr/>
            <p:nvPr/>
          </p:nvGrpSpPr>
          <p:grpSpPr>
            <a:xfrm>
              <a:off x="5580489" y="1806615"/>
              <a:ext cx="300053" cy="338554"/>
              <a:chOff x="5037750" y="139117"/>
              <a:chExt cx="300053" cy="338554"/>
            </a:xfrm>
          </p:grpSpPr>
          <p:sp>
            <p:nvSpPr>
              <p:cNvPr id="51" name="Rounded Rectangle 70">
                <a:extLst>
                  <a:ext uri="{FF2B5EF4-FFF2-40B4-BE49-F238E27FC236}">
                    <a16:creationId xmlns:a16="http://schemas.microsoft.com/office/drawing/2014/main" id="{18F6DE39-4314-1BE9-396C-B1CD4C4B6696}"/>
                  </a:ext>
                </a:extLst>
              </p:cNvPr>
              <p:cNvSpPr/>
              <p:nvPr/>
            </p:nvSpPr>
            <p:spPr>
              <a:xfrm>
                <a:off x="5064093" y="220025"/>
                <a:ext cx="273710" cy="213703"/>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05551179-F3C1-2EE2-FEC3-7858F3D03C12}"/>
                  </a:ext>
                </a:extLst>
              </p:cNvPr>
              <p:cNvSpPr/>
              <p:nvPr/>
            </p:nvSpPr>
            <p:spPr>
              <a:xfrm>
                <a:off x="5037750" y="139117"/>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37" name="Group 36">
              <a:extLst>
                <a:ext uri="{FF2B5EF4-FFF2-40B4-BE49-F238E27FC236}">
                  <a16:creationId xmlns:a16="http://schemas.microsoft.com/office/drawing/2014/main" id="{89AEB00C-A573-E44A-7F51-03DACDE9096E}"/>
                </a:ext>
              </a:extLst>
            </p:cNvPr>
            <p:cNvGrpSpPr/>
            <p:nvPr/>
          </p:nvGrpSpPr>
          <p:grpSpPr>
            <a:xfrm>
              <a:off x="6118210" y="1789779"/>
              <a:ext cx="320604" cy="338554"/>
              <a:chOff x="5037895" y="122281"/>
              <a:chExt cx="320604" cy="338554"/>
            </a:xfrm>
          </p:grpSpPr>
          <p:sp>
            <p:nvSpPr>
              <p:cNvPr id="49" name="Rounded Rectangle 76">
                <a:extLst>
                  <a:ext uri="{FF2B5EF4-FFF2-40B4-BE49-F238E27FC236}">
                    <a16:creationId xmlns:a16="http://schemas.microsoft.com/office/drawing/2014/main" id="{9F74E78F-C890-A0B4-D549-497E925A51FF}"/>
                  </a:ext>
                </a:extLst>
              </p:cNvPr>
              <p:cNvSpPr/>
              <p:nvPr/>
            </p:nvSpPr>
            <p:spPr>
              <a:xfrm>
                <a:off x="5064093" y="220025"/>
                <a:ext cx="294406" cy="205385"/>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A8D08E18-DEB9-D39C-6D06-C8C0B625E59C}"/>
                  </a:ext>
                </a:extLst>
              </p:cNvPr>
              <p:cNvSpPr/>
              <p:nvPr/>
            </p:nvSpPr>
            <p:spPr>
              <a:xfrm>
                <a:off x="5037895" y="122281"/>
                <a:ext cx="296876" cy="338554"/>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3</a:t>
                </a:r>
                <a:endParaRPr kumimoji="0" lang="en-US" sz="1600" b="0" i="0" u="none" strike="noStrike" kern="0" cap="none" spc="0" normalizeH="0" baseline="0" noProof="0" dirty="0">
                  <a:ln>
                    <a:noFill/>
                  </a:ln>
                  <a:solidFill>
                    <a:prstClr val="black"/>
                  </a:solidFill>
                  <a:effectLst/>
                  <a:uLnTx/>
                  <a:uFillTx/>
                  <a:latin typeface="Calibri" panose="020F0502020204030204"/>
                </a:endParaRPr>
              </a:p>
            </p:txBody>
          </p:sp>
        </p:grpSp>
        <p:cxnSp>
          <p:nvCxnSpPr>
            <p:cNvPr id="38" name="Straight Arrow Connector 37">
              <a:extLst>
                <a:ext uri="{FF2B5EF4-FFF2-40B4-BE49-F238E27FC236}">
                  <a16:creationId xmlns:a16="http://schemas.microsoft.com/office/drawing/2014/main" id="{65DB98A3-E6A7-847B-CEF0-6618E30092B7}"/>
                </a:ext>
              </a:extLst>
            </p:cNvPr>
            <p:cNvCxnSpPr/>
            <p:nvPr/>
          </p:nvCxnSpPr>
          <p:spPr>
            <a:xfrm flipV="1">
              <a:off x="5740197" y="2366529"/>
              <a:ext cx="0" cy="210338"/>
            </a:xfrm>
            <a:prstGeom prst="straightConnector1">
              <a:avLst/>
            </a:prstGeom>
            <a:noFill/>
            <a:ln w="25400" cap="flat" cmpd="sng" algn="ctr">
              <a:solidFill>
                <a:srgbClr val="002060"/>
              </a:solidFill>
              <a:prstDash val="solid"/>
              <a:miter lim="800000"/>
              <a:tailEnd type="triangle"/>
            </a:ln>
            <a:effectLst/>
          </p:spPr>
        </p:cxnSp>
        <p:sp>
          <p:nvSpPr>
            <p:cNvPr id="39" name="Freeform 84">
              <a:extLst>
                <a:ext uri="{FF2B5EF4-FFF2-40B4-BE49-F238E27FC236}">
                  <a16:creationId xmlns:a16="http://schemas.microsoft.com/office/drawing/2014/main" id="{A6017FFA-A393-81D6-85A9-4CABD2D6E0B0}"/>
                </a:ext>
              </a:extLst>
            </p:cNvPr>
            <p:cNvSpPr/>
            <p:nvPr/>
          </p:nvSpPr>
          <p:spPr>
            <a:xfrm rot="10800000">
              <a:off x="5751536" y="2354879"/>
              <a:ext cx="459702" cy="176522"/>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ysDash"/>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 name="Freeform 85">
              <a:extLst>
                <a:ext uri="{FF2B5EF4-FFF2-40B4-BE49-F238E27FC236}">
                  <a16:creationId xmlns:a16="http://schemas.microsoft.com/office/drawing/2014/main" id="{E20B28BE-2E9B-0A0A-8A04-475C0E1BA735}"/>
                </a:ext>
              </a:extLst>
            </p:cNvPr>
            <p:cNvSpPr/>
            <p:nvPr/>
          </p:nvSpPr>
          <p:spPr>
            <a:xfrm rot="10800000">
              <a:off x="4180227" y="2374229"/>
              <a:ext cx="460303" cy="176522"/>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ysDash"/>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Freeform 86">
              <a:extLst>
                <a:ext uri="{FF2B5EF4-FFF2-40B4-BE49-F238E27FC236}">
                  <a16:creationId xmlns:a16="http://schemas.microsoft.com/office/drawing/2014/main" id="{C2DF873F-C1B1-43DC-E38A-27CDA085F642}"/>
                </a:ext>
              </a:extLst>
            </p:cNvPr>
            <p:cNvSpPr/>
            <p:nvPr/>
          </p:nvSpPr>
          <p:spPr>
            <a:xfrm rot="10800000">
              <a:off x="4647060" y="2379550"/>
              <a:ext cx="524590" cy="176522"/>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ysDash"/>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2" name="Freeform 87">
              <a:extLst>
                <a:ext uri="{FF2B5EF4-FFF2-40B4-BE49-F238E27FC236}">
                  <a16:creationId xmlns:a16="http://schemas.microsoft.com/office/drawing/2014/main" id="{4DBB695B-55E7-9F06-238E-FCDC2A31CC78}"/>
                </a:ext>
              </a:extLst>
            </p:cNvPr>
            <p:cNvSpPr/>
            <p:nvPr/>
          </p:nvSpPr>
          <p:spPr>
            <a:xfrm rot="10800000">
              <a:off x="5180986" y="2389974"/>
              <a:ext cx="524590" cy="176522"/>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ysDash"/>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3" name="Freeform 92">
              <a:extLst>
                <a:ext uri="{FF2B5EF4-FFF2-40B4-BE49-F238E27FC236}">
                  <a16:creationId xmlns:a16="http://schemas.microsoft.com/office/drawing/2014/main" id="{2EF14026-D77B-4EF6-FC7C-AD4CED06BE99}"/>
                </a:ext>
              </a:extLst>
            </p:cNvPr>
            <p:cNvSpPr/>
            <p:nvPr/>
          </p:nvSpPr>
          <p:spPr>
            <a:xfrm rot="10800000" flipH="1">
              <a:off x="4104593" y="2335835"/>
              <a:ext cx="2170445" cy="607924"/>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 name="connsiteX0" fmla="*/ 0 w 445100"/>
                <a:gd name="connsiteY0" fmla="*/ 224987 h 230811"/>
                <a:gd name="connsiteX1" fmla="*/ 224644 w 445100"/>
                <a:gd name="connsiteY1" fmla="*/ 17 h 230811"/>
                <a:gd name="connsiteX2" fmla="*/ 445100 w 445100"/>
                <a:gd name="connsiteY2" fmla="*/ 230811 h 230811"/>
                <a:gd name="connsiteX0" fmla="*/ 0 w 442496"/>
                <a:gd name="connsiteY0" fmla="*/ 221303 h 230843"/>
                <a:gd name="connsiteX1" fmla="*/ 222040 w 442496"/>
                <a:gd name="connsiteY1" fmla="*/ 49 h 230843"/>
                <a:gd name="connsiteX2" fmla="*/ 442496 w 442496"/>
                <a:gd name="connsiteY2" fmla="*/ 230843 h 230843"/>
                <a:gd name="connsiteX0" fmla="*/ 0 w 435986"/>
                <a:gd name="connsiteY0" fmla="*/ 221703 h 253540"/>
                <a:gd name="connsiteX1" fmla="*/ 222040 w 435986"/>
                <a:gd name="connsiteY1" fmla="*/ 449 h 253540"/>
                <a:gd name="connsiteX2" fmla="*/ 435986 w 435986"/>
                <a:gd name="connsiteY2" fmla="*/ 253540 h 253540"/>
              </a:gdLst>
              <a:ahLst/>
              <a:cxnLst>
                <a:cxn ang="0">
                  <a:pos x="connsiteX0" y="connsiteY0"/>
                </a:cxn>
                <a:cxn ang="0">
                  <a:pos x="connsiteX1" y="connsiteY1"/>
                </a:cxn>
                <a:cxn ang="0">
                  <a:pos x="connsiteX2" y="connsiteY2"/>
                </a:cxn>
              </a:cxnLst>
              <a:rect l="l" t="t" r="r" b="b"/>
              <a:pathLst>
                <a:path w="435986" h="253540">
                  <a:moveTo>
                    <a:pt x="0" y="221703"/>
                  </a:moveTo>
                  <a:cubicBezTo>
                    <a:pt x="101421" y="34959"/>
                    <a:pt x="149376" y="-4857"/>
                    <a:pt x="222040" y="449"/>
                  </a:cubicBezTo>
                  <a:cubicBezTo>
                    <a:pt x="294704" y="5755"/>
                    <a:pt x="376421" y="66796"/>
                    <a:pt x="435986" y="253540"/>
                  </a:cubicBezTo>
                </a:path>
              </a:pathLst>
            </a:custGeom>
            <a:noFill/>
            <a:ln w="25400" cap="flat" cmpd="sng" algn="ctr">
              <a:solidFill>
                <a:srgbClr val="007635"/>
              </a:solidFill>
              <a:prstDash val="sysDash"/>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4" name="TextBox 43">
              <a:extLst>
                <a:ext uri="{FF2B5EF4-FFF2-40B4-BE49-F238E27FC236}">
                  <a16:creationId xmlns:a16="http://schemas.microsoft.com/office/drawing/2014/main" id="{2F558C61-6359-9C4F-EE0E-F22E949CF0CA}"/>
                </a:ext>
              </a:extLst>
            </p:cNvPr>
            <p:cNvSpPr txBox="1"/>
            <p:nvPr/>
          </p:nvSpPr>
          <p:spPr>
            <a:xfrm>
              <a:off x="5537995" y="2015389"/>
              <a:ext cx="404278" cy="338554"/>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600" b="1" i="1" u="none" strike="noStrike" kern="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rPr>
                <a:t>1</a:t>
              </a:r>
            </a:p>
          </p:txBody>
        </p:sp>
        <p:sp>
          <p:nvSpPr>
            <p:cNvPr id="45" name="TextBox 44">
              <a:extLst>
                <a:ext uri="{FF2B5EF4-FFF2-40B4-BE49-F238E27FC236}">
                  <a16:creationId xmlns:a16="http://schemas.microsoft.com/office/drawing/2014/main" id="{DFC3A2D4-7C83-F0AF-84B9-A2D4D634D8E4}"/>
                </a:ext>
              </a:extLst>
            </p:cNvPr>
            <p:cNvSpPr txBox="1"/>
            <p:nvPr/>
          </p:nvSpPr>
          <p:spPr>
            <a:xfrm>
              <a:off x="6036244" y="1999160"/>
              <a:ext cx="404278" cy="338554"/>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600" b="1" i="1" u="none" strike="noStrike" kern="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rPr>
                <a:t>2</a:t>
              </a:r>
            </a:p>
          </p:txBody>
        </p:sp>
        <p:sp>
          <p:nvSpPr>
            <p:cNvPr id="46" name="TextBox 45">
              <a:extLst>
                <a:ext uri="{FF2B5EF4-FFF2-40B4-BE49-F238E27FC236}">
                  <a16:creationId xmlns:a16="http://schemas.microsoft.com/office/drawing/2014/main" id="{E08FC11C-9125-A267-6D52-8150F73CF6C2}"/>
                </a:ext>
              </a:extLst>
            </p:cNvPr>
            <p:cNvSpPr txBox="1"/>
            <p:nvPr/>
          </p:nvSpPr>
          <p:spPr>
            <a:xfrm>
              <a:off x="3954979" y="2027975"/>
              <a:ext cx="404278" cy="338554"/>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600" b="1" i="1" u="none" strike="noStrike" kern="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rPr>
                <a:t>3</a:t>
              </a:r>
            </a:p>
          </p:txBody>
        </p:sp>
        <p:sp>
          <p:nvSpPr>
            <p:cNvPr id="47" name="TextBox 46">
              <a:extLst>
                <a:ext uri="{FF2B5EF4-FFF2-40B4-BE49-F238E27FC236}">
                  <a16:creationId xmlns:a16="http://schemas.microsoft.com/office/drawing/2014/main" id="{0ACE75E5-6FA8-27E6-3439-3EAD0DC372DE}"/>
                </a:ext>
              </a:extLst>
            </p:cNvPr>
            <p:cNvSpPr txBox="1"/>
            <p:nvPr/>
          </p:nvSpPr>
          <p:spPr>
            <a:xfrm>
              <a:off x="4480022" y="2037095"/>
              <a:ext cx="404278" cy="338554"/>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600" b="1" i="1" u="none" strike="noStrike" kern="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rPr>
                <a:t>4</a:t>
              </a:r>
            </a:p>
          </p:txBody>
        </p:sp>
        <p:sp>
          <p:nvSpPr>
            <p:cNvPr id="48" name="TextBox 47">
              <a:extLst>
                <a:ext uri="{FF2B5EF4-FFF2-40B4-BE49-F238E27FC236}">
                  <a16:creationId xmlns:a16="http://schemas.microsoft.com/office/drawing/2014/main" id="{DE95F3E8-8E90-8F87-351F-03A49A8EA50F}"/>
                </a:ext>
              </a:extLst>
            </p:cNvPr>
            <p:cNvSpPr txBox="1"/>
            <p:nvPr/>
          </p:nvSpPr>
          <p:spPr>
            <a:xfrm>
              <a:off x="4998524" y="2027975"/>
              <a:ext cx="404278" cy="338554"/>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600" b="1" i="1" u="none" strike="noStrike" kern="0" cap="none" spc="0" normalizeH="0" baseline="-25000" noProof="0" dirty="0">
                  <a:ln>
                    <a:noFill/>
                  </a:ln>
                  <a:solidFill>
                    <a:prstClr val="black"/>
                  </a:solidFill>
                  <a:effectLst/>
                  <a:uLnTx/>
                  <a:uFillTx/>
                  <a:latin typeface="Cambria Math" panose="02040503050406030204" pitchFamily="18" charset="0"/>
                  <a:ea typeface="Cambria Math" panose="02040503050406030204" pitchFamily="18" charset="0"/>
                </a:rPr>
                <a:t>5</a:t>
              </a:r>
            </a:p>
          </p:txBody>
        </p:sp>
      </p:grpSp>
      <p:grpSp>
        <p:nvGrpSpPr>
          <p:cNvPr id="99" name="Group 98">
            <a:extLst>
              <a:ext uri="{FF2B5EF4-FFF2-40B4-BE49-F238E27FC236}">
                <a16:creationId xmlns:a16="http://schemas.microsoft.com/office/drawing/2014/main" id="{84190D32-4B51-6596-60A0-A0C05C0C4243}"/>
              </a:ext>
            </a:extLst>
          </p:cNvPr>
          <p:cNvGrpSpPr/>
          <p:nvPr/>
        </p:nvGrpSpPr>
        <p:grpSpPr>
          <a:xfrm>
            <a:off x="8469953" y="1530168"/>
            <a:ext cx="3568871" cy="3082573"/>
            <a:chOff x="6558318" y="0"/>
            <a:chExt cx="3881082" cy="3506542"/>
          </a:xfrm>
        </p:grpSpPr>
        <p:sp>
          <p:nvSpPr>
            <p:cNvPr id="100" name="Isosceles Triangle 99">
              <a:extLst>
                <a:ext uri="{FF2B5EF4-FFF2-40B4-BE49-F238E27FC236}">
                  <a16:creationId xmlns:a16="http://schemas.microsoft.com/office/drawing/2014/main" id="{67FCFA08-230A-F6E8-9F5E-DD3ED48BBE24}"/>
                </a:ext>
              </a:extLst>
            </p:cNvPr>
            <p:cNvSpPr/>
            <p:nvPr/>
          </p:nvSpPr>
          <p:spPr>
            <a:xfrm>
              <a:off x="6600824" y="0"/>
              <a:ext cx="3743325" cy="2867027"/>
            </a:xfrm>
            <a:prstGeom prst="triangle">
              <a:avLst/>
            </a:prstGeom>
            <a:solidFill>
              <a:srgbClr val="ED7D31">
                <a:lumMod val="40000"/>
                <a:lumOff val="60000"/>
              </a:srgbClr>
            </a:solidFill>
            <a:ln w="50800" cap="rnd" cmpd="sng" algn="ctr">
              <a:solidFill>
                <a:srgbClr val="00206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1" name="Rounded Rectangle 266">
              <a:extLst>
                <a:ext uri="{FF2B5EF4-FFF2-40B4-BE49-F238E27FC236}">
                  <a16:creationId xmlns:a16="http://schemas.microsoft.com/office/drawing/2014/main" id="{3359B175-465B-AF94-4370-65C20BAB2061}"/>
                </a:ext>
              </a:extLst>
            </p:cNvPr>
            <p:cNvSpPr/>
            <p:nvPr/>
          </p:nvSpPr>
          <p:spPr>
            <a:xfrm>
              <a:off x="6558318" y="2616109"/>
              <a:ext cx="3881082" cy="527141"/>
            </a:xfrm>
            <a:prstGeom prst="roundRect">
              <a:avLst/>
            </a:prstGeom>
            <a:solidFill>
              <a:srgbClr val="ED7D31">
                <a:lumMod val="20000"/>
                <a:lumOff val="80000"/>
              </a:srgbClr>
            </a:solidFill>
            <a:ln w="15875" cap="rnd" cmpd="sng" algn="ctr">
              <a:solidFill>
                <a:srgbClr val="4472C4">
                  <a:shade val="50000"/>
                </a:srgb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102" name="Group 101">
              <a:extLst>
                <a:ext uri="{FF2B5EF4-FFF2-40B4-BE49-F238E27FC236}">
                  <a16:creationId xmlns:a16="http://schemas.microsoft.com/office/drawing/2014/main" id="{B118378C-2F56-7B96-D38E-FC2E7B877E97}"/>
                </a:ext>
              </a:extLst>
            </p:cNvPr>
            <p:cNvGrpSpPr/>
            <p:nvPr/>
          </p:nvGrpSpPr>
          <p:grpSpPr>
            <a:xfrm>
              <a:off x="8313535" y="87102"/>
              <a:ext cx="294677" cy="276999"/>
              <a:chOff x="5039472" y="138529"/>
              <a:chExt cx="294677" cy="276999"/>
            </a:xfrm>
          </p:grpSpPr>
          <p:sp>
            <p:nvSpPr>
              <p:cNvPr id="264" name="Rounded Rectangle 95">
                <a:extLst>
                  <a:ext uri="{FF2B5EF4-FFF2-40B4-BE49-F238E27FC236}">
                    <a16:creationId xmlns:a16="http://schemas.microsoft.com/office/drawing/2014/main" id="{5F53D1BB-B733-53B0-ECD6-48EE38843C1D}"/>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5" name="Rectangle 264">
                <a:extLst>
                  <a:ext uri="{FF2B5EF4-FFF2-40B4-BE49-F238E27FC236}">
                    <a16:creationId xmlns:a16="http://schemas.microsoft.com/office/drawing/2014/main" id="{ABC3B02D-D720-149F-FAB1-7A0E295ACDDE}"/>
                  </a:ext>
                </a:extLst>
              </p:cNvPr>
              <p:cNvSpPr/>
              <p:nvPr/>
            </p:nvSpPr>
            <p:spPr>
              <a:xfrm>
                <a:off x="5039472" y="138529"/>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03" name="Group 102">
              <a:extLst>
                <a:ext uri="{FF2B5EF4-FFF2-40B4-BE49-F238E27FC236}">
                  <a16:creationId xmlns:a16="http://schemas.microsoft.com/office/drawing/2014/main" id="{640AAEAA-F3E5-BCF9-9427-5AA61E998DAC}"/>
                </a:ext>
              </a:extLst>
            </p:cNvPr>
            <p:cNvGrpSpPr/>
            <p:nvPr/>
          </p:nvGrpSpPr>
          <p:grpSpPr>
            <a:xfrm>
              <a:off x="8206728" y="354229"/>
              <a:ext cx="537576" cy="228254"/>
              <a:chOff x="5158189" y="2214104"/>
              <a:chExt cx="749547" cy="385259"/>
            </a:xfrm>
          </p:grpSpPr>
          <p:cxnSp>
            <p:nvCxnSpPr>
              <p:cNvPr id="262" name="Straight Arrow Connector 261">
                <a:extLst>
                  <a:ext uri="{FF2B5EF4-FFF2-40B4-BE49-F238E27FC236}">
                    <a16:creationId xmlns:a16="http://schemas.microsoft.com/office/drawing/2014/main" id="{421BE1BE-D3DE-81CA-BF2A-3772A5366B13}"/>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63" name="Straight Arrow Connector 262">
                <a:extLst>
                  <a:ext uri="{FF2B5EF4-FFF2-40B4-BE49-F238E27FC236}">
                    <a16:creationId xmlns:a16="http://schemas.microsoft.com/office/drawing/2014/main" id="{BA27755A-9BCD-5ED8-54CC-72F61E7DBA82}"/>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04" name="Group 103">
              <a:extLst>
                <a:ext uri="{FF2B5EF4-FFF2-40B4-BE49-F238E27FC236}">
                  <a16:creationId xmlns:a16="http://schemas.microsoft.com/office/drawing/2014/main" id="{887A8108-4265-0399-9857-5B2F31A0D4BD}"/>
                </a:ext>
              </a:extLst>
            </p:cNvPr>
            <p:cNvGrpSpPr/>
            <p:nvPr/>
          </p:nvGrpSpPr>
          <p:grpSpPr>
            <a:xfrm>
              <a:off x="8059600" y="521218"/>
              <a:ext cx="293739" cy="276999"/>
              <a:chOff x="5040410" y="146692"/>
              <a:chExt cx="293739" cy="276999"/>
            </a:xfrm>
          </p:grpSpPr>
          <p:sp>
            <p:nvSpPr>
              <p:cNvPr id="260" name="Rounded Rectangle 101">
                <a:extLst>
                  <a:ext uri="{FF2B5EF4-FFF2-40B4-BE49-F238E27FC236}">
                    <a16:creationId xmlns:a16="http://schemas.microsoft.com/office/drawing/2014/main" id="{22792791-E930-310D-95E8-5C0F6D7D893D}"/>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1" name="Rectangle 260">
                <a:extLst>
                  <a:ext uri="{FF2B5EF4-FFF2-40B4-BE49-F238E27FC236}">
                    <a16:creationId xmlns:a16="http://schemas.microsoft.com/office/drawing/2014/main" id="{821FAA9F-0FA9-DA29-EAB7-B19F94FE3B0F}"/>
                  </a:ext>
                </a:extLst>
              </p:cNvPr>
              <p:cNvSpPr/>
              <p:nvPr/>
            </p:nvSpPr>
            <p:spPr>
              <a:xfrm>
                <a:off x="5040410" y="146692"/>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2</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05" name="Group 104">
              <a:extLst>
                <a:ext uri="{FF2B5EF4-FFF2-40B4-BE49-F238E27FC236}">
                  <a16:creationId xmlns:a16="http://schemas.microsoft.com/office/drawing/2014/main" id="{C8D2A913-6495-483F-1AA6-86C39B5E2476}"/>
                </a:ext>
              </a:extLst>
            </p:cNvPr>
            <p:cNvGrpSpPr/>
            <p:nvPr/>
          </p:nvGrpSpPr>
          <p:grpSpPr>
            <a:xfrm>
              <a:off x="8556586" y="527208"/>
              <a:ext cx="299767" cy="276999"/>
              <a:chOff x="5034382" y="152683"/>
              <a:chExt cx="299767" cy="276999"/>
            </a:xfrm>
          </p:grpSpPr>
          <p:sp>
            <p:nvSpPr>
              <p:cNvPr id="258" name="Rounded Rectangle 104">
                <a:extLst>
                  <a:ext uri="{FF2B5EF4-FFF2-40B4-BE49-F238E27FC236}">
                    <a16:creationId xmlns:a16="http://schemas.microsoft.com/office/drawing/2014/main" id="{C2E51766-0B25-3D10-3D08-8848C9E2AB58}"/>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9" name="Rectangle 258">
                <a:extLst>
                  <a:ext uri="{FF2B5EF4-FFF2-40B4-BE49-F238E27FC236}">
                    <a16:creationId xmlns:a16="http://schemas.microsoft.com/office/drawing/2014/main" id="{60C9C57B-14C4-4DFD-7E14-57D49053F656}"/>
                  </a:ext>
                </a:extLst>
              </p:cNvPr>
              <p:cNvSpPr/>
              <p:nvPr/>
            </p:nvSpPr>
            <p:spPr>
              <a:xfrm>
                <a:off x="5034382" y="152683"/>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6</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06" name="Group 105">
              <a:extLst>
                <a:ext uri="{FF2B5EF4-FFF2-40B4-BE49-F238E27FC236}">
                  <a16:creationId xmlns:a16="http://schemas.microsoft.com/office/drawing/2014/main" id="{8D79587A-479E-104A-BE30-9EB46419634B}"/>
                </a:ext>
              </a:extLst>
            </p:cNvPr>
            <p:cNvGrpSpPr/>
            <p:nvPr/>
          </p:nvGrpSpPr>
          <p:grpSpPr>
            <a:xfrm>
              <a:off x="7949523" y="773744"/>
              <a:ext cx="537576" cy="228254"/>
              <a:chOff x="5158189" y="2214104"/>
              <a:chExt cx="749547" cy="385259"/>
            </a:xfrm>
          </p:grpSpPr>
          <p:cxnSp>
            <p:nvCxnSpPr>
              <p:cNvPr id="256" name="Straight Arrow Connector 255">
                <a:extLst>
                  <a:ext uri="{FF2B5EF4-FFF2-40B4-BE49-F238E27FC236}">
                    <a16:creationId xmlns:a16="http://schemas.microsoft.com/office/drawing/2014/main" id="{B26E132D-C42C-89E3-EA6E-BD100984C238}"/>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57" name="Straight Arrow Connector 256">
                <a:extLst>
                  <a:ext uri="{FF2B5EF4-FFF2-40B4-BE49-F238E27FC236}">
                    <a16:creationId xmlns:a16="http://schemas.microsoft.com/office/drawing/2014/main" id="{20C711EE-1FBC-6A3D-4A30-A20DBCC1D56A}"/>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07" name="Group 106">
              <a:extLst>
                <a:ext uri="{FF2B5EF4-FFF2-40B4-BE49-F238E27FC236}">
                  <a16:creationId xmlns:a16="http://schemas.microsoft.com/office/drawing/2014/main" id="{D4E50D94-548F-E227-80F5-55ABBC83ACA9}"/>
                </a:ext>
              </a:extLst>
            </p:cNvPr>
            <p:cNvGrpSpPr/>
            <p:nvPr/>
          </p:nvGrpSpPr>
          <p:grpSpPr>
            <a:xfrm>
              <a:off x="8475516" y="773665"/>
              <a:ext cx="537576" cy="228254"/>
              <a:chOff x="5158189" y="2214104"/>
              <a:chExt cx="749547" cy="385259"/>
            </a:xfrm>
          </p:grpSpPr>
          <p:cxnSp>
            <p:nvCxnSpPr>
              <p:cNvPr id="254" name="Straight Arrow Connector 253">
                <a:extLst>
                  <a:ext uri="{FF2B5EF4-FFF2-40B4-BE49-F238E27FC236}">
                    <a16:creationId xmlns:a16="http://schemas.microsoft.com/office/drawing/2014/main" id="{214EDCF9-D804-04C7-02B0-84094F8FB24A}"/>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55" name="Straight Arrow Connector 254">
                <a:extLst>
                  <a:ext uri="{FF2B5EF4-FFF2-40B4-BE49-F238E27FC236}">
                    <a16:creationId xmlns:a16="http://schemas.microsoft.com/office/drawing/2014/main" id="{5855C211-317E-A671-0F6A-7592C806E6C1}"/>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08" name="Group 107">
              <a:extLst>
                <a:ext uri="{FF2B5EF4-FFF2-40B4-BE49-F238E27FC236}">
                  <a16:creationId xmlns:a16="http://schemas.microsoft.com/office/drawing/2014/main" id="{7809F2DE-22D7-5146-0A2C-D3813AC7E65D}"/>
                </a:ext>
              </a:extLst>
            </p:cNvPr>
            <p:cNvGrpSpPr/>
            <p:nvPr/>
          </p:nvGrpSpPr>
          <p:grpSpPr>
            <a:xfrm>
              <a:off x="7790493" y="932984"/>
              <a:ext cx="294122" cy="276999"/>
              <a:chOff x="5040027" y="145201"/>
              <a:chExt cx="294122" cy="276999"/>
            </a:xfrm>
          </p:grpSpPr>
          <p:sp>
            <p:nvSpPr>
              <p:cNvPr id="252" name="Rounded Rectangle 113">
                <a:extLst>
                  <a:ext uri="{FF2B5EF4-FFF2-40B4-BE49-F238E27FC236}">
                    <a16:creationId xmlns:a16="http://schemas.microsoft.com/office/drawing/2014/main" id="{80D9AE7C-6E21-194E-5CC7-07FA105A9C48}"/>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3" name="Rectangle 252">
                <a:extLst>
                  <a:ext uri="{FF2B5EF4-FFF2-40B4-BE49-F238E27FC236}">
                    <a16:creationId xmlns:a16="http://schemas.microsoft.com/office/drawing/2014/main" id="{483A3C04-61DE-D521-0C7A-E42A54552785}"/>
                  </a:ext>
                </a:extLst>
              </p:cNvPr>
              <p:cNvSpPr/>
              <p:nvPr/>
            </p:nvSpPr>
            <p:spPr>
              <a:xfrm>
                <a:off x="5040027" y="145201"/>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3</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09" name="Group 108">
              <a:extLst>
                <a:ext uri="{FF2B5EF4-FFF2-40B4-BE49-F238E27FC236}">
                  <a16:creationId xmlns:a16="http://schemas.microsoft.com/office/drawing/2014/main" id="{73C35D11-A575-26F0-4734-37F8F3FB8B04}"/>
                </a:ext>
              </a:extLst>
            </p:cNvPr>
            <p:cNvGrpSpPr/>
            <p:nvPr/>
          </p:nvGrpSpPr>
          <p:grpSpPr>
            <a:xfrm>
              <a:off x="8350021" y="937603"/>
              <a:ext cx="297749" cy="276999"/>
              <a:chOff x="5036400" y="151470"/>
              <a:chExt cx="297749" cy="276999"/>
            </a:xfrm>
          </p:grpSpPr>
          <p:sp>
            <p:nvSpPr>
              <p:cNvPr id="250" name="Rounded Rectangle 116">
                <a:extLst>
                  <a:ext uri="{FF2B5EF4-FFF2-40B4-BE49-F238E27FC236}">
                    <a16:creationId xmlns:a16="http://schemas.microsoft.com/office/drawing/2014/main" id="{AB2F48FC-D5B9-E155-0676-6DA4A4081CB7}"/>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1" name="Rectangle 250">
                <a:extLst>
                  <a:ext uri="{FF2B5EF4-FFF2-40B4-BE49-F238E27FC236}">
                    <a16:creationId xmlns:a16="http://schemas.microsoft.com/office/drawing/2014/main" id="{192DFCBF-E2DD-A51C-7187-404DB9B737EE}"/>
                  </a:ext>
                </a:extLst>
              </p:cNvPr>
              <p:cNvSpPr/>
              <p:nvPr/>
            </p:nvSpPr>
            <p:spPr>
              <a:xfrm>
                <a:off x="5036400" y="151470"/>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7</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10" name="Group 109">
              <a:extLst>
                <a:ext uri="{FF2B5EF4-FFF2-40B4-BE49-F238E27FC236}">
                  <a16:creationId xmlns:a16="http://schemas.microsoft.com/office/drawing/2014/main" id="{1A4417E5-87CA-DE3D-22A7-A7023D7B953E}"/>
                </a:ext>
              </a:extLst>
            </p:cNvPr>
            <p:cNvGrpSpPr/>
            <p:nvPr/>
          </p:nvGrpSpPr>
          <p:grpSpPr>
            <a:xfrm>
              <a:off x="8840230" y="935343"/>
              <a:ext cx="295955" cy="276999"/>
              <a:chOff x="5038194" y="149210"/>
              <a:chExt cx="295955" cy="276999"/>
            </a:xfrm>
          </p:grpSpPr>
          <p:sp>
            <p:nvSpPr>
              <p:cNvPr id="248" name="Rounded Rectangle 119">
                <a:extLst>
                  <a:ext uri="{FF2B5EF4-FFF2-40B4-BE49-F238E27FC236}">
                    <a16:creationId xmlns:a16="http://schemas.microsoft.com/office/drawing/2014/main" id="{6AC8C897-72E1-8E8C-4C49-0FFE47225ED5}"/>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9" name="Rectangle 248">
                <a:extLst>
                  <a:ext uri="{FF2B5EF4-FFF2-40B4-BE49-F238E27FC236}">
                    <a16:creationId xmlns:a16="http://schemas.microsoft.com/office/drawing/2014/main" id="{80183F0C-C62B-566F-3973-3C493C8350B1}"/>
                  </a:ext>
                </a:extLst>
              </p:cNvPr>
              <p:cNvSpPr/>
              <p:nvPr/>
            </p:nvSpPr>
            <p:spPr>
              <a:xfrm>
                <a:off x="5038194" y="149210"/>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4</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11" name="Group 110">
              <a:extLst>
                <a:ext uri="{FF2B5EF4-FFF2-40B4-BE49-F238E27FC236}">
                  <a16:creationId xmlns:a16="http://schemas.microsoft.com/office/drawing/2014/main" id="{D2A1990B-A2B8-7505-3ABF-7AD92009EE82}"/>
                </a:ext>
              </a:extLst>
            </p:cNvPr>
            <p:cNvGrpSpPr/>
            <p:nvPr/>
          </p:nvGrpSpPr>
          <p:grpSpPr>
            <a:xfrm>
              <a:off x="7680735" y="1191780"/>
              <a:ext cx="537576" cy="228254"/>
              <a:chOff x="5158189" y="2214104"/>
              <a:chExt cx="749547" cy="385259"/>
            </a:xfrm>
          </p:grpSpPr>
          <p:cxnSp>
            <p:nvCxnSpPr>
              <p:cNvPr id="246" name="Straight Arrow Connector 245">
                <a:extLst>
                  <a:ext uri="{FF2B5EF4-FFF2-40B4-BE49-F238E27FC236}">
                    <a16:creationId xmlns:a16="http://schemas.microsoft.com/office/drawing/2014/main" id="{BEB68899-0DF9-D3E4-7F29-78AC0D6D98BD}"/>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47" name="Straight Arrow Connector 246">
                <a:extLst>
                  <a:ext uri="{FF2B5EF4-FFF2-40B4-BE49-F238E27FC236}">
                    <a16:creationId xmlns:a16="http://schemas.microsoft.com/office/drawing/2014/main" id="{578675C1-DCC8-631C-0AF1-E496F829823E}"/>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12" name="Group 111">
              <a:extLst>
                <a:ext uri="{FF2B5EF4-FFF2-40B4-BE49-F238E27FC236}">
                  <a16:creationId xmlns:a16="http://schemas.microsoft.com/office/drawing/2014/main" id="{BAF64004-13D7-E7F5-6996-6B870A549660}"/>
                </a:ext>
              </a:extLst>
            </p:cNvPr>
            <p:cNvGrpSpPr/>
            <p:nvPr/>
          </p:nvGrpSpPr>
          <p:grpSpPr>
            <a:xfrm>
              <a:off x="8206728" y="1191701"/>
              <a:ext cx="537576" cy="228254"/>
              <a:chOff x="5158189" y="2214104"/>
              <a:chExt cx="749547" cy="385259"/>
            </a:xfrm>
          </p:grpSpPr>
          <p:cxnSp>
            <p:nvCxnSpPr>
              <p:cNvPr id="244" name="Straight Arrow Connector 243">
                <a:extLst>
                  <a:ext uri="{FF2B5EF4-FFF2-40B4-BE49-F238E27FC236}">
                    <a16:creationId xmlns:a16="http://schemas.microsoft.com/office/drawing/2014/main" id="{BF74CDBC-8EFD-3FC3-A6FF-6DECEAD65DB7}"/>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45" name="Straight Arrow Connector 244">
                <a:extLst>
                  <a:ext uri="{FF2B5EF4-FFF2-40B4-BE49-F238E27FC236}">
                    <a16:creationId xmlns:a16="http://schemas.microsoft.com/office/drawing/2014/main" id="{7EE0D527-83E8-19EF-B73A-F55C52FC39E1}"/>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13" name="Group 112">
              <a:extLst>
                <a:ext uri="{FF2B5EF4-FFF2-40B4-BE49-F238E27FC236}">
                  <a16:creationId xmlns:a16="http://schemas.microsoft.com/office/drawing/2014/main" id="{FE69F070-54D3-ED6F-D57F-E0D32871F540}"/>
                </a:ext>
              </a:extLst>
            </p:cNvPr>
            <p:cNvGrpSpPr/>
            <p:nvPr/>
          </p:nvGrpSpPr>
          <p:grpSpPr>
            <a:xfrm>
              <a:off x="7519961" y="1353721"/>
              <a:ext cx="295866" cy="276999"/>
              <a:chOff x="5038283" y="147902"/>
              <a:chExt cx="295866" cy="276999"/>
            </a:xfrm>
          </p:grpSpPr>
          <p:sp>
            <p:nvSpPr>
              <p:cNvPr id="242" name="Rounded Rectangle 128">
                <a:extLst>
                  <a:ext uri="{FF2B5EF4-FFF2-40B4-BE49-F238E27FC236}">
                    <a16:creationId xmlns:a16="http://schemas.microsoft.com/office/drawing/2014/main" id="{5B70DBC5-8184-0408-F55F-7C05C470D5E8}"/>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3" name="Rectangle 242">
                <a:extLst>
                  <a:ext uri="{FF2B5EF4-FFF2-40B4-BE49-F238E27FC236}">
                    <a16:creationId xmlns:a16="http://schemas.microsoft.com/office/drawing/2014/main" id="{742BD47F-A561-723F-E187-7F58843FC960}"/>
                  </a:ext>
                </a:extLst>
              </p:cNvPr>
              <p:cNvSpPr/>
              <p:nvPr/>
            </p:nvSpPr>
            <p:spPr>
              <a:xfrm>
                <a:off x="5038283" y="147902"/>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4</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14" name="Group 113">
              <a:extLst>
                <a:ext uri="{FF2B5EF4-FFF2-40B4-BE49-F238E27FC236}">
                  <a16:creationId xmlns:a16="http://schemas.microsoft.com/office/drawing/2014/main" id="{A88AEB2E-6005-28A9-43E1-975CD6023D1D}"/>
                </a:ext>
              </a:extLst>
            </p:cNvPr>
            <p:cNvGrpSpPr/>
            <p:nvPr/>
          </p:nvGrpSpPr>
          <p:grpSpPr>
            <a:xfrm>
              <a:off x="8080658" y="1349235"/>
              <a:ext cx="298324" cy="276999"/>
              <a:chOff x="5035825" y="145066"/>
              <a:chExt cx="298324" cy="276999"/>
            </a:xfrm>
          </p:grpSpPr>
          <p:sp>
            <p:nvSpPr>
              <p:cNvPr id="240" name="Rounded Rectangle 131">
                <a:extLst>
                  <a:ext uri="{FF2B5EF4-FFF2-40B4-BE49-F238E27FC236}">
                    <a16:creationId xmlns:a16="http://schemas.microsoft.com/office/drawing/2014/main" id="{FCF1043A-833A-B420-BF0B-3665D6F59245}"/>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41" name="Rectangle 240">
                <a:extLst>
                  <a:ext uri="{FF2B5EF4-FFF2-40B4-BE49-F238E27FC236}">
                    <a16:creationId xmlns:a16="http://schemas.microsoft.com/office/drawing/2014/main" id="{C93601E0-EBDB-3A05-DF22-3D29B85236F7}"/>
                  </a:ext>
                </a:extLst>
              </p:cNvPr>
              <p:cNvSpPr/>
              <p:nvPr/>
            </p:nvSpPr>
            <p:spPr>
              <a:xfrm>
                <a:off x="5035825" y="145066"/>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15" name="Group 114">
              <a:extLst>
                <a:ext uri="{FF2B5EF4-FFF2-40B4-BE49-F238E27FC236}">
                  <a16:creationId xmlns:a16="http://schemas.microsoft.com/office/drawing/2014/main" id="{463C46BB-5248-1AC6-6692-121E98B1231C}"/>
                </a:ext>
              </a:extLst>
            </p:cNvPr>
            <p:cNvGrpSpPr/>
            <p:nvPr/>
          </p:nvGrpSpPr>
          <p:grpSpPr>
            <a:xfrm>
              <a:off x="8570026" y="1350558"/>
              <a:ext cx="296576" cy="276999"/>
              <a:chOff x="5037573" y="146390"/>
              <a:chExt cx="296576" cy="276999"/>
            </a:xfrm>
          </p:grpSpPr>
          <p:sp>
            <p:nvSpPr>
              <p:cNvPr id="238" name="Rounded Rectangle 134">
                <a:extLst>
                  <a:ext uri="{FF2B5EF4-FFF2-40B4-BE49-F238E27FC236}">
                    <a16:creationId xmlns:a16="http://schemas.microsoft.com/office/drawing/2014/main" id="{77F800A8-DE29-00F4-46B8-2E3F545D8C68}"/>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9" name="Rectangle 238">
                <a:extLst>
                  <a:ext uri="{FF2B5EF4-FFF2-40B4-BE49-F238E27FC236}">
                    <a16:creationId xmlns:a16="http://schemas.microsoft.com/office/drawing/2014/main" id="{74359A3D-B996-EBD7-8BB2-4AED17FEF7E2}"/>
                  </a:ext>
                </a:extLst>
              </p:cNvPr>
              <p:cNvSpPr/>
              <p:nvPr/>
            </p:nvSpPr>
            <p:spPr>
              <a:xfrm>
                <a:off x="5037573" y="146390"/>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5</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16" name="Group 115">
              <a:extLst>
                <a:ext uri="{FF2B5EF4-FFF2-40B4-BE49-F238E27FC236}">
                  <a16:creationId xmlns:a16="http://schemas.microsoft.com/office/drawing/2014/main" id="{1F4BF31E-0990-290B-1733-F5919F226197}"/>
                </a:ext>
              </a:extLst>
            </p:cNvPr>
            <p:cNvGrpSpPr/>
            <p:nvPr/>
          </p:nvGrpSpPr>
          <p:grpSpPr>
            <a:xfrm>
              <a:off x="8737840" y="1192960"/>
              <a:ext cx="537576" cy="228254"/>
              <a:chOff x="5158189" y="2214104"/>
              <a:chExt cx="749547" cy="385259"/>
            </a:xfrm>
          </p:grpSpPr>
          <p:cxnSp>
            <p:nvCxnSpPr>
              <p:cNvPr id="236" name="Straight Arrow Connector 235">
                <a:extLst>
                  <a:ext uri="{FF2B5EF4-FFF2-40B4-BE49-F238E27FC236}">
                    <a16:creationId xmlns:a16="http://schemas.microsoft.com/office/drawing/2014/main" id="{F217FD80-BD13-B8CA-5BD0-CCEC0A5F0F4A}"/>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37" name="Straight Arrow Connector 236">
                <a:extLst>
                  <a:ext uri="{FF2B5EF4-FFF2-40B4-BE49-F238E27FC236}">
                    <a16:creationId xmlns:a16="http://schemas.microsoft.com/office/drawing/2014/main" id="{F5207A70-B1F8-3837-A796-EFF45065594C}"/>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17" name="Group 116">
              <a:extLst>
                <a:ext uri="{FF2B5EF4-FFF2-40B4-BE49-F238E27FC236}">
                  <a16:creationId xmlns:a16="http://schemas.microsoft.com/office/drawing/2014/main" id="{E87A771A-0D29-ADAB-BC27-D679D25143F2}"/>
                </a:ext>
              </a:extLst>
            </p:cNvPr>
            <p:cNvGrpSpPr/>
            <p:nvPr/>
          </p:nvGrpSpPr>
          <p:grpSpPr>
            <a:xfrm>
              <a:off x="9097066" y="1354855"/>
              <a:ext cx="302950" cy="276999"/>
              <a:chOff x="5031199" y="148566"/>
              <a:chExt cx="302950" cy="276999"/>
            </a:xfrm>
          </p:grpSpPr>
          <p:sp>
            <p:nvSpPr>
              <p:cNvPr id="234" name="Rounded Rectangle 140">
                <a:extLst>
                  <a:ext uri="{FF2B5EF4-FFF2-40B4-BE49-F238E27FC236}">
                    <a16:creationId xmlns:a16="http://schemas.microsoft.com/office/drawing/2014/main" id="{A1674C28-EC17-4698-7D40-6C912B0A112D}"/>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35" name="Rectangle 234">
                <a:extLst>
                  <a:ext uri="{FF2B5EF4-FFF2-40B4-BE49-F238E27FC236}">
                    <a16:creationId xmlns:a16="http://schemas.microsoft.com/office/drawing/2014/main" id="{866A3956-42BF-E58B-8D65-420B97E7BE3F}"/>
                  </a:ext>
                </a:extLst>
              </p:cNvPr>
              <p:cNvSpPr/>
              <p:nvPr/>
            </p:nvSpPr>
            <p:spPr>
              <a:xfrm>
                <a:off x="5031199" y="148566"/>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2</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18" name="Group 117">
              <a:extLst>
                <a:ext uri="{FF2B5EF4-FFF2-40B4-BE49-F238E27FC236}">
                  <a16:creationId xmlns:a16="http://schemas.microsoft.com/office/drawing/2014/main" id="{E21F59E3-998F-0CC2-AB41-D9082FB19079}"/>
                </a:ext>
              </a:extLst>
            </p:cNvPr>
            <p:cNvGrpSpPr/>
            <p:nvPr/>
          </p:nvGrpSpPr>
          <p:grpSpPr>
            <a:xfrm>
              <a:off x="7429994" y="1602128"/>
              <a:ext cx="537576" cy="228254"/>
              <a:chOff x="5158189" y="2214104"/>
              <a:chExt cx="749547" cy="385259"/>
            </a:xfrm>
          </p:grpSpPr>
          <p:cxnSp>
            <p:nvCxnSpPr>
              <p:cNvPr id="232" name="Straight Arrow Connector 231">
                <a:extLst>
                  <a:ext uri="{FF2B5EF4-FFF2-40B4-BE49-F238E27FC236}">
                    <a16:creationId xmlns:a16="http://schemas.microsoft.com/office/drawing/2014/main" id="{06B957AB-B3AF-5B01-7C76-8187D6235A44}"/>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33" name="Straight Arrow Connector 232">
                <a:extLst>
                  <a:ext uri="{FF2B5EF4-FFF2-40B4-BE49-F238E27FC236}">
                    <a16:creationId xmlns:a16="http://schemas.microsoft.com/office/drawing/2014/main" id="{600503F0-3604-3C54-9233-2AB55CA82FDB}"/>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19" name="Group 118">
              <a:extLst>
                <a:ext uri="{FF2B5EF4-FFF2-40B4-BE49-F238E27FC236}">
                  <a16:creationId xmlns:a16="http://schemas.microsoft.com/office/drawing/2014/main" id="{89D6A3BF-A90A-AACA-914F-DEA8280A078A}"/>
                </a:ext>
              </a:extLst>
            </p:cNvPr>
            <p:cNvGrpSpPr/>
            <p:nvPr/>
          </p:nvGrpSpPr>
          <p:grpSpPr>
            <a:xfrm>
              <a:off x="7955987" y="1602049"/>
              <a:ext cx="537576" cy="228254"/>
              <a:chOff x="5158189" y="2214104"/>
              <a:chExt cx="749547" cy="385259"/>
            </a:xfrm>
          </p:grpSpPr>
          <p:cxnSp>
            <p:nvCxnSpPr>
              <p:cNvPr id="230" name="Straight Arrow Connector 229">
                <a:extLst>
                  <a:ext uri="{FF2B5EF4-FFF2-40B4-BE49-F238E27FC236}">
                    <a16:creationId xmlns:a16="http://schemas.microsoft.com/office/drawing/2014/main" id="{C7B9E4CE-B8CC-6F77-1EA2-1B81499950B2}"/>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31" name="Straight Arrow Connector 230">
                <a:extLst>
                  <a:ext uri="{FF2B5EF4-FFF2-40B4-BE49-F238E27FC236}">
                    <a16:creationId xmlns:a16="http://schemas.microsoft.com/office/drawing/2014/main" id="{58138899-3ECF-3678-0D29-1ED117CC9A77}"/>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20" name="Group 119">
              <a:extLst>
                <a:ext uri="{FF2B5EF4-FFF2-40B4-BE49-F238E27FC236}">
                  <a16:creationId xmlns:a16="http://schemas.microsoft.com/office/drawing/2014/main" id="{10CAD170-DCC5-25A3-47BE-5CDA47CDE21F}"/>
                </a:ext>
              </a:extLst>
            </p:cNvPr>
            <p:cNvGrpSpPr/>
            <p:nvPr/>
          </p:nvGrpSpPr>
          <p:grpSpPr>
            <a:xfrm>
              <a:off x="7269403" y="1758838"/>
              <a:ext cx="295683" cy="276999"/>
              <a:chOff x="5038466" y="142671"/>
              <a:chExt cx="295683" cy="276999"/>
            </a:xfrm>
          </p:grpSpPr>
          <p:sp>
            <p:nvSpPr>
              <p:cNvPr id="228" name="Rounded Rectangle 149">
                <a:extLst>
                  <a:ext uri="{FF2B5EF4-FFF2-40B4-BE49-F238E27FC236}">
                    <a16:creationId xmlns:a16="http://schemas.microsoft.com/office/drawing/2014/main" id="{E1F79604-1379-D5CE-BD0C-BE0622F17F25}"/>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9" name="Rectangle 228">
                <a:extLst>
                  <a:ext uri="{FF2B5EF4-FFF2-40B4-BE49-F238E27FC236}">
                    <a16:creationId xmlns:a16="http://schemas.microsoft.com/office/drawing/2014/main" id="{4225FD7C-E2E9-95C3-EACF-3D4035C1BC0F}"/>
                  </a:ext>
                </a:extLst>
              </p:cNvPr>
              <p:cNvSpPr/>
              <p:nvPr/>
            </p:nvSpPr>
            <p:spPr>
              <a:xfrm>
                <a:off x="5038466" y="142671"/>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5</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21" name="Group 120">
              <a:extLst>
                <a:ext uri="{FF2B5EF4-FFF2-40B4-BE49-F238E27FC236}">
                  <a16:creationId xmlns:a16="http://schemas.microsoft.com/office/drawing/2014/main" id="{572B5888-032D-F631-21C3-95F424C37189}"/>
                </a:ext>
              </a:extLst>
            </p:cNvPr>
            <p:cNvGrpSpPr/>
            <p:nvPr/>
          </p:nvGrpSpPr>
          <p:grpSpPr>
            <a:xfrm>
              <a:off x="7829877" y="1759635"/>
              <a:ext cx="298364" cy="276999"/>
              <a:chOff x="5035785" y="145118"/>
              <a:chExt cx="298364" cy="276999"/>
            </a:xfrm>
          </p:grpSpPr>
          <p:sp>
            <p:nvSpPr>
              <p:cNvPr id="226" name="Rounded Rectangle 152">
                <a:extLst>
                  <a:ext uri="{FF2B5EF4-FFF2-40B4-BE49-F238E27FC236}">
                    <a16:creationId xmlns:a16="http://schemas.microsoft.com/office/drawing/2014/main" id="{8FB9EC1F-7BDB-8331-CED7-FBF6DB97D592}"/>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7" name="Rectangle 226">
                <a:extLst>
                  <a:ext uri="{FF2B5EF4-FFF2-40B4-BE49-F238E27FC236}">
                    <a16:creationId xmlns:a16="http://schemas.microsoft.com/office/drawing/2014/main" id="{59D43C4A-1FE1-4052-3D9C-C13839E5AEE5}"/>
                  </a:ext>
                </a:extLst>
              </p:cNvPr>
              <p:cNvSpPr/>
              <p:nvPr/>
            </p:nvSpPr>
            <p:spPr>
              <a:xfrm>
                <a:off x="5035785" y="145118"/>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2</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22" name="Group 121">
              <a:extLst>
                <a:ext uri="{FF2B5EF4-FFF2-40B4-BE49-F238E27FC236}">
                  <a16:creationId xmlns:a16="http://schemas.microsoft.com/office/drawing/2014/main" id="{0D4A4D75-0793-44EC-1A05-05FBAABD6D5D}"/>
                </a:ext>
              </a:extLst>
            </p:cNvPr>
            <p:cNvGrpSpPr/>
            <p:nvPr/>
          </p:nvGrpSpPr>
          <p:grpSpPr>
            <a:xfrm>
              <a:off x="8313535" y="1759517"/>
              <a:ext cx="302326" cy="276999"/>
              <a:chOff x="5031823" y="145001"/>
              <a:chExt cx="302326" cy="276999"/>
            </a:xfrm>
          </p:grpSpPr>
          <p:sp>
            <p:nvSpPr>
              <p:cNvPr id="224" name="Rounded Rectangle 155">
                <a:extLst>
                  <a:ext uri="{FF2B5EF4-FFF2-40B4-BE49-F238E27FC236}">
                    <a16:creationId xmlns:a16="http://schemas.microsoft.com/office/drawing/2014/main" id="{FD6B9127-BFBE-6115-CD54-15C75EDB622D}"/>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5" name="Rectangle 224">
                <a:extLst>
                  <a:ext uri="{FF2B5EF4-FFF2-40B4-BE49-F238E27FC236}">
                    <a16:creationId xmlns:a16="http://schemas.microsoft.com/office/drawing/2014/main" id="{89C4D1BC-BD54-2CCC-595E-3ECCE6F48931}"/>
                  </a:ext>
                </a:extLst>
              </p:cNvPr>
              <p:cNvSpPr/>
              <p:nvPr/>
            </p:nvSpPr>
            <p:spPr>
              <a:xfrm>
                <a:off x="5031823" y="145001"/>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6</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23" name="Group 122">
              <a:extLst>
                <a:ext uri="{FF2B5EF4-FFF2-40B4-BE49-F238E27FC236}">
                  <a16:creationId xmlns:a16="http://schemas.microsoft.com/office/drawing/2014/main" id="{2C39F915-9A33-FA18-1C8A-E613BD224E39}"/>
                </a:ext>
              </a:extLst>
            </p:cNvPr>
            <p:cNvGrpSpPr/>
            <p:nvPr/>
          </p:nvGrpSpPr>
          <p:grpSpPr>
            <a:xfrm>
              <a:off x="8487279" y="1603308"/>
              <a:ext cx="537576" cy="228254"/>
              <a:chOff x="5158189" y="2214104"/>
              <a:chExt cx="749547" cy="385259"/>
            </a:xfrm>
          </p:grpSpPr>
          <p:cxnSp>
            <p:nvCxnSpPr>
              <p:cNvPr id="222" name="Straight Arrow Connector 221">
                <a:extLst>
                  <a:ext uri="{FF2B5EF4-FFF2-40B4-BE49-F238E27FC236}">
                    <a16:creationId xmlns:a16="http://schemas.microsoft.com/office/drawing/2014/main" id="{B1D2939E-5561-20BF-BE31-D70439EDB0E4}"/>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23" name="Straight Arrow Connector 222">
                <a:extLst>
                  <a:ext uri="{FF2B5EF4-FFF2-40B4-BE49-F238E27FC236}">
                    <a16:creationId xmlns:a16="http://schemas.microsoft.com/office/drawing/2014/main" id="{76E00FB4-721C-D69A-DBE2-0F478BF63280}"/>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24" name="Group 123">
              <a:extLst>
                <a:ext uri="{FF2B5EF4-FFF2-40B4-BE49-F238E27FC236}">
                  <a16:creationId xmlns:a16="http://schemas.microsoft.com/office/drawing/2014/main" id="{D7DC2151-C258-0A79-3218-2A76ADE38D46}"/>
                </a:ext>
              </a:extLst>
            </p:cNvPr>
            <p:cNvGrpSpPr/>
            <p:nvPr/>
          </p:nvGrpSpPr>
          <p:grpSpPr>
            <a:xfrm>
              <a:off x="8852948" y="1759842"/>
              <a:ext cx="296835" cy="276999"/>
              <a:chOff x="5037314" y="143771"/>
              <a:chExt cx="296835" cy="276999"/>
            </a:xfrm>
          </p:grpSpPr>
          <p:sp>
            <p:nvSpPr>
              <p:cNvPr id="220" name="Rounded Rectangle 161">
                <a:extLst>
                  <a:ext uri="{FF2B5EF4-FFF2-40B4-BE49-F238E27FC236}">
                    <a16:creationId xmlns:a16="http://schemas.microsoft.com/office/drawing/2014/main" id="{B37B2B3C-D9E3-C251-A9F1-D20782B3EF10}"/>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1" name="Rectangle 220">
                <a:extLst>
                  <a:ext uri="{FF2B5EF4-FFF2-40B4-BE49-F238E27FC236}">
                    <a16:creationId xmlns:a16="http://schemas.microsoft.com/office/drawing/2014/main" id="{00C2FB2D-F284-7B08-1BFF-57CA6ED22071}"/>
                  </a:ext>
                </a:extLst>
              </p:cNvPr>
              <p:cNvSpPr/>
              <p:nvPr/>
            </p:nvSpPr>
            <p:spPr>
              <a:xfrm>
                <a:off x="5037314" y="143771"/>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3</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25" name="Group 124">
              <a:extLst>
                <a:ext uri="{FF2B5EF4-FFF2-40B4-BE49-F238E27FC236}">
                  <a16:creationId xmlns:a16="http://schemas.microsoft.com/office/drawing/2014/main" id="{6295D797-B8B8-0189-73CE-AACC86547FE5}"/>
                </a:ext>
              </a:extLst>
            </p:cNvPr>
            <p:cNvGrpSpPr/>
            <p:nvPr/>
          </p:nvGrpSpPr>
          <p:grpSpPr>
            <a:xfrm>
              <a:off x="9024855" y="1603308"/>
              <a:ext cx="537576" cy="228254"/>
              <a:chOff x="5158189" y="2214104"/>
              <a:chExt cx="749547" cy="385259"/>
            </a:xfrm>
          </p:grpSpPr>
          <p:cxnSp>
            <p:nvCxnSpPr>
              <p:cNvPr id="218" name="Straight Arrow Connector 217">
                <a:extLst>
                  <a:ext uri="{FF2B5EF4-FFF2-40B4-BE49-F238E27FC236}">
                    <a16:creationId xmlns:a16="http://schemas.microsoft.com/office/drawing/2014/main" id="{6F141FD9-75D1-3CF1-344D-C00F17BC8BC8}"/>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19" name="Straight Arrow Connector 218">
                <a:extLst>
                  <a:ext uri="{FF2B5EF4-FFF2-40B4-BE49-F238E27FC236}">
                    <a16:creationId xmlns:a16="http://schemas.microsoft.com/office/drawing/2014/main" id="{30EA7A01-DB67-E19D-6F2A-2568387CB9C9}"/>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26" name="Group 125">
              <a:extLst>
                <a:ext uri="{FF2B5EF4-FFF2-40B4-BE49-F238E27FC236}">
                  <a16:creationId xmlns:a16="http://schemas.microsoft.com/office/drawing/2014/main" id="{F5ACEBCB-6AC5-58E3-A3A9-893246375282}"/>
                </a:ext>
              </a:extLst>
            </p:cNvPr>
            <p:cNvGrpSpPr/>
            <p:nvPr/>
          </p:nvGrpSpPr>
          <p:grpSpPr>
            <a:xfrm>
              <a:off x="9385487" y="1768663"/>
              <a:ext cx="301872" cy="276999"/>
              <a:chOff x="5032277" y="152592"/>
              <a:chExt cx="301872" cy="276999"/>
            </a:xfrm>
          </p:grpSpPr>
          <p:sp>
            <p:nvSpPr>
              <p:cNvPr id="216" name="Rounded Rectangle 167">
                <a:extLst>
                  <a:ext uri="{FF2B5EF4-FFF2-40B4-BE49-F238E27FC236}">
                    <a16:creationId xmlns:a16="http://schemas.microsoft.com/office/drawing/2014/main" id="{69A8798D-21D7-B4C3-9197-1BDE43E2D85C}"/>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7" name="Rectangle 216">
                <a:extLst>
                  <a:ext uri="{FF2B5EF4-FFF2-40B4-BE49-F238E27FC236}">
                    <a16:creationId xmlns:a16="http://schemas.microsoft.com/office/drawing/2014/main" id="{4F17DC64-299B-08CF-8E3E-87FFB8EA5B89}"/>
                  </a:ext>
                </a:extLst>
              </p:cNvPr>
              <p:cNvSpPr/>
              <p:nvPr/>
            </p:nvSpPr>
            <p:spPr>
              <a:xfrm>
                <a:off x="5032277" y="152592"/>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7</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27" name="Group 126">
              <a:extLst>
                <a:ext uri="{FF2B5EF4-FFF2-40B4-BE49-F238E27FC236}">
                  <a16:creationId xmlns:a16="http://schemas.microsoft.com/office/drawing/2014/main" id="{0A953192-3E00-79D7-BD85-3506BE2DA84C}"/>
                </a:ext>
              </a:extLst>
            </p:cNvPr>
            <p:cNvGrpSpPr/>
            <p:nvPr/>
          </p:nvGrpSpPr>
          <p:grpSpPr>
            <a:xfrm>
              <a:off x="7181869" y="2018544"/>
              <a:ext cx="537576" cy="228254"/>
              <a:chOff x="5158189" y="2214104"/>
              <a:chExt cx="749547" cy="385259"/>
            </a:xfrm>
          </p:grpSpPr>
          <p:cxnSp>
            <p:nvCxnSpPr>
              <p:cNvPr id="214" name="Straight Arrow Connector 213">
                <a:extLst>
                  <a:ext uri="{FF2B5EF4-FFF2-40B4-BE49-F238E27FC236}">
                    <a16:creationId xmlns:a16="http://schemas.microsoft.com/office/drawing/2014/main" id="{CDB03604-B3DB-5DF7-978E-59F0DAF2334E}"/>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15" name="Straight Arrow Connector 214">
                <a:extLst>
                  <a:ext uri="{FF2B5EF4-FFF2-40B4-BE49-F238E27FC236}">
                    <a16:creationId xmlns:a16="http://schemas.microsoft.com/office/drawing/2014/main" id="{50196BD5-2267-1EE1-4D02-B45700576BEF}"/>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28" name="Group 127">
              <a:extLst>
                <a:ext uri="{FF2B5EF4-FFF2-40B4-BE49-F238E27FC236}">
                  <a16:creationId xmlns:a16="http://schemas.microsoft.com/office/drawing/2014/main" id="{706D39DE-D700-D64E-F591-582156D84742}"/>
                </a:ext>
              </a:extLst>
            </p:cNvPr>
            <p:cNvGrpSpPr/>
            <p:nvPr/>
          </p:nvGrpSpPr>
          <p:grpSpPr>
            <a:xfrm>
              <a:off x="7707862" y="2018465"/>
              <a:ext cx="537576" cy="228254"/>
              <a:chOff x="5158189" y="2214104"/>
              <a:chExt cx="749547" cy="385259"/>
            </a:xfrm>
          </p:grpSpPr>
          <p:cxnSp>
            <p:nvCxnSpPr>
              <p:cNvPr id="212" name="Straight Arrow Connector 211">
                <a:extLst>
                  <a:ext uri="{FF2B5EF4-FFF2-40B4-BE49-F238E27FC236}">
                    <a16:creationId xmlns:a16="http://schemas.microsoft.com/office/drawing/2014/main" id="{9ACD86B0-1A43-21DB-C572-BFA8B3159A38}"/>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13" name="Straight Arrow Connector 212">
                <a:extLst>
                  <a:ext uri="{FF2B5EF4-FFF2-40B4-BE49-F238E27FC236}">
                    <a16:creationId xmlns:a16="http://schemas.microsoft.com/office/drawing/2014/main" id="{C7587CF8-6793-64E6-AFCA-C9C3AE1B62D2}"/>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29" name="Group 128">
              <a:extLst>
                <a:ext uri="{FF2B5EF4-FFF2-40B4-BE49-F238E27FC236}">
                  <a16:creationId xmlns:a16="http://schemas.microsoft.com/office/drawing/2014/main" id="{8F348C52-B4C1-722E-D9CB-0B448478F08D}"/>
                </a:ext>
              </a:extLst>
            </p:cNvPr>
            <p:cNvGrpSpPr/>
            <p:nvPr/>
          </p:nvGrpSpPr>
          <p:grpSpPr>
            <a:xfrm>
              <a:off x="7019860" y="2181184"/>
              <a:ext cx="297101" cy="276999"/>
              <a:chOff x="5037048" y="148601"/>
              <a:chExt cx="297101" cy="276999"/>
            </a:xfrm>
          </p:grpSpPr>
          <p:sp>
            <p:nvSpPr>
              <p:cNvPr id="210" name="Rounded Rectangle 182">
                <a:extLst>
                  <a:ext uri="{FF2B5EF4-FFF2-40B4-BE49-F238E27FC236}">
                    <a16:creationId xmlns:a16="http://schemas.microsoft.com/office/drawing/2014/main" id="{A60CF2D3-2F1A-12AA-0F46-0A8A50256E18}"/>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1" name="Rectangle 210">
                <a:extLst>
                  <a:ext uri="{FF2B5EF4-FFF2-40B4-BE49-F238E27FC236}">
                    <a16:creationId xmlns:a16="http://schemas.microsoft.com/office/drawing/2014/main" id="{C49ABAF9-821E-1387-19C2-183624F909C4}"/>
                  </a:ext>
                </a:extLst>
              </p:cNvPr>
              <p:cNvSpPr/>
              <p:nvPr/>
            </p:nvSpPr>
            <p:spPr>
              <a:xfrm>
                <a:off x="5037048" y="148601"/>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6</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30" name="Group 129">
              <a:extLst>
                <a:ext uri="{FF2B5EF4-FFF2-40B4-BE49-F238E27FC236}">
                  <a16:creationId xmlns:a16="http://schemas.microsoft.com/office/drawing/2014/main" id="{F76B2B1D-4804-144B-2AF9-2831CB156D09}"/>
                </a:ext>
              </a:extLst>
            </p:cNvPr>
            <p:cNvGrpSpPr/>
            <p:nvPr/>
          </p:nvGrpSpPr>
          <p:grpSpPr>
            <a:xfrm>
              <a:off x="7576993" y="2181184"/>
              <a:ext cx="303123" cy="276999"/>
              <a:chOff x="5031026" y="150251"/>
              <a:chExt cx="303123" cy="276999"/>
            </a:xfrm>
          </p:grpSpPr>
          <p:sp>
            <p:nvSpPr>
              <p:cNvPr id="208" name="Rounded Rectangle 185">
                <a:extLst>
                  <a:ext uri="{FF2B5EF4-FFF2-40B4-BE49-F238E27FC236}">
                    <a16:creationId xmlns:a16="http://schemas.microsoft.com/office/drawing/2014/main" id="{0E666A5E-24F4-C891-3CCD-01262886B077}"/>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9" name="Rectangle 208">
                <a:extLst>
                  <a:ext uri="{FF2B5EF4-FFF2-40B4-BE49-F238E27FC236}">
                    <a16:creationId xmlns:a16="http://schemas.microsoft.com/office/drawing/2014/main" id="{D723FB7D-106E-884E-22CA-018D819C49E6}"/>
                  </a:ext>
                </a:extLst>
              </p:cNvPr>
              <p:cNvSpPr/>
              <p:nvPr/>
            </p:nvSpPr>
            <p:spPr>
              <a:xfrm>
                <a:off x="5031026" y="150251"/>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3</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31" name="Group 130">
              <a:extLst>
                <a:ext uri="{FF2B5EF4-FFF2-40B4-BE49-F238E27FC236}">
                  <a16:creationId xmlns:a16="http://schemas.microsoft.com/office/drawing/2014/main" id="{FA579A72-2B7B-F706-5C55-B9CB3883E4A0}"/>
                </a:ext>
              </a:extLst>
            </p:cNvPr>
            <p:cNvGrpSpPr/>
            <p:nvPr/>
          </p:nvGrpSpPr>
          <p:grpSpPr>
            <a:xfrm>
              <a:off x="8059599" y="2181184"/>
              <a:ext cx="308137" cy="276999"/>
              <a:chOff x="5026012" y="150252"/>
              <a:chExt cx="308137" cy="276999"/>
            </a:xfrm>
          </p:grpSpPr>
          <p:sp>
            <p:nvSpPr>
              <p:cNvPr id="206" name="Rounded Rectangle 188">
                <a:extLst>
                  <a:ext uri="{FF2B5EF4-FFF2-40B4-BE49-F238E27FC236}">
                    <a16:creationId xmlns:a16="http://schemas.microsoft.com/office/drawing/2014/main" id="{C1D630A0-6D15-E832-DE77-7D4A844A0121}"/>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7" name="Rectangle 206">
                <a:extLst>
                  <a:ext uri="{FF2B5EF4-FFF2-40B4-BE49-F238E27FC236}">
                    <a16:creationId xmlns:a16="http://schemas.microsoft.com/office/drawing/2014/main" id="{27665B6B-AC9C-0F3B-B7CF-BD55CD98E15C}"/>
                  </a:ext>
                </a:extLst>
              </p:cNvPr>
              <p:cNvSpPr/>
              <p:nvPr/>
            </p:nvSpPr>
            <p:spPr>
              <a:xfrm>
                <a:off x="5026012" y="150252"/>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7</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32" name="Group 131">
              <a:extLst>
                <a:ext uri="{FF2B5EF4-FFF2-40B4-BE49-F238E27FC236}">
                  <a16:creationId xmlns:a16="http://schemas.microsoft.com/office/drawing/2014/main" id="{72303255-574E-B9B3-7044-379B2044C2C2}"/>
                </a:ext>
              </a:extLst>
            </p:cNvPr>
            <p:cNvGrpSpPr/>
            <p:nvPr/>
          </p:nvGrpSpPr>
          <p:grpSpPr>
            <a:xfrm>
              <a:off x="8239154" y="2019724"/>
              <a:ext cx="537576" cy="228254"/>
              <a:chOff x="5158189" y="2214104"/>
              <a:chExt cx="749547" cy="385259"/>
            </a:xfrm>
          </p:grpSpPr>
          <p:cxnSp>
            <p:nvCxnSpPr>
              <p:cNvPr id="204" name="Straight Arrow Connector 203">
                <a:extLst>
                  <a:ext uri="{FF2B5EF4-FFF2-40B4-BE49-F238E27FC236}">
                    <a16:creationId xmlns:a16="http://schemas.microsoft.com/office/drawing/2014/main" id="{A626AD64-CBDC-74A5-90E3-0D3AABACE84D}"/>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05" name="Straight Arrow Connector 204">
                <a:extLst>
                  <a:ext uri="{FF2B5EF4-FFF2-40B4-BE49-F238E27FC236}">
                    <a16:creationId xmlns:a16="http://schemas.microsoft.com/office/drawing/2014/main" id="{CEBB4691-1300-BAE6-C025-D71E38C8E107}"/>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33" name="Group 132">
              <a:extLst>
                <a:ext uri="{FF2B5EF4-FFF2-40B4-BE49-F238E27FC236}">
                  <a16:creationId xmlns:a16="http://schemas.microsoft.com/office/drawing/2014/main" id="{10B73F0D-1645-7362-1168-D415A37D7215}"/>
                </a:ext>
              </a:extLst>
            </p:cNvPr>
            <p:cNvGrpSpPr/>
            <p:nvPr/>
          </p:nvGrpSpPr>
          <p:grpSpPr>
            <a:xfrm>
              <a:off x="8598166" y="2179764"/>
              <a:ext cx="303492" cy="276999"/>
              <a:chOff x="5030657" y="147277"/>
              <a:chExt cx="303492" cy="276999"/>
            </a:xfrm>
          </p:grpSpPr>
          <p:sp>
            <p:nvSpPr>
              <p:cNvPr id="202" name="Rounded Rectangle 194">
                <a:extLst>
                  <a:ext uri="{FF2B5EF4-FFF2-40B4-BE49-F238E27FC236}">
                    <a16:creationId xmlns:a16="http://schemas.microsoft.com/office/drawing/2014/main" id="{64CDB142-46BF-DE91-0518-619C6FD594EA}"/>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03" name="Rectangle 202">
                <a:extLst>
                  <a:ext uri="{FF2B5EF4-FFF2-40B4-BE49-F238E27FC236}">
                    <a16:creationId xmlns:a16="http://schemas.microsoft.com/office/drawing/2014/main" id="{5B7B8723-7693-0689-0DD4-41075E2C71EE}"/>
                  </a:ext>
                </a:extLst>
              </p:cNvPr>
              <p:cNvSpPr/>
              <p:nvPr/>
            </p:nvSpPr>
            <p:spPr>
              <a:xfrm>
                <a:off x="5030657" y="147277"/>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4</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34" name="Group 133">
              <a:extLst>
                <a:ext uri="{FF2B5EF4-FFF2-40B4-BE49-F238E27FC236}">
                  <a16:creationId xmlns:a16="http://schemas.microsoft.com/office/drawing/2014/main" id="{9FBA5A92-03DE-2738-878C-8255F1AAAD01}"/>
                </a:ext>
              </a:extLst>
            </p:cNvPr>
            <p:cNvGrpSpPr/>
            <p:nvPr/>
          </p:nvGrpSpPr>
          <p:grpSpPr>
            <a:xfrm>
              <a:off x="8776730" y="2019724"/>
              <a:ext cx="537576" cy="228254"/>
              <a:chOff x="5158189" y="2214104"/>
              <a:chExt cx="749547" cy="385259"/>
            </a:xfrm>
          </p:grpSpPr>
          <p:cxnSp>
            <p:nvCxnSpPr>
              <p:cNvPr id="200" name="Straight Arrow Connector 199">
                <a:extLst>
                  <a:ext uri="{FF2B5EF4-FFF2-40B4-BE49-F238E27FC236}">
                    <a16:creationId xmlns:a16="http://schemas.microsoft.com/office/drawing/2014/main" id="{982B0EB3-30FC-8F09-0F29-80786148C6F0}"/>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201" name="Straight Arrow Connector 200">
                <a:extLst>
                  <a:ext uri="{FF2B5EF4-FFF2-40B4-BE49-F238E27FC236}">
                    <a16:creationId xmlns:a16="http://schemas.microsoft.com/office/drawing/2014/main" id="{5C86CFEB-ED09-5D1A-3AC6-060C1D6FF7B6}"/>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35" name="Group 134">
              <a:extLst>
                <a:ext uri="{FF2B5EF4-FFF2-40B4-BE49-F238E27FC236}">
                  <a16:creationId xmlns:a16="http://schemas.microsoft.com/office/drawing/2014/main" id="{BF46D750-5FD8-35DC-5169-B1822916A1E3}"/>
                </a:ext>
              </a:extLst>
            </p:cNvPr>
            <p:cNvGrpSpPr/>
            <p:nvPr/>
          </p:nvGrpSpPr>
          <p:grpSpPr>
            <a:xfrm>
              <a:off x="9145500" y="2177120"/>
              <a:ext cx="293734" cy="276999"/>
              <a:chOff x="5040415" y="144633"/>
              <a:chExt cx="293734" cy="276999"/>
            </a:xfrm>
          </p:grpSpPr>
          <p:sp>
            <p:nvSpPr>
              <p:cNvPr id="198" name="Rounded Rectangle 200">
                <a:extLst>
                  <a:ext uri="{FF2B5EF4-FFF2-40B4-BE49-F238E27FC236}">
                    <a16:creationId xmlns:a16="http://schemas.microsoft.com/office/drawing/2014/main" id="{DB50D5D9-7836-72FF-42D8-F19861FF65DF}"/>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9" name="Rectangle 198">
                <a:extLst>
                  <a:ext uri="{FF2B5EF4-FFF2-40B4-BE49-F238E27FC236}">
                    <a16:creationId xmlns:a16="http://schemas.microsoft.com/office/drawing/2014/main" id="{E422F252-D2C2-8245-3083-7A757C4A4707}"/>
                  </a:ext>
                </a:extLst>
              </p:cNvPr>
              <p:cNvSpPr/>
              <p:nvPr/>
            </p:nvSpPr>
            <p:spPr>
              <a:xfrm>
                <a:off x="5040415" y="144633"/>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36" name="Group 135">
              <a:extLst>
                <a:ext uri="{FF2B5EF4-FFF2-40B4-BE49-F238E27FC236}">
                  <a16:creationId xmlns:a16="http://schemas.microsoft.com/office/drawing/2014/main" id="{B9837D9B-25BF-C154-5E66-A1E13CB3E9DC}"/>
                </a:ext>
              </a:extLst>
            </p:cNvPr>
            <p:cNvGrpSpPr/>
            <p:nvPr/>
          </p:nvGrpSpPr>
          <p:grpSpPr>
            <a:xfrm>
              <a:off x="9279512" y="2016986"/>
              <a:ext cx="537576" cy="228254"/>
              <a:chOff x="5158189" y="2214104"/>
              <a:chExt cx="749547" cy="385259"/>
            </a:xfrm>
          </p:grpSpPr>
          <p:cxnSp>
            <p:nvCxnSpPr>
              <p:cNvPr id="196" name="Straight Arrow Connector 195">
                <a:extLst>
                  <a:ext uri="{FF2B5EF4-FFF2-40B4-BE49-F238E27FC236}">
                    <a16:creationId xmlns:a16="http://schemas.microsoft.com/office/drawing/2014/main" id="{C5F766D6-D7A3-F33E-B385-608D32CD2172}"/>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197" name="Straight Arrow Connector 196">
                <a:extLst>
                  <a:ext uri="{FF2B5EF4-FFF2-40B4-BE49-F238E27FC236}">
                    <a16:creationId xmlns:a16="http://schemas.microsoft.com/office/drawing/2014/main" id="{C5CD7333-E60C-1FF6-FD9E-1FCC2B7CE565}"/>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37" name="Group 136">
              <a:extLst>
                <a:ext uri="{FF2B5EF4-FFF2-40B4-BE49-F238E27FC236}">
                  <a16:creationId xmlns:a16="http://schemas.microsoft.com/office/drawing/2014/main" id="{BA908363-A867-BF33-88AF-8D582CA87AC3}"/>
                </a:ext>
              </a:extLst>
            </p:cNvPr>
            <p:cNvGrpSpPr/>
            <p:nvPr/>
          </p:nvGrpSpPr>
          <p:grpSpPr>
            <a:xfrm>
              <a:off x="9642651" y="2179792"/>
              <a:ext cx="299365" cy="276999"/>
              <a:chOff x="5034784" y="150043"/>
              <a:chExt cx="299365" cy="276999"/>
            </a:xfrm>
          </p:grpSpPr>
          <p:sp>
            <p:nvSpPr>
              <p:cNvPr id="194" name="Rounded Rectangle 206">
                <a:extLst>
                  <a:ext uri="{FF2B5EF4-FFF2-40B4-BE49-F238E27FC236}">
                    <a16:creationId xmlns:a16="http://schemas.microsoft.com/office/drawing/2014/main" id="{8EC921AA-17FC-AA40-172E-91C2226DB18D}"/>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5" name="Rectangle 194">
                <a:extLst>
                  <a:ext uri="{FF2B5EF4-FFF2-40B4-BE49-F238E27FC236}">
                    <a16:creationId xmlns:a16="http://schemas.microsoft.com/office/drawing/2014/main" id="{1BCFA63E-9DCE-008C-5BFC-601B6F68FD69}"/>
                  </a:ext>
                </a:extLst>
              </p:cNvPr>
              <p:cNvSpPr/>
              <p:nvPr/>
            </p:nvSpPr>
            <p:spPr>
              <a:xfrm>
                <a:off x="5034784" y="150043"/>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5</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38" name="Group 137">
              <a:extLst>
                <a:ext uri="{FF2B5EF4-FFF2-40B4-BE49-F238E27FC236}">
                  <a16:creationId xmlns:a16="http://schemas.microsoft.com/office/drawing/2014/main" id="{6D802650-644F-B2F8-3234-30951B0D2DFB}"/>
                </a:ext>
              </a:extLst>
            </p:cNvPr>
            <p:cNvGrpSpPr/>
            <p:nvPr/>
          </p:nvGrpSpPr>
          <p:grpSpPr>
            <a:xfrm>
              <a:off x="6944237" y="2432208"/>
              <a:ext cx="537576" cy="228254"/>
              <a:chOff x="5158189" y="2214104"/>
              <a:chExt cx="749547" cy="385259"/>
            </a:xfrm>
          </p:grpSpPr>
          <p:cxnSp>
            <p:nvCxnSpPr>
              <p:cNvPr id="192" name="Straight Arrow Connector 191">
                <a:extLst>
                  <a:ext uri="{FF2B5EF4-FFF2-40B4-BE49-F238E27FC236}">
                    <a16:creationId xmlns:a16="http://schemas.microsoft.com/office/drawing/2014/main" id="{C833BFDC-A5F0-12F5-B835-18273C6346DE}"/>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193" name="Straight Arrow Connector 192">
                <a:extLst>
                  <a:ext uri="{FF2B5EF4-FFF2-40B4-BE49-F238E27FC236}">
                    <a16:creationId xmlns:a16="http://schemas.microsoft.com/office/drawing/2014/main" id="{9075E92B-8713-E732-BB12-9E1A1DDCE0B9}"/>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39" name="Group 138">
              <a:extLst>
                <a:ext uri="{FF2B5EF4-FFF2-40B4-BE49-F238E27FC236}">
                  <a16:creationId xmlns:a16="http://schemas.microsoft.com/office/drawing/2014/main" id="{E806CE5E-B9EB-04AB-B8A5-46C7AF0D480B}"/>
                </a:ext>
              </a:extLst>
            </p:cNvPr>
            <p:cNvGrpSpPr/>
            <p:nvPr/>
          </p:nvGrpSpPr>
          <p:grpSpPr>
            <a:xfrm>
              <a:off x="7470230" y="2432129"/>
              <a:ext cx="537576" cy="228254"/>
              <a:chOff x="5158189" y="2214104"/>
              <a:chExt cx="749547" cy="385259"/>
            </a:xfrm>
          </p:grpSpPr>
          <p:cxnSp>
            <p:nvCxnSpPr>
              <p:cNvPr id="190" name="Straight Arrow Connector 189">
                <a:extLst>
                  <a:ext uri="{FF2B5EF4-FFF2-40B4-BE49-F238E27FC236}">
                    <a16:creationId xmlns:a16="http://schemas.microsoft.com/office/drawing/2014/main" id="{17CEB19E-E6C2-717F-9D59-E9CD07D2D5FF}"/>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191" name="Straight Arrow Connector 190">
                <a:extLst>
                  <a:ext uri="{FF2B5EF4-FFF2-40B4-BE49-F238E27FC236}">
                    <a16:creationId xmlns:a16="http://schemas.microsoft.com/office/drawing/2014/main" id="{11B312F0-C417-9C0E-AC2B-D6FF78FCD9F4}"/>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40" name="Group 139">
              <a:extLst>
                <a:ext uri="{FF2B5EF4-FFF2-40B4-BE49-F238E27FC236}">
                  <a16:creationId xmlns:a16="http://schemas.microsoft.com/office/drawing/2014/main" id="{E659C11D-431B-6F71-291D-7E23C28E9DEC}"/>
                </a:ext>
              </a:extLst>
            </p:cNvPr>
            <p:cNvGrpSpPr/>
            <p:nvPr/>
          </p:nvGrpSpPr>
          <p:grpSpPr>
            <a:xfrm>
              <a:off x="6787464" y="2589639"/>
              <a:ext cx="291865" cy="276999"/>
              <a:chOff x="5042284" y="143392"/>
              <a:chExt cx="291865" cy="276999"/>
            </a:xfrm>
          </p:grpSpPr>
          <p:sp>
            <p:nvSpPr>
              <p:cNvPr id="188" name="Rounded Rectangle 215">
                <a:extLst>
                  <a:ext uri="{FF2B5EF4-FFF2-40B4-BE49-F238E27FC236}">
                    <a16:creationId xmlns:a16="http://schemas.microsoft.com/office/drawing/2014/main" id="{128D140D-04CC-742E-9884-BDA86AB6F4B4}"/>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9" name="Rectangle 188">
                <a:extLst>
                  <a:ext uri="{FF2B5EF4-FFF2-40B4-BE49-F238E27FC236}">
                    <a16:creationId xmlns:a16="http://schemas.microsoft.com/office/drawing/2014/main" id="{9C8A32CA-4E5A-D9D4-EEFB-69738A8C8E10}"/>
                  </a:ext>
                </a:extLst>
              </p:cNvPr>
              <p:cNvSpPr/>
              <p:nvPr/>
            </p:nvSpPr>
            <p:spPr>
              <a:xfrm>
                <a:off x="5042284" y="143392"/>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7</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41" name="Group 140">
              <a:extLst>
                <a:ext uri="{FF2B5EF4-FFF2-40B4-BE49-F238E27FC236}">
                  <a16:creationId xmlns:a16="http://schemas.microsoft.com/office/drawing/2014/main" id="{C4CEB3B4-98D4-BA7C-A8A1-5861E5C4380A}"/>
                </a:ext>
              </a:extLst>
            </p:cNvPr>
            <p:cNvGrpSpPr/>
            <p:nvPr/>
          </p:nvGrpSpPr>
          <p:grpSpPr>
            <a:xfrm>
              <a:off x="7329478" y="2594457"/>
              <a:ext cx="313006" cy="276999"/>
              <a:chOff x="5021143" y="149860"/>
              <a:chExt cx="313006" cy="276999"/>
            </a:xfrm>
          </p:grpSpPr>
          <p:sp>
            <p:nvSpPr>
              <p:cNvPr id="186" name="Rounded Rectangle 218">
                <a:extLst>
                  <a:ext uri="{FF2B5EF4-FFF2-40B4-BE49-F238E27FC236}">
                    <a16:creationId xmlns:a16="http://schemas.microsoft.com/office/drawing/2014/main" id="{9BCC7C9E-31A3-CC94-7261-92864256BAFA}"/>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7" name="Rectangle 186">
                <a:extLst>
                  <a:ext uri="{FF2B5EF4-FFF2-40B4-BE49-F238E27FC236}">
                    <a16:creationId xmlns:a16="http://schemas.microsoft.com/office/drawing/2014/main" id="{A7A04303-CE9A-F169-CCED-E30EE8D90E4C}"/>
                  </a:ext>
                </a:extLst>
              </p:cNvPr>
              <p:cNvSpPr/>
              <p:nvPr/>
            </p:nvSpPr>
            <p:spPr>
              <a:xfrm>
                <a:off x="5021143" y="149860"/>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4</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42" name="Group 141">
              <a:extLst>
                <a:ext uri="{FF2B5EF4-FFF2-40B4-BE49-F238E27FC236}">
                  <a16:creationId xmlns:a16="http://schemas.microsoft.com/office/drawing/2014/main" id="{DA26F793-F060-439D-0EFC-D818FA25320F}"/>
                </a:ext>
              </a:extLst>
            </p:cNvPr>
            <p:cNvGrpSpPr/>
            <p:nvPr/>
          </p:nvGrpSpPr>
          <p:grpSpPr>
            <a:xfrm>
              <a:off x="7833325" y="2595545"/>
              <a:ext cx="296779" cy="276999"/>
              <a:chOff x="5037370" y="150949"/>
              <a:chExt cx="296779" cy="276999"/>
            </a:xfrm>
          </p:grpSpPr>
          <p:sp>
            <p:nvSpPr>
              <p:cNvPr id="184" name="Rounded Rectangle 221">
                <a:extLst>
                  <a:ext uri="{FF2B5EF4-FFF2-40B4-BE49-F238E27FC236}">
                    <a16:creationId xmlns:a16="http://schemas.microsoft.com/office/drawing/2014/main" id="{80FFE66C-E2FF-396C-70B0-C2A9722C3884}"/>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5" name="Rectangle 184">
                <a:extLst>
                  <a:ext uri="{FF2B5EF4-FFF2-40B4-BE49-F238E27FC236}">
                    <a16:creationId xmlns:a16="http://schemas.microsoft.com/office/drawing/2014/main" id="{66CC8144-82AE-EA1A-CB34-299C80D87DB4}"/>
                  </a:ext>
                </a:extLst>
              </p:cNvPr>
              <p:cNvSpPr/>
              <p:nvPr/>
            </p:nvSpPr>
            <p:spPr>
              <a:xfrm>
                <a:off x="5037370" y="150949"/>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1</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43" name="Group 142">
              <a:extLst>
                <a:ext uri="{FF2B5EF4-FFF2-40B4-BE49-F238E27FC236}">
                  <a16:creationId xmlns:a16="http://schemas.microsoft.com/office/drawing/2014/main" id="{83AF77C3-F0FC-E274-01EB-34471CC2DC65}"/>
                </a:ext>
              </a:extLst>
            </p:cNvPr>
            <p:cNvGrpSpPr/>
            <p:nvPr/>
          </p:nvGrpSpPr>
          <p:grpSpPr>
            <a:xfrm>
              <a:off x="8001522" y="2433388"/>
              <a:ext cx="537576" cy="228254"/>
              <a:chOff x="5158189" y="2214104"/>
              <a:chExt cx="749547" cy="385259"/>
            </a:xfrm>
          </p:grpSpPr>
          <p:cxnSp>
            <p:nvCxnSpPr>
              <p:cNvPr id="182" name="Straight Arrow Connector 181">
                <a:extLst>
                  <a:ext uri="{FF2B5EF4-FFF2-40B4-BE49-F238E27FC236}">
                    <a16:creationId xmlns:a16="http://schemas.microsoft.com/office/drawing/2014/main" id="{78CCC0F6-3BAD-C3DA-C733-DB17CE50A227}"/>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183" name="Straight Arrow Connector 182">
                <a:extLst>
                  <a:ext uri="{FF2B5EF4-FFF2-40B4-BE49-F238E27FC236}">
                    <a16:creationId xmlns:a16="http://schemas.microsoft.com/office/drawing/2014/main" id="{6D431533-7114-97E4-2B3E-D998D4F57EFB}"/>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44" name="Group 143">
              <a:extLst>
                <a:ext uri="{FF2B5EF4-FFF2-40B4-BE49-F238E27FC236}">
                  <a16:creationId xmlns:a16="http://schemas.microsoft.com/office/drawing/2014/main" id="{36BF4A7E-6247-D25E-1C26-4D9FFA35A123}"/>
                </a:ext>
              </a:extLst>
            </p:cNvPr>
            <p:cNvGrpSpPr/>
            <p:nvPr/>
          </p:nvGrpSpPr>
          <p:grpSpPr>
            <a:xfrm>
              <a:off x="8367192" y="2593244"/>
              <a:ext cx="296834" cy="276999"/>
              <a:chOff x="5037315" y="147093"/>
              <a:chExt cx="296834" cy="276999"/>
            </a:xfrm>
          </p:grpSpPr>
          <p:sp>
            <p:nvSpPr>
              <p:cNvPr id="180" name="Rounded Rectangle 227">
                <a:extLst>
                  <a:ext uri="{FF2B5EF4-FFF2-40B4-BE49-F238E27FC236}">
                    <a16:creationId xmlns:a16="http://schemas.microsoft.com/office/drawing/2014/main" id="{47615ABF-3900-681A-E347-99D410AD37AE}"/>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81" name="Rectangle 180">
                <a:extLst>
                  <a:ext uri="{FF2B5EF4-FFF2-40B4-BE49-F238E27FC236}">
                    <a16:creationId xmlns:a16="http://schemas.microsoft.com/office/drawing/2014/main" id="{93178314-25C6-1CF9-D451-C3628DE09999}"/>
                  </a:ext>
                </a:extLst>
              </p:cNvPr>
              <p:cNvSpPr/>
              <p:nvPr/>
            </p:nvSpPr>
            <p:spPr>
              <a:xfrm>
                <a:off x="5037315" y="147093"/>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5</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45" name="Group 144">
              <a:extLst>
                <a:ext uri="{FF2B5EF4-FFF2-40B4-BE49-F238E27FC236}">
                  <a16:creationId xmlns:a16="http://schemas.microsoft.com/office/drawing/2014/main" id="{00D816D6-D3A9-89B9-6D3E-17D3F148EFEA}"/>
                </a:ext>
              </a:extLst>
            </p:cNvPr>
            <p:cNvGrpSpPr/>
            <p:nvPr/>
          </p:nvGrpSpPr>
          <p:grpSpPr>
            <a:xfrm>
              <a:off x="8539098" y="2433388"/>
              <a:ext cx="537576" cy="228254"/>
              <a:chOff x="5158189" y="2214104"/>
              <a:chExt cx="749547" cy="385259"/>
            </a:xfrm>
          </p:grpSpPr>
          <p:cxnSp>
            <p:nvCxnSpPr>
              <p:cNvPr id="178" name="Straight Arrow Connector 177">
                <a:extLst>
                  <a:ext uri="{FF2B5EF4-FFF2-40B4-BE49-F238E27FC236}">
                    <a16:creationId xmlns:a16="http://schemas.microsoft.com/office/drawing/2014/main" id="{91ED10D8-9F02-928A-FB50-8BB098061A4C}"/>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179" name="Straight Arrow Connector 178">
                <a:extLst>
                  <a:ext uri="{FF2B5EF4-FFF2-40B4-BE49-F238E27FC236}">
                    <a16:creationId xmlns:a16="http://schemas.microsoft.com/office/drawing/2014/main" id="{2A4D665C-BF0C-55BD-CD42-AB4D0ACB3254}"/>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46" name="Group 145">
              <a:extLst>
                <a:ext uri="{FF2B5EF4-FFF2-40B4-BE49-F238E27FC236}">
                  <a16:creationId xmlns:a16="http://schemas.microsoft.com/office/drawing/2014/main" id="{6AB1949D-366D-7AD0-4B0F-2161CC13F022}"/>
                </a:ext>
              </a:extLst>
            </p:cNvPr>
            <p:cNvGrpSpPr/>
            <p:nvPr/>
          </p:nvGrpSpPr>
          <p:grpSpPr>
            <a:xfrm>
              <a:off x="8900370" y="2589639"/>
              <a:ext cx="301232" cy="276999"/>
              <a:chOff x="5032917" y="143488"/>
              <a:chExt cx="301232" cy="276999"/>
            </a:xfrm>
          </p:grpSpPr>
          <p:sp>
            <p:nvSpPr>
              <p:cNvPr id="176" name="Rounded Rectangle 233">
                <a:extLst>
                  <a:ext uri="{FF2B5EF4-FFF2-40B4-BE49-F238E27FC236}">
                    <a16:creationId xmlns:a16="http://schemas.microsoft.com/office/drawing/2014/main" id="{6A58320E-D9AA-53D9-2CCF-BC658F0F5D01}"/>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7" name="Rectangle 176">
                <a:extLst>
                  <a:ext uri="{FF2B5EF4-FFF2-40B4-BE49-F238E27FC236}">
                    <a16:creationId xmlns:a16="http://schemas.microsoft.com/office/drawing/2014/main" id="{D2D79848-E0A9-79E1-4C53-C37BF0941E05}"/>
                  </a:ext>
                </a:extLst>
              </p:cNvPr>
              <p:cNvSpPr/>
              <p:nvPr/>
            </p:nvSpPr>
            <p:spPr>
              <a:xfrm>
                <a:off x="5032917" y="143488"/>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2</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47" name="Group 146">
              <a:extLst>
                <a:ext uri="{FF2B5EF4-FFF2-40B4-BE49-F238E27FC236}">
                  <a16:creationId xmlns:a16="http://schemas.microsoft.com/office/drawing/2014/main" id="{F61F0AE3-206C-1AC8-9D69-F9F671B61463}"/>
                </a:ext>
              </a:extLst>
            </p:cNvPr>
            <p:cNvGrpSpPr/>
            <p:nvPr/>
          </p:nvGrpSpPr>
          <p:grpSpPr>
            <a:xfrm>
              <a:off x="9042945" y="2430650"/>
              <a:ext cx="537576" cy="228254"/>
              <a:chOff x="5158189" y="2214104"/>
              <a:chExt cx="749547" cy="385259"/>
            </a:xfrm>
          </p:grpSpPr>
          <p:cxnSp>
            <p:nvCxnSpPr>
              <p:cNvPr id="174" name="Straight Arrow Connector 173">
                <a:extLst>
                  <a:ext uri="{FF2B5EF4-FFF2-40B4-BE49-F238E27FC236}">
                    <a16:creationId xmlns:a16="http://schemas.microsoft.com/office/drawing/2014/main" id="{C5EB1C59-5937-6056-B127-1FA0E36BF9A4}"/>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175" name="Straight Arrow Connector 174">
                <a:extLst>
                  <a:ext uri="{FF2B5EF4-FFF2-40B4-BE49-F238E27FC236}">
                    <a16:creationId xmlns:a16="http://schemas.microsoft.com/office/drawing/2014/main" id="{B397D54E-F11D-415D-02C7-5375126123C4}"/>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48" name="Group 147">
              <a:extLst>
                <a:ext uri="{FF2B5EF4-FFF2-40B4-BE49-F238E27FC236}">
                  <a16:creationId xmlns:a16="http://schemas.microsoft.com/office/drawing/2014/main" id="{F666A695-D2F3-D16C-CFF6-F24AAE28E4ED}"/>
                </a:ext>
              </a:extLst>
            </p:cNvPr>
            <p:cNvGrpSpPr/>
            <p:nvPr/>
          </p:nvGrpSpPr>
          <p:grpSpPr>
            <a:xfrm>
              <a:off x="9409346" y="2590706"/>
              <a:ext cx="296103" cy="276999"/>
              <a:chOff x="5038046" y="147293"/>
              <a:chExt cx="296103" cy="276999"/>
            </a:xfrm>
          </p:grpSpPr>
          <p:sp>
            <p:nvSpPr>
              <p:cNvPr id="172" name="Rounded Rectangle 239">
                <a:extLst>
                  <a:ext uri="{FF2B5EF4-FFF2-40B4-BE49-F238E27FC236}">
                    <a16:creationId xmlns:a16="http://schemas.microsoft.com/office/drawing/2014/main" id="{22E0FCF0-814A-17F3-FF17-857CE897732E}"/>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73" name="Rectangle 172">
                <a:extLst>
                  <a:ext uri="{FF2B5EF4-FFF2-40B4-BE49-F238E27FC236}">
                    <a16:creationId xmlns:a16="http://schemas.microsoft.com/office/drawing/2014/main" id="{221C4FA9-E908-EE44-1687-747C9014C4A7}"/>
                  </a:ext>
                </a:extLst>
              </p:cNvPr>
              <p:cNvSpPr/>
              <p:nvPr/>
            </p:nvSpPr>
            <p:spPr>
              <a:xfrm>
                <a:off x="5038046" y="147293"/>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6</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49" name="Group 148">
              <a:extLst>
                <a:ext uri="{FF2B5EF4-FFF2-40B4-BE49-F238E27FC236}">
                  <a16:creationId xmlns:a16="http://schemas.microsoft.com/office/drawing/2014/main" id="{9C5332C1-4BAE-374D-8A81-5BC3244F5B9B}"/>
                </a:ext>
              </a:extLst>
            </p:cNvPr>
            <p:cNvGrpSpPr/>
            <p:nvPr/>
          </p:nvGrpSpPr>
          <p:grpSpPr>
            <a:xfrm>
              <a:off x="9560945" y="2430650"/>
              <a:ext cx="537576" cy="228254"/>
              <a:chOff x="5158189" y="2214104"/>
              <a:chExt cx="749547" cy="385259"/>
            </a:xfrm>
          </p:grpSpPr>
          <p:cxnSp>
            <p:nvCxnSpPr>
              <p:cNvPr id="170" name="Straight Arrow Connector 169">
                <a:extLst>
                  <a:ext uri="{FF2B5EF4-FFF2-40B4-BE49-F238E27FC236}">
                    <a16:creationId xmlns:a16="http://schemas.microsoft.com/office/drawing/2014/main" id="{34EF786E-061D-88F6-ADA5-BB0D239D0585}"/>
                  </a:ext>
                </a:extLst>
              </p:cNvPr>
              <p:cNvCxnSpPr/>
              <p:nvPr/>
            </p:nvCxnSpPr>
            <p:spPr>
              <a:xfrm flipH="1">
                <a:off x="5158189" y="2215250"/>
                <a:ext cx="365760" cy="384113"/>
              </a:xfrm>
              <a:prstGeom prst="straightConnector1">
                <a:avLst/>
              </a:prstGeom>
              <a:noFill/>
              <a:ln w="19050" cap="rnd" cmpd="sng" algn="ctr">
                <a:solidFill>
                  <a:srgbClr val="007635"/>
                </a:solidFill>
                <a:prstDash val="solid"/>
                <a:miter lim="800000"/>
                <a:tailEnd type="triangle"/>
              </a:ln>
              <a:effectLst/>
            </p:spPr>
          </p:cxnSp>
          <p:cxnSp>
            <p:nvCxnSpPr>
              <p:cNvPr id="171" name="Straight Arrow Connector 170">
                <a:extLst>
                  <a:ext uri="{FF2B5EF4-FFF2-40B4-BE49-F238E27FC236}">
                    <a16:creationId xmlns:a16="http://schemas.microsoft.com/office/drawing/2014/main" id="{BD96903B-D1B1-230F-8AA1-9A15B4AAFD3F}"/>
                  </a:ext>
                </a:extLst>
              </p:cNvPr>
              <p:cNvCxnSpPr/>
              <p:nvPr/>
            </p:nvCxnSpPr>
            <p:spPr>
              <a:xfrm>
                <a:off x="5528227" y="2214104"/>
                <a:ext cx="379509" cy="382763"/>
              </a:xfrm>
              <a:prstGeom prst="straightConnector1">
                <a:avLst/>
              </a:prstGeom>
              <a:noFill/>
              <a:ln w="19050" cap="rnd" cmpd="sng" algn="ctr">
                <a:solidFill>
                  <a:srgbClr val="007635"/>
                </a:solidFill>
                <a:prstDash val="solid"/>
                <a:miter lim="800000"/>
                <a:tailEnd type="triangle"/>
              </a:ln>
              <a:effectLst/>
            </p:spPr>
          </p:cxnSp>
        </p:grpSp>
        <p:grpSp>
          <p:nvGrpSpPr>
            <p:cNvPr id="150" name="Group 149">
              <a:extLst>
                <a:ext uri="{FF2B5EF4-FFF2-40B4-BE49-F238E27FC236}">
                  <a16:creationId xmlns:a16="http://schemas.microsoft.com/office/drawing/2014/main" id="{3FABF353-A635-76DC-4C73-1EDA822A8089}"/>
                </a:ext>
              </a:extLst>
            </p:cNvPr>
            <p:cNvGrpSpPr/>
            <p:nvPr/>
          </p:nvGrpSpPr>
          <p:grpSpPr>
            <a:xfrm>
              <a:off x="9916273" y="2594456"/>
              <a:ext cx="307176" cy="276999"/>
              <a:chOff x="5026973" y="151043"/>
              <a:chExt cx="307176" cy="276999"/>
            </a:xfrm>
          </p:grpSpPr>
          <p:sp>
            <p:nvSpPr>
              <p:cNvPr id="168" name="Rounded Rectangle 245">
                <a:extLst>
                  <a:ext uri="{FF2B5EF4-FFF2-40B4-BE49-F238E27FC236}">
                    <a16:creationId xmlns:a16="http://schemas.microsoft.com/office/drawing/2014/main" id="{FF77713F-A6F7-A561-57A0-F9E85C7B26D5}"/>
                  </a:ext>
                </a:extLst>
              </p:cNvPr>
              <p:cNvSpPr/>
              <p:nvPr/>
            </p:nvSpPr>
            <p:spPr>
              <a:xfrm>
                <a:off x="5064093" y="220026"/>
                <a:ext cx="270056" cy="165824"/>
              </a:xfrm>
              <a:prstGeom prst="roundRect">
                <a:avLst/>
              </a:prstGeom>
              <a:solidFill>
                <a:sysClr val="window" lastClr="FFFFFF"/>
              </a:solid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9" name="Rectangle 168">
                <a:extLst>
                  <a:ext uri="{FF2B5EF4-FFF2-40B4-BE49-F238E27FC236}">
                    <a16:creationId xmlns:a16="http://schemas.microsoft.com/office/drawing/2014/main" id="{DCB8C030-5AEA-46A6-B97E-1B6ED7B38F0F}"/>
                  </a:ext>
                </a:extLst>
              </p:cNvPr>
              <p:cNvSpPr/>
              <p:nvPr/>
            </p:nvSpPr>
            <p:spPr>
              <a:xfrm>
                <a:off x="5026973" y="151043"/>
                <a:ext cx="268022" cy="276999"/>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a:t>3</a:t>
                </a:r>
                <a:endParaRPr kumimoji="0" lang="en-US"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51" name="Group 150">
              <a:extLst>
                <a:ext uri="{FF2B5EF4-FFF2-40B4-BE49-F238E27FC236}">
                  <a16:creationId xmlns:a16="http://schemas.microsoft.com/office/drawing/2014/main" id="{D760883D-056C-10BE-41F4-1350DE7A0C0C}"/>
                </a:ext>
              </a:extLst>
            </p:cNvPr>
            <p:cNvGrpSpPr/>
            <p:nvPr/>
          </p:nvGrpSpPr>
          <p:grpSpPr>
            <a:xfrm>
              <a:off x="6932234" y="3028035"/>
              <a:ext cx="3214800" cy="197543"/>
              <a:chOff x="6922709" y="2837535"/>
              <a:chExt cx="3214800" cy="197543"/>
            </a:xfrm>
          </p:grpSpPr>
          <p:sp>
            <p:nvSpPr>
              <p:cNvPr id="162" name="Freeform 247">
                <a:extLst>
                  <a:ext uri="{FF2B5EF4-FFF2-40B4-BE49-F238E27FC236}">
                    <a16:creationId xmlns:a16="http://schemas.microsoft.com/office/drawing/2014/main" id="{A64366C3-421B-FFFA-ABAA-0EED50B4E2A2}"/>
                  </a:ext>
                </a:extLst>
              </p:cNvPr>
              <p:cNvSpPr/>
              <p:nvPr/>
            </p:nvSpPr>
            <p:spPr>
              <a:xfrm rot="10800000" flipH="1">
                <a:off x="7484871" y="2838470"/>
                <a:ext cx="524590" cy="176523"/>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olid"/>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3" name="Freeform 248">
                <a:extLst>
                  <a:ext uri="{FF2B5EF4-FFF2-40B4-BE49-F238E27FC236}">
                    <a16:creationId xmlns:a16="http://schemas.microsoft.com/office/drawing/2014/main" id="{2153801E-4E6F-DBA9-4207-7CA9FFFE8FE6}"/>
                  </a:ext>
                </a:extLst>
              </p:cNvPr>
              <p:cNvSpPr/>
              <p:nvPr/>
            </p:nvSpPr>
            <p:spPr>
              <a:xfrm rot="10800000" flipH="1">
                <a:off x="6922709" y="2845872"/>
                <a:ext cx="524590" cy="176523"/>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olid"/>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4" name="Freeform 249">
                <a:extLst>
                  <a:ext uri="{FF2B5EF4-FFF2-40B4-BE49-F238E27FC236}">
                    <a16:creationId xmlns:a16="http://schemas.microsoft.com/office/drawing/2014/main" id="{C76F1771-F0EB-23ED-46F3-9BE19F5BAE3E}"/>
                  </a:ext>
                </a:extLst>
              </p:cNvPr>
              <p:cNvSpPr/>
              <p:nvPr/>
            </p:nvSpPr>
            <p:spPr>
              <a:xfrm rot="10800000" flipH="1">
                <a:off x="9612919" y="2837535"/>
                <a:ext cx="524590" cy="176523"/>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olid"/>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5" name="Freeform 250">
                <a:extLst>
                  <a:ext uri="{FF2B5EF4-FFF2-40B4-BE49-F238E27FC236}">
                    <a16:creationId xmlns:a16="http://schemas.microsoft.com/office/drawing/2014/main" id="{2EC6CAAA-F51B-F8BC-A722-D8331F30743A}"/>
                  </a:ext>
                </a:extLst>
              </p:cNvPr>
              <p:cNvSpPr/>
              <p:nvPr/>
            </p:nvSpPr>
            <p:spPr>
              <a:xfrm rot="10800000" flipH="1">
                <a:off x="9058517" y="2837850"/>
                <a:ext cx="524590" cy="176523"/>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olid"/>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6" name="Freeform 251">
                <a:extLst>
                  <a:ext uri="{FF2B5EF4-FFF2-40B4-BE49-F238E27FC236}">
                    <a16:creationId xmlns:a16="http://schemas.microsoft.com/office/drawing/2014/main" id="{6F158E0F-A86D-720B-AFA9-CE432752FF78}"/>
                  </a:ext>
                </a:extLst>
              </p:cNvPr>
              <p:cNvSpPr/>
              <p:nvPr/>
            </p:nvSpPr>
            <p:spPr>
              <a:xfrm rot="10800000" flipH="1">
                <a:off x="8536207" y="2843994"/>
                <a:ext cx="524590" cy="176523"/>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olid"/>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67" name="Freeform 252">
                <a:extLst>
                  <a:ext uri="{FF2B5EF4-FFF2-40B4-BE49-F238E27FC236}">
                    <a16:creationId xmlns:a16="http://schemas.microsoft.com/office/drawing/2014/main" id="{4AEAEB86-60CE-6AFD-77E3-A5112A2F3B00}"/>
                  </a:ext>
                </a:extLst>
              </p:cNvPr>
              <p:cNvSpPr/>
              <p:nvPr/>
            </p:nvSpPr>
            <p:spPr>
              <a:xfrm rot="10800000" flipH="1">
                <a:off x="8004358" y="2858555"/>
                <a:ext cx="524590" cy="176523"/>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Lst>
                <a:ahLst/>
                <a:cxnLst>
                  <a:cxn ang="0">
                    <a:pos x="connsiteX0" y="connsiteY0"/>
                  </a:cxn>
                  <a:cxn ang="0">
                    <a:pos x="connsiteX1" y="connsiteY1"/>
                  </a:cxn>
                  <a:cxn ang="0">
                    <a:pos x="connsiteX2" y="connsiteY2"/>
                  </a:cxn>
                </a:cxnLst>
                <a:rect l="l" t="t" r="r" b="b"/>
                <a:pathLst>
                  <a:path w="445100" h="230811">
                    <a:moveTo>
                      <a:pt x="0" y="224987"/>
                    </a:moveTo>
                    <a:cubicBezTo>
                      <a:pt x="101421" y="38243"/>
                      <a:pt x="171295" y="-954"/>
                      <a:pt x="245478" y="17"/>
                    </a:cubicBezTo>
                    <a:cubicBezTo>
                      <a:pt x="319661" y="988"/>
                      <a:pt x="385535" y="44067"/>
                      <a:pt x="445100" y="230811"/>
                    </a:cubicBezTo>
                  </a:path>
                </a:pathLst>
              </a:custGeom>
              <a:noFill/>
              <a:ln w="25400" cap="flat" cmpd="sng" algn="ctr">
                <a:solidFill>
                  <a:srgbClr val="007635"/>
                </a:solidFill>
                <a:prstDash val="solid"/>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cxnSp>
          <p:nvCxnSpPr>
            <p:cNvPr id="152" name="Straight Arrow Connector 151">
              <a:extLst>
                <a:ext uri="{FF2B5EF4-FFF2-40B4-BE49-F238E27FC236}">
                  <a16:creationId xmlns:a16="http://schemas.microsoft.com/office/drawing/2014/main" id="{DBDE0384-1669-1497-552A-E7AFD4605725}"/>
                </a:ext>
              </a:extLst>
            </p:cNvPr>
            <p:cNvCxnSpPr/>
            <p:nvPr/>
          </p:nvCxnSpPr>
          <p:spPr>
            <a:xfrm flipV="1">
              <a:off x="8018986" y="3167137"/>
              <a:ext cx="0" cy="339405"/>
            </a:xfrm>
            <a:prstGeom prst="straightConnector1">
              <a:avLst/>
            </a:prstGeom>
            <a:noFill/>
            <a:ln w="25400" cap="flat" cmpd="sng" algn="ctr">
              <a:solidFill>
                <a:srgbClr val="002060"/>
              </a:solidFill>
              <a:prstDash val="solid"/>
              <a:miter lim="800000"/>
              <a:tailEnd type="triangle"/>
            </a:ln>
            <a:effectLst/>
          </p:spPr>
        </p:cxnSp>
        <p:cxnSp>
          <p:nvCxnSpPr>
            <p:cNvPr id="153" name="Straight Arrow Connector 152">
              <a:extLst>
                <a:ext uri="{FF2B5EF4-FFF2-40B4-BE49-F238E27FC236}">
                  <a16:creationId xmlns:a16="http://schemas.microsoft.com/office/drawing/2014/main" id="{CDC3A16B-F4A7-A99B-8297-853C7482E800}"/>
                </a:ext>
              </a:extLst>
            </p:cNvPr>
            <p:cNvCxnSpPr/>
            <p:nvPr/>
          </p:nvCxnSpPr>
          <p:spPr>
            <a:xfrm flipH="1">
              <a:off x="6923045" y="3327314"/>
              <a:ext cx="1042467" cy="0"/>
            </a:xfrm>
            <a:prstGeom prst="straightConnector1">
              <a:avLst/>
            </a:prstGeom>
            <a:noFill/>
            <a:ln w="25400" cap="flat" cmpd="sng" algn="ctr">
              <a:solidFill>
                <a:srgbClr val="007635"/>
              </a:solidFill>
              <a:prstDash val="sysDot"/>
              <a:miter lim="800000"/>
              <a:tailEnd type="triangle"/>
            </a:ln>
            <a:effectLst/>
          </p:spPr>
        </p:cxnSp>
        <p:cxnSp>
          <p:nvCxnSpPr>
            <p:cNvPr id="154" name="Straight Arrow Connector 153">
              <a:extLst>
                <a:ext uri="{FF2B5EF4-FFF2-40B4-BE49-F238E27FC236}">
                  <a16:creationId xmlns:a16="http://schemas.microsoft.com/office/drawing/2014/main" id="{253D09D7-D228-E3CE-4339-39042D416516}"/>
                </a:ext>
              </a:extLst>
            </p:cNvPr>
            <p:cNvCxnSpPr/>
            <p:nvPr/>
          </p:nvCxnSpPr>
          <p:spPr>
            <a:xfrm flipH="1">
              <a:off x="8080971" y="3327314"/>
              <a:ext cx="1989725" cy="0"/>
            </a:xfrm>
            <a:prstGeom prst="straightConnector1">
              <a:avLst/>
            </a:prstGeom>
            <a:noFill/>
            <a:ln w="25400" cap="flat" cmpd="sng" algn="ctr">
              <a:solidFill>
                <a:srgbClr val="007635"/>
              </a:solidFill>
              <a:prstDash val="sysDot"/>
              <a:miter lim="800000"/>
              <a:tailEnd type="triangle"/>
            </a:ln>
            <a:effectLst/>
          </p:spPr>
        </p:cxnSp>
        <p:sp>
          <p:nvSpPr>
            <p:cNvPr id="155" name="TextBox 154">
              <a:extLst>
                <a:ext uri="{FF2B5EF4-FFF2-40B4-BE49-F238E27FC236}">
                  <a16:creationId xmlns:a16="http://schemas.microsoft.com/office/drawing/2014/main" id="{D2C374A2-7748-E5A4-3604-29BFD8860BD7}"/>
                </a:ext>
              </a:extLst>
            </p:cNvPr>
            <p:cNvSpPr txBox="1"/>
            <p:nvPr/>
          </p:nvSpPr>
          <p:spPr>
            <a:xfrm>
              <a:off x="7826575" y="2773942"/>
              <a:ext cx="349776" cy="276999"/>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200" b="1" i="1"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1</a:t>
              </a:r>
            </a:p>
          </p:txBody>
        </p:sp>
        <p:sp>
          <p:nvSpPr>
            <p:cNvPr id="156" name="TextBox 155">
              <a:extLst>
                <a:ext uri="{FF2B5EF4-FFF2-40B4-BE49-F238E27FC236}">
                  <a16:creationId xmlns:a16="http://schemas.microsoft.com/office/drawing/2014/main" id="{A3C17BD6-029A-8B8E-4102-82D196716EEA}"/>
                </a:ext>
              </a:extLst>
            </p:cNvPr>
            <p:cNvSpPr txBox="1"/>
            <p:nvPr/>
          </p:nvSpPr>
          <p:spPr>
            <a:xfrm>
              <a:off x="7315469" y="2790166"/>
              <a:ext cx="349776" cy="276999"/>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200" b="1" i="1"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2</a:t>
              </a:r>
            </a:p>
          </p:txBody>
        </p:sp>
        <p:sp>
          <p:nvSpPr>
            <p:cNvPr id="157" name="TextBox 156">
              <a:extLst>
                <a:ext uri="{FF2B5EF4-FFF2-40B4-BE49-F238E27FC236}">
                  <a16:creationId xmlns:a16="http://schemas.microsoft.com/office/drawing/2014/main" id="{58201535-7A52-23F0-FE7E-869AC41EFE5A}"/>
                </a:ext>
              </a:extLst>
            </p:cNvPr>
            <p:cNvSpPr txBox="1"/>
            <p:nvPr/>
          </p:nvSpPr>
          <p:spPr>
            <a:xfrm>
              <a:off x="6762182" y="2805343"/>
              <a:ext cx="349776" cy="276999"/>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200" b="1" i="1"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3</a:t>
              </a:r>
            </a:p>
          </p:txBody>
        </p:sp>
        <p:sp>
          <p:nvSpPr>
            <p:cNvPr id="158" name="TextBox 157">
              <a:extLst>
                <a:ext uri="{FF2B5EF4-FFF2-40B4-BE49-F238E27FC236}">
                  <a16:creationId xmlns:a16="http://schemas.microsoft.com/office/drawing/2014/main" id="{6CEF478B-DA1B-4291-F756-330A6EDA2262}"/>
                </a:ext>
              </a:extLst>
            </p:cNvPr>
            <p:cNvSpPr txBox="1"/>
            <p:nvPr/>
          </p:nvSpPr>
          <p:spPr>
            <a:xfrm>
              <a:off x="9909723" y="2786921"/>
              <a:ext cx="349776" cy="276999"/>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200" b="1" i="1"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4</a:t>
              </a:r>
            </a:p>
          </p:txBody>
        </p:sp>
        <p:sp>
          <p:nvSpPr>
            <p:cNvPr id="159" name="TextBox 158">
              <a:extLst>
                <a:ext uri="{FF2B5EF4-FFF2-40B4-BE49-F238E27FC236}">
                  <a16:creationId xmlns:a16="http://schemas.microsoft.com/office/drawing/2014/main" id="{AC634F08-F2B3-B17F-1D1A-9D96CD1B073D}"/>
                </a:ext>
              </a:extLst>
            </p:cNvPr>
            <p:cNvSpPr txBox="1"/>
            <p:nvPr/>
          </p:nvSpPr>
          <p:spPr>
            <a:xfrm>
              <a:off x="8899863" y="2775093"/>
              <a:ext cx="349776" cy="276999"/>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200" b="1" i="1"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6</a:t>
              </a:r>
            </a:p>
          </p:txBody>
        </p:sp>
        <p:sp>
          <p:nvSpPr>
            <p:cNvPr id="160" name="TextBox 159">
              <a:extLst>
                <a:ext uri="{FF2B5EF4-FFF2-40B4-BE49-F238E27FC236}">
                  <a16:creationId xmlns:a16="http://schemas.microsoft.com/office/drawing/2014/main" id="{228DD40B-FD41-8EE2-9084-525692D16D86}"/>
                </a:ext>
              </a:extLst>
            </p:cNvPr>
            <p:cNvSpPr txBox="1"/>
            <p:nvPr/>
          </p:nvSpPr>
          <p:spPr>
            <a:xfrm>
              <a:off x="8379025" y="2764417"/>
              <a:ext cx="349776" cy="276999"/>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200" b="1" i="1"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7</a:t>
              </a:r>
            </a:p>
          </p:txBody>
        </p:sp>
        <p:sp>
          <p:nvSpPr>
            <p:cNvPr id="161" name="TextBox 160">
              <a:extLst>
                <a:ext uri="{FF2B5EF4-FFF2-40B4-BE49-F238E27FC236}">
                  <a16:creationId xmlns:a16="http://schemas.microsoft.com/office/drawing/2014/main" id="{61723062-C958-77AC-BA22-56788E8E18BC}"/>
                </a:ext>
              </a:extLst>
            </p:cNvPr>
            <p:cNvSpPr txBox="1"/>
            <p:nvPr/>
          </p:nvSpPr>
          <p:spPr>
            <a:xfrm>
              <a:off x="9404688" y="2775093"/>
              <a:ext cx="349776" cy="276999"/>
            </a:xfrm>
            <a:prstGeom prst="rect">
              <a:avLst/>
            </a:prstGeom>
            <a:solidFill>
              <a:srgbClr val="ED7D31">
                <a:lumMod val="20000"/>
                <a:lumOff val="80000"/>
                <a:alpha val="31000"/>
              </a:srgbClr>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200" b="1"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a:t>ɸ</a:t>
              </a:r>
              <a:r>
                <a:rPr kumimoji="0" lang="en-IN" sz="1200" b="1" i="1" u="none" strike="noStrike" kern="0" cap="none" spc="0" normalizeH="0" baseline="-25000" noProof="0">
                  <a:ln>
                    <a:noFill/>
                  </a:ln>
                  <a:solidFill>
                    <a:prstClr val="black"/>
                  </a:solidFill>
                  <a:effectLst/>
                  <a:uLnTx/>
                  <a:uFillTx/>
                  <a:latin typeface="Cambria Math" panose="02040503050406030204" pitchFamily="18" charset="0"/>
                  <a:ea typeface="Cambria Math" panose="02040503050406030204" pitchFamily="18" charset="0"/>
                </a:rPr>
                <a:t>5</a:t>
              </a:r>
            </a:p>
          </p:txBody>
        </p:sp>
      </p:grpSp>
      <p:sp>
        <p:nvSpPr>
          <p:cNvPr id="266" name="TextBox 265">
            <a:extLst>
              <a:ext uri="{FF2B5EF4-FFF2-40B4-BE49-F238E27FC236}">
                <a16:creationId xmlns:a16="http://schemas.microsoft.com/office/drawing/2014/main" id="{9FCEB160-0F2D-B0EC-5403-F3E25C964F1C}"/>
              </a:ext>
            </a:extLst>
          </p:cNvPr>
          <p:cNvSpPr txBox="1"/>
          <p:nvPr/>
        </p:nvSpPr>
        <p:spPr>
          <a:xfrm>
            <a:off x="-203995" y="48673"/>
            <a:ext cx="8734091" cy="584775"/>
          </a:xfrm>
          <a:prstGeom prst="rect">
            <a:avLst/>
          </a:prstGeom>
          <a:noFill/>
        </p:spPr>
        <p:txBody>
          <a:bodyPr wrap="square">
            <a:spAutoFit/>
          </a:bodyPr>
          <a:lstStyle/>
          <a:p>
            <a:pPr algn="ctr" defTabSz="1219170"/>
            <a:r>
              <a:rPr lang="en-US" sz="3200" b="1">
                <a:solidFill>
                  <a:schemeClr val="bg1"/>
                </a:solidFill>
                <a:latin typeface="Arial" panose="020B0604020202020204" pitchFamily="34" charset="0"/>
                <a:ea typeface="+mn-lt"/>
                <a:cs typeface="Arial" panose="020B0604020202020204" pitchFamily="34" charset="0"/>
                <a:sym typeface="Lato Black"/>
              </a:rPr>
              <a:t>Edge Propagation mechanism in MSSROs </a:t>
            </a:r>
            <a:endParaRPr lang="en-US" sz="3200">
              <a:solidFill>
                <a:schemeClr val="bg1"/>
              </a:solidFill>
              <a:latin typeface="Arial" panose="020B0604020202020204" pitchFamily="34" charset="0"/>
              <a:ea typeface="+mn-lt"/>
              <a:cs typeface="Arial" panose="020B0604020202020204" pitchFamily="34" charset="0"/>
            </a:endParaRPr>
          </a:p>
        </p:txBody>
      </p:sp>
      <p:cxnSp>
        <p:nvCxnSpPr>
          <p:cNvPr id="267" name="Straight Connector 266">
            <a:extLst>
              <a:ext uri="{FF2B5EF4-FFF2-40B4-BE49-F238E27FC236}">
                <a16:creationId xmlns:a16="http://schemas.microsoft.com/office/drawing/2014/main" id="{FD87464A-C83D-47CD-07AC-6A64E437DAA0}"/>
              </a:ext>
            </a:extLst>
          </p:cNvPr>
          <p:cNvCxnSpPr/>
          <p:nvPr/>
        </p:nvCxnSpPr>
        <p:spPr>
          <a:xfrm flipV="1">
            <a:off x="0" y="639298"/>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pic>
        <p:nvPicPr>
          <p:cNvPr id="268" name="Picture 267">
            <a:extLst>
              <a:ext uri="{FF2B5EF4-FFF2-40B4-BE49-F238E27FC236}">
                <a16:creationId xmlns:a16="http://schemas.microsoft.com/office/drawing/2014/main" id="{6430879C-223B-529F-0651-B4C9B9A9689D}"/>
              </a:ext>
            </a:extLst>
          </p:cNvPr>
          <p:cNvPicPr>
            <a:picLocks noChangeAspect="1"/>
          </p:cNvPicPr>
          <p:nvPr/>
        </p:nvPicPr>
        <p:blipFill>
          <a:blip r:embed="rId2"/>
          <a:stretch>
            <a:fillRect/>
          </a:stretch>
        </p:blipFill>
        <p:spPr>
          <a:xfrm>
            <a:off x="187020" y="780239"/>
            <a:ext cx="5162901" cy="4000263"/>
          </a:xfrm>
          <a:prstGeom prst="rect">
            <a:avLst/>
          </a:prstGeom>
        </p:spPr>
      </p:pic>
      <p:sp>
        <p:nvSpPr>
          <p:cNvPr id="269" name="TextBox 268">
            <a:extLst>
              <a:ext uri="{FF2B5EF4-FFF2-40B4-BE49-F238E27FC236}">
                <a16:creationId xmlns:a16="http://schemas.microsoft.com/office/drawing/2014/main" id="{3CEE8E14-B8E5-E55F-56CC-6FCC6E2DB07A}"/>
              </a:ext>
            </a:extLst>
          </p:cNvPr>
          <p:cNvSpPr txBox="1"/>
          <p:nvPr/>
        </p:nvSpPr>
        <p:spPr>
          <a:xfrm>
            <a:off x="2758940" y="4941411"/>
            <a:ext cx="490220" cy="338554"/>
          </a:xfrm>
          <a:prstGeom prst="rect">
            <a:avLst/>
          </a:prstGeom>
          <a:noFill/>
        </p:spPr>
        <p:txBody>
          <a:bodyPr wrap="square">
            <a:spAutoFit/>
          </a:bodyPr>
          <a:lstStyle/>
          <a:p>
            <a:r>
              <a:rPr kumimoji="0" lang="en-US" sz="1600" b="1" i="0" u="none" strike="noStrike" kern="1200" cap="none" spc="0" normalizeH="0" baseline="0" noProof="0" dirty="0">
                <a:ln>
                  <a:noFill/>
                </a:ln>
                <a:solidFill>
                  <a:srgbClr val="00407A"/>
                </a:solidFill>
                <a:effectLst/>
                <a:uLnTx/>
                <a:uFillTx/>
                <a:latin typeface="Arial"/>
                <a:ea typeface="Times New Roman" panose="02020603050405020304" pitchFamily="18" charset="0"/>
                <a:cs typeface="+mn-cs"/>
              </a:rPr>
              <a:t> (a) </a:t>
            </a:r>
            <a:endParaRPr lang="en-IN" b="1" dirty="0"/>
          </a:p>
        </p:txBody>
      </p:sp>
      <p:sp>
        <p:nvSpPr>
          <p:cNvPr id="270" name="TextBox 269">
            <a:extLst>
              <a:ext uri="{FF2B5EF4-FFF2-40B4-BE49-F238E27FC236}">
                <a16:creationId xmlns:a16="http://schemas.microsoft.com/office/drawing/2014/main" id="{44A212B2-1E09-CC7A-E2C8-7E283979B931}"/>
              </a:ext>
            </a:extLst>
          </p:cNvPr>
          <p:cNvSpPr txBox="1"/>
          <p:nvPr/>
        </p:nvSpPr>
        <p:spPr>
          <a:xfrm>
            <a:off x="6547555" y="3750890"/>
            <a:ext cx="619741" cy="338554"/>
          </a:xfrm>
          <a:prstGeom prst="rect">
            <a:avLst/>
          </a:prstGeom>
          <a:noFill/>
        </p:spPr>
        <p:txBody>
          <a:bodyPr wrap="square">
            <a:spAutoFit/>
          </a:bodyPr>
          <a:lstStyle/>
          <a:p>
            <a:r>
              <a:rPr kumimoji="0" lang="en-US" sz="1600" b="1" i="0" u="none" strike="noStrike" kern="1200" cap="none" spc="0" normalizeH="0" baseline="0" noProof="0" dirty="0">
                <a:ln>
                  <a:noFill/>
                </a:ln>
                <a:solidFill>
                  <a:srgbClr val="00407A"/>
                </a:solidFill>
                <a:effectLst/>
                <a:uLnTx/>
                <a:uFillTx/>
                <a:latin typeface="Arial"/>
                <a:ea typeface="Times New Roman" panose="02020603050405020304" pitchFamily="18" charset="0"/>
                <a:cs typeface="+mn-cs"/>
              </a:rPr>
              <a:t> (b) </a:t>
            </a:r>
            <a:endParaRPr lang="en-IN" b="1" dirty="0"/>
          </a:p>
        </p:txBody>
      </p:sp>
      <p:sp>
        <p:nvSpPr>
          <p:cNvPr id="271" name="TextBox 270">
            <a:extLst>
              <a:ext uri="{FF2B5EF4-FFF2-40B4-BE49-F238E27FC236}">
                <a16:creationId xmlns:a16="http://schemas.microsoft.com/office/drawing/2014/main" id="{0B8A565D-0802-244F-B069-449C36AD2DF2}"/>
              </a:ext>
            </a:extLst>
          </p:cNvPr>
          <p:cNvSpPr txBox="1"/>
          <p:nvPr/>
        </p:nvSpPr>
        <p:spPr>
          <a:xfrm>
            <a:off x="10139651" y="4966804"/>
            <a:ext cx="490220" cy="338554"/>
          </a:xfrm>
          <a:prstGeom prst="rect">
            <a:avLst/>
          </a:prstGeom>
          <a:noFill/>
        </p:spPr>
        <p:txBody>
          <a:bodyPr wrap="square">
            <a:spAutoFit/>
          </a:bodyPr>
          <a:lstStyle/>
          <a:p>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(c) </a:t>
            </a:r>
            <a:endParaRPr lang="en-IN" b="1"/>
          </a:p>
        </p:txBody>
      </p:sp>
      <p:sp>
        <p:nvSpPr>
          <p:cNvPr id="272" name="TextBox 271">
            <a:extLst>
              <a:ext uri="{FF2B5EF4-FFF2-40B4-BE49-F238E27FC236}">
                <a16:creationId xmlns:a16="http://schemas.microsoft.com/office/drawing/2014/main" id="{78997C61-F32E-6183-66E4-BD63E6080C0F}"/>
              </a:ext>
            </a:extLst>
          </p:cNvPr>
          <p:cNvSpPr txBox="1"/>
          <p:nvPr/>
        </p:nvSpPr>
        <p:spPr>
          <a:xfrm>
            <a:off x="187021" y="5307172"/>
            <a:ext cx="11851803" cy="646331"/>
          </a:xfrm>
          <a:prstGeom prst="rect">
            <a:avLst/>
          </a:prstGeom>
          <a:noFill/>
        </p:spPr>
        <p:txBody>
          <a:bodyPr wrap="square">
            <a:spAutoFit/>
          </a:bodyPr>
          <a:lstStyle/>
          <a:p>
            <a:pPr algn="ctr"/>
            <a:r>
              <a:rPr lang="en-GB" u="sng" dirty="0"/>
              <a:t>Phase trees for </a:t>
            </a:r>
            <a:r>
              <a:rPr lang="en-GB" b="1" u="sng" dirty="0"/>
              <a:t>(a) </a:t>
            </a:r>
            <a:r>
              <a:rPr lang="en-GB" u="sng" dirty="0"/>
              <a:t>the N-stage Multi Band MSSRO,</a:t>
            </a:r>
            <a:r>
              <a:rPr lang="en-GB" b="1" u="sng" dirty="0"/>
              <a:t>( b) </a:t>
            </a:r>
            <a:r>
              <a:rPr lang="en-GB" u="sng" dirty="0"/>
              <a:t>the 5-stage, 3-band MSSRO, and </a:t>
            </a:r>
            <a:r>
              <a:rPr lang="en-GB" b="1" u="sng" dirty="0"/>
              <a:t>(c) </a:t>
            </a:r>
            <a:r>
              <a:rPr lang="en-GB" u="sng" dirty="0"/>
              <a:t>the 7-stage, 3-band MSSRO </a:t>
            </a:r>
            <a:endParaRPr lang="en-IN" u="sng" dirty="0"/>
          </a:p>
        </p:txBody>
      </p:sp>
      <p:cxnSp>
        <p:nvCxnSpPr>
          <p:cNvPr id="273" name="Straight Connector 272">
            <a:extLst>
              <a:ext uri="{FF2B5EF4-FFF2-40B4-BE49-F238E27FC236}">
                <a16:creationId xmlns:a16="http://schemas.microsoft.com/office/drawing/2014/main" id="{9C3D1002-D23A-4A02-BB28-BB171A1CB4A8}"/>
              </a:ext>
            </a:extLst>
          </p:cNvPr>
          <p:cNvCxnSpPr>
            <a:cxnSpLocks/>
          </p:cNvCxnSpPr>
          <p:nvPr/>
        </p:nvCxnSpPr>
        <p:spPr>
          <a:xfrm flipV="1">
            <a:off x="21261" y="30424"/>
            <a:ext cx="0" cy="6386032"/>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25EEE1EA-7FC0-9374-4C74-73680A11DFEA}"/>
              </a:ext>
            </a:extLst>
          </p:cNvPr>
          <p:cNvCxnSpPr>
            <a:cxnSpLocks/>
          </p:cNvCxnSpPr>
          <p:nvPr/>
        </p:nvCxnSpPr>
        <p:spPr>
          <a:xfrm flipV="1">
            <a:off x="12163574" y="45664"/>
            <a:ext cx="0" cy="6340891"/>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2B1D90DB-2CB2-5ADD-89CD-C239407405EC}"/>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sp>
        <p:nvSpPr>
          <p:cNvPr id="276" name="Freeform 92">
            <a:extLst>
              <a:ext uri="{FF2B5EF4-FFF2-40B4-BE49-F238E27FC236}">
                <a16:creationId xmlns:a16="http://schemas.microsoft.com/office/drawing/2014/main" id="{4A776A82-62C2-2C8D-919A-C5D794025C62}"/>
              </a:ext>
            </a:extLst>
          </p:cNvPr>
          <p:cNvSpPr/>
          <p:nvPr/>
        </p:nvSpPr>
        <p:spPr>
          <a:xfrm rot="10800000">
            <a:off x="8824825" y="4447774"/>
            <a:ext cx="2979409" cy="540493"/>
          </a:xfrm>
          <a:custGeom>
            <a:avLst/>
            <a:gdLst>
              <a:gd name="connsiteX0" fmla="*/ 0 w 482957"/>
              <a:gd name="connsiteY0" fmla="*/ 373487 h 373487"/>
              <a:gd name="connsiteX1" fmla="*/ 283335 w 482957"/>
              <a:gd name="connsiteY1" fmla="*/ 0 h 373487"/>
              <a:gd name="connsiteX2" fmla="*/ 482957 w 482957"/>
              <a:gd name="connsiteY2" fmla="*/ 373487 h 373487"/>
              <a:gd name="connsiteX0" fmla="*/ 0 w 482957"/>
              <a:gd name="connsiteY0" fmla="*/ 230794 h 230794"/>
              <a:gd name="connsiteX1" fmla="*/ 283335 w 482957"/>
              <a:gd name="connsiteY1" fmla="*/ 0 h 230794"/>
              <a:gd name="connsiteX2" fmla="*/ 482957 w 482957"/>
              <a:gd name="connsiteY2" fmla="*/ 230794 h 230794"/>
              <a:gd name="connsiteX0" fmla="*/ 0 w 445100"/>
              <a:gd name="connsiteY0" fmla="*/ 224987 h 230811"/>
              <a:gd name="connsiteX1" fmla="*/ 245478 w 445100"/>
              <a:gd name="connsiteY1" fmla="*/ 17 h 230811"/>
              <a:gd name="connsiteX2" fmla="*/ 445100 w 445100"/>
              <a:gd name="connsiteY2" fmla="*/ 230811 h 230811"/>
              <a:gd name="connsiteX0" fmla="*/ 0 w 445100"/>
              <a:gd name="connsiteY0" fmla="*/ 224987 h 230811"/>
              <a:gd name="connsiteX1" fmla="*/ 224644 w 445100"/>
              <a:gd name="connsiteY1" fmla="*/ 17 h 230811"/>
              <a:gd name="connsiteX2" fmla="*/ 445100 w 445100"/>
              <a:gd name="connsiteY2" fmla="*/ 230811 h 230811"/>
              <a:gd name="connsiteX0" fmla="*/ 0 w 442496"/>
              <a:gd name="connsiteY0" fmla="*/ 221303 h 230843"/>
              <a:gd name="connsiteX1" fmla="*/ 222040 w 442496"/>
              <a:gd name="connsiteY1" fmla="*/ 49 h 230843"/>
              <a:gd name="connsiteX2" fmla="*/ 442496 w 442496"/>
              <a:gd name="connsiteY2" fmla="*/ 230843 h 230843"/>
              <a:gd name="connsiteX0" fmla="*/ 0 w 435986"/>
              <a:gd name="connsiteY0" fmla="*/ 221703 h 253540"/>
              <a:gd name="connsiteX1" fmla="*/ 222040 w 435986"/>
              <a:gd name="connsiteY1" fmla="*/ 449 h 253540"/>
              <a:gd name="connsiteX2" fmla="*/ 435986 w 435986"/>
              <a:gd name="connsiteY2" fmla="*/ 253540 h 253540"/>
            </a:gdLst>
            <a:ahLst/>
            <a:cxnLst>
              <a:cxn ang="0">
                <a:pos x="connsiteX0" y="connsiteY0"/>
              </a:cxn>
              <a:cxn ang="0">
                <a:pos x="connsiteX1" y="connsiteY1"/>
              </a:cxn>
              <a:cxn ang="0">
                <a:pos x="connsiteX2" y="connsiteY2"/>
              </a:cxn>
            </a:cxnLst>
            <a:rect l="l" t="t" r="r" b="b"/>
            <a:pathLst>
              <a:path w="435986" h="253540">
                <a:moveTo>
                  <a:pt x="0" y="221703"/>
                </a:moveTo>
                <a:cubicBezTo>
                  <a:pt x="101421" y="34959"/>
                  <a:pt x="149376" y="-4857"/>
                  <a:pt x="222040" y="449"/>
                </a:cubicBezTo>
                <a:cubicBezTo>
                  <a:pt x="294704" y="5755"/>
                  <a:pt x="376421" y="66796"/>
                  <a:pt x="435986" y="253540"/>
                </a:cubicBezTo>
              </a:path>
            </a:pathLst>
          </a:custGeom>
          <a:noFill/>
          <a:ln w="25400" cap="flat" cmpd="sng" algn="ctr">
            <a:solidFill>
              <a:srgbClr val="007635"/>
            </a:solidFill>
            <a:prstDash val="sysDash"/>
            <a:miter lim="800000"/>
            <a:head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196590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AB092C-7A64-4F06-A89F-017DA30334D0}"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63</a:t>
            </a:fld>
            <a:endParaRPr lang="en-BE"/>
          </a:p>
        </p:txBody>
      </p:sp>
      <p:sp>
        <p:nvSpPr>
          <p:cNvPr id="5" name="Rectangle 4">
            <a:extLst>
              <a:ext uri="{FF2B5EF4-FFF2-40B4-BE49-F238E27FC236}">
                <a16:creationId xmlns:a16="http://schemas.microsoft.com/office/drawing/2014/main" id="{FF185587-73E0-3B85-BCDC-66BC8EE971BD}"/>
              </a:ext>
            </a:extLst>
          </p:cNvPr>
          <p:cNvSpPr/>
          <p:nvPr/>
        </p:nvSpPr>
        <p:spPr>
          <a:xfrm>
            <a:off x="8234960" y="651271"/>
            <a:ext cx="2817043" cy="2768192"/>
          </a:xfrm>
          <a:prstGeom prst="rect">
            <a:avLst/>
          </a:prstGeom>
          <a:solidFill>
            <a:schemeClr val="bg1">
              <a:lumMod val="95000"/>
            </a:schemeClr>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3016CF0-D55A-7B98-5DB3-9ABB38989624}"/>
              </a:ext>
            </a:extLst>
          </p:cNvPr>
          <p:cNvSpPr/>
          <p:nvPr/>
        </p:nvSpPr>
        <p:spPr>
          <a:xfrm>
            <a:off x="526200" y="636407"/>
            <a:ext cx="2817043" cy="2768192"/>
          </a:xfrm>
          <a:prstGeom prst="rect">
            <a:avLst/>
          </a:prstGeom>
          <a:solidFill>
            <a:schemeClr val="bg1">
              <a:lumMod val="95000"/>
            </a:schemeClr>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9A7693B5-BC58-2F7B-5EE0-678CF9FFA9BB}"/>
              </a:ext>
            </a:extLst>
          </p:cNvPr>
          <p:cNvSpPr/>
          <p:nvPr/>
        </p:nvSpPr>
        <p:spPr>
          <a:xfrm>
            <a:off x="6432899" y="3648265"/>
            <a:ext cx="5384454" cy="2404974"/>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0A35EAC-58F7-4B7C-8E0D-58521F0FC968}"/>
              </a:ext>
            </a:extLst>
          </p:cNvPr>
          <p:cNvSpPr/>
          <p:nvPr/>
        </p:nvSpPr>
        <p:spPr>
          <a:xfrm>
            <a:off x="105491" y="3604012"/>
            <a:ext cx="5439276" cy="2702093"/>
          </a:xfrm>
          <a:prstGeom prst="rect">
            <a:avLst/>
          </a:prstGeom>
          <a:solidFill>
            <a:schemeClr val="bg1">
              <a:lumMod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59CAF92-9BED-C2C4-6274-4553B2D72ED0}"/>
              </a:ext>
            </a:extLst>
          </p:cNvPr>
          <p:cNvSpPr/>
          <p:nvPr/>
        </p:nvSpPr>
        <p:spPr>
          <a:xfrm>
            <a:off x="0" y="0"/>
            <a:ext cx="12192000" cy="558825"/>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76D8C891-A41E-3581-591D-DD352A0E8554}"/>
              </a:ext>
            </a:extLst>
          </p:cNvPr>
          <p:cNvSpPr txBox="1"/>
          <p:nvPr/>
        </p:nvSpPr>
        <p:spPr>
          <a:xfrm>
            <a:off x="-39353" y="-58136"/>
            <a:ext cx="10693876" cy="584775"/>
          </a:xfrm>
          <a:prstGeom prst="rect">
            <a:avLst/>
          </a:prstGeom>
          <a:noFill/>
        </p:spPr>
        <p:txBody>
          <a:bodyPr wrap="square">
            <a:spAutoFit/>
          </a:bodyPr>
          <a:lstStyle/>
          <a:p>
            <a:pPr algn="ctr" defTabSz="1219170"/>
            <a:r>
              <a:rPr lang="en-US" sz="3200" b="1" dirty="0">
                <a:solidFill>
                  <a:schemeClr val="bg1"/>
                </a:solidFill>
                <a:latin typeface="Arial" panose="020B0604020202020204" pitchFamily="34" charset="0"/>
                <a:ea typeface="+mn-lt"/>
                <a:cs typeface="Arial" panose="020B0604020202020204" pitchFamily="34" charset="0"/>
                <a:sym typeface="Lato Black"/>
              </a:rPr>
              <a:t>Band-Switching Mechanism and its general Algorithm</a:t>
            </a:r>
            <a:endParaRPr lang="en-US" sz="3200" dirty="0">
              <a:solidFill>
                <a:schemeClr val="bg1"/>
              </a:solidFill>
              <a:latin typeface="Arial" panose="020B0604020202020204" pitchFamily="34" charset="0"/>
              <a:ea typeface="+mn-lt"/>
              <a:cs typeface="Arial" panose="020B0604020202020204" pitchFamily="34" charset="0"/>
            </a:endParaRPr>
          </a:p>
        </p:txBody>
      </p:sp>
      <p:cxnSp>
        <p:nvCxnSpPr>
          <p:cNvPr id="11" name="Straight Connector 10">
            <a:extLst>
              <a:ext uri="{FF2B5EF4-FFF2-40B4-BE49-F238E27FC236}">
                <a16:creationId xmlns:a16="http://schemas.microsoft.com/office/drawing/2014/main" id="{1C15994F-3F70-34BD-053F-E8099E1DBA97}"/>
              </a:ext>
            </a:extLst>
          </p:cNvPr>
          <p:cNvCxnSpPr/>
          <p:nvPr/>
        </p:nvCxnSpPr>
        <p:spPr>
          <a:xfrm flipV="1">
            <a:off x="0" y="57047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749A0702-1FDE-E61A-1933-734E42A7074A}"/>
              </a:ext>
            </a:extLst>
          </p:cNvPr>
          <p:cNvPicPr>
            <a:picLocks noChangeAspect="1"/>
          </p:cNvPicPr>
          <p:nvPr/>
        </p:nvPicPr>
        <p:blipFill>
          <a:blip r:embed="rId2"/>
          <a:stretch>
            <a:fillRect/>
          </a:stretch>
        </p:blipFill>
        <p:spPr>
          <a:xfrm>
            <a:off x="559405" y="674668"/>
            <a:ext cx="2783839" cy="2744312"/>
          </a:xfrm>
          <a:prstGeom prst="rect">
            <a:avLst/>
          </a:prstGeom>
        </p:spPr>
      </p:pic>
      <p:pic>
        <p:nvPicPr>
          <p:cNvPr id="13" name="Picture 12">
            <a:extLst>
              <a:ext uri="{FF2B5EF4-FFF2-40B4-BE49-F238E27FC236}">
                <a16:creationId xmlns:a16="http://schemas.microsoft.com/office/drawing/2014/main" id="{F1A60E44-5BF8-CAEB-8027-B0BAF4CCE6C9}"/>
              </a:ext>
            </a:extLst>
          </p:cNvPr>
          <p:cNvPicPr>
            <a:picLocks noChangeAspect="1"/>
          </p:cNvPicPr>
          <p:nvPr/>
        </p:nvPicPr>
        <p:blipFill>
          <a:blip r:embed="rId3"/>
          <a:stretch>
            <a:fillRect/>
          </a:stretch>
        </p:blipFill>
        <p:spPr>
          <a:xfrm>
            <a:off x="8168928" y="666785"/>
            <a:ext cx="2778352" cy="2752195"/>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A0E30B0-9B3D-EFEF-9562-8DB7B52A8D96}"/>
                  </a:ext>
                </a:extLst>
              </p:cNvPr>
              <p:cNvSpPr txBox="1"/>
              <p:nvPr/>
            </p:nvSpPr>
            <p:spPr>
              <a:xfrm>
                <a:off x="3316704" y="1645977"/>
                <a:ext cx="4918256" cy="523220"/>
              </a:xfrm>
              <a:prstGeom prst="rect">
                <a:avLst/>
              </a:prstGeom>
              <a:noFill/>
            </p:spPr>
            <p:txBody>
              <a:bodyPr wrap="square">
                <a:spAutoFit/>
              </a:bodyPr>
              <a:lstStyle/>
              <a:p>
                <a:pPr algn="ctr"/>
                <a:r>
                  <a:rPr lang="en-US" sz="1400">
                    <a:effectLst/>
                    <a:latin typeface="+mj-lt"/>
                    <a:ea typeface="Times New Roman" panose="02020603050405020304" pitchFamily="18" charset="0"/>
                  </a:rPr>
                  <a:t>Signal propagation breakup through the general N-stage MSSRO when </a:t>
                </a:r>
                <a:r>
                  <a:rPr lang="en-US" sz="1400">
                    <a:latin typeface="+mj-lt"/>
                    <a:ea typeface="Times New Roman" panose="02020603050405020304" pitchFamily="18" charset="0"/>
                  </a:rPr>
                  <a:t> (</a:t>
                </a:r>
                <a:r>
                  <a:rPr lang="en-US" sz="1400">
                    <a:effectLst/>
                    <a:latin typeface="+mj-lt"/>
                    <a:ea typeface="Times New Roman" panose="02020603050405020304" pitchFamily="18" charset="0"/>
                  </a:rPr>
                  <a:t>a) (</a:t>
                </a:r>
                <a14:m>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𝑝</m:t>
                    </m:r>
                  </m:oMath>
                </a14:m>
                <a:r>
                  <a:rPr lang="en-US" sz="1400">
                    <a:effectLst/>
                    <a:latin typeface="+mj-lt"/>
                    <a:ea typeface="Times New Roman" panose="02020603050405020304" pitchFamily="18" charset="0"/>
                  </a:rPr>
                  <a:t>)  equals 1 (b) (</a:t>
                </a:r>
                <a14:m>
                  <m:oMath xmlns:m="http://schemas.openxmlformats.org/officeDocument/2006/math">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a:effectLst/>
                        <a:latin typeface="Cambria Math" panose="02040503050406030204" pitchFamily="18" charset="0"/>
                        <a:ea typeface="Times New Roman" panose="02020603050405020304" pitchFamily="18" charset="0"/>
                        <a:cs typeface="Times New Roman" panose="02020603050405020304" pitchFamily="18" charset="0"/>
                      </a:rPr>
                      <m:t>𝑝</m:t>
                    </m:r>
                  </m:oMath>
                </a14:m>
                <a:r>
                  <a:rPr lang="en-US" sz="1400">
                    <a:effectLst/>
                    <a:latin typeface="+mj-lt"/>
                    <a:ea typeface="Times New Roman" panose="02020603050405020304" pitchFamily="18" charset="0"/>
                  </a:rPr>
                  <a:t>)  equals -1 </a:t>
                </a:r>
                <a:endParaRPr lang="en-IN" sz="1400">
                  <a:latin typeface="+mj-lt"/>
                </a:endParaRPr>
              </a:p>
            </p:txBody>
          </p:sp>
        </mc:Choice>
        <mc:Fallback xmlns="">
          <p:sp>
            <p:nvSpPr>
              <p:cNvPr id="14" name="TextBox 13">
                <a:extLst>
                  <a:ext uri="{FF2B5EF4-FFF2-40B4-BE49-F238E27FC236}">
                    <a16:creationId xmlns:a16="http://schemas.microsoft.com/office/drawing/2014/main" id="{3A0E30B0-9B3D-EFEF-9562-8DB7B52A8D96}"/>
                  </a:ext>
                </a:extLst>
              </p:cNvPr>
              <p:cNvSpPr txBox="1">
                <a:spLocks noRot="1" noChangeAspect="1" noMove="1" noResize="1" noEditPoints="1" noAdjustHandles="1" noChangeArrowheads="1" noChangeShapeType="1" noTextEdit="1"/>
              </p:cNvSpPr>
              <p:nvPr/>
            </p:nvSpPr>
            <p:spPr>
              <a:xfrm>
                <a:off x="3316704" y="1645977"/>
                <a:ext cx="4918256" cy="523220"/>
              </a:xfrm>
              <a:prstGeom prst="rect">
                <a:avLst/>
              </a:prstGeom>
              <a:blipFill>
                <a:blip r:embed="rId4"/>
                <a:stretch>
                  <a:fillRect t="-2326" b="-5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DE3BB8FC-583D-F2EE-5EDC-62D89B673731}"/>
                  </a:ext>
                </a:extLst>
              </p:cNvPr>
              <p:cNvGraphicFramePr>
                <a:graphicFrameLocks noGrp="1"/>
              </p:cNvGraphicFramePr>
              <p:nvPr>
                <p:extLst>
                  <p:ext uri="{D42A27DB-BD31-4B8C-83A1-F6EECF244321}">
                    <p14:modId xmlns:p14="http://schemas.microsoft.com/office/powerpoint/2010/main" val="689428907"/>
                  </p:ext>
                </p:extLst>
              </p:nvPr>
            </p:nvGraphicFramePr>
            <p:xfrm>
              <a:off x="359846" y="3745852"/>
              <a:ext cx="4838700" cy="2331720"/>
            </p:xfrm>
            <a:graphic>
              <a:graphicData uri="http://schemas.openxmlformats.org/drawingml/2006/table">
                <a:tbl>
                  <a:tblPr firstRow="1" firstCol="1" bandRow="1">
                    <a:tableStyleId>{7E9639D4-E3E2-4D34-9284-5A2195B3D0D7}</a:tableStyleId>
                  </a:tblPr>
                  <a:tblGrid>
                    <a:gridCol w="3036621">
                      <a:extLst>
                        <a:ext uri="{9D8B030D-6E8A-4147-A177-3AD203B41FA5}">
                          <a16:colId xmlns:a16="http://schemas.microsoft.com/office/drawing/2014/main" val="889478334"/>
                        </a:ext>
                      </a:extLst>
                    </a:gridCol>
                    <a:gridCol w="1802079">
                      <a:extLst>
                        <a:ext uri="{9D8B030D-6E8A-4147-A177-3AD203B41FA5}">
                          <a16:colId xmlns:a16="http://schemas.microsoft.com/office/drawing/2014/main" val="1634677184"/>
                        </a:ext>
                      </a:extLst>
                    </a:gridCol>
                  </a:tblGrid>
                  <a:tr h="128905">
                    <a:tc gridSpan="2">
                      <a:txBody>
                        <a:bodyPr/>
                        <a:lstStyle/>
                        <a:p>
                          <a:pPr algn="ctr"/>
                          <a:r>
                            <a:rPr lang="en-US" sz="1200" b="1" dirty="0">
                              <a:effectLst/>
                            </a:rPr>
                            <a:t>Connections / Band Switching</a:t>
                          </a:r>
                          <a:endParaRPr lang="en-IN" sz="12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574981056"/>
                      </a:ext>
                    </a:extLst>
                  </a:tr>
                  <a:tr h="29845">
                    <a:tc>
                      <a:txBody>
                        <a:bodyPr/>
                        <a:lstStyle/>
                        <a:p>
                          <a:pPr algn="ctr"/>
                          <a:r>
                            <a:rPr lang="en-US" sz="900" dirty="0">
                              <a:effectLst/>
                            </a:rPr>
                            <a:t>Code</a:t>
                          </a:r>
                          <a:endParaRPr lang="en-IN" sz="10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a:txBody>
                        <a:bodyPr/>
                        <a:lstStyle/>
                        <a:p>
                          <a:pPr algn="ctr"/>
                          <a:r>
                            <a:rPr lang="en-US" sz="900" dirty="0">
                              <a:effectLst/>
                            </a:rPr>
                            <a:t>Description</a:t>
                          </a:r>
                          <a:endParaRPr lang="en-IN" sz="9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417688488"/>
                      </a:ext>
                    </a:extLst>
                  </a:tr>
                  <a:tr h="1360170">
                    <a:tc>
                      <a:txBody>
                        <a:bodyPr/>
                        <a:lstStyle/>
                        <a:p>
                          <a:r>
                            <a:rPr lang="en-US" sz="1100">
                              <a:effectLst/>
                            </a:rPr>
                            <a:t>n = (Q+1)/2</a:t>
                          </a:r>
                          <a:endParaRPr lang="en-IN" sz="1100">
                            <a:effectLst/>
                          </a:endParaRPr>
                        </a:p>
                        <a:p>
                          <a:r>
                            <a:rPr lang="en-US" sz="1100">
                              <a:effectLst/>
                            </a:rPr>
                            <a:t>p = (Q</a:t>
                          </a:r>
                          <a14:m>
                            <m:oMath xmlns:m="http://schemas.openxmlformats.org/officeDocument/2006/math">
                              <m:r>
                                <a:rPr lang="en-US" sz="1100">
                                  <a:effectLst/>
                                  <a:latin typeface="Cambria Math" panose="02040503050406030204" pitchFamily="18" charset="0"/>
                                </a:rPr>
                                <m:t>−</m:t>
                              </m:r>
                            </m:oMath>
                          </a14:m>
                          <a:r>
                            <a:rPr lang="en-US" sz="1100">
                              <a:effectLst/>
                            </a:rPr>
                            <a:t>1)/2                                                 </a:t>
                          </a:r>
                          <a:endParaRPr lang="en-IN" sz="1100">
                            <a:effectLst/>
                          </a:endParaRPr>
                        </a:p>
                        <a:p>
                          <a:r>
                            <a:rPr lang="en-US" sz="1100">
                              <a:effectLst/>
                            </a:rPr>
                            <a:t>for k = 1:inf                                                 </a:t>
                          </a:r>
                          <a:endParaRPr lang="en-IN" sz="1100">
                            <a:effectLst/>
                          </a:endParaRPr>
                        </a:p>
                        <a:p>
                          <a:r>
                            <a:rPr lang="en-US" sz="1100">
                              <a:effectLst/>
                            </a:rPr>
                            <a:t>  if (N*k</a:t>
                          </a:r>
                          <a14:m>
                            <m:oMath xmlns:m="http://schemas.openxmlformats.org/officeDocument/2006/math">
                              <m:r>
                                <a:rPr lang="en-US" sz="1100">
                                  <a:effectLst/>
                                  <a:latin typeface="Cambria Math" panose="02040503050406030204" pitchFamily="18" charset="0"/>
                                </a:rPr>
                                <m:t>−</m:t>
                              </m:r>
                            </m:oMath>
                          </a14:m>
                          <a:r>
                            <a:rPr lang="en-US" sz="1100">
                              <a:effectLst/>
                            </a:rPr>
                            <a:t>1)%p = 0 and (N*k+1)%n != 0    </a:t>
                          </a:r>
                          <a:endParaRPr lang="en-IN" sz="1100">
                            <a:effectLst/>
                          </a:endParaRPr>
                        </a:p>
                        <a:p>
                          <a:r>
                            <a:rPr lang="en-US" sz="1100">
                              <a:effectLst/>
                            </a:rPr>
                            <a:t>         S = ((N*k</a:t>
                          </a:r>
                          <a14:m>
                            <m:oMath xmlns:m="http://schemas.openxmlformats.org/officeDocument/2006/math">
                              <m:r>
                                <a:rPr lang="en-US" sz="1100">
                                  <a:effectLst/>
                                  <a:latin typeface="Cambria Math" panose="02040503050406030204" pitchFamily="18" charset="0"/>
                                </a:rPr>
                                <m:t>−</m:t>
                              </m:r>
                            </m:oMath>
                          </a14:m>
                          <a:r>
                            <a:rPr lang="en-US" sz="1100">
                              <a:effectLst/>
                            </a:rPr>
                            <a:t>1)/p)</a:t>
                          </a:r>
                          <a:endParaRPr lang="en-IN" sz="1100">
                            <a:effectLst/>
                          </a:endParaRPr>
                        </a:p>
                        <a:p>
                          <a:r>
                            <a:rPr lang="en-US" sz="1100">
                              <a:effectLst/>
                            </a:rPr>
                            <a:t>         n = (Q+1)/2</a:t>
                          </a:r>
                          <a:endParaRPr lang="en-IN" sz="1100">
                            <a:effectLst/>
                          </a:endParaRPr>
                        </a:p>
                        <a:p>
                          <a:r>
                            <a:rPr lang="en-US" sz="1100">
                              <a:effectLst/>
                            </a:rPr>
                            <a:t>         p = (Q</a:t>
                          </a:r>
                          <a14:m>
                            <m:oMath xmlns:m="http://schemas.openxmlformats.org/officeDocument/2006/math">
                              <m:r>
                                <a:rPr lang="en-US" sz="1100">
                                  <a:effectLst/>
                                  <a:latin typeface="Cambria Math" panose="02040503050406030204" pitchFamily="18" charset="0"/>
                                </a:rPr>
                                <m:t>−</m:t>
                              </m:r>
                            </m:oMath>
                          </a14:m>
                          <a:r>
                            <a:rPr lang="en-US" sz="1100">
                              <a:effectLst/>
                            </a:rPr>
                            <a:t>1)/2</a:t>
                          </a:r>
                          <a:endParaRPr lang="en-IN" sz="1100">
                            <a:effectLst/>
                          </a:endParaRPr>
                        </a:p>
                        <a:p>
                          <a:r>
                            <a:rPr lang="en-US" sz="1100">
                              <a:effectLst/>
                            </a:rPr>
                            <a:t> </a:t>
                          </a:r>
                          <a:endParaRPr lang="en-IN" sz="1100">
                            <a:effectLst/>
                          </a:endParaRPr>
                        </a:p>
                        <a:p>
                          <a:r>
                            <a:rPr lang="en-US" sz="1100">
                              <a:effectLst/>
                            </a:rPr>
                            <a:t>  elseif (N*k+1)%p = 0 and (N*k</a:t>
                          </a:r>
                          <a14:m>
                            <m:oMath xmlns:m="http://schemas.openxmlformats.org/officeDocument/2006/math">
                              <m:r>
                                <a:rPr lang="en-US" sz="1100">
                                  <a:effectLst/>
                                  <a:latin typeface="Cambria Math" panose="02040503050406030204" pitchFamily="18" charset="0"/>
                                </a:rPr>
                                <m:t>−</m:t>
                              </m:r>
                            </m:oMath>
                          </a14:m>
                          <a:r>
                            <a:rPr lang="en-US" sz="1100">
                              <a:effectLst/>
                            </a:rPr>
                            <a:t>1)%n != 0</a:t>
                          </a:r>
                          <a:endParaRPr lang="en-IN" sz="1100">
                            <a:effectLst/>
                          </a:endParaRPr>
                        </a:p>
                        <a:p>
                          <a:r>
                            <a:rPr lang="en-US" sz="1100">
                              <a:effectLst/>
                            </a:rPr>
                            <a:t>         S = ((N*k+1)/n)</a:t>
                          </a:r>
                          <a:endParaRPr lang="en-IN" sz="1100">
                            <a:effectLst/>
                          </a:endParaRPr>
                        </a:p>
                        <a:p>
                          <a:r>
                            <a:rPr lang="en-US" sz="1100">
                              <a:effectLst/>
                            </a:rPr>
                            <a:t>         n = (Q</a:t>
                          </a:r>
                          <a14:m>
                            <m:oMath xmlns:m="http://schemas.openxmlformats.org/officeDocument/2006/math">
                              <m:r>
                                <a:rPr lang="en-US" sz="1100">
                                  <a:effectLst/>
                                  <a:latin typeface="Cambria Math" panose="02040503050406030204" pitchFamily="18" charset="0"/>
                                </a:rPr>
                                <m:t>−</m:t>
                              </m:r>
                            </m:oMath>
                          </a14:m>
                          <a:r>
                            <a:rPr lang="en-US" sz="1100">
                              <a:effectLst/>
                            </a:rPr>
                            <a:t>1)/2</a:t>
                          </a:r>
                          <a:endParaRPr lang="en-IN" sz="1100">
                            <a:effectLst/>
                          </a:endParaRPr>
                        </a:p>
                        <a:p>
                          <a:r>
                            <a:rPr lang="en-US" sz="1100">
                              <a:effectLst/>
                            </a:rPr>
                            <a:t>         p = (Q+1)/2</a:t>
                          </a:r>
                          <a:endParaRPr lang="en-IN" sz="110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a:txBody>
                        <a:bodyPr/>
                        <a:lstStyle/>
                        <a:p>
                          <a:r>
                            <a:rPr lang="en-US" sz="1100" dirty="0">
                              <a:effectLst/>
                            </a:rPr>
                            <a:t>//initialize n      </a:t>
                          </a:r>
                          <a:endParaRPr lang="en-IN" sz="1100" dirty="0">
                            <a:effectLst/>
                          </a:endParaRPr>
                        </a:p>
                        <a:p>
                          <a:r>
                            <a:rPr lang="en-US" sz="1100" dirty="0">
                              <a:effectLst/>
                            </a:rPr>
                            <a:t>//initialize p</a:t>
                          </a:r>
                          <a:endParaRPr lang="en-IN" sz="1100" dirty="0">
                            <a:effectLst/>
                          </a:endParaRPr>
                        </a:p>
                        <a:p>
                          <a:r>
                            <a:rPr lang="en-US" sz="1100" dirty="0">
                              <a:effectLst/>
                            </a:rPr>
                            <a:t>//loop through all k </a:t>
                          </a:r>
                          <a14:m>
                            <m:oMath xmlns:m="http://schemas.openxmlformats.org/officeDocument/2006/math">
                              <m:r>
                                <a:rPr lang="en-US" sz="1100">
                                  <a:effectLst/>
                                  <a:latin typeface="Cambria Math" panose="02040503050406030204" pitchFamily="18" charset="0"/>
                                </a:rPr>
                                <m:t>≥</m:t>
                              </m:r>
                            </m:oMath>
                          </a14:m>
                          <a:r>
                            <a:rPr lang="en-US" sz="1100" dirty="0">
                              <a:effectLst/>
                            </a:rPr>
                            <a:t> 1</a:t>
                          </a:r>
                          <a:endParaRPr lang="en-IN" sz="1100" dirty="0">
                            <a:effectLst/>
                          </a:endParaRPr>
                        </a:p>
                        <a:p>
                          <a:r>
                            <a:rPr lang="en-US" sz="1100" dirty="0">
                              <a:effectLst/>
                            </a:rPr>
                            <a:t>//check for divisibility</a:t>
                          </a:r>
                          <a:endParaRPr lang="en-IN" sz="1100" dirty="0">
                            <a:effectLst/>
                          </a:endParaRPr>
                        </a:p>
                        <a:p>
                          <a:r>
                            <a:rPr lang="en-US" sz="1100" dirty="0">
                              <a:effectLst/>
                            </a:rPr>
                            <a:t> </a:t>
                          </a:r>
                          <a:endParaRPr lang="en-IN" sz="1100" dirty="0">
                            <a:effectLst/>
                          </a:endParaRPr>
                        </a:p>
                        <a:p>
                          <a:r>
                            <a:rPr lang="en-US" sz="1100" dirty="0">
                              <a:effectLst/>
                            </a:rPr>
                            <a:t> </a:t>
                          </a:r>
                          <a:endParaRPr lang="en-IN" sz="1100" dirty="0">
                            <a:effectLst/>
                          </a:endParaRPr>
                        </a:p>
                        <a:p>
                          <a:r>
                            <a:rPr lang="en-US" sz="1100" dirty="0">
                              <a:effectLst/>
                            </a:rPr>
                            <a:t>//assign </a:t>
                          </a:r>
                          <a:r>
                            <a:rPr lang="en-US" sz="1100" dirty="0" err="1">
                              <a:effectLst/>
                            </a:rPr>
                            <a:t>S,n,p</a:t>
                          </a:r>
                          <a:endParaRPr lang="en-IN" sz="1100" dirty="0">
                            <a:effectLst/>
                          </a:endParaRPr>
                        </a:p>
                        <a:p>
                          <a:r>
                            <a:rPr lang="en-US" sz="1100" dirty="0">
                              <a:effectLst/>
                            </a:rPr>
                            <a:t> </a:t>
                          </a:r>
                          <a:endParaRPr lang="en-IN" sz="1100" dirty="0">
                            <a:effectLst/>
                          </a:endParaRPr>
                        </a:p>
                        <a:p>
                          <a:r>
                            <a:rPr lang="en-US" sz="1100" dirty="0">
                              <a:effectLst/>
                            </a:rPr>
                            <a:t>//check for divisibility</a:t>
                          </a:r>
                          <a:endParaRPr lang="en-IN" sz="1100" dirty="0">
                            <a:effectLst/>
                          </a:endParaRPr>
                        </a:p>
                        <a:p>
                          <a:r>
                            <a:rPr lang="en-US" sz="1100" dirty="0">
                              <a:effectLst/>
                            </a:rPr>
                            <a:t> </a:t>
                          </a:r>
                          <a:endParaRPr lang="en-IN" sz="1100" dirty="0">
                            <a:effectLst/>
                          </a:endParaRPr>
                        </a:p>
                        <a:p>
                          <a:r>
                            <a:rPr lang="en-US" sz="1100" dirty="0">
                              <a:effectLst/>
                            </a:rPr>
                            <a:t> </a:t>
                          </a:r>
                          <a:endParaRPr lang="en-IN" sz="1100" dirty="0">
                            <a:effectLst/>
                          </a:endParaRPr>
                        </a:p>
                        <a:p>
                          <a:r>
                            <a:rPr lang="en-US" sz="1100" dirty="0">
                              <a:effectLst/>
                            </a:rPr>
                            <a:t>//assign </a:t>
                          </a:r>
                          <a:r>
                            <a:rPr lang="en-US" sz="1100" dirty="0" err="1">
                              <a:effectLst/>
                            </a:rPr>
                            <a:t>S,n,p</a:t>
                          </a:r>
                          <a:endParaRPr lang="en-IN" sz="1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435178212"/>
                      </a:ext>
                    </a:extLst>
                  </a:tr>
                </a:tbl>
              </a:graphicData>
            </a:graphic>
          </p:graphicFrame>
        </mc:Choice>
        <mc:Fallback xmlns="">
          <p:graphicFrame>
            <p:nvGraphicFramePr>
              <p:cNvPr id="15" name="Table 14">
                <a:extLst>
                  <a:ext uri="{FF2B5EF4-FFF2-40B4-BE49-F238E27FC236}">
                    <a16:creationId xmlns:a16="http://schemas.microsoft.com/office/drawing/2014/main" id="{DE3BB8FC-583D-F2EE-5EDC-62D89B673731}"/>
                  </a:ext>
                </a:extLst>
              </p:cNvPr>
              <p:cNvGraphicFramePr>
                <a:graphicFrameLocks noGrp="1"/>
              </p:cNvGraphicFramePr>
              <p:nvPr>
                <p:extLst>
                  <p:ext uri="{D42A27DB-BD31-4B8C-83A1-F6EECF244321}">
                    <p14:modId xmlns:p14="http://schemas.microsoft.com/office/powerpoint/2010/main" val="689428907"/>
                  </p:ext>
                </p:extLst>
              </p:nvPr>
            </p:nvGraphicFramePr>
            <p:xfrm>
              <a:off x="359846" y="3745852"/>
              <a:ext cx="4838700" cy="2331720"/>
            </p:xfrm>
            <a:graphic>
              <a:graphicData uri="http://schemas.openxmlformats.org/drawingml/2006/table">
                <a:tbl>
                  <a:tblPr firstRow="1" firstCol="1" bandRow="1">
                    <a:tableStyleId>{7E9639D4-E3E2-4D34-9284-5A2195B3D0D7}</a:tableStyleId>
                  </a:tblPr>
                  <a:tblGrid>
                    <a:gridCol w="3036621">
                      <a:extLst>
                        <a:ext uri="{9D8B030D-6E8A-4147-A177-3AD203B41FA5}">
                          <a16:colId xmlns:a16="http://schemas.microsoft.com/office/drawing/2014/main" val="889478334"/>
                        </a:ext>
                      </a:extLst>
                    </a:gridCol>
                    <a:gridCol w="1802079">
                      <a:extLst>
                        <a:ext uri="{9D8B030D-6E8A-4147-A177-3AD203B41FA5}">
                          <a16:colId xmlns:a16="http://schemas.microsoft.com/office/drawing/2014/main" val="1634677184"/>
                        </a:ext>
                      </a:extLst>
                    </a:gridCol>
                  </a:tblGrid>
                  <a:tr h="182880">
                    <a:tc gridSpan="2">
                      <a:txBody>
                        <a:bodyPr/>
                        <a:lstStyle/>
                        <a:p>
                          <a:pPr algn="ctr"/>
                          <a:r>
                            <a:rPr lang="en-US" sz="1200" b="1" dirty="0">
                              <a:effectLst/>
                            </a:rPr>
                            <a:t>Connections / Band Switching</a:t>
                          </a:r>
                          <a:endParaRPr lang="en-IN" sz="12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574981056"/>
                      </a:ext>
                    </a:extLst>
                  </a:tr>
                  <a:tr h="137160">
                    <a:tc>
                      <a:txBody>
                        <a:bodyPr/>
                        <a:lstStyle/>
                        <a:p>
                          <a:pPr algn="ctr"/>
                          <a:r>
                            <a:rPr lang="en-US" sz="900" dirty="0">
                              <a:effectLst/>
                            </a:rPr>
                            <a:t>Code</a:t>
                          </a:r>
                          <a:endParaRPr lang="en-IN" sz="10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a:txBody>
                        <a:bodyPr/>
                        <a:lstStyle/>
                        <a:p>
                          <a:pPr algn="ctr"/>
                          <a:r>
                            <a:rPr lang="en-US" sz="900" dirty="0">
                              <a:effectLst/>
                            </a:rPr>
                            <a:t>Description</a:t>
                          </a:r>
                          <a:endParaRPr lang="en-IN" sz="900" dirty="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417688488"/>
                      </a:ext>
                    </a:extLst>
                  </a:tr>
                  <a:tr h="2011680">
                    <a:tc>
                      <a:txBody>
                        <a:bodyPr/>
                        <a:lstStyle/>
                        <a:p>
                          <a:endParaRPr lang="en-US"/>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5"/>
                          <a:stretch>
                            <a:fillRect l="-402" t="-18788" r="-60040" b="-4242"/>
                          </a:stretch>
                        </a:blipFill>
                      </a:tcPr>
                    </a:tc>
                    <a:tc>
                      <a:txBody>
                        <a:bodyPr/>
                        <a:lstStyle/>
                        <a:p>
                          <a:endParaRPr lang="en-US"/>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5"/>
                          <a:stretch>
                            <a:fillRect l="-168919" t="-18788" r="-1014" b="-4242"/>
                          </a:stretch>
                        </a:blipFill>
                      </a:tcPr>
                    </a:tc>
                    <a:extLst>
                      <a:ext uri="{0D108BD9-81ED-4DB2-BD59-A6C34878D82A}">
                        <a16:rowId xmlns:a16="http://schemas.microsoft.com/office/drawing/2014/main" val="243517821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340363C6-CD56-6B4A-DDED-F51DE07E4178}"/>
                  </a:ext>
                </a:extLst>
              </p:cNvPr>
              <p:cNvGraphicFramePr>
                <a:graphicFrameLocks noGrp="1"/>
              </p:cNvGraphicFramePr>
              <p:nvPr>
                <p:extLst>
                  <p:ext uri="{D42A27DB-BD31-4B8C-83A1-F6EECF244321}">
                    <p14:modId xmlns:p14="http://schemas.microsoft.com/office/powerpoint/2010/main" val="334210375"/>
                  </p:ext>
                </p:extLst>
              </p:nvPr>
            </p:nvGraphicFramePr>
            <p:xfrm>
              <a:off x="6716728" y="3745852"/>
              <a:ext cx="4838699" cy="2209800"/>
            </p:xfrm>
            <a:graphic>
              <a:graphicData uri="http://schemas.openxmlformats.org/drawingml/2006/table">
                <a:tbl>
                  <a:tblPr firstRow="1" firstCol="1" bandRow="1">
                    <a:tableStyleId>{7E9639D4-E3E2-4D34-9284-5A2195B3D0D7}</a:tableStyleId>
                  </a:tblPr>
                  <a:tblGrid>
                    <a:gridCol w="2617434">
                      <a:extLst>
                        <a:ext uri="{9D8B030D-6E8A-4147-A177-3AD203B41FA5}">
                          <a16:colId xmlns:a16="http://schemas.microsoft.com/office/drawing/2014/main" val="233064108"/>
                        </a:ext>
                      </a:extLst>
                    </a:gridCol>
                    <a:gridCol w="2221265">
                      <a:extLst>
                        <a:ext uri="{9D8B030D-6E8A-4147-A177-3AD203B41FA5}">
                          <a16:colId xmlns:a16="http://schemas.microsoft.com/office/drawing/2014/main" val="1494096370"/>
                        </a:ext>
                      </a:extLst>
                    </a:gridCol>
                  </a:tblGrid>
                  <a:tr h="130810">
                    <a:tc gridSpan="2">
                      <a:txBody>
                        <a:bodyPr/>
                        <a:lstStyle/>
                        <a:p>
                          <a:pPr algn="ctr"/>
                          <a:r>
                            <a:rPr lang="en-US" sz="1200" b="1">
                              <a:effectLst/>
                            </a:rPr>
                            <a:t> Phase Tree</a:t>
                          </a:r>
                          <a:endParaRPr lang="en-IN" sz="120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3299943488"/>
                      </a:ext>
                    </a:extLst>
                  </a:tr>
                  <a:tr h="130810">
                    <a:tc>
                      <a:txBody>
                        <a:bodyPr/>
                        <a:lstStyle/>
                        <a:p>
                          <a:pPr algn="ctr"/>
                          <a:r>
                            <a:rPr lang="en-US" sz="1200" b="1">
                              <a:effectLst/>
                            </a:rPr>
                            <a:t>Code</a:t>
                          </a:r>
                          <a:endParaRPr lang="en-IN" sz="1200" b="1">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a:txBody>
                        <a:bodyPr/>
                        <a:lstStyle/>
                        <a:p>
                          <a:pPr algn="ctr"/>
                          <a:r>
                            <a:rPr lang="en-US" sz="1200" b="1">
                              <a:effectLst/>
                            </a:rPr>
                            <a:t>Description</a:t>
                          </a:r>
                          <a:endParaRPr lang="en-IN" sz="1200" b="1">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311708424"/>
                      </a:ext>
                    </a:extLst>
                  </a:tr>
                  <a:tr h="1258570">
                    <a:tc>
                      <a:txBody>
                        <a:bodyPr/>
                        <a:lstStyle/>
                        <a:p>
                          <a:r>
                            <a:rPr lang="en-IN" sz="1100" dirty="0">
                              <a:effectLst/>
                            </a:rPr>
                            <a:t>tree = zeros(N)</a:t>
                          </a:r>
                        </a:p>
                        <a:p>
                          <a:r>
                            <a:rPr lang="en-US" sz="1100" dirty="0">
                              <a:effectLst/>
                            </a:rPr>
                            <a:t>tree(1,1) = 1                                                </a:t>
                          </a:r>
                          <a:endParaRPr lang="en-IN" sz="1100" dirty="0">
                            <a:effectLst/>
                          </a:endParaRPr>
                        </a:p>
                        <a:p>
                          <a:r>
                            <a:rPr lang="en-US" sz="1100" dirty="0">
                              <a:effectLst/>
                            </a:rPr>
                            <a:t>for </a:t>
                          </a:r>
                          <a:r>
                            <a:rPr lang="en-US" sz="1100" dirty="0" err="1">
                              <a:effectLst/>
                            </a:rPr>
                            <a:t>i</a:t>
                          </a:r>
                          <a:r>
                            <a:rPr lang="en-US" sz="1100" dirty="0">
                              <a:effectLst/>
                            </a:rPr>
                            <a:t> = 2:N                                                  </a:t>
                          </a:r>
                          <a:endParaRPr lang="en-IN" sz="1100" dirty="0">
                            <a:effectLst/>
                          </a:endParaRPr>
                        </a:p>
                        <a:p>
                          <a:r>
                            <a:rPr lang="en-US" sz="1100" dirty="0">
                              <a:effectLst/>
                            </a:rPr>
                            <a:t>    for j = 1:i</a:t>
                          </a:r>
                          <a14:m>
                            <m:oMath xmlns:m="http://schemas.openxmlformats.org/officeDocument/2006/math">
                              <m:r>
                                <a:rPr lang="en-US" sz="1100">
                                  <a:effectLst/>
                                  <a:latin typeface="Cambria Math" panose="02040503050406030204" pitchFamily="18" charset="0"/>
                                </a:rPr>
                                <m:t>−</m:t>
                              </m:r>
                            </m:oMath>
                          </a14:m>
                          <a:r>
                            <a:rPr lang="en-US" sz="1100" dirty="0">
                              <a:effectLst/>
                            </a:rPr>
                            <a:t>1                                           </a:t>
                          </a:r>
                          <a:endParaRPr lang="en-IN" sz="1100" dirty="0">
                            <a:effectLst/>
                          </a:endParaRPr>
                        </a:p>
                        <a:p>
                          <a:r>
                            <a:rPr lang="en-US" sz="1100" dirty="0">
                              <a:effectLst/>
                            </a:rPr>
                            <a:t>        tree(</a:t>
                          </a:r>
                          <a:r>
                            <a:rPr lang="en-US" sz="1100" dirty="0" err="1">
                              <a:effectLst/>
                            </a:rPr>
                            <a:t>i,j</a:t>
                          </a:r>
                          <a:r>
                            <a:rPr lang="en-US" sz="1100" dirty="0">
                              <a:effectLst/>
                            </a:rPr>
                            <a:t>) = tree(</a:t>
                          </a:r>
                          <a:r>
                            <a:rPr lang="en-US" sz="1100" dirty="0" err="1">
                              <a:effectLst/>
                            </a:rPr>
                            <a:t>i</a:t>
                          </a:r>
                          <a14:m>
                            <m:oMath xmlns:m="http://schemas.openxmlformats.org/officeDocument/2006/math">
                              <m:r>
                                <a:rPr lang="en-US" sz="1100">
                                  <a:effectLst/>
                                  <a:latin typeface="Cambria Math" panose="02040503050406030204" pitchFamily="18" charset="0"/>
                                </a:rPr>
                                <m:t>−</m:t>
                              </m:r>
                            </m:oMath>
                          </a14:m>
                          <a:r>
                            <a:rPr lang="en-US" sz="1100" dirty="0">
                              <a:effectLst/>
                            </a:rPr>
                            <a:t>1,j) + 1                   </a:t>
                          </a:r>
                          <a:endParaRPr lang="en-IN" sz="1100" dirty="0">
                            <a:effectLst/>
                          </a:endParaRPr>
                        </a:p>
                        <a:p>
                          <a:r>
                            <a:rPr lang="en-US" sz="1100" dirty="0">
                              <a:effectLst/>
                            </a:rPr>
                            <a:t>        if tree(</a:t>
                          </a:r>
                          <a:r>
                            <a:rPr lang="en-US" sz="1100" dirty="0" err="1">
                              <a:effectLst/>
                            </a:rPr>
                            <a:t>i,j</a:t>
                          </a:r>
                          <a:r>
                            <a:rPr lang="en-US" sz="1100" dirty="0">
                              <a:effectLst/>
                            </a:rPr>
                            <a:t>) &gt; N</a:t>
                          </a:r>
                          <a:endParaRPr lang="en-IN" sz="1100" dirty="0">
                            <a:effectLst/>
                          </a:endParaRPr>
                        </a:p>
                        <a:p>
                          <a:r>
                            <a:rPr lang="en-US" sz="1100" dirty="0">
                              <a:effectLst/>
                            </a:rPr>
                            <a:t>           tree(</a:t>
                          </a:r>
                          <a:r>
                            <a:rPr lang="en-US" sz="1100" dirty="0" err="1">
                              <a:effectLst/>
                            </a:rPr>
                            <a:t>i,j</a:t>
                          </a:r>
                          <a:r>
                            <a:rPr lang="en-US" sz="1100" dirty="0">
                              <a:effectLst/>
                            </a:rPr>
                            <a:t>) = tree(</a:t>
                          </a:r>
                          <a:r>
                            <a:rPr lang="en-US" sz="1100" dirty="0" err="1">
                              <a:effectLst/>
                            </a:rPr>
                            <a:t>i,j</a:t>
                          </a:r>
                          <a:r>
                            <a:rPr lang="en-US" sz="1100" dirty="0">
                              <a:effectLst/>
                            </a:rPr>
                            <a:t>) </a:t>
                          </a:r>
                          <a14:m>
                            <m:oMath xmlns:m="http://schemas.openxmlformats.org/officeDocument/2006/math">
                              <m:r>
                                <a:rPr lang="en-US" sz="1100">
                                  <a:effectLst/>
                                  <a:latin typeface="Cambria Math" panose="02040503050406030204" pitchFamily="18" charset="0"/>
                                </a:rPr>
                                <m:t>−</m:t>
                              </m:r>
                            </m:oMath>
                          </a14:m>
                          <a:r>
                            <a:rPr lang="en-US" sz="1100" dirty="0">
                              <a:effectLst/>
                            </a:rPr>
                            <a:t> N                   </a:t>
                          </a:r>
                          <a:endParaRPr lang="en-IN" sz="1100" dirty="0">
                            <a:effectLst/>
                          </a:endParaRPr>
                        </a:p>
                        <a:p>
                          <a:r>
                            <a:rPr lang="en-US" sz="1100" dirty="0">
                              <a:effectLst/>
                            </a:rPr>
                            <a:t> </a:t>
                          </a:r>
                          <a:endParaRPr lang="en-IN" sz="1100" dirty="0">
                            <a:effectLst/>
                          </a:endParaRPr>
                        </a:p>
                        <a:p>
                          <a:r>
                            <a:rPr lang="en-US" sz="1100" dirty="0">
                              <a:effectLst/>
                            </a:rPr>
                            <a:t>    tree(</a:t>
                          </a:r>
                          <a:r>
                            <a:rPr lang="en-US" sz="1100" dirty="0" err="1">
                              <a:effectLst/>
                            </a:rPr>
                            <a:t>i,i</a:t>
                          </a:r>
                          <a:r>
                            <a:rPr lang="en-US" sz="1100" dirty="0">
                              <a:effectLst/>
                            </a:rPr>
                            <a:t>) = tree(</a:t>
                          </a:r>
                          <a:r>
                            <a:rPr lang="en-US" sz="1100" dirty="0" err="1">
                              <a:effectLst/>
                            </a:rPr>
                            <a:t>i</a:t>
                          </a:r>
                          <a14:m>
                            <m:oMath xmlns:m="http://schemas.openxmlformats.org/officeDocument/2006/math">
                              <m:r>
                                <a:rPr lang="en-US" sz="1100">
                                  <a:effectLst/>
                                  <a:latin typeface="Cambria Math" panose="02040503050406030204" pitchFamily="18" charset="0"/>
                                </a:rPr>
                                <m:t>−</m:t>
                              </m:r>
                            </m:oMath>
                          </a14:m>
                          <a:r>
                            <a:rPr lang="en-US" sz="1100" dirty="0">
                              <a:effectLst/>
                            </a:rPr>
                            <a:t>1,j) + S</a:t>
                          </a:r>
                          <a14:m>
                            <m:oMath xmlns:m="http://schemas.openxmlformats.org/officeDocument/2006/math">
                              <m:r>
                                <a:rPr lang="en-US" sz="1100">
                                  <a:effectLst/>
                                  <a:latin typeface="Cambria Math" panose="02040503050406030204" pitchFamily="18" charset="0"/>
                                </a:rPr>
                                <m:t>−</m:t>
                              </m:r>
                            </m:oMath>
                          </a14:m>
                          <a:r>
                            <a:rPr lang="en-US" sz="1100" dirty="0">
                              <a:effectLst/>
                            </a:rPr>
                            <a:t>1                </a:t>
                          </a:r>
                          <a:endParaRPr lang="en-IN" sz="1100" dirty="0">
                            <a:effectLst/>
                          </a:endParaRPr>
                        </a:p>
                        <a:p>
                          <a:r>
                            <a:rPr lang="en-US" sz="1100" dirty="0">
                              <a:effectLst/>
                            </a:rPr>
                            <a:t>    if tree(</a:t>
                          </a:r>
                          <a:r>
                            <a:rPr lang="en-US" sz="1100" dirty="0" err="1">
                              <a:effectLst/>
                            </a:rPr>
                            <a:t>i,i</a:t>
                          </a:r>
                          <a:r>
                            <a:rPr lang="en-US" sz="1100" dirty="0">
                              <a:effectLst/>
                            </a:rPr>
                            <a:t>) &gt; N</a:t>
                          </a:r>
                          <a:endParaRPr lang="en-IN" sz="1100" dirty="0">
                            <a:effectLst/>
                          </a:endParaRPr>
                        </a:p>
                        <a:p>
                          <a:r>
                            <a:rPr lang="en-US" sz="1100" dirty="0">
                              <a:effectLst/>
                            </a:rPr>
                            <a:t>        tree(</a:t>
                          </a:r>
                          <a:r>
                            <a:rPr lang="en-US" sz="1100" dirty="0" err="1">
                              <a:effectLst/>
                            </a:rPr>
                            <a:t>i,i</a:t>
                          </a:r>
                          <a:r>
                            <a:rPr lang="en-US" sz="1100" dirty="0">
                              <a:effectLst/>
                            </a:rPr>
                            <a:t>) = tree(</a:t>
                          </a:r>
                          <a:r>
                            <a:rPr lang="en-US" sz="1100" dirty="0" err="1">
                              <a:effectLst/>
                            </a:rPr>
                            <a:t>i,i</a:t>
                          </a:r>
                          <a:r>
                            <a:rPr lang="en-US" sz="1100" dirty="0">
                              <a:effectLst/>
                            </a:rPr>
                            <a:t>) </a:t>
                          </a:r>
                          <a14:m>
                            <m:oMath xmlns:m="http://schemas.openxmlformats.org/officeDocument/2006/math">
                              <m:r>
                                <a:rPr lang="en-US" sz="1100">
                                  <a:effectLst/>
                                  <a:latin typeface="Cambria Math" panose="02040503050406030204" pitchFamily="18" charset="0"/>
                                </a:rPr>
                                <m:t>−</m:t>
                              </m:r>
                            </m:oMath>
                          </a14:m>
                          <a:r>
                            <a:rPr lang="en-US" sz="1100" dirty="0">
                              <a:effectLst/>
                            </a:rPr>
                            <a:t> N                  </a:t>
                          </a:r>
                          <a:endParaRPr lang="en-IN" sz="1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a:txBody>
                        <a:bodyPr/>
                        <a:lstStyle/>
                        <a:p>
                          <a:r>
                            <a:rPr lang="en-US" sz="1100" dirty="0">
                              <a:effectLst/>
                            </a:rPr>
                            <a:t>//initialize the tree with zeros</a:t>
                          </a:r>
                          <a:endParaRPr lang="en-IN" sz="1100" dirty="0">
                            <a:effectLst/>
                          </a:endParaRPr>
                        </a:p>
                        <a:p>
                          <a:r>
                            <a:rPr lang="en-US" sz="1100" dirty="0">
                              <a:effectLst/>
                            </a:rPr>
                            <a:t>//initialize the reference node</a:t>
                          </a:r>
                          <a:endParaRPr lang="en-IN" sz="1100" dirty="0">
                            <a:effectLst/>
                          </a:endParaRPr>
                        </a:p>
                        <a:p>
                          <a:r>
                            <a:rPr lang="en-US" sz="1100" dirty="0">
                              <a:effectLst/>
                            </a:rPr>
                            <a:t>//loop between tree rows</a:t>
                          </a:r>
                          <a:endParaRPr lang="en-IN" sz="1100" dirty="0">
                            <a:effectLst/>
                          </a:endParaRPr>
                        </a:p>
                        <a:p>
                          <a:r>
                            <a:rPr lang="en-US" sz="1100" dirty="0">
                              <a:effectLst/>
                            </a:rPr>
                            <a:t>//loop between tree columns</a:t>
                          </a:r>
                          <a:endParaRPr lang="en-IN" sz="1100" dirty="0">
                            <a:effectLst/>
                          </a:endParaRPr>
                        </a:p>
                        <a:p>
                          <a:r>
                            <a:rPr lang="en-US" sz="1100" dirty="0">
                              <a:effectLst/>
                            </a:rPr>
                            <a:t>//define the left-side node</a:t>
                          </a:r>
                          <a:endParaRPr lang="en-IN" sz="1100" dirty="0">
                            <a:effectLst/>
                          </a:endParaRPr>
                        </a:p>
                        <a:p>
                          <a:r>
                            <a:rPr lang="en-US" sz="1100" dirty="0">
                              <a:effectLst/>
                            </a:rPr>
                            <a:t> </a:t>
                          </a:r>
                          <a:endParaRPr lang="en-IN" sz="1100" dirty="0">
                            <a:effectLst/>
                          </a:endParaRPr>
                        </a:p>
                        <a:p>
                          <a:r>
                            <a:rPr lang="en-US" sz="1100" dirty="0">
                              <a:effectLst/>
                            </a:rPr>
                            <a:t>//limit the node value </a:t>
                          </a:r>
                          <a14:m>
                            <m:oMath xmlns:m="http://schemas.openxmlformats.org/officeDocument/2006/math">
                              <m:r>
                                <a:rPr lang="en-US" sz="1100">
                                  <a:effectLst/>
                                  <a:latin typeface="Cambria Math" panose="02040503050406030204" pitchFamily="18" charset="0"/>
                                </a:rPr>
                                <m:t>≤</m:t>
                              </m:r>
                            </m:oMath>
                          </a14:m>
                          <a:r>
                            <a:rPr lang="en-US" sz="1100" dirty="0">
                              <a:effectLst/>
                            </a:rPr>
                            <a:t> N  </a:t>
                          </a:r>
                          <a:endParaRPr lang="en-IN" sz="1100" dirty="0">
                            <a:effectLst/>
                          </a:endParaRPr>
                        </a:p>
                        <a:p>
                          <a:r>
                            <a:rPr lang="en-US" sz="1100" dirty="0">
                              <a:effectLst/>
                            </a:rPr>
                            <a:t> </a:t>
                          </a:r>
                          <a:endParaRPr lang="en-IN" sz="1100" dirty="0">
                            <a:effectLst/>
                          </a:endParaRPr>
                        </a:p>
                        <a:p>
                          <a:r>
                            <a:rPr lang="en-US" sz="1100" dirty="0">
                              <a:effectLst/>
                            </a:rPr>
                            <a:t>//define the right arrow node</a:t>
                          </a:r>
                          <a:endParaRPr lang="en-IN" sz="1100" dirty="0">
                            <a:effectLst/>
                          </a:endParaRPr>
                        </a:p>
                        <a:p>
                          <a:r>
                            <a:rPr lang="en-US" sz="1100" dirty="0">
                              <a:effectLst/>
                            </a:rPr>
                            <a:t> </a:t>
                          </a:r>
                          <a:endParaRPr lang="en-IN" sz="1100" dirty="0">
                            <a:effectLst/>
                          </a:endParaRPr>
                        </a:p>
                        <a:p>
                          <a:r>
                            <a:rPr lang="en-US" sz="1100" dirty="0">
                              <a:effectLst/>
                            </a:rPr>
                            <a:t>//limit the rightmost node </a:t>
                          </a:r>
                          <a14:m>
                            <m:oMath xmlns:m="http://schemas.openxmlformats.org/officeDocument/2006/math">
                              <m:r>
                                <a:rPr lang="en-US" sz="1100">
                                  <a:effectLst/>
                                  <a:latin typeface="Cambria Math" panose="02040503050406030204" pitchFamily="18" charset="0"/>
                                </a:rPr>
                                <m:t>≤</m:t>
                              </m:r>
                            </m:oMath>
                          </a14:m>
                          <a:r>
                            <a:rPr lang="en-US" sz="1100" dirty="0">
                              <a:effectLst/>
                            </a:rPr>
                            <a:t> N                                                                  </a:t>
                          </a:r>
                          <a:endParaRPr lang="en-IN" sz="1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072197198"/>
                      </a:ext>
                    </a:extLst>
                  </a:tr>
                </a:tbl>
              </a:graphicData>
            </a:graphic>
          </p:graphicFrame>
        </mc:Choice>
        <mc:Fallback xmlns="">
          <p:graphicFrame>
            <p:nvGraphicFramePr>
              <p:cNvPr id="16" name="Table 15">
                <a:extLst>
                  <a:ext uri="{FF2B5EF4-FFF2-40B4-BE49-F238E27FC236}">
                    <a16:creationId xmlns:a16="http://schemas.microsoft.com/office/drawing/2014/main" id="{340363C6-CD56-6B4A-DDED-F51DE07E4178}"/>
                  </a:ext>
                </a:extLst>
              </p:cNvPr>
              <p:cNvGraphicFramePr>
                <a:graphicFrameLocks noGrp="1"/>
              </p:cNvGraphicFramePr>
              <p:nvPr>
                <p:extLst>
                  <p:ext uri="{D42A27DB-BD31-4B8C-83A1-F6EECF244321}">
                    <p14:modId xmlns:p14="http://schemas.microsoft.com/office/powerpoint/2010/main" val="334210375"/>
                  </p:ext>
                </p:extLst>
              </p:nvPr>
            </p:nvGraphicFramePr>
            <p:xfrm>
              <a:off x="6716728" y="3745852"/>
              <a:ext cx="4838699" cy="2209800"/>
            </p:xfrm>
            <a:graphic>
              <a:graphicData uri="http://schemas.openxmlformats.org/drawingml/2006/table">
                <a:tbl>
                  <a:tblPr firstRow="1" firstCol="1" bandRow="1">
                    <a:tableStyleId>{7E9639D4-E3E2-4D34-9284-5A2195B3D0D7}</a:tableStyleId>
                  </a:tblPr>
                  <a:tblGrid>
                    <a:gridCol w="2617434">
                      <a:extLst>
                        <a:ext uri="{9D8B030D-6E8A-4147-A177-3AD203B41FA5}">
                          <a16:colId xmlns:a16="http://schemas.microsoft.com/office/drawing/2014/main" val="233064108"/>
                        </a:ext>
                      </a:extLst>
                    </a:gridCol>
                    <a:gridCol w="2221265">
                      <a:extLst>
                        <a:ext uri="{9D8B030D-6E8A-4147-A177-3AD203B41FA5}">
                          <a16:colId xmlns:a16="http://schemas.microsoft.com/office/drawing/2014/main" val="1494096370"/>
                        </a:ext>
                      </a:extLst>
                    </a:gridCol>
                  </a:tblGrid>
                  <a:tr h="182880">
                    <a:tc gridSpan="2">
                      <a:txBody>
                        <a:bodyPr/>
                        <a:lstStyle/>
                        <a:p>
                          <a:pPr algn="ctr"/>
                          <a:r>
                            <a:rPr lang="en-US" sz="1200" b="1">
                              <a:effectLst/>
                            </a:rPr>
                            <a:t> Phase Tree</a:t>
                          </a:r>
                          <a:endParaRPr lang="en-IN" sz="1200">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3299943488"/>
                      </a:ext>
                    </a:extLst>
                  </a:tr>
                  <a:tr h="182880">
                    <a:tc>
                      <a:txBody>
                        <a:bodyPr/>
                        <a:lstStyle/>
                        <a:p>
                          <a:pPr algn="ctr"/>
                          <a:r>
                            <a:rPr lang="en-US" sz="1200" b="1">
                              <a:effectLst/>
                            </a:rPr>
                            <a:t>Code</a:t>
                          </a:r>
                          <a:endParaRPr lang="en-IN" sz="1200" b="1">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tc>
                      <a:txBody>
                        <a:bodyPr/>
                        <a:lstStyle/>
                        <a:p>
                          <a:pPr algn="ctr"/>
                          <a:r>
                            <a:rPr lang="en-US" sz="1200" b="1">
                              <a:effectLst/>
                            </a:rPr>
                            <a:t>Description</a:t>
                          </a:r>
                          <a:endParaRPr lang="en-IN" sz="1200" b="1">
                            <a:effectLst/>
                            <a:latin typeface="Times New Roman" panose="02020603050405020304" pitchFamily="18" charset="0"/>
                            <a:ea typeface="Times New Roman" panose="02020603050405020304" pitchFamily="18" charset="0"/>
                            <a:cs typeface="Mangal" panose="02040503050203030202" pitchFamily="18" charset="0"/>
                          </a:endParaRPr>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311708424"/>
                      </a:ext>
                    </a:extLst>
                  </a:tr>
                  <a:tr h="1844040">
                    <a:tc>
                      <a:txBody>
                        <a:bodyPr/>
                        <a:lstStyle/>
                        <a:p>
                          <a:endParaRPr lang="en-US"/>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6"/>
                          <a:stretch>
                            <a:fillRect l="-233" t="-22772" r="-85581" b="-4620"/>
                          </a:stretch>
                        </a:blipFill>
                      </a:tcPr>
                    </a:tc>
                    <a:tc>
                      <a:txBody>
                        <a:bodyPr/>
                        <a:lstStyle/>
                        <a:p>
                          <a:endParaRPr lang="en-US"/>
                        </a:p>
                      </a:txBody>
                      <a:tcPr marL="68580" marR="68580" marT="0" marB="0">
                        <a:lnL w="19050" cap="flat" cmpd="sng" algn="ctr">
                          <a:solidFill>
                            <a:srgbClr val="002060"/>
                          </a:solidFill>
                          <a:prstDash val="solid"/>
                          <a:round/>
                          <a:headEnd type="none" w="med" len="med"/>
                          <a:tailEnd type="none" w="med" len="med"/>
                        </a:lnL>
                        <a:lnR w="19050" cap="flat" cmpd="sng" algn="ctr">
                          <a:solidFill>
                            <a:srgbClr val="002060"/>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blipFill>
                          <a:blip r:embed="rId6"/>
                          <a:stretch>
                            <a:fillRect l="-118082" t="-22772" r="-822" b="-4620"/>
                          </a:stretch>
                        </a:blipFill>
                      </a:tcPr>
                    </a:tc>
                    <a:extLst>
                      <a:ext uri="{0D108BD9-81ED-4DB2-BD59-A6C34878D82A}">
                        <a16:rowId xmlns:a16="http://schemas.microsoft.com/office/drawing/2014/main" val="3072197198"/>
                      </a:ext>
                    </a:extLst>
                  </a:tr>
                </a:tbl>
              </a:graphicData>
            </a:graphic>
          </p:graphicFrame>
        </mc:Fallback>
      </mc:AlternateContent>
      <p:sp>
        <p:nvSpPr>
          <p:cNvPr id="17" name="TextBox 16">
            <a:extLst>
              <a:ext uri="{FF2B5EF4-FFF2-40B4-BE49-F238E27FC236}">
                <a16:creationId xmlns:a16="http://schemas.microsoft.com/office/drawing/2014/main" id="{D02BB400-7DA8-B938-8CB2-9A2A89A5892B}"/>
              </a:ext>
            </a:extLst>
          </p:cNvPr>
          <p:cNvSpPr txBox="1"/>
          <p:nvPr/>
        </p:nvSpPr>
        <p:spPr>
          <a:xfrm>
            <a:off x="2779196" y="2888521"/>
            <a:ext cx="518160" cy="369332"/>
          </a:xfrm>
          <a:prstGeom prst="rect">
            <a:avLst/>
          </a:prstGeom>
          <a:noFill/>
        </p:spPr>
        <p:txBody>
          <a:bodyPr wrap="square">
            <a:spAutoFit/>
          </a:bodyPr>
          <a:lstStyle/>
          <a:p>
            <a:r>
              <a:rPr lang="en-IN" b="1" dirty="0"/>
              <a:t>(a) </a:t>
            </a:r>
          </a:p>
        </p:txBody>
      </p:sp>
      <p:sp>
        <p:nvSpPr>
          <p:cNvPr id="18" name="TextBox 17">
            <a:extLst>
              <a:ext uri="{FF2B5EF4-FFF2-40B4-BE49-F238E27FC236}">
                <a16:creationId xmlns:a16="http://schemas.microsoft.com/office/drawing/2014/main" id="{00C49A74-48F4-C6A6-91B5-DADCF2CDE3DF}"/>
              </a:ext>
            </a:extLst>
          </p:cNvPr>
          <p:cNvSpPr txBox="1"/>
          <p:nvPr/>
        </p:nvSpPr>
        <p:spPr>
          <a:xfrm>
            <a:off x="10429120" y="2972066"/>
            <a:ext cx="518160" cy="369332"/>
          </a:xfrm>
          <a:prstGeom prst="rect">
            <a:avLst/>
          </a:prstGeom>
          <a:noFill/>
        </p:spPr>
        <p:txBody>
          <a:bodyPr wrap="square">
            <a:spAutoFit/>
          </a:bodyPr>
          <a:lstStyle/>
          <a:p>
            <a:r>
              <a:rPr lang="en-IN" b="1"/>
              <a:t>(b) </a:t>
            </a:r>
          </a:p>
        </p:txBody>
      </p:sp>
      <p:cxnSp>
        <p:nvCxnSpPr>
          <p:cNvPr id="19" name="Straight Connector 18">
            <a:extLst>
              <a:ext uri="{FF2B5EF4-FFF2-40B4-BE49-F238E27FC236}">
                <a16:creationId xmlns:a16="http://schemas.microsoft.com/office/drawing/2014/main" id="{F1A087D4-4D0A-028E-2126-B648CC74AF13}"/>
              </a:ext>
            </a:extLst>
          </p:cNvPr>
          <p:cNvCxnSpPr>
            <a:cxnSpLocks/>
          </p:cNvCxnSpPr>
          <p:nvPr/>
        </p:nvCxnSpPr>
        <p:spPr>
          <a:xfrm flipV="1">
            <a:off x="21261" y="30424"/>
            <a:ext cx="0" cy="6386032"/>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EA8B58F-5BBA-554D-6C7C-0FE3C3040F8D}"/>
              </a:ext>
            </a:extLst>
          </p:cNvPr>
          <p:cNvCxnSpPr>
            <a:cxnSpLocks/>
          </p:cNvCxnSpPr>
          <p:nvPr/>
        </p:nvCxnSpPr>
        <p:spPr>
          <a:xfrm flipV="1">
            <a:off x="12163574" y="45664"/>
            <a:ext cx="0" cy="6340891"/>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C936762-4564-9F47-0E0A-9000B44DF597}"/>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8BEC376-2921-F16C-84E5-71F697B01A2D}"/>
              </a:ext>
            </a:extLst>
          </p:cNvPr>
          <p:cNvCxnSpPr/>
          <p:nvPr/>
        </p:nvCxnSpPr>
        <p:spPr>
          <a:xfrm flipV="1">
            <a:off x="0" y="3526431"/>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94995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994320-68AB-4C17-ACE4-2F34769412D1}"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64</a:t>
            </a:fld>
            <a:endParaRPr lang="en-BE"/>
          </a:p>
        </p:txBody>
      </p:sp>
      <p:sp>
        <p:nvSpPr>
          <p:cNvPr id="5" name="Rectangle 4">
            <a:extLst>
              <a:ext uri="{FF2B5EF4-FFF2-40B4-BE49-F238E27FC236}">
                <a16:creationId xmlns:a16="http://schemas.microsoft.com/office/drawing/2014/main" id="{EF736149-18DC-188F-4459-5231C2E247F5}"/>
              </a:ext>
            </a:extLst>
          </p:cNvPr>
          <p:cNvSpPr/>
          <p:nvPr/>
        </p:nvSpPr>
        <p:spPr>
          <a:xfrm>
            <a:off x="271869" y="1095547"/>
            <a:ext cx="7222527" cy="3323387"/>
          </a:xfrm>
          <a:prstGeom prst="rect">
            <a:avLst/>
          </a:prstGeom>
          <a:solidFill>
            <a:srgbClr val="FBE5D6"/>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F924EB54-8473-AD4A-1F55-D9ED8C59900C}"/>
              </a:ext>
            </a:extLst>
          </p:cNvPr>
          <p:cNvSpPr/>
          <p:nvPr/>
        </p:nvSpPr>
        <p:spPr>
          <a:xfrm>
            <a:off x="7749848" y="1435099"/>
            <a:ext cx="4363962" cy="2508087"/>
          </a:xfrm>
          <a:prstGeom prst="rect">
            <a:avLst/>
          </a:prstGeom>
          <a:solidFill>
            <a:srgbClr val="FBE5D6"/>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FF8B20C5-5F61-A1C6-4B12-4097768FDDC8}"/>
              </a:ext>
            </a:extLst>
          </p:cNvPr>
          <p:cNvSpPr/>
          <p:nvPr/>
        </p:nvSpPr>
        <p:spPr>
          <a:xfrm>
            <a:off x="0" y="0"/>
            <a:ext cx="12192000" cy="639298"/>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D2B03409-CE93-2D1F-EF2C-56C910F53560}"/>
              </a:ext>
            </a:extLst>
          </p:cNvPr>
          <p:cNvPicPr>
            <a:picLocks noChangeAspect="1"/>
          </p:cNvPicPr>
          <p:nvPr/>
        </p:nvPicPr>
        <p:blipFill>
          <a:blip r:embed="rId2"/>
          <a:stretch>
            <a:fillRect/>
          </a:stretch>
        </p:blipFill>
        <p:spPr>
          <a:xfrm>
            <a:off x="7698954" y="1627100"/>
            <a:ext cx="4363963" cy="2054512"/>
          </a:xfrm>
          <a:prstGeom prst="rect">
            <a:avLst/>
          </a:prstGeom>
        </p:spPr>
      </p:pic>
      <p:sp>
        <p:nvSpPr>
          <p:cNvPr id="9" name="TextBox 8">
            <a:extLst>
              <a:ext uri="{FF2B5EF4-FFF2-40B4-BE49-F238E27FC236}">
                <a16:creationId xmlns:a16="http://schemas.microsoft.com/office/drawing/2014/main" id="{E8A25A06-EE92-C5E8-56DB-106DA5AF13BC}"/>
              </a:ext>
            </a:extLst>
          </p:cNvPr>
          <p:cNvSpPr txBox="1"/>
          <p:nvPr/>
        </p:nvSpPr>
        <p:spPr>
          <a:xfrm>
            <a:off x="-377505" y="12925"/>
            <a:ext cx="8867794" cy="584775"/>
          </a:xfrm>
          <a:prstGeom prst="rect">
            <a:avLst/>
          </a:prstGeom>
          <a:noFill/>
        </p:spPr>
        <p:txBody>
          <a:bodyPr wrap="square">
            <a:spAutoFit/>
          </a:bodyPr>
          <a:lstStyle/>
          <a:p>
            <a:pPr algn="ctr" defTabSz="1219170"/>
            <a:r>
              <a:rPr lang="en-US" sz="3200" b="1">
                <a:solidFill>
                  <a:schemeClr val="bg1"/>
                </a:solidFill>
                <a:latin typeface="Arial" panose="020B0604020202020204" pitchFamily="34" charset="0"/>
                <a:ea typeface="+mn-lt"/>
                <a:cs typeface="Arial" panose="020B0604020202020204" pitchFamily="34" charset="0"/>
                <a:sym typeface="Lato Black"/>
              </a:rPr>
              <a:t>Band-Switching mechanism and Results</a:t>
            </a:r>
            <a:endParaRPr lang="en-US" sz="3200">
              <a:solidFill>
                <a:schemeClr val="bg1"/>
              </a:solidFill>
              <a:latin typeface="Arial" panose="020B0604020202020204" pitchFamily="34" charset="0"/>
              <a:ea typeface="+mn-lt"/>
              <a:cs typeface="Arial" panose="020B0604020202020204" pitchFamily="34" charset="0"/>
            </a:endParaRPr>
          </a:p>
        </p:txBody>
      </p:sp>
      <p:cxnSp>
        <p:nvCxnSpPr>
          <p:cNvPr id="10" name="Straight Connector 9">
            <a:extLst>
              <a:ext uri="{FF2B5EF4-FFF2-40B4-BE49-F238E27FC236}">
                <a16:creationId xmlns:a16="http://schemas.microsoft.com/office/drawing/2014/main" id="{D61DB26F-980C-8475-B22A-A6FBF5DB6595}"/>
              </a:ext>
            </a:extLst>
          </p:cNvPr>
          <p:cNvCxnSpPr/>
          <p:nvPr/>
        </p:nvCxnSpPr>
        <p:spPr>
          <a:xfrm flipV="1">
            <a:off x="0" y="639298"/>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7A8884B-AF49-9A5A-B6BE-01D673F87707}"/>
              </a:ext>
            </a:extLst>
          </p:cNvPr>
          <p:cNvSpPr txBox="1"/>
          <p:nvPr/>
        </p:nvSpPr>
        <p:spPr>
          <a:xfrm>
            <a:off x="439336" y="4797498"/>
            <a:ext cx="7005296" cy="369332"/>
          </a:xfrm>
          <a:prstGeom prst="rect">
            <a:avLst/>
          </a:prstGeom>
          <a:noFill/>
        </p:spPr>
        <p:txBody>
          <a:bodyPr wrap="square">
            <a:spAutoFit/>
          </a:bodyPr>
          <a:lstStyle/>
          <a:p>
            <a:pPr algn="ctr"/>
            <a:r>
              <a:rPr lang="en-US" u="sng" dirty="0">
                <a:effectLst/>
                <a:latin typeface="+mj-lt"/>
                <a:ea typeface="Times New Roman" panose="02020603050405020304" pitchFamily="18" charset="0"/>
              </a:rPr>
              <a:t>Sketch for possible stages in the band switching  in MSSROs</a:t>
            </a:r>
            <a:endParaRPr lang="en-IN" u="sng" dirty="0">
              <a:latin typeface="+mj-lt"/>
            </a:endParaRPr>
          </a:p>
        </p:txBody>
      </p:sp>
      <p:sp>
        <p:nvSpPr>
          <p:cNvPr id="12" name="TextBox 11">
            <a:extLst>
              <a:ext uri="{FF2B5EF4-FFF2-40B4-BE49-F238E27FC236}">
                <a16:creationId xmlns:a16="http://schemas.microsoft.com/office/drawing/2014/main" id="{A2D2B6E4-FF15-AADA-7F23-013B4F6536F4}"/>
              </a:ext>
            </a:extLst>
          </p:cNvPr>
          <p:cNvSpPr txBox="1"/>
          <p:nvPr/>
        </p:nvSpPr>
        <p:spPr>
          <a:xfrm>
            <a:off x="8005865" y="4322358"/>
            <a:ext cx="3475789" cy="923330"/>
          </a:xfrm>
          <a:prstGeom prst="rect">
            <a:avLst/>
          </a:prstGeom>
          <a:noFill/>
        </p:spPr>
        <p:txBody>
          <a:bodyPr wrap="square">
            <a:spAutoFit/>
          </a:bodyPr>
          <a:lstStyle/>
          <a:p>
            <a:pPr algn="ctr"/>
            <a:r>
              <a:rPr lang="en-US" u="sng" dirty="0">
                <a:effectLst/>
                <a:latin typeface="+mj-lt"/>
                <a:ea typeface="Times New Roman" panose="02020603050405020304" pitchFamily="18" charset="0"/>
              </a:rPr>
              <a:t>Oscillation frequency and band switching and its  possible stages in MSSROs</a:t>
            </a:r>
            <a:endParaRPr lang="en-IN" u="sng" dirty="0">
              <a:latin typeface="+mj-lt"/>
            </a:endParaRPr>
          </a:p>
        </p:txBody>
      </p:sp>
      <p:cxnSp>
        <p:nvCxnSpPr>
          <p:cNvPr id="13" name="Straight Connector 12">
            <a:extLst>
              <a:ext uri="{FF2B5EF4-FFF2-40B4-BE49-F238E27FC236}">
                <a16:creationId xmlns:a16="http://schemas.microsoft.com/office/drawing/2014/main" id="{47FF3F93-0ADF-C7A9-B209-943C9708DDAC}"/>
              </a:ext>
            </a:extLst>
          </p:cNvPr>
          <p:cNvCxnSpPr>
            <a:cxnSpLocks/>
          </p:cNvCxnSpPr>
          <p:nvPr/>
        </p:nvCxnSpPr>
        <p:spPr>
          <a:xfrm flipV="1">
            <a:off x="21261" y="30424"/>
            <a:ext cx="0" cy="6386032"/>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15FCBD8-6BAF-74D1-C149-AA7DB452F08F}"/>
              </a:ext>
            </a:extLst>
          </p:cNvPr>
          <p:cNvCxnSpPr>
            <a:cxnSpLocks/>
          </p:cNvCxnSpPr>
          <p:nvPr/>
        </p:nvCxnSpPr>
        <p:spPr>
          <a:xfrm flipV="1">
            <a:off x="12163574" y="45664"/>
            <a:ext cx="0" cy="6340891"/>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79364D0-7748-66B5-4737-74BE6ECCD822}"/>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8CB4327C-CA68-8A92-6782-8ACFDC983E63}"/>
              </a:ext>
            </a:extLst>
          </p:cNvPr>
          <p:cNvPicPr>
            <a:picLocks noChangeAspect="1"/>
          </p:cNvPicPr>
          <p:nvPr/>
        </p:nvPicPr>
        <p:blipFill>
          <a:blip r:embed="rId3"/>
          <a:stretch>
            <a:fillRect/>
          </a:stretch>
        </p:blipFill>
        <p:spPr>
          <a:xfrm>
            <a:off x="8157918" y="12924"/>
            <a:ext cx="548688" cy="548688"/>
          </a:xfrm>
          <a:prstGeom prst="rect">
            <a:avLst/>
          </a:prstGeom>
        </p:spPr>
      </p:pic>
      <p:pic>
        <p:nvPicPr>
          <p:cNvPr id="17" name="Picture 16">
            <a:extLst>
              <a:ext uri="{FF2B5EF4-FFF2-40B4-BE49-F238E27FC236}">
                <a16:creationId xmlns:a16="http://schemas.microsoft.com/office/drawing/2014/main" id="{86E245B0-390F-8C82-4C48-22DE33D6F977}"/>
              </a:ext>
            </a:extLst>
          </p:cNvPr>
          <p:cNvPicPr>
            <a:picLocks noChangeAspect="1"/>
          </p:cNvPicPr>
          <p:nvPr/>
        </p:nvPicPr>
        <p:blipFill>
          <a:blip r:embed="rId4"/>
          <a:stretch>
            <a:fillRect/>
          </a:stretch>
        </p:blipFill>
        <p:spPr>
          <a:xfrm>
            <a:off x="-43700" y="716983"/>
            <a:ext cx="7444632" cy="3640186"/>
          </a:xfrm>
          <a:prstGeom prst="rect">
            <a:avLst/>
          </a:prstGeom>
        </p:spPr>
      </p:pic>
    </p:spTree>
    <p:extLst>
      <p:ext uri="{BB962C8B-B14F-4D97-AF65-F5344CB8AC3E}">
        <p14:creationId xmlns:p14="http://schemas.microsoft.com/office/powerpoint/2010/main" val="244280761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BBAE66-1B04-4840-A54A-E761E3188E37}"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65</a:t>
            </a:fld>
            <a:endParaRPr lang="en-BE"/>
          </a:p>
        </p:txBody>
      </p:sp>
      <p:sp>
        <p:nvSpPr>
          <p:cNvPr id="5" name="Rectangle 4">
            <a:extLst>
              <a:ext uri="{FF2B5EF4-FFF2-40B4-BE49-F238E27FC236}">
                <a16:creationId xmlns:a16="http://schemas.microsoft.com/office/drawing/2014/main" id="{0761934A-7178-8AD8-7925-B75BAA79F4D4}"/>
              </a:ext>
            </a:extLst>
          </p:cNvPr>
          <p:cNvSpPr/>
          <p:nvPr/>
        </p:nvSpPr>
        <p:spPr>
          <a:xfrm>
            <a:off x="0" y="0"/>
            <a:ext cx="12192000" cy="639298"/>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2F24F3B-A698-E6A1-E455-4DEDEBBF7261}"/>
              </a:ext>
            </a:extLst>
          </p:cNvPr>
          <p:cNvSpPr txBox="1"/>
          <p:nvPr/>
        </p:nvSpPr>
        <p:spPr>
          <a:xfrm>
            <a:off x="149469" y="23749"/>
            <a:ext cx="2172091" cy="584775"/>
          </a:xfrm>
          <a:prstGeom prst="rect">
            <a:avLst/>
          </a:prstGeom>
          <a:noFill/>
        </p:spPr>
        <p:txBody>
          <a:bodyPr wrap="square">
            <a:spAutoFit/>
          </a:bodyPr>
          <a:lstStyle/>
          <a:p>
            <a:pPr algn="ctr" defTabSz="1219170"/>
            <a:r>
              <a:rPr lang="en-US" sz="3200" b="1">
                <a:solidFill>
                  <a:schemeClr val="bg1"/>
                </a:solidFill>
                <a:latin typeface="Arial" panose="020B0604020202020204" pitchFamily="34" charset="0"/>
                <a:ea typeface="+mn-lt"/>
                <a:cs typeface="Arial" panose="020B0604020202020204" pitchFamily="34" charset="0"/>
                <a:sym typeface="Lato Black"/>
              </a:rPr>
              <a:t>Results </a:t>
            </a:r>
            <a:endParaRPr lang="en-US" sz="3200">
              <a:solidFill>
                <a:schemeClr val="bg1"/>
              </a:solidFill>
              <a:latin typeface="Arial" panose="020B0604020202020204" pitchFamily="34" charset="0"/>
              <a:ea typeface="+mn-lt"/>
              <a:cs typeface="Arial" panose="020B0604020202020204" pitchFamily="34" charset="0"/>
            </a:endParaRPr>
          </a:p>
        </p:txBody>
      </p:sp>
      <p:cxnSp>
        <p:nvCxnSpPr>
          <p:cNvPr id="7" name="Straight Connector 6">
            <a:extLst>
              <a:ext uri="{FF2B5EF4-FFF2-40B4-BE49-F238E27FC236}">
                <a16:creationId xmlns:a16="http://schemas.microsoft.com/office/drawing/2014/main" id="{57F9EFF7-0EA3-3764-D8F4-4AD1C87AE0B6}"/>
              </a:ext>
            </a:extLst>
          </p:cNvPr>
          <p:cNvCxnSpPr/>
          <p:nvPr/>
        </p:nvCxnSpPr>
        <p:spPr>
          <a:xfrm flipV="1">
            <a:off x="0" y="639298"/>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DFBF1741-BB52-9F4E-F917-6D46EF7A61B1}"/>
              </a:ext>
            </a:extLst>
          </p:cNvPr>
          <p:cNvPicPr>
            <a:picLocks noChangeAspect="1"/>
          </p:cNvPicPr>
          <p:nvPr/>
        </p:nvPicPr>
        <p:blipFill rotWithShape="1">
          <a:blip r:embed="rId2"/>
          <a:srcRect t="2862" b="1"/>
          <a:stretch/>
        </p:blipFill>
        <p:spPr>
          <a:xfrm>
            <a:off x="8508863" y="669722"/>
            <a:ext cx="2985754" cy="2304260"/>
          </a:xfrm>
          <a:prstGeom prst="rect">
            <a:avLst/>
          </a:prstGeom>
        </p:spPr>
      </p:pic>
      <p:pic>
        <p:nvPicPr>
          <p:cNvPr id="9" name="Picture 8">
            <a:extLst>
              <a:ext uri="{FF2B5EF4-FFF2-40B4-BE49-F238E27FC236}">
                <a16:creationId xmlns:a16="http://schemas.microsoft.com/office/drawing/2014/main" id="{08B8E0E6-6FDA-2661-EF3B-114E284C61BB}"/>
              </a:ext>
            </a:extLst>
          </p:cNvPr>
          <p:cNvPicPr>
            <a:picLocks noChangeAspect="1"/>
          </p:cNvPicPr>
          <p:nvPr/>
        </p:nvPicPr>
        <p:blipFill>
          <a:blip r:embed="rId3"/>
          <a:stretch>
            <a:fillRect/>
          </a:stretch>
        </p:blipFill>
        <p:spPr>
          <a:xfrm>
            <a:off x="762813" y="3022142"/>
            <a:ext cx="2986227" cy="2207297"/>
          </a:xfrm>
          <a:prstGeom prst="rect">
            <a:avLst/>
          </a:prstGeom>
        </p:spPr>
      </p:pic>
      <p:pic>
        <p:nvPicPr>
          <p:cNvPr id="10" name="Picture 9">
            <a:extLst>
              <a:ext uri="{FF2B5EF4-FFF2-40B4-BE49-F238E27FC236}">
                <a16:creationId xmlns:a16="http://schemas.microsoft.com/office/drawing/2014/main" id="{0C076D4C-80A1-154A-24A2-B9BE3C06E135}"/>
              </a:ext>
            </a:extLst>
          </p:cNvPr>
          <p:cNvPicPr>
            <a:picLocks noChangeAspect="1"/>
          </p:cNvPicPr>
          <p:nvPr/>
        </p:nvPicPr>
        <p:blipFill>
          <a:blip r:embed="rId4"/>
          <a:stretch>
            <a:fillRect/>
          </a:stretch>
        </p:blipFill>
        <p:spPr>
          <a:xfrm>
            <a:off x="4409887" y="3048078"/>
            <a:ext cx="2756760" cy="2300709"/>
          </a:xfrm>
          <a:prstGeom prst="rect">
            <a:avLst/>
          </a:prstGeom>
        </p:spPr>
      </p:pic>
      <p:pic>
        <p:nvPicPr>
          <p:cNvPr id="11" name="Picture 10">
            <a:extLst>
              <a:ext uri="{FF2B5EF4-FFF2-40B4-BE49-F238E27FC236}">
                <a16:creationId xmlns:a16="http://schemas.microsoft.com/office/drawing/2014/main" id="{7BC2E77E-7C2B-382D-0BA1-E9EFEB3096F9}"/>
              </a:ext>
            </a:extLst>
          </p:cNvPr>
          <p:cNvPicPr>
            <a:picLocks noChangeAspect="1"/>
          </p:cNvPicPr>
          <p:nvPr/>
        </p:nvPicPr>
        <p:blipFill>
          <a:blip r:embed="rId5"/>
          <a:stretch>
            <a:fillRect/>
          </a:stretch>
        </p:blipFill>
        <p:spPr>
          <a:xfrm>
            <a:off x="8505790" y="3059977"/>
            <a:ext cx="2953715" cy="2407920"/>
          </a:xfrm>
          <a:prstGeom prst="rect">
            <a:avLst/>
          </a:prstGeom>
        </p:spPr>
      </p:pic>
      <p:sp>
        <p:nvSpPr>
          <p:cNvPr id="12" name="TextBox 11">
            <a:extLst>
              <a:ext uri="{FF2B5EF4-FFF2-40B4-BE49-F238E27FC236}">
                <a16:creationId xmlns:a16="http://schemas.microsoft.com/office/drawing/2014/main" id="{5504B190-7812-E53B-F132-7CE4E6E2A5C6}"/>
              </a:ext>
            </a:extLst>
          </p:cNvPr>
          <p:cNvSpPr txBox="1"/>
          <p:nvPr/>
        </p:nvSpPr>
        <p:spPr>
          <a:xfrm>
            <a:off x="25108" y="5434782"/>
            <a:ext cx="11930184" cy="1323439"/>
          </a:xfrm>
          <a:prstGeom prst="rect">
            <a:avLst/>
          </a:prstGeom>
          <a:noFill/>
        </p:spPr>
        <p:txBody>
          <a:bodyPr wrap="square">
            <a:spAutoFit/>
          </a:bodyPr>
          <a:lstStyle/>
          <a:p>
            <a:pPr algn="ctr"/>
            <a:r>
              <a:rPr lang="en-US" sz="1600" u="sng" dirty="0">
                <a:effectLst/>
                <a:latin typeface="+mj-lt"/>
                <a:ea typeface="Times New Roman" panose="02020603050405020304" pitchFamily="18" charset="0"/>
              </a:rPr>
              <a:t>Oscillation frequency and phase noise for increasing output phases in the 5-band for (a) 180nm and (b) the 7-band for  180nmMSSRO, Figure of Merit (</a:t>
            </a:r>
            <a:r>
              <a:rPr lang="en-US" sz="1600" u="sng" dirty="0" err="1">
                <a:effectLst/>
                <a:latin typeface="+mj-lt"/>
                <a:ea typeface="Times New Roman" panose="02020603050405020304" pitchFamily="18" charset="0"/>
              </a:rPr>
              <a:t>FoM</a:t>
            </a:r>
            <a:r>
              <a:rPr lang="en-US" sz="1600" u="sng" dirty="0">
                <a:effectLst/>
                <a:latin typeface="+mj-lt"/>
                <a:ea typeface="Times New Roman" panose="02020603050405020304" pitchFamily="18" charset="0"/>
              </a:rPr>
              <a:t>) for the 5 and 7-band range in (c) 180nm and d) 65nm (e) Corner analysis and  (f) supply sensitivity for MSSROs </a:t>
            </a:r>
            <a:endParaRPr lang="en-IN" sz="1600" u="sng" dirty="0">
              <a:latin typeface="+mj-lt"/>
            </a:endParaRPr>
          </a:p>
          <a:p>
            <a:endParaRPr lang="en-IN" sz="1600" dirty="0">
              <a:latin typeface="+mj-lt"/>
            </a:endParaRPr>
          </a:p>
          <a:p>
            <a:endParaRPr lang="en-IN" sz="1600" dirty="0">
              <a:latin typeface="+mj-lt"/>
            </a:endParaRPr>
          </a:p>
        </p:txBody>
      </p:sp>
      <p:sp>
        <p:nvSpPr>
          <p:cNvPr id="13" name="TextBox 12">
            <a:extLst>
              <a:ext uri="{FF2B5EF4-FFF2-40B4-BE49-F238E27FC236}">
                <a16:creationId xmlns:a16="http://schemas.microsoft.com/office/drawing/2014/main" id="{35702B49-94A4-E4F1-534F-D30722A9EFAC}"/>
              </a:ext>
            </a:extLst>
          </p:cNvPr>
          <p:cNvSpPr txBox="1"/>
          <p:nvPr/>
        </p:nvSpPr>
        <p:spPr>
          <a:xfrm>
            <a:off x="11052810" y="2598356"/>
            <a:ext cx="490220" cy="338554"/>
          </a:xfrm>
          <a:prstGeom prst="rect">
            <a:avLst/>
          </a:prstGeom>
          <a:noFill/>
        </p:spPr>
        <p:txBody>
          <a:bodyPr wrap="square">
            <a:spAutoFit/>
          </a:bodyPr>
          <a:lstStyle/>
          <a:p>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(c) </a:t>
            </a:r>
            <a:endParaRPr lang="en-IN" b="1"/>
          </a:p>
        </p:txBody>
      </p:sp>
      <p:sp>
        <p:nvSpPr>
          <p:cNvPr id="14" name="TextBox 13">
            <a:extLst>
              <a:ext uri="{FF2B5EF4-FFF2-40B4-BE49-F238E27FC236}">
                <a16:creationId xmlns:a16="http://schemas.microsoft.com/office/drawing/2014/main" id="{E80A7317-20FB-0201-524B-29E2A18525D0}"/>
              </a:ext>
            </a:extLst>
          </p:cNvPr>
          <p:cNvSpPr txBox="1"/>
          <p:nvPr/>
        </p:nvSpPr>
        <p:spPr>
          <a:xfrm>
            <a:off x="3216275" y="4926643"/>
            <a:ext cx="661920" cy="338554"/>
          </a:xfrm>
          <a:prstGeom prst="rect">
            <a:avLst/>
          </a:prstGeom>
          <a:noFill/>
        </p:spPr>
        <p:txBody>
          <a:bodyPr wrap="square">
            <a:spAutoFit/>
          </a:bodyPr>
          <a:lstStyle/>
          <a:p>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a:t>
            </a:r>
            <a:r>
              <a:rPr lang="en-US" sz="1600" b="1">
                <a:solidFill>
                  <a:srgbClr val="00407A"/>
                </a:solidFill>
                <a:latin typeface="Arial"/>
                <a:ea typeface="Times New Roman" panose="02020603050405020304" pitchFamily="18" charset="0"/>
              </a:rPr>
              <a:t>d</a:t>
            </a:r>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a:t>
            </a:r>
            <a:endParaRPr lang="en-IN" b="1"/>
          </a:p>
        </p:txBody>
      </p:sp>
      <p:sp>
        <p:nvSpPr>
          <p:cNvPr id="15" name="TextBox 14">
            <a:extLst>
              <a:ext uri="{FF2B5EF4-FFF2-40B4-BE49-F238E27FC236}">
                <a16:creationId xmlns:a16="http://schemas.microsoft.com/office/drawing/2014/main" id="{4F46F828-2CBB-099C-9C7C-2E2761E36CC0}"/>
              </a:ext>
            </a:extLst>
          </p:cNvPr>
          <p:cNvSpPr txBox="1"/>
          <p:nvPr/>
        </p:nvSpPr>
        <p:spPr>
          <a:xfrm>
            <a:off x="6691453" y="5041458"/>
            <a:ext cx="490220" cy="338554"/>
          </a:xfrm>
          <a:prstGeom prst="rect">
            <a:avLst/>
          </a:prstGeom>
          <a:noFill/>
        </p:spPr>
        <p:txBody>
          <a:bodyPr wrap="square">
            <a:spAutoFit/>
          </a:bodyPr>
          <a:lstStyle/>
          <a:p>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(e) </a:t>
            </a:r>
            <a:endParaRPr lang="en-IN" b="1"/>
          </a:p>
        </p:txBody>
      </p:sp>
      <p:sp>
        <p:nvSpPr>
          <p:cNvPr id="16" name="TextBox 15">
            <a:extLst>
              <a:ext uri="{FF2B5EF4-FFF2-40B4-BE49-F238E27FC236}">
                <a16:creationId xmlns:a16="http://schemas.microsoft.com/office/drawing/2014/main" id="{AE75865F-384E-84FC-0380-37BE935C29C8}"/>
              </a:ext>
            </a:extLst>
          </p:cNvPr>
          <p:cNvSpPr txBox="1"/>
          <p:nvPr/>
        </p:nvSpPr>
        <p:spPr>
          <a:xfrm>
            <a:off x="11184077" y="4836999"/>
            <a:ext cx="490220" cy="338554"/>
          </a:xfrm>
          <a:prstGeom prst="rect">
            <a:avLst/>
          </a:prstGeom>
          <a:noFill/>
        </p:spPr>
        <p:txBody>
          <a:bodyPr wrap="square">
            <a:spAutoFit/>
          </a:bodyPr>
          <a:lstStyle/>
          <a:p>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(f) </a:t>
            </a:r>
            <a:endParaRPr lang="en-IN" b="1"/>
          </a:p>
        </p:txBody>
      </p:sp>
      <p:grpSp>
        <p:nvGrpSpPr>
          <p:cNvPr id="17" name="Group 16">
            <a:extLst>
              <a:ext uri="{FF2B5EF4-FFF2-40B4-BE49-F238E27FC236}">
                <a16:creationId xmlns:a16="http://schemas.microsoft.com/office/drawing/2014/main" id="{29FE4A98-AEC6-49F6-285A-F33BD13232CE}"/>
              </a:ext>
            </a:extLst>
          </p:cNvPr>
          <p:cNvGrpSpPr/>
          <p:nvPr/>
        </p:nvGrpSpPr>
        <p:grpSpPr>
          <a:xfrm>
            <a:off x="894080" y="695427"/>
            <a:ext cx="2854960" cy="2232854"/>
            <a:chOff x="894080" y="695427"/>
            <a:chExt cx="2854960" cy="2232854"/>
          </a:xfrm>
        </p:grpSpPr>
        <p:pic>
          <p:nvPicPr>
            <p:cNvPr id="18" name="Picture 17">
              <a:extLst>
                <a:ext uri="{FF2B5EF4-FFF2-40B4-BE49-F238E27FC236}">
                  <a16:creationId xmlns:a16="http://schemas.microsoft.com/office/drawing/2014/main" id="{8CAEFDFC-9D55-B72B-8CC8-D862BC49E995}"/>
                </a:ext>
              </a:extLst>
            </p:cNvPr>
            <p:cNvPicPr>
              <a:picLocks noChangeAspect="1"/>
            </p:cNvPicPr>
            <p:nvPr/>
          </p:nvPicPr>
          <p:blipFill>
            <a:blip r:embed="rId6"/>
            <a:stretch>
              <a:fillRect/>
            </a:stretch>
          </p:blipFill>
          <p:spPr>
            <a:xfrm>
              <a:off x="894080" y="695427"/>
              <a:ext cx="2854960" cy="2212004"/>
            </a:xfrm>
            <a:prstGeom prst="rect">
              <a:avLst/>
            </a:prstGeom>
          </p:spPr>
        </p:pic>
        <p:sp>
          <p:nvSpPr>
            <p:cNvPr id="19" name="TextBox 18">
              <a:extLst>
                <a:ext uri="{FF2B5EF4-FFF2-40B4-BE49-F238E27FC236}">
                  <a16:creationId xmlns:a16="http://schemas.microsoft.com/office/drawing/2014/main" id="{3CE5EFDE-C2DA-E35C-ACDE-2EEE6A5824E0}"/>
                </a:ext>
              </a:extLst>
            </p:cNvPr>
            <p:cNvSpPr txBox="1"/>
            <p:nvPr/>
          </p:nvSpPr>
          <p:spPr>
            <a:xfrm>
              <a:off x="3192919" y="2589727"/>
              <a:ext cx="490220" cy="338554"/>
            </a:xfrm>
            <a:prstGeom prst="rect">
              <a:avLst/>
            </a:prstGeom>
            <a:noFill/>
          </p:spPr>
          <p:txBody>
            <a:bodyPr wrap="square">
              <a:spAutoFit/>
            </a:bodyPr>
            <a:lstStyle/>
            <a:p>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(a) </a:t>
              </a:r>
              <a:endParaRPr lang="en-IN" b="1"/>
            </a:p>
          </p:txBody>
        </p:sp>
        <p:grpSp>
          <p:nvGrpSpPr>
            <p:cNvPr id="20" name="Group 19">
              <a:extLst>
                <a:ext uri="{FF2B5EF4-FFF2-40B4-BE49-F238E27FC236}">
                  <a16:creationId xmlns:a16="http://schemas.microsoft.com/office/drawing/2014/main" id="{0DDE32EF-DEB4-FDD3-A18C-FDEBC4D557B9}"/>
                </a:ext>
              </a:extLst>
            </p:cNvPr>
            <p:cNvGrpSpPr/>
            <p:nvPr/>
          </p:nvGrpSpPr>
          <p:grpSpPr>
            <a:xfrm flipH="1">
              <a:off x="1330010" y="872557"/>
              <a:ext cx="1869358" cy="613237"/>
              <a:chOff x="3160123" y="607261"/>
              <a:chExt cx="2823922" cy="1005716"/>
            </a:xfrm>
          </p:grpSpPr>
          <p:cxnSp>
            <p:nvCxnSpPr>
              <p:cNvPr id="21" name="Straight Arrow Connector 20">
                <a:extLst>
                  <a:ext uri="{FF2B5EF4-FFF2-40B4-BE49-F238E27FC236}">
                    <a16:creationId xmlns:a16="http://schemas.microsoft.com/office/drawing/2014/main" id="{3176E5CF-4CB5-6CF1-2ABC-CB6CC1CB5ABA}"/>
                  </a:ext>
                </a:extLst>
              </p:cNvPr>
              <p:cNvCxnSpPr>
                <a:cxnSpLocks/>
              </p:cNvCxnSpPr>
              <p:nvPr/>
            </p:nvCxnSpPr>
            <p:spPr>
              <a:xfrm flipH="1">
                <a:off x="3186600" y="1612977"/>
                <a:ext cx="2797445" cy="0"/>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E43696F-10DE-34F2-F159-9DD08C8482A9}"/>
                  </a:ext>
                </a:extLst>
              </p:cNvPr>
              <p:cNvCxnSpPr>
                <a:cxnSpLocks/>
              </p:cNvCxnSpPr>
              <p:nvPr/>
            </p:nvCxnSpPr>
            <p:spPr>
              <a:xfrm flipH="1" flipV="1">
                <a:off x="3160123" y="607261"/>
                <a:ext cx="2763865" cy="2584"/>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8F3E0C9-4E5F-3565-D583-73F29071834B}"/>
                  </a:ext>
                </a:extLst>
              </p:cNvPr>
              <p:cNvCxnSpPr>
                <a:cxnSpLocks/>
              </p:cNvCxnSpPr>
              <p:nvPr/>
            </p:nvCxnSpPr>
            <p:spPr>
              <a:xfrm>
                <a:off x="5952401" y="607261"/>
                <a:ext cx="0" cy="955485"/>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06D6136-E06F-2938-00A3-622B8D7EF824}"/>
                  </a:ext>
                </a:extLst>
              </p:cNvPr>
              <p:cNvCxnSpPr>
                <a:cxnSpLocks/>
              </p:cNvCxnSpPr>
              <p:nvPr/>
            </p:nvCxnSpPr>
            <p:spPr>
              <a:xfrm>
                <a:off x="3160123" y="620177"/>
                <a:ext cx="0" cy="955485"/>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grpSp>
      </p:grpSp>
      <p:grpSp>
        <p:nvGrpSpPr>
          <p:cNvPr id="25" name="Group 24">
            <a:extLst>
              <a:ext uri="{FF2B5EF4-FFF2-40B4-BE49-F238E27FC236}">
                <a16:creationId xmlns:a16="http://schemas.microsoft.com/office/drawing/2014/main" id="{8D65CD3B-B7DF-E139-20BD-A3B09EC2C637}"/>
              </a:ext>
            </a:extLst>
          </p:cNvPr>
          <p:cNvGrpSpPr/>
          <p:nvPr/>
        </p:nvGrpSpPr>
        <p:grpSpPr>
          <a:xfrm>
            <a:off x="4172887" y="669906"/>
            <a:ext cx="2896784" cy="2159191"/>
            <a:chOff x="4209882" y="744125"/>
            <a:chExt cx="2896784" cy="2159191"/>
          </a:xfrm>
        </p:grpSpPr>
        <p:pic>
          <p:nvPicPr>
            <p:cNvPr id="26" name="Picture 25">
              <a:extLst>
                <a:ext uri="{FF2B5EF4-FFF2-40B4-BE49-F238E27FC236}">
                  <a16:creationId xmlns:a16="http://schemas.microsoft.com/office/drawing/2014/main" id="{B37F9544-6397-3143-530C-4780785F23D1}"/>
                </a:ext>
              </a:extLst>
            </p:cNvPr>
            <p:cNvPicPr>
              <a:picLocks noChangeAspect="1"/>
            </p:cNvPicPr>
            <p:nvPr/>
          </p:nvPicPr>
          <p:blipFill rotWithShape="1">
            <a:blip r:embed="rId7"/>
            <a:srcRect t="3135"/>
            <a:stretch/>
          </p:blipFill>
          <p:spPr>
            <a:xfrm>
              <a:off x="4209882" y="744125"/>
              <a:ext cx="2896784" cy="2159191"/>
            </a:xfrm>
            <a:prstGeom prst="rect">
              <a:avLst/>
            </a:prstGeom>
          </p:spPr>
        </p:pic>
        <p:grpSp>
          <p:nvGrpSpPr>
            <p:cNvPr id="27" name="Group 26">
              <a:extLst>
                <a:ext uri="{FF2B5EF4-FFF2-40B4-BE49-F238E27FC236}">
                  <a16:creationId xmlns:a16="http://schemas.microsoft.com/office/drawing/2014/main" id="{786C1942-AC36-85EA-1357-F0DFA6EDD55F}"/>
                </a:ext>
              </a:extLst>
            </p:cNvPr>
            <p:cNvGrpSpPr/>
            <p:nvPr/>
          </p:nvGrpSpPr>
          <p:grpSpPr>
            <a:xfrm flipH="1">
              <a:off x="4683061" y="843309"/>
              <a:ext cx="1868778" cy="619732"/>
              <a:chOff x="3160123" y="607261"/>
              <a:chExt cx="2797445" cy="968401"/>
            </a:xfrm>
          </p:grpSpPr>
          <p:cxnSp>
            <p:nvCxnSpPr>
              <p:cNvPr id="28" name="Straight Arrow Connector 27">
                <a:extLst>
                  <a:ext uri="{FF2B5EF4-FFF2-40B4-BE49-F238E27FC236}">
                    <a16:creationId xmlns:a16="http://schemas.microsoft.com/office/drawing/2014/main" id="{93B07A82-F0B9-650F-D802-D79874FCD0EF}"/>
                  </a:ext>
                </a:extLst>
              </p:cNvPr>
              <p:cNvCxnSpPr>
                <a:cxnSpLocks/>
              </p:cNvCxnSpPr>
              <p:nvPr/>
            </p:nvCxnSpPr>
            <p:spPr>
              <a:xfrm flipH="1">
                <a:off x="3160123" y="1526828"/>
                <a:ext cx="2797445" cy="0"/>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9395328-453F-DC0B-4C23-8AED37A927CA}"/>
                  </a:ext>
                </a:extLst>
              </p:cNvPr>
              <p:cNvCxnSpPr>
                <a:cxnSpLocks/>
              </p:cNvCxnSpPr>
              <p:nvPr/>
            </p:nvCxnSpPr>
            <p:spPr>
              <a:xfrm flipH="1" flipV="1">
                <a:off x="3160123" y="607261"/>
                <a:ext cx="2763865" cy="2584"/>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CE42BDE-CC31-F1F0-3BD7-2CA070392900}"/>
                  </a:ext>
                </a:extLst>
              </p:cNvPr>
              <p:cNvCxnSpPr>
                <a:cxnSpLocks/>
              </p:cNvCxnSpPr>
              <p:nvPr/>
            </p:nvCxnSpPr>
            <p:spPr>
              <a:xfrm>
                <a:off x="5952401" y="607261"/>
                <a:ext cx="0" cy="955485"/>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804EE4D-D8AC-76E3-29BC-648B4F01E3DF}"/>
                  </a:ext>
                </a:extLst>
              </p:cNvPr>
              <p:cNvCxnSpPr>
                <a:cxnSpLocks/>
              </p:cNvCxnSpPr>
              <p:nvPr/>
            </p:nvCxnSpPr>
            <p:spPr>
              <a:xfrm>
                <a:off x="3160123" y="620177"/>
                <a:ext cx="0" cy="955485"/>
              </a:xfrm>
              <a:prstGeom prst="straightConnector1">
                <a:avLst/>
              </a:prstGeom>
              <a:ln w="571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grpSp>
      </p:grpSp>
      <p:cxnSp>
        <p:nvCxnSpPr>
          <p:cNvPr id="32" name="Straight Connector 31">
            <a:extLst>
              <a:ext uri="{FF2B5EF4-FFF2-40B4-BE49-F238E27FC236}">
                <a16:creationId xmlns:a16="http://schemas.microsoft.com/office/drawing/2014/main" id="{A3CBE4EA-3560-F3EB-55D9-677862EBEEC7}"/>
              </a:ext>
            </a:extLst>
          </p:cNvPr>
          <p:cNvCxnSpPr>
            <a:cxnSpLocks/>
          </p:cNvCxnSpPr>
          <p:nvPr/>
        </p:nvCxnSpPr>
        <p:spPr>
          <a:xfrm flipV="1">
            <a:off x="21261" y="30424"/>
            <a:ext cx="0" cy="6386032"/>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46946D2-D7FC-3A7F-5290-93F978082CD9}"/>
              </a:ext>
            </a:extLst>
          </p:cNvPr>
          <p:cNvCxnSpPr>
            <a:cxnSpLocks/>
          </p:cNvCxnSpPr>
          <p:nvPr/>
        </p:nvCxnSpPr>
        <p:spPr>
          <a:xfrm flipV="1">
            <a:off x="12163574" y="45664"/>
            <a:ext cx="0" cy="6340891"/>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CE7316F-A1F3-AED0-B178-912D1FD1FC0D}"/>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2528A96-8A28-9DBB-3861-FBEE04E724C4}"/>
              </a:ext>
            </a:extLst>
          </p:cNvPr>
          <p:cNvSpPr txBox="1"/>
          <p:nvPr/>
        </p:nvSpPr>
        <p:spPr>
          <a:xfrm>
            <a:off x="6449930" y="2589727"/>
            <a:ext cx="619741" cy="338554"/>
          </a:xfrm>
          <a:prstGeom prst="rect">
            <a:avLst/>
          </a:prstGeom>
          <a:noFill/>
        </p:spPr>
        <p:txBody>
          <a:bodyPr wrap="square">
            <a:spAutoFit/>
          </a:bodyPr>
          <a:lstStyle/>
          <a:p>
            <a:r>
              <a:rPr kumimoji="0" lang="en-US" sz="1600" b="1" i="0" u="none" strike="noStrike" kern="1200" cap="none" spc="0" normalizeH="0" baseline="0" noProof="0">
                <a:ln>
                  <a:noFill/>
                </a:ln>
                <a:solidFill>
                  <a:srgbClr val="00407A"/>
                </a:solidFill>
                <a:effectLst/>
                <a:uLnTx/>
                <a:uFillTx/>
                <a:latin typeface="Arial"/>
                <a:ea typeface="Times New Roman" panose="02020603050405020304" pitchFamily="18" charset="0"/>
                <a:cs typeface="+mn-cs"/>
              </a:rPr>
              <a:t> (b) </a:t>
            </a:r>
            <a:endParaRPr lang="en-IN" b="1"/>
          </a:p>
        </p:txBody>
      </p:sp>
      <p:grpSp>
        <p:nvGrpSpPr>
          <p:cNvPr id="36" name="Group 35">
            <a:extLst>
              <a:ext uri="{FF2B5EF4-FFF2-40B4-BE49-F238E27FC236}">
                <a16:creationId xmlns:a16="http://schemas.microsoft.com/office/drawing/2014/main" id="{D9B65338-7D74-2C00-A9C1-F02597D2E67F}"/>
              </a:ext>
            </a:extLst>
          </p:cNvPr>
          <p:cNvGrpSpPr/>
          <p:nvPr/>
        </p:nvGrpSpPr>
        <p:grpSpPr>
          <a:xfrm rot="16200000">
            <a:off x="2223774" y="1707564"/>
            <a:ext cx="1356286" cy="207880"/>
            <a:chOff x="1482410" y="1024957"/>
            <a:chExt cx="1869358" cy="613237"/>
          </a:xfrm>
        </p:grpSpPr>
        <p:cxnSp>
          <p:nvCxnSpPr>
            <p:cNvPr id="37" name="Straight Arrow Connector 36">
              <a:extLst>
                <a:ext uri="{FF2B5EF4-FFF2-40B4-BE49-F238E27FC236}">
                  <a16:creationId xmlns:a16="http://schemas.microsoft.com/office/drawing/2014/main" id="{791C617C-855C-28AD-F2CD-98B798CBA6EC}"/>
                </a:ext>
              </a:extLst>
            </p:cNvPr>
            <p:cNvCxnSpPr>
              <a:cxnSpLocks/>
            </p:cNvCxnSpPr>
            <p:nvPr/>
          </p:nvCxnSpPr>
          <p:spPr>
            <a:xfrm>
              <a:off x="1482410" y="1638194"/>
              <a:ext cx="1851831" cy="0"/>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6BB6ACD-3864-BDD8-E9D4-92487E15FF2D}"/>
                </a:ext>
              </a:extLst>
            </p:cNvPr>
            <p:cNvCxnSpPr>
              <a:cxnSpLocks/>
            </p:cNvCxnSpPr>
            <p:nvPr/>
          </p:nvCxnSpPr>
          <p:spPr>
            <a:xfrm flipV="1">
              <a:off x="1522166" y="1024957"/>
              <a:ext cx="1829602" cy="1576"/>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1B37184-103B-242A-73A6-BEAA48726114}"/>
                </a:ext>
              </a:extLst>
            </p:cNvPr>
            <p:cNvCxnSpPr>
              <a:cxnSpLocks/>
            </p:cNvCxnSpPr>
            <p:nvPr/>
          </p:nvCxnSpPr>
          <p:spPr>
            <a:xfrm flipH="1">
              <a:off x="1503357" y="1024957"/>
              <a:ext cx="0" cy="582609"/>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B526BBA-6019-BF28-DBBE-3FB1AB010944}"/>
                </a:ext>
              </a:extLst>
            </p:cNvPr>
            <p:cNvCxnSpPr>
              <a:cxnSpLocks/>
            </p:cNvCxnSpPr>
            <p:nvPr/>
          </p:nvCxnSpPr>
          <p:spPr>
            <a:xfrm flipH="1">
              <a:off x="3351768" y="1032833"/>
              <a:ext cx="0" cy="582609"/>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27E32F52-1B26-F1E0-1184-9D4E915DE79B}"/>
              </a:ext>
            </a:extLst>
          </p:cNvPr>
          <p:cNvGrpSpPr/>
          <p:nvPr/>
        </p:nvGrpSpPr>
        <p:grpSpPr>
          <a:xfrm rot="16200000">
            <a:off x="5497260" y="1418064"/>
            <a:ext cx="1445425" cy="244918"/>
            <a:chOff x="1482410" y="1024957"/>
            <a:chExt cx="1869358" cy="613237"/>
          </a:xfrm>
        </p:grpSpPr>
        <p:cxnSp>
          <p:nvCxnSpPr>
            <p:cNvPr id="42" name="Straight Arrow Connector 41">
              <a:extLst>
                <a:ext uri="{FF2B5EF4-FFF2-40B4-BE49-F238E27FC236}">
                  <a16:creationId xmlns:a16="http://schemas.microsoft.com/office/drawing/2014/main" id="{D031C1B4-F8FA-3B93-D347-4EDA8A7C999B}"/>
                </a:ext>
              </a:extLst>
            </p:cNvPr>
            <p:cNvCxnSpPr>
              <a:cxnSpLocks/>
            </p:cNvCxnSpPr>
            <p:nvPr/>
          </p:nvCxnSpPr>
          <p:spPr>
            <a:xfrm>
              <a:off x="1482410" y="1638194"/>
              <a:ext cx="1851831" cy="0"/>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39852CC-9950-6196-02AF-4B4B89C3A5B3}"/>
                </a:ext>
              </a:extLst>
            </p:cNvPr>
            <p:cNvCxnSpPr>
              <a:cxnSpLocks/>
            </p:cNvCxnSpPr>
            <p:nvPr/>
          </p:nvCxnSpPr>
          <p:spPr>
            <a:xfrm flipV="1">
              <a:off x="1522166" y="1024957"/>
              <a:ext cx="1829602" cy="1576"/>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DD1622E-D71A-392D-CB81-296863A44998}"/>
                </a:ext>
              </a:extLst>
            </p:cNvPr>
            <p:cNvCxnSpPr>
              <a:cxnSpLocks/>
            </p:cNvCxnSpPr>
            <p:nvPr/>
          </p:nvCxnSpPr>
          <p:spPr>
            <a:xfrm flipH="1">
              <a:off x="1503357" y="1024957"/>
              <a:ext cx="0" cy="582609"/>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BD770CD-4826-3CA0-3D27-765127F9EFFF}"/>
                </a:ext>
              </a:extLst>
            </p:cNvPr>
            <p:cNvCxnSpPr>
              <a:cxnSpLocks/>
            </p:cNvCxnSpPr>
            <p:nvPr/>
          </p:nvCxnSpPr>
          <p:spPr>
            <a:xfrm flipH="1">
              <a:off x="3351768" y="1032833"/>
              <a:ext cx="0" cy="582609"/>
            </a:xfrm>
            <a:prstGeom prst="straightConnector1">
              <a:avLst/>
            </a:prstGeom>
            <a:ln w="31750">
              <a:solidFill>
                <a:srgbClr val="007635"/>
              </a:solidFill>
              <a:prstDash val="sysDash"/>
              <a:tailEnd type="none"/>
            </a:ln>
          </p:spPr>
          <p:style>
            <a:lnRef idx="1">
              <a:schemeClr val="accent1"/>
            </a:lnRef>
            <a:fillRef idx="0">
              <a:schemeClr val="accent1"/>
            </a:fillRef>
            <a:effectRef idx="0">
              <a:schemeClr val="accent1"/>
            </a:effectRef>
            <a:fontRef idx="minor">
              <a:schemeClr val="tx1"/>
            </a:fontRef>
          </p:style>
        </p:cxnSp>
      </p:grpSp>
      <p:cxnSp>
        <p:nvCxnSpPr>
          <p:cNvPr id="46" name="Straight Arrow Connector 45">
            <a:extLst>
              <a:ext uri="{FF2B5EF4-FFF2-40B4-BE49-F238E27FC236}">
                <a16:creationId xmlns:a16="http://schemas.microsoft.com/office/drawing/2014/main" id="{BB1FDC91-40FE-15D2-9C23-5CFDAEAC7BB1}"/>
              </a:ext>
            </a:extLst>
          </p:cNvPr>
          <p:cNvCxnSpPr>
            <a:cxnSpLocks/>
          </p:cNvCxnSpPr>
          <p:nvPr/>
        </p:nvCxnSpPr>
        <p:spPr>
          <a:xfrm>
            <a:off x="3041033" y="4271554"/>
            <a:ext cx="0" cy="38143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08891BE-5035-A4AE-2D85-E76744ED9FDE}"/>
              </a:ext>
            </a:extLst>
          </p:cNvPr>
          <p:cNvCxnSpPr>
            <a:cxnSpLocks/>
          </p:cNvCxnSpPr>
          <p:nvPr/>
        </p:nvCxnSpPr>
        <p:spPr>
          <a:xfrm>
            <a:off x="3054967" y="3841351"/>
            <a:ext cx="0" cy="17678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8940F1-5CEA-F2DD-E83E-41164FE74DA1}"/>
              </a:ext>
            </a:extLst>
          </p:cNvPr>
          <p:cNvCxnSpPr>
            <a:cxnSpLocks/>
          </p:cNvCxnSpPr>
          <p:nvPr/>
        </p:nvCxnSpPr>
        <p:spPr>
          <a:xfrm>
            <a:off x="10800361" y="1133360"/>
            <a:ext cx="0" cy="12676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C5A6DFC-A489-1FA1-D523-55666ED39D67}"/>
              </a:ext>
            </a:extLst>
          </p:cNvPr>
          <p:cNvCxnSpPr>
            <a:cxnSpLocks/>
          </p:cNvCxnSpPr>
          <p:nvPr/>
        </p:nvCxnSpPr>
        <p:spPr>
          <a:xfrm>
            <a:off x="10800361" y="1622732"/>
            <a:ext cx="0" cy="12676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AF61A19-09F3-69F0-B00C-E03F65A839A5}"/>
              </a:ext>
            </a:extLst>
          </p:cNvPr>
          <p:cNvCxnSpPr>
            <a:cxnSpLocks/>
          </p:cNvCxnSpPr>
          <p:nvPr/>
        </p:nvCxnSpPr>
        <p:spPr>
          <a:xfrm flipV="1">
            <a:off x="9183476" y="3975759"/>
            <a:ext cx="1901843" cy="54324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54412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193109-CE63-4EAC-B730-F25E2C870E84}"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66</a:t>
            </a:fld>
            <a:endParaRPr lang="en-BE"/>
          </a:p>
        </p:txBody>
      </p:sp>
      <p:sp>
        <p:nvSpPr>
          <p:cNvPr id="5" name="Rectangle 4">
            <a:extLst>
              <a:ext uri="{FF2B5EF4-FFF2-40B4-BE49-F238E27FC236}">
                <a16:creationId xmlns:a16="http://schemas.microsoft.com/office/drawing/2014/main" id="{C7E20241-2ED3-E82A-7B0F-5CC3FFAB1EE4}"/>
              </a:ext>
            </a:extLst>
          </p:cNvPr>
          <p:cNvSpPr/>
          <p:nvPr/>
        </p:nvSpPr>
        <p:spPr>
          <a:xfrm>
            <a:off x="207726" y="1107751"/>
            <a:ext cx="8326662" cy="5218508"/>
          </a:xfrm>
          <a:prstGeom prst="rect">
            <a:avLst/>
          </a:prstGeom>
          <a:solidFill>
            <a:srgbClr val="FBE5D6"/>
          </a:solid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49FB8220-E1D4-BBB2-F4ED-E0E809592ACD}"/>
              </a:ext>
            </a:extLst>
          </p:cNvPr>
          <p:cNvPicPr>
            <a:picLocks noChangeAspect="1"/>
          </p:cNvPicPr>
          <p:nvPr/>
        </p:nvPicPr>
        <p:blipFill>
          <a:blip r:embed="rId2"/>
          <a:stretch>
            <a:fillRect/>
          </a:stretch>
        </p:blipFill>
        <p:spPr>
          <a:xfrm>
            <a:off x="430926" y="1187568"/>
            <a:ext cx="7788512" cy="5148431"/>
          </a:xfrm>
          <a:prstGeom prst="rect">
            <a:avLst/>
          </a:prstGeom>
        </p:spPr>
      </p:pic>
      <p:sp>
        <p:nvSpPr>
          <p:cNvPr id="7" name="Rectangle 6">
            <a:extLst>
              <a:ext uri="{FF2B5EF4-FFF2-40B4-BE49-F238E27FC236}">
                <a16:creationId xmlns:a16="http://schemas.microsoft.com/office/drawing/2014/main" id="{5320AB2A-FD5D-D389-0F5E-16DB58CA40BC}"/>
              </a:ext>
            </a:extLst>
          </p:cNvPr>
          <p:cNvSpPr/>
          <p:nvPr/>
        </p:nvSpPr>
        <p:spPr>
          <a:xfrm>
            <a:off x="0" y="0"/>
            <a:ext cx="12192000" cy="1036320"/>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itle 1">
            <a:extLst>
              <a:ext uri="{FF2B5EF4-FFF2-40B4-BE49-F238E27FC236}">
                <a16:creationId xmlns:a16="http://schemas.microsoft.com/office/drawing/2014/main" id="{2879CD27-240F-24DD-597B-6FD8ADB73F53}"/>
              </a:ext>
            </a:extLst>
          </p:cNvPr>
          <p:cNvSpPr txBox="1">
            <a:spLocks/>
          </p:cNvSpPr>
          <p:nvPr/>
        </p:nvSpPr>
        <p:spPr>
          <a:xfrm>
            <a:off x="93233" y="401113"/>
            <a:ext cx="12191999" cy="508832"/>
          </a:xfrm>
          <a:prstGeom prst="rect">
            <a:avLst/>
          </a:prstGeom>
        </p:spPr>
        <p:txBody>
          <a:bodyPr>
            <a:normAutofit fontScale="75000" lnSpcReduction="20000"/>
          </a:bodyPr>
          <a:lstStyle>
            <a:lvl1pPr algn="ctr" defTabSz="914400" rtl="0" eaLnBrk="1" latinLnBrk="1" hangingPunct="1">
              <a:lnSpc>
                <a:spcPct val="90000"/>
              </a:lnSpc>
              <a:spcBef>
                <a:spcPct val="0"/>
              </a:spcBef>
              <a:buNone/>
              <a:defRPr sz="4000" b="1" kern="1200" baseline="0">
                <a:solidFill>
                  <a:schemeClr val="tx1"/>
                </a:solidFill>
                <a:latin typeface="Arial" panose="020B0604020202020204" pitchFamily="34" charset="0"/>
                <a:ea typeface="+mj-ea"/>
                <a:cs typeface="Arial" panose="020B0604020202020204" pitchFamily="34" charset="0"/>
              </a:defRPr>
            </a:lvl1pPr>
          </a:lstStyle>
          <a:p>
            <a:r>
              <a:rPr lang="en-GB" sz="3200" smtClean="0">
                <a:solidFill>
                  <a:schemeClr val="bg1"/>
                </a:solidFill>
                <a:latin typeface="Times New Roman" panose="02020603050405020304" pitchFamily="18" charset="0"/>
                <a:cs typeface="Times New Roman" panose="02020603050405020304" pitchFamily="18" charset="0"/>
              </a:rPr>
              <a:t>Possible Layout technique to generate equally spaced 64 phases in MSSROs (3 Loops)</a:t>
            </a:r>
            <a:endParaRPr lang="en-IN" sz="3200" dirty="0">
              <a:solidFill>
                <a:schemeClr val="bg1"/>
              </a:solidFill>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A0F03101-2D7A-C3BE-98D6-1DF697A76A00}"/>
              </a:ext>
            </a:extLst>
          </p:cNvPr>
          <p:cNvCxnSpPr/>
          <p:nvPr/>
        </p:nvCxnSpPr>
        <p:spPr>
          <a:xfrm flipV="1">
            <a:off x="0" y="1036320"/>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1E9B653-7697-0C8D-6613-4F3BA654E750}"/>
              </a:ext>
            </a:extLst>
          </p:cNvPr>
          <p:cNvCxnSpPr>
            <a:cxnSpLocks/>
          </p:cNvCxnSpPr>
          <p:nvPr/>
        </p:nvCxnSpPr>
        <p:spPr>
          <a:xfrm flipV="1">
            <a:off x="21261" y="30424"/>
            <a:ext cx="0" cy="6386032"/>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4E883A-2F10-658C-6B18-AE7277AB4C95}"/>
              </a:ext>
            </a:extLst>
          </p:cNvPr>
          <p:cNvCxnSpPr>
            <a:cxnSpLocks/>
          </p:cNvCxnSpPr>
          <p:nvPr/>
        </p:nvCxnSpPr>
        <p:spPr>
          <a:xfrm flipV="1">
            <a:off x="12192000" y="0"/>
            <a:ext cx="0" cy="6340891"/>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3FB3F6-11E4-351C-13EE-5FAF3489DDD2}"/>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842D282A-9EC2-2E29-10DF-E2B7274469CE}"/>
              </a:ext>
            </a:extLst>
          </p:cNvPr>
          <p:cNvPicPr>
            <a:picLocks noChangeAspect="1"/>
          </p:cNvPicPr>
          <p:nvPr/>
        </p:nvPicPr>
        <p:blipFill>
          <a:blip r:embed="rId3"/>
          <a:stretch>
            <a:fillRect/>
          </a:stretch>
        </p:blipFill>
        <p:spPr>
          <a:xfrm>
            <a:off x="1738786" y="2317614"/>
            <a:ext cx="5556928" cy="2222771"/>
          </a:xfrm>
          <a:prstGeom prst="rect">
            <a:avLst/>
          </a:prstGeom>
        </p:spPr>
      </p:pic>
    </p:spTree>
    <p:extLst>
      <p:ext uri="{BB962C8B-B14F-4D97-AF65-F5344CB8AC3E}">
        <p14:creationId xmlns:p14="http://schemas.microsoft.com/office/powerpoint/2010/main" val="122341792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DC74B8-3C41-4813-95E1-A90C3983B051}" type="datetime1">
              <a:rPr lang="en-US" smtClean="0"/>
              <a:t>9/1/2026</a:t>
            </a:fld>
            <a:endParaRPr lang="en-BE"/>
          </a:p>
        </p:txBody>
      </p:sp>
      <p:sp>
        <p:nvSpPr>
          <p:cNvPr id="3" name="Footer Placeholder 2"/>
          <p:cNvSpPr>
            <a:spLocks noGrp="1"/>
          </p:cNvSpPr>
          <p:nvPr>
            <p:ph type="ftr" sz="quarter" idx="11"/>
          </p:nvPr>
        </p:nvSpPr>
        <p:spPr/>
        <p:txBody>
          <a:bodyPr/>
          <a:lstStyle/>
          <a:p>
            <a:r>
              <a:rPr lang="en-US" smtClean="0"/>
              <a:t>5-Day International Workshop on “Recent Advances in Semiconductor and Emerging Devices for Chip Design” © Neeraj Mishra</a:t>
            </a:r>
            <a:endParaRPr lang="en-BE"/>
          </a:p>
        </p:txBody>
      </p:sp>
      <p:sp>
        <p:nvSpPr>
          <p:cNvPr id="4" name="Slide Number Placeholder 3"/>
          <p:cNvSpPr>
            <a:spLocks noGrp="1"/>
          </p:cNvSpPr>
          <p:nvPr>
            <p:ph type="sldNum" sz="quarter" idx="12"/>
          </p:nvPr>
        </p:nvSpPr>
        <p:spPr/>
        <p:txBody>
          <a:bodyPr/>
          <a:lstStyle/>
          <a:p>
            <a:fld id="{60331F8A-FA1D-427D-B40D-66DA77956C52}" type="slidenum">
              <a:rPr lang="en-BE" smtClean="0"/>
              <a:t>67</a:t>
            </a:fld>
            <a:endParaRPr lang="en-BE"/>
          </a:p>
        </p:txBody>
      </p:sp>
      <p:sp>
        <p:nvSpPr>
          <p:cNvPr id="5" name="Rectangle 4">
            <a:extLst>
              <a:ext uri="{FF2B5EF4-FFF2-40B4-BE49-F238E27FC236}">
                <a16:creationId xmlns:a16="http://schemas.microsoft.com/office/drawing/2014/main" id="{134AF8E3-3DEF-7D27-054F-9AF536236C40}"/>
              </a:ext>
            </a:extLst>
          </p:cNvPr>
          <p:cNvSpPr/>
          <p:nvPr/>
        </p:nvSpPr>
        <p:spPr>
          <a:xfrm>
            <a:off x="170285" y="831786"/>
            <a:ext cx="6933361" cy="4133504"/>
          </a:xfrm>
          <a:prstGeom prst="rect">
            <a:avLst/>
          </a:prstGeom>
          <a:solidFill>
            <a:schemeClr val="bg1">
              <a:lumMod val="95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A314CA4-9E49-6BB2-4B66-A5625FFE6DCB}"/>
              </a:ext>
            </a:extLst>
          </p:cNvPr>
          <p:cNvSpPr/>
          <p:nvPr/>
        </p:nvSpPr>
        <p:spPr>
          <a:xfrm>
            <a:off x="7252742" y="706852"/>
            <a:ext cx="4790840" cy="4735558"/>
          </a:xfrm>
          <a:prstGeom prst="rect">
            <a:avLst/>
          </a:prstGeom>
          <a:solidFill>
            <a:schemeClr val="bg1">
              <a:lumMod val="95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51404804-79A9-BB6F-D9AE-31C484F8E959}"/>
              </a:ext>
            </a:extLst>
          </p:cNvPr>
          <p:cNvSpPr/>
          <p:nvPr/>
        </p:nvSpPr>
        <p:spPr>
          <a:xfrm>
            <a:off x="0" y="0"/>
            <a:ext cx="12192000" cy="639298"/>
          </a:xfrm>
          <a:prstGeom prst="rect">
            <a:avLst/>
          </a:prstGeom>
          <a:solidFill>
            <a:srgbClr val="116E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D90BE6F-504C-EFB2-5830-C9D8FB00FB8D}"/>
              </a:ext>
            </a:extLst>
          </p:cNvPr>
          <p:cNvSpPr txBox="1"/>
          <p:nvPr/>
        </p:nvSpPr>
        <p:spPr>
          <a:xfrm>
            <a:off x="-174609" y="81453"/>
            <a:ext cx="10955020" cy="584775"/>
          </a:xfrm>
          <a:prstGeom prst="rect">
            <a:avLst/>
          </a:prstGeom>
          <a:noFill/>
        </p:spPr>
        <p:txBody>
          <a:bodyPr wrap="square">
            <a:spAutoFit/>
          </a:bodyPr>
          <a:lstStyle/>
          <a:p>
            <a:pPr algn="ctr" defTabSz="1219170"/>
            <a:r>
              <a:rPr lang="en-US" sz="3200" b="1">
                <a:solidFill>
                  <a:schemeClr val="bg1"/>
                </a:solidFill>
                <a:latin typeface="Arial" panose="020B0604020202020204" pitchFamily="34" charset="0"/>
                <a:ea typeface="+mn-lt"/>
                <a:cs typeface="Arial" panose="020B0604020202020204" pitchFamily="34" charset="0"/>
                <a:sym typeface="Lato Black"/>
              </a:rPr>
              <a:t>Possible area of Implementation (Research Objective)</a:t>
            </a:r>
            <a:endParaRPr lang="en-US" sz="3200">
              <a:solidFill>
                <a:schemeClr val="bg1"/>
              </a:solidFill>
              <a:latin typeface="Arial" panose="020B0604020202020204" pitchFamily="34" charset="0"/>
              <a:ea typeface="+mn-lt"/>
              <a:cs typeface="Arial" panose="020B0604020202020204" pitchFamily="34" charset="0"/>
            </a:endParaRPr>
          </a:p>
        </p:txBody>
      </p:sp>
      <p:cxnSp>
        <p:nvCxnSpPr>
          <p:cNvPr id="9" name="Straight Connector 8">
            <a:extLst>
              <a:ext uri="{FF2B5EF4-FFF2-40B4-BE49-F238E27FC236}">
                <a16:creationId xmlns:a16="http://schemas.microsoft.com/office/drawing/2014/main" id="{A0015AF6-6BFC-20B6-35D8-81FFB18D7695}"/>
              </a:ext>
            </a:extLst>
          </p:cNvPr>
          <p:cNvCxnSpPr/>
          <p:nvPr/>
        </p:nvCxnSpPr>
        <p:spPr>
          <a:xfrm flipV="1">
            <a:off x="0" y="639298"/>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E8924F7-9ECA-5478-893D-F35F3BE9DC36}"/>
              </a:ext>
            </a:extLst>
          </p:cNvPr>
          <p:cNvSpPr txBox="1"/>
          <p:nvPr/>
        </p:nvSpPr>
        <p:spPr>
          <a:xfrm>
            <a:off x="7243014" y="1339253"/>
            <a:ext cx="4920560" cy="4093428"/>
          </a:xfrm>
          <a:prstGeom prst="rect">
            <a:avLst/>
          </a:prstGeom>
          <a:noFill/>
          <a:ln>
            <a:noFill/>
          </a:ln>
        </p:spPr>
        <p:txBody>
          <a:bodyPr wrap="square">
            <a:spAutoFit/>
          </a:bodyPr>
          <a:lstStyle/>
          <a:p>
            <a:r>
              <a:rPr lang="en-IN" sz="2000" dirty="0">
                <a:solidFill>
                  <a:srgbClr val="002060"/>
                </a:solidFill>
              </a:rPr>
              <a:t>(1) Full-range Voltage controlled Ring    Oscillators </a:t>
            </a:r>
            <a:r>
              <a:rPr lang="en-IN" sz="2000" b="1" dirty="0">
                <a:solidFill>
                  <a:srgbClr val="002060"/>
                </a:solidFill>
              </a:rPr>
              <a:t>(IEEE SSCS PICO).</a:t>
            </a:r>
          </a:p>
          <a:p>
            <a:r>
              <a:rPr lang="en-IN" sz="2000" dirty="0">
                <a:solidFill>
                  <a:srgbClr val="002060"/>
                </a:solidFill>
              </a:rPr>
              <a:t>(2) Injection Locked </a:t>
            </a:r>
          </a:p>
          <a:p>
            <a:r>
              <a:rPr lang="en-IN" sz="2000" dirty="0">
                <a:solidFill>
                  <a:srgbClr val="002060"/>
                </a:solidFill>
              </a:rPr>
              <a:t>      (a) Dividers</a:t>
            </a:r>
          </a:p>
          <a:p>
            <a:r>
              <a:rPr lang="en-IN" sz="2000" dirty="0">
                <a:solidFill>
                  <a:srgbClr val="002060"/>
                </a:solidFill>
              </a:rPr>
              <a:t>      (b) Multipliers</a:t>
            </a:r>
          </a:p>
          <a:p>
            <a:r>
              <a:rPr lang="en-IN" sz="2000" dirty="0">
                <a:solidFill>
                  <a:srgbClr val="002060"/>
                </a:solidFill>
              </a:rPr>
              <a:t>      (c) Oscillators</a:t>
            </a:r>
          </a:p>
          <a:p>
            <a:r>
              <a:rPr lang="en-IN" sz="2000" dirty="0">
                <a:solidFill>
                  <a:srgbClr val="002060"/>
                </a:solidFill>
              </a:rPr>
              <a:t>(3) Digital Controlled Oscillators (High  tunning range)</a:t>
            </a:r>
          </a:p>
          <a:p>
            <a:r>
              <a:rPr lang="en-IN" sz="2000" dirty="0">
                <a:solidFill>
                  <a:srgbClr val="002060"/>
                </a:solidFill>
              </a:rPr>
              <a:t>(4) Delay Locked Loops (High Resolution)</a:t>
            </a:r>
          </a:p>
          <a:p>
            <a:r>
              <a:rPr lang="en-IN" sz="2000" dirty="0">
                <a:solidFill>
                  <a:srgbClr val="002060"/>
                </a:solidFill>
              </a:rPr>
              <a:t>(5) Time to Digital Converters (Sub-Pico resolutions)</a:t>
            </a:r>
          </a:p>
          <a:p>
            <a:r>
              <a:rPr lang="en-IN" sz="2000" dirty="0">
                <a:solidFill>
                  <a:srgbClr val="002060"/>
                </a:solidFill>
              </a:rPr>
              <a:t>(6) PLLs (Analog/Digital)</a:t>
            </a:r>
          </a:p>
          <a:p>
            <a:r>
              <a:rPr lang="en-IN" sz="2000" dirty="0">
                <a:solidFill>
                  <a:srgbClr val="002060"/>
                </a:solidFill>
              </a:rPr>
              <a:t>(7) VCO-Based ADCs</a:t>
            </a:r>
          </a:p>
        </p:txBody>
      </p:sp>
      <p:pic>
        <p:nvPicPr>
          <p:cNvPr id="11" name="Picture 10">
            <a:extLst>
              <a:ext uri="{FF2B5EF4-FFF2-40B4-BE49-F238E27FC236}">
                <a16:creationId xmlns:a16="http://schemas.microsoft.com/office/drawing/2014/main" id="{41FDB892-4450-69E9-40D0-47D95EF88998}"/>
              </a:ext>
            </a:extLst>
          </p:cNvPr>
          <p:cNvPicPr>
            <a:picLocks noChangeAspect="1"/>
          </p:cNvPicPr>
          <p:nvPr/>
        </p:nvPicPr>
        <p:blipFill>
          <a:blip r:embed="rId2"/>
          <a:stretch>
            <a:fillRect/>
          </a:stretch>
        </p:blipFill>
        <p:spPr>
          <a:xfrm>
            <a:off x="290278" y="831786"/>
            <a:ext cx="6855467" cy="4014431"/>
          </a:xfrm>
          <a:prstGeom prst="rect">
            <a:avLst/>
          </a:prstGeom>
        </p:spPr>
      </p:pic>
      <p:sp>
        <p:nvSpPr>
          <p:cNvPr id="12" name="TextBox 11">
            <a:extLst>
              <a:ext uri="{FF2B5EF4-FFF2-40B4-BE49-F238E27FC236}">
                <a16:creationId xmlns:a16="http://schemas.microsoft.com/office/drawing/2014/main" id="{42FEA617-38FB-4375-326C-DAA678EAD5B2}"/>
              </a:ext>
            </a:extLst>
          </p:cNvPr>
          <p:cNvSpPr txBox="1"/>
          <p:nvPr/>
        </p:nvSpPr>
        <p:spPr>
          <a:xfrm>
            <a:off x="942682" y="5262442"/>
            <a:ext cx="5550659" cy="369332"/>
          </a:xfrm>
          <a:prstGeom prst="rect">
            <a:avLst/>
          </a:prstGeom>
          <a:noFill/>
        </p:spPr>
        <p:txBody>
          <a:bodyPr wrap="square">
            <a:spAutoFit/>
          </a:bodyPr>
          <a:lstStyle/>
          <a:p>
            <a:r>
              <a:rPr lang="en-IN"/>
              <a:t>Block diagram of open loop fractional-N synthesizers</a:t>
            </a:r>
          </a:p>
        </p:txBody>
      </p:sp>
      <p:cxnSp>
        <p:nvCxnSpPr>
          <p:cNvPr id="13" name="Straight Connector 12">
            <a:extLst>
              <a:ext uri="{FF2B5EF4-FFF2-40B4-BE49-F238E27FC236}">
                <a16:creationId xmlns:a16="http://schemas.microsoft.com/office/drawing/2014/main" id="{C17BF952-C04C-9FF9-90DE-D296E06949B5}"/>
              </a:ext>
            </a:extLst>
          </p:cNvPr>
          <p:cNvCxnSpPr>
            <a:cxnSpLocks/>
          </p:cNvCxnSpPr>
          <p:nvPr/>
        </p:nvCxnSpPr>
        <p:spPr>
          <a:xfrm flipV="1">
            <a:off x="21261" y="30424"/>
            <a:ext cx="0" cy="6386032"/>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57BD76-C3AC-5E49-58E4-A56053801923}"/>
              </a:ext>
            </a:extLst>
          </p:cNvPr>
          <p:cNvCxnSpPr>
            <a:cxnSpLocks/>
          </p:cNvCxnSpPr>
          <p:nvPr/>
        </p:nvCxnSpPr>
        <p:spPr>
          <a:xfrm flipV="1">
            <a:off x="12163574" y="45664"/>
            <a:ext cx="0" cy="6340891"/>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DB0F12-84D5-6D9F-0DE5-525F506E339D}"/>
              </a:ext>
            </a:extLst>
          </p:cNvPr>
          <p:cNvCxnSpPr/>
          <p:nvPr/>
        </p:nvCxnSpPr>
        <p:spPr>
          <a:xfrm flipV="1">
            <a:off x="0" y="30424"/>
            <a:ext cx="12192000" cy="0"/>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4466935-6247-CF5A-D9DB-624ADBD50C6B}"/>
              </a:ext>
            </a:extLst>
          </p:cNvPr>
          <p:cNvCxnSpPr>
            <a:cxnSpLocks/>
          </p:cNvCxnSpPr>
          <p:nvPr/>
        </p:nvCxnSpPr>
        <p:spPr>
          <a:xfrm flipV="1">
            <a:off x="7178194" y="607853"/>
            <a:ext cx="0" cy="5728147"/>
          </a:xfrm>
          <a:prstGeom prst="line">
            <a:avLst/>
          </a:prstGeom>
          <a:ln w="63500">
            <a:solidFill>
              <a:srgbClr val="002060"/>
            </a:solidFill>
          </a:ln>
        </p:spPr>
        <p:style>
          <a:lnRef idx="1">
            <a:schemeClr val="accent1"/>
          </a:lnRef>
          <a:fillRef idx="0">
            <a:schemeClr val="accent1"/>
          </a:fillRef>
          <a:effectRef idx="0">
            <a:schemeClr val="accent1"/>
          </a:effectRef>
          <a:fontRef idx="minor">
            <a:schemeClr val="tx1"/>
          </a:fontRef>
        </p:style>
      </p:cxnSp>
      <p:pic>
        <p:nvPicPr>
          <p:cNvPr id="17" name="Picture 16" descr="A picture containing text&#10;&#10;Description automatically generated">
            <a:extLst>
              <a:ext uri="{FF2B5EF4-FFF2-40B4-BE49-F238E27FC236}">
                <a16:creationId xmlns:a16="http://schemas.microsoft.com/office/drawing/2014/main" id="{2560C0DC-74EA-8CD5-2A24-16F017BA9F56}"/>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artisticMarker/>
                    </a14:imgEffect>
                  </a14:imgLayer>
                </a14:imgProps>
              </a:ext>
              <a:ext uri="{28A0092B-C50C-407E-A947-70E740481C1C}">
                <a14:useLocalDpi xmlns:a14="http://schemas.microsoft.com/office/drawing/2010/main" val="0"/>
              </a:ext>
            </a:extLst>
          </a:blip>
          <a:stretch>
            <a:fillRect/>
          </a:stretch>
        </p:blipFill>
        <p:spPr>
          <a:xfrm>
            <a:off x="9306574" y="747681"/>
            <a:ext cx="543518" cy="643294"/>
          </a:xfrm>
          <a:prstGeom prst="rect">
            <a:avLst/>
          </a:prstGeom>
        </p:spPr>
      </p:pic>
    </p:spTree>
    <p:extLst>
      <p:ext uri="{BB962C8B-B14F-4D97-AF65-F5344CB8AC3E}">
        <p14:creationId xmlns:p14="http://schemas.microsoft.com/office/powerpoint/2010/main" val="32725053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C5316-D97F-959E-6D4C-9A57E9204F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36216C-5BC3-7C44-80F8-E30864FFC228}"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1">
            <a:extLst>
              <a:ext uri="{FF2B5EF4-FFF2-40B4-BE49-F238E27FC236}">
                <a16:creationId xmlns:a16="http://schemas.microsoft.com/office/drawing/2014/main" id="{E3E3011C-195C-96CF-F22B-1E3620758347}"/>
              </a:ext>
            </a:extLst>
          </p:cNvPr>
          <p:cNvSpPr txBox="1">
            <a:spLocks/>
          </p:cNvSpPr>
          <p:nvPr/>
        </p:nvSpPr>
        <p:spPr>
          <a:xfrm>
            <a:off x="5520267" y="6525298"/>
            <a:ext cx="1151467" cy="225767"/>
          </a:xfrm>
          <a:prstGeom prst="rect">
            <a:avLst/>
          </a:prstGeom>
        </p:spPr>
        <p:txBody>
          <a:bodyPr vert="horz" lIns="121920" tIns="60960" rIns="121920" bIns="60960" rtlCol="0" anchor="ctr">
            <a:spAutoFit/>
          </a:bodyPr>
          <a:lstStyle>
            <a:defPPr>
              <a:defRPr lang="en-US"/>
            </a:defPPr>
            <a:lvl1pPr marL="0" algn="ctr" defTabSz="411480" rtl="0" eaLnBrk="1" latinLnBrk="0" hangingPunct="1">
              <a:defRPr sz="500" b="0" i="0" kern="1200">
                <a:solidFill>
                  <a:schemeClr val="tx1"/>
                </a:solidFill>
                <a:latin typeface="Gill Sans MT" panose="020B0502020104020203" pitchFamily="34" charset="77"/>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a:lstStyle>
          <a:p>
            <a:pPr marL="0" marR="0" lvl="0" indent="0" algn="ctr" defTabSz="411480" rtl="0" eaLnBrk="1" fontAlgn="auto" latinLnBrk="0" hangingPunct="1">
              <a:lnSpc>
                <a:spcPct val="100000"/>
              </a:lnSpc>
              <a:spcBef>
                <a:spcPts val="0"/>
              </a:spcBef>
              <a:spcAft>
                <a:spcPts val="0"/>
              </a:spcAft>
              <a:buClrTx/>
              <a:buSzTx/>
              <a:buFontTx/>
              <a:buNone/>
              <a:tabLst/>
              <a:defRPr/>
            </a:pPr>
            <a:fld id="{8836216C-5BC3-7C44-80F8-E30864FFC228}" type="slidenum">
              <a:rPr kumimoji="0" lang="en-US" sz="667" b="0" i="0" u="none" strike="noStrike" kern="1200" cap="none" spc="0" normalizeH="0" baseline="0" noProof="0">
                <a:ln>
                  <a:noFill/>
                </a:ln>
                <a:solidFill>
                  <a:prstClr val="black"/>
                </a:solidFill>
                <a:effectLst/>
                <a:uLnTx/>
                <a:uFillTx/>
                <a:latin typeface="Gill Sans MT" panose="020B0502020104020203" pitchFamily="34" charset="77"/>
                <a:ea typeface="+mn-ea"/>
                <a:cs typeface="+mn-cs"/>
              </a:rPr>
              <a:pPr marL="0" marR="0" lvl="0" indent="0" algn="ctr" defTabSz="411480" rtl="0" eaLnBrk="1" fontAlgn="auto" latinLnBrk="0" hangingPunct="1">
                <a:lnSpc>
                  <a:spcPct val="100000"/>
                </a:lnSpc>
                <a:spcBef>
                  <a:spcPts val="0"/>
                </a:spcBef>
                <a:spcAft>
                  <a:spcPts val="0"/>
                </a:spcAft>
                <a:buClrTx/>
                <a:buSzTx/>
                <a:buFontTx/>
                <a:buNone/>
                <a:tabLst/>
                <a:defRPr/>
              </a:pPr>
              <a:t>68</a:t>
            </a:fld>
            <a:endParaRPr kumimoji="0" lang="en-US" sz="667" b="0" i="0" u="none" strike="noStrike" kern="1200" cap="none" spc="0" normalizeH="0" baseline="0" noProof="0">
              <a:ln>
                <a:noFill/>
              </a:ln>
              <a:solidFill>
                <a:prstClr val="black"/>
              </a:solidFill>
              <a:effectLst/>
              <a:uLnTx/>
              <a:uFillTx/>
              <a:latin typeface="Gill Sans MT" panose="020B0502020104020203" pitchFamily="34" charset="77"/>
              <a:ea typeface="+mn-ea"/>
              <a:cs typeface="+mn-cs"/>
            </a:endParaRPr>
          </a:p>
        </p:txBody>
      </p:sp>
      <p:sp>
        <p:nvSpPr>
          <p:cNvPr id="6" name="Slide Number Placeholder 1">
            <a:extLst>
              <a:ext uri="{FF2B5EF4-FFF2-40B4-BE49-F238E27FC236}">
                <a16:creationId xmlns:a16="http://schemas.microsoft.com/office/drawing/2014/main" id="{BBB104D0-2553-1798-6C94-D3A9C7298143}"/>
              </a:ext>
            </a:extLst>
          </p:cNvPr>
          <p:cNvSpPr txBox="1">
            <a:spLocks/>
          </p:cNvSpPr>
          <p:nvPr/>
        </p:nvSpPr>
        <p:spPr>
          <a:xfrm>
            <a:off x="5520267" y="6525298"/>
            <a:ext cx="1151467" cy="225767"/>
          </a:xfrm>
          <a:prstGeom prst="rect">
            <a:avLst/>
          </a:prstGeom>
        </p:spPr>
        <p:txBody>
          <a:bodyPr vert="horz" lIns="121920" tIns="60960" rIns="121920" bIns="60960" rtlCol="0" anchor="ctr">
            <a:spAutoFit/>
          </a:bodyPr>
          <a:lstStyle>
            <a:defPPr>
              <a:defRPr lang="en-US"/>
            </a:defPPr>
            <a:lvl1pPr marL="0" algn="ctr" defTabSz="411480" rtl="0" eaLnBrk="1" latinLnBrk="0" hangingPunct="1">
              <a:defRPr sz="500" b="0" i="0" kern="1200">
                <a:solidFill>
                  <a:schemeClr val="tx1"/>
                </a:solidFill>
                <a:latin typeface="Gill Sans MT" panose="020B0502020104020203" pitchFamily="34" charset="77"/>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a:lstStyle>
          <a:p>
            <a:pPr marL="0" marR="0" lvl="0" indent="0" algn="ctr" defTabSz="411480" rtl="0" eaLnBrk="1" fontAlgn="auto" latinLnBrk="0" hangingPunct="1">
              <a:lnSpc>
                <a:spcPct val="100000"/>
              </a:lnSpc>
              <a:spcBef>
                <a:spcPts val="0"/>
              </a:spcBef>
              <a:spcAft>
                <a:spcPts val="0"/>
              </a:spcAft>
              <a:buClrTx/>
              <a:buSzTx/>
              <a:buFontTx/>
              <a:buNone/>
              <a:tabLst/>
              <a:defRPr/>
            </a:pPr>
            <a:fld id="{8836216C-5BC3-7C44-80F8-E30864FFC228}" type="slidenum">
              <a:rPr kumimoji="0" lang="en-US" sz="667" b="0" i="0" u="none" strike="noStrike" kern="1200" cap="none" spc="0" normalizeH="0" baseline="0" noProof="0">
                <a:ln>
                  <a:noFill/>
                </a:ln>
                <a:solidFill>
                  <a:prstClr val="black"/>
                </a:solidFill>
                <a:effectLst/>
                <a:uLnTx/>
                <a:uFillTx/>
                <a:latin typeface="Gill Sans MT" panose="020B0502020104020203" pitchFamily="34" charset="77"/>
                <a:ea typeface="+mn-ea"/>
                <a:cs typeface="+mn-cs"/>
              </a:rPr>
              <a:pPr marL="0" marR="0" lvl="0" indent="0" algn="ctr" defTabSz="411480" rtl="0" eaLnBrk="1" fontAlgn="auto" latinLnBrk="0" hangingPunct="1">
                <a:lnSpc>
                  <a:spcPct val="100000"/>
                </a:lnSpc>
                <a:spcBef>
                  <a:spcPts val="0"/>
                </a:spcBef>
                <a:spcAft>
                  <a:spcPts val="0"/>
                </a:spcAft>
                <a:buClrTx/>
                <a:buSzTx/>
                <a:buFontTx/>
                <a:buNone/>
                <a:tabLst/>
                <a:defRPr/>
              </a:pPr>
              <a:t>68</a:t>
            </a:fld>
            <a:endParaRPr kumimoji="0" lang="en-US" sz="667" b="0" i="0" u="none" strike="noStrike" kern="1200" cap="none" spc="0" normalizeH="0" baseline="0" noProof="0" dirty="0">
              <a:ln>
                <a:noFill/>
              </a:ln>
              <a:solidFill>
                <a:prstClr val="black"/>
              </a:solidFill>
              <a:effectLst/>
              <a:uLnTx/>
              <a:uFillTx/>
              <a:latin typeface="Gill Sans MT" panose="020B0502020104020203" pitchFamily="34" charset="77"/>
              <a:ea typeface="+mn-ea"/>
              <a:cs typeface="+mn-cs"/>
            </a:endParaRPr>
          </a:p>
        </p:txBody>
      </p:sp>
      <p:grpSp>
        <p:nvGrpSpPr>
          <p:cNvPr id="11" name="Group 10">
            <a:extLst>
              <a:ext uri="{FF2B5EF4-FFF2-40B4-BE49-F238E27FC236}">
                <a16:creationId xmlns:a16="http://schemas.microsoft.com/office/drawing/2014/main" id="{70542686-E117-9327-6B47-13844D545FD4}"/>
              </a:ext>
            </a:extLst>
          </p:cNvPr>
          <p:cNvGrpSpPr/>
          <p:nvPr/>
        </p:nvGrpSpPr>
        <p:grpSpPr>
          <a:xfrm>
            <a:off x="3879273" y="0"/>
            <a:ext cx="4544291" cy="581891"/>
            <a:chOff x="3879273" y="0"/>
            <a:chExt cx="4544291" cy="581891"/>
          </a:xfrm>
        </p:grpSpPr>
        <p:sp>
          <p:nvSpPr>
            <p:cNvPr id="3" name="Rectangle: Rounded Corners 2">
              <a:extLst>
                <a:ext uri="{FF2B5EF4-FFF2-40B4-BE49-F238E27FC236}">
                  <a16:creationId xmlns:a16="http://schemas.microsoft.com/office/drawing/2014/main" id="{05369DE2-3106-B803-522E-A88198C8D649}"/>
                </a:ext>
              </a:extLst>
            </p:cNvPr>
            <p:cNvSpPr/>
            <p:nvPr/>
          </p:nvSpPr>
          <p:spPr>
            <a:xfrm>
              <a:off x="3879273" y="0"/>
              <a:ext cx="4544291" cy="581891"/>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97CEA71-E9AE-4F64-C4E3-E0DDE04B131C}"/>
                </a:ext>
              </a:extLst>
            </p:cNvPr>
            <p:cNvSpPr txBox="1"/>
            <p:nvPr/>
          </p:nvSpPr>
          <p:spPr>
            <a:xfrm>
              <a:off x="3997244" y="0"/>
              <a:ext cx="4328429" cy="50276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sng" strike="noStrike" kern="1200" cap="none" spc="0" normalizeH="0" baseline="0" noProof="0" dirty="0">
                  <a:ln>
                    <a:noFill/>
                  </a:ln>
                  <a:solidFill>
                    <a:srgbClr val="00B050"/>
                  </a:solidFill>
                  <a:effectLst/>
                  <a:uLnTx/>
                  <a:uFillTx/>
                  <a:latin typeface="Calibri" panose="020F0502020204030204"/>
                  <a:ea typeface="+mn-ea"/>
                  <a:cs typeface="+mn-cs"/>
                </a:rPr>
                <a:t>Academic Research Problems</a:t>
              </a:r>
              <a:endParaRPr kumimoji="0" lang="en-BE" sz="2667" b="1" i="0" u="sng" strike="noStrike" kern="1200" cap="none" spc="0" normalizeH="0" baseline="0" noProof="0" dirty="0" err="1">
                <a:ln>
                  <a:noFill/>
                </a:ln>
                <a:solidFill>
                  <a:srgbClr val="00B050"/>
                </a:solidFill>
                <a:effectLst/>
                <a:uLnTx/>
                <a:uFillTx/>
                <a:latin typeface="Calibri" panose="020F0502020204030204"/>
                <a:ea typeface="+mn-ea"/>
                <a:cs typeface="+mn-cs"/>
              </a:endParaRPr>
            </a:p>
          </p:txBody>
        </p:sp>
      </p:grpSp>
      <p:grpSp>
        <p:nvGrpSpPr>
          <p:cNvPr id="12" name="Group 11">
            <a:extLst>
              <a:ext uri="{FF2B5EF4-FFF2-40B4-BE49-F238E27FC236}">
                <a16:creationId xmlns:a16="http://schemas.microsoft.com/office/drawing/2014/main" id="{E6F32310-B2BD-9928-5DAB-4D5D15F6A76C}"/>
              </a:ext>
            </a:extLst>
          </p:cNvPr>
          <p:cNvGrpSpPr/>
          <p:nvPr/>
        </p:nvGrpSpPr>
        <p:grpSpPr>
          <a:xfrm>
            <a:off x="2263311" y="803563"/>
            <a:ext cx="7382935" cy="1341849"/>
            <a:chOff x="2263311" y="803563"/>
            <a:chExt cx="7382935" cy="1341849"/>
          </a:xfrm>
        </p:grpSpPr>
        <p:sp>
          <p:nvSpPr>
            <p:cNvPr id="4" name="Rectangle: Rounded Corners 3">
              <a:extLst>
                <a:ext uri="{FF2B5EF4-FFF2-40B4-BE49-F238E27FC236}">
                  <a16:creationId xmlns:a16="http://schemas.microsoft.com/office/drawing/2014/main" id="{4166C1C3-305D-C985-C48F-BD855035DD5A}"/>
                </a:ext>
              </a:extLst>
            </p:cNvPr>
            <p:cNvSpPr/>
            <p:nvPr/>
          </p:nvSpPr>
          <p:spPr>
            <a:xfrm>
              <a:off x="2410691" y="803563"/>
              <a:ext cx="7176654" cy="1149928"/>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C841EDF-31B2-8911-8AE6-1707A379907B}"/>
                </a:ext>
              </a:extLst>
            </p:cNvPr>
            <p:cNvSpPr txBox="1"/>
            <p:nvPr/>
          </p:nvSpPr>
          <p:spPr>
            <a:xfrm>
              <a:off x="2263311" y="903790"/>
              <a:ext cx="7382935" cy="124162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67" b="1" i="0" u="sng" strike="noStrike" kern="1200" cap="none" spc="0" normalizeH="0" baseline="0" noProof="0" dirty="0">
                  <a:ln>
                    <a:noFill/>
                  </a:ln>
                  <a:solidFill>
                    <a:srgbClr val="00B050"/>
                  </a:solidFill>
                  <a:effectLst/>
                  <a:uLnTx/>
                  <a:uFillTx/>
                  <a:latin typeface="Calibri" panose="020F0502020204030204"/>
                  <a:ea typeface="+mn-ea"/>
                  <a:cs typeface="+mn-cs"/>
                </a:rPr>
                <a:t>Key Highlights</a:t>
              </a:r>
            </a:p>
            <a:p>
              <a:pPr marL="228594" marR="0" lvl="0" indent="-228594"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1" i="0" u="none" strike="noStrike" kern="1200" cap="none" spc="0" normalizeH="0" baseline="0" noProof="0" dirty="0">
                  <a:ln>
                    <a:noFill/>
                  </a:ln>
                  <a:solidFill>
                    <a:srgbClr val="002060"/>
                  </a:solidFill>
                  <a:effectLst/>
                  <a:uLnTx/>
                  <a:uFillTx/>
                  <a:latin typeface="Calibri" panose="020F0502020204030204"/>
                  <a:ea typeface="+mn-ea"/>
                  <a:cs typeface="+mn-cs"/>
                </a:rPr>
                <a:t>High-performance multiphase clock generators ICs and its integration with next-gen wireline/optical Links</a:t>
              </a:r>
              <a:r>
                <a:rPr kumimoji="0" lang="en-US" sz="1867" b="1" i="0" u="none" strike="noStrike" kern="1200" cap="none" spc="0" normalizeH="0" baseline="0" noProof="0" dirty="0">
                  <a:ln>
                    <a:noFill/>
                  </a:ln>
                  <a:solidFill>
                    <a:prstClr val="black"/>
                  </a:solidFill>
                  <a:effectLst/>
                  <a:uLnTx/>
                  <a:uFillTx/>
                  <a:latin typeface="Calibri" panose="020F0502020204030204"/>
                  <a:ea typeface="+mn-ea"/>
                  <a:cs typeface="+mn-cs"/>
                </a:rPr>
                <a:t/>
              </a:r>
              <a:br>
                <a:rPr kumimoji="0" lang="en-US" sz="1867" b="1"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67"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3" name="Group 12">
            <a:extLst>
              <a:ext uri="{FF2B5EF4-FFF2-40B4-BE49-F238E27FC236}">
                <a16:creationId xmlns:a16="http://schemas.microsoft.com/office/drawing/2014/main" id="{290825B5-C5CA-3A63-2B8B-ACC307F219EB}"/>
              </a:ext>
            </a:extLst>
          </p:cNvPr>
          <p:cNvGrpSpPr/>
          <p:nvPr/>
        </p:nvGrpSpPr>
        <p:grpSpPr>
          <a:xfrm>
            <a:off x="346363" y="2604654"/>
            <a:ext cx="11568546" cy="3754582"/>
            <a:chOff x="346363" y="2604654"/>
            <a:chExt cx="11568546" cy="3754582"/>
          </a:xfrm>
        </p:grpSpPr>
        <p:sp>
          <p:nvSpPr>
            <p:cNvPr id="9" name="Rectangle: Rounded Corners 8">
              <a:extLst>
                <a:ext uri="{FF2B5EF4-FFF2-40B4-BE49-F238E27FC236}">
                  <a16:creationId xmlns:a16="http://schemas.microsoft.com/office/drawing/2014/main" id="{B01C9359-7824-410D-12DE-1DE9DE37246E}"/>
                </a:ext>
              </a:extLst>
            </p:cNvPr>
            <p:cNvSpPr/>
            <p:nvPr/>
          </p:nvSpPr>
          <p:spPr>
            <a:xfrm>
              <a:off x="346363" y="2604654"/>
              <a:ext cx="11568546" cy="3754582"/>
            </a:xfrm>
            <a:prstGeom prst="roundRect">
              <a:avLst/>
            </a:prstGeom>
            <a:ln w="5715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46C3AD94-E1D4-8E43-C5DD-58591D57559F}"/>
                </a:ext>
              </a:extLst>
            </p:cNvPr>
            <p:cNvSpPr txBox="1"/>
            <p:nvPr/>
          </p:nvSpPr>
          <p:spPr>
            <a:xfrm>
              <a:off x="467449" y="2627969"/>
              <a:ext cx="11433344" cy="35805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67" b="1" i="0" u="sng" strike="noStrike" kern="1200" cap="none" spc="0" normalizeH="0" baseline="0" noProof="0" dirty="0">
                  <a:ln>
                    <a:noFill/>
                  </a:ln>
                  <a:solidFill>
                    <a:srgbClr val="00B050"/>
                  </a:solidFill>
                  <a:effectLst/>
                  <a:uLnTx/>
                  <a:uFillTx/>
                  <a:latin typeface="Calibri" panose="020F0502020204030204"/>
                  <a:ea typeface="+mn-ea"/>
                  <a:cs typeface="+mn-cs"/>
                </a:rPr>
                <a:t>Key Outcomes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Setting up a cutting-edge High-Speed Analog/Mixed Signals lab within the department to facilitate research and innovation.</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Seeking funding support from both industry and government agencies to sustain and expand laboratory operations.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Cultivating collaborative partnerships &amp; signing institute level </a:t>
              </a:r>
              <a:r>
                <a:rPr kumimoji="0" lang="en-US" sz="2000" b="0" i="0" u="none" strike="noStrike" kern="1200" cap="none" spc="0" normalizeH="0" baseline="0" noProof="0" dirty="0" err="1">
                  <a:ln>
                    <a:noFill/>
                  </a:ln>
                  <a:solidFill>
                    <a:srgbClr val="002060"/>
                  </a:solidFill>
                  <a:effectLst/>
                  <a:uLnTx/>
                  <a:uFillTx/>
                  <a:latin typeface="Calibri" panose="020F0502020204030204" pitchFamily="34" charset="0"/>
                  <a:ea typeface="+mn-ea"/>
                  <a:cs typeface="Calibri" panose="020F0502020204030204" pitchFamily="34" charset="0"/>
                </a:rPr>
                <a:t>MoUs</a:t>
              </a:r>
              <a:r>
                <a:rPr kumimoji="0" lang="en-US" sz="200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 with esteemed institutions such as KU Leuven, IBM TJ Watson, Ghent University and imec Belgium to leverage there expertise and resources.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Focusing on publishing patents on intellectual properties (IPs) developed within the lab and disseminating research findings in high-impact conferences and journals.</a:t>
              </a: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Establishing a startup venture in high speed optical/wireline transceivers aimed at commercializing innovative IPs and subsystems to address industry needs and challenges.</a:t>
              </a:r>
            </a:p>
          </p:txBody>
        </p:sp>
      </p:grpSp>
      <p:sp>
        <p:nvSpPr>
          <p:cNvPr id="14" name="Date Placeholder 1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7CB850F-DE5F-452C-9CA7-733435F6AFA4}"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5" name="Footer Placeholder 1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6882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5449C1A7-2FF8-497E-AFCF-1545C1078644}"/>
              </a:ext>
            </a:extLst>
          </p:cNvPr>
          <p:cNvSpPr/>
          <p:nvPr/>
        </p:nvSpPr>
        <p:spPr>
          <a:xfrm>
            <a:off x="0" y="0"/>
            <a:ext cx="12192000" cy="40004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4B9CEB7-34E7-53D1-FDED-C24050D735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A9FE30-EA4F-4BEC-A613-F46EDCC7C20D}"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262DC475-58A0-341B-7D7C-55893D9600B3}"/>
              </a:ext>
            </a:extLst>
          </p:cNvPr>
          <p:cNvSpPr txBox="1"/>
          <p:nvPr/>
        </p:nvSpPr>
        <p:spPr>
          <a:xfrm>
            <a:off x="137886" y="369590"/>
            <a:ext cx="11988800" cy="22390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1.1 Introduction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55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In the realm of high-speed communication systems, clock generators play a pivotal role. We propose a research agenda focused on advancing clock generator technology using </a:t>
            </a:r>
            <a:r>
              <a:rPr kumimoji="0" lang="en-US" sz="1550" b="1"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Multiloop Skew-Based Single-Ended Ring Oscillators (MSSROs)</a:t>
            </a:r>
            <a:r>
              <a:rPr kumimoji="0" lang="en-US" sz="155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 These innovative oscillators offer advantages over conventional designs and find applications in high-performance timing circuits. Let’s explore our research plan: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1.2 Multiloop Skew-Based Single-Ended Ring Oscillators (MSSROs)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550" b="1"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MSSRO Basics:</a:t>
            </a:r>
            <a:endParaRPr kumimoji="0" lang="en-US" sz="155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endParaRPr>
          </a:p>
          <a:p>
            <a:pPr marL="990575" marR="0" lvl="1" indent="-38099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5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MSSROs incorporate multiple loops with inherent skew offsets between PMOS and NMOS gates.</a:t>
            </a:r>
          </a:p>
          <a:p>
            <a:pPr marL="990575" marR="0" lvl="1" indent="-38099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5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Negative delay elements enhance operating frequency compared to conventional n-stage inverter chains.</a:t>
            </a:r>
          </a:p>
          <a:p>
            <a:pPr marL="990575" marR="0" lvl="1" indent="-38099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55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Investigate trade-offs between skew, power consumption, and noise performance.</a:t>
            </a:r>
          </a:p>
        </p:txBody>
      </p:sp>
      <p:pic>
        <p:nvPicPr>
          <p:cNvPr id="2" name="Picture 1">
            <a:extLst>
              <a:ext uri="{FF2B5EF4-FFF2-40B4-BE49-F238E27FC236}">
                <a16:creationId xmlns:a16="http://schemas.microsoft.com/office/drawing/2014/main" id="{9C9C6F59-CD60-FCE4-9AA4-B63C540355C0}"/>
              </a:ext>
            </a:extLst>
          </p:cNvPr>
          <p:cNvPicPr>
            <a:picLocks noChangeAspect="1"/>
          </p:cNvPicPr>
          <p:nvPr/>
        </p:nvPicPr>
        <p:blipFill>
          <a:blip r:embed="rId2"/>
          <a:stretch>
            <a:fillRect/>
          </a:stretch>
        </p:blipFill>
        <p:spPr>
          <a:xfrm>
            <a:off x="7096648" y="2979774"/>
            <a:ext cx="5035294" cy="2410364"/>
          </a:xfrm>
          <a:prstGeom prst="rect">
            <a:avLst/>
          </a:prstGeom>
          <a:ln w="38100">
            <a:solidFill>
              <a:srgbClr val="002060"/>
            </a:solidFill>
          </a:ln>
        </p:spPr>
      </p:pic>
      <p:sp>
        <p:nvSpPr>
          <p:cNvPr id="15" name="TextBox 14">
            <a:extLst>
              <a:ext uri="{FF2B5EF4-FFF2-40B4-BE49-F238E27FC236}">
                <a16:creationId xmlns:a16="http://schemas.microsoft.com/office/drawing/2014/main" id="{9C0912DF-3144-D847-939C-4E074693CB56}"/>
              </a:ext>
            </a:extLst>
          </p:cNvPr>
          <p:cNvSpPr txBox="1"/>
          <p:nvPr/>
        </p:nvSpPr>
        <p:spPr>
          <a:xfrm>
            <a:off x="0" y="0"/>
            <a:ext cx="119481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Arial" panose="020B0604020202020204" pitchFamily="34" charset="0"/>
              </a:rPr>
              <a:t>Project 1. High-Speed Clock Generators Using Multiloop Skew-Based Single-Ended Ring Oscillators (MSSROs</a:t>
            </a:r>
            <a:r>
              <a:rPr kumimoji="0" lang="en-US" sz="1800" b="1" i="0" u="none" strike="noStrike" kern="1200" cap="none" spc="0" normalizeH="0" baseline="0" noProof="0" dirty="0">
                <a:ln>
                  <a:noFill/>
                </a:ln>
                <a:solidFill>
                  <a:srgbClr val="111111"/>
                </a:solidFill>
                <a:effectLst/>
                <a:uLnTx/>
                <a:uFillTx/>
                <a:latin typeface="Calibri" panose="020F0502020204030204"/>
                <a:ea typeface="+mn-ea"/>
                <a:cs typeface="Arial" panose="020B0604020202020204" pitchFamily="34" charset="0"/>
              </a:rPr>
              <a:t>)</a:t>
            </a:r>
          </a:p>
        </p:txBody>
      </p:sp>
      <p:grpSp>
        <p:nvGrpSpPr>
          <p:cNvPr id="7" name="Group 6">
            <a:extLst>
              <a:ext uri="{FF2B5EF4-FFF2-40B4-BE49-F238E27FC236}">
                <a16:creationId xmlns:a16="http://schemas.microsoft.com/office/drawing/2014/main" id="{5613B424-6ACF-4F7A-12BF-2B836FCC4500}"/>
              </a:ext>
            </a:extLst>
          </p:cNvPr>
          <p:cNvGrpSpPr/>
          <p:nvPr/>
        </p:nvGrpSpPr>
        <p:grpSpPr>
          <a:xfrm>
            <a:off x="0" y="2472184"/>
            <a:ext cx="7172325" cy="4385816"/>
            <a:chOff x="0" y="2472184"/>
            <a:chExt cx="7172325" cy="4385816"/>
          </a:xfrm>
        </p:grpSpPr>
        <p:sp>
          <p:nvSpPr>
            <p:cNvPr id="5" name="TextBox 4">
              <a:extLst>
                <a:ext uri="{FF2B5EF4-FFF2-40B4-BE49-F238E27FC236}">
                  <a16:creationId xmlns:a16="http://schemas.microsoft.com/office/drawing/2014/main" id="{86A0193D-97CA-5AEE-EF78-F3BD889DC829}"/>
                </a:ext>
              </a:extLst>
            </p:cNvPr>
            <p:cNvSpPr txBox="1"/>
            <p:nvPr/>
          </p:nvSpPr>
          <p:spPr>
            <a:xfrm>
              <a:off x="111919" y="2472184"/>
              <a:ext cx="7060406" cy="43858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1.3 Research Goals</a:t>
              </a:r>
            </a:p>
            <a:p>
              <a:pPr marL="400050" marR="0" lvl="0" indent="-400050" algn="just" defTabSz="914400" rtl="0" eaLnBrk="1" fontAlgn="auto" latinLnBrk="0" hangingPunct="1">
                <a:lnSpc>
                  <a:spcPct val="100000"/>
                </a:lnSpc>
                <a:spcBef>
                  <a:spcPts val="0"/>
                </a:spcBef>
                <a:spcAft>
                  <a:spcPts val="0"/>
                </a:spcAft>
                <a:buClrTx/>
                <a:buSzTx/>
                <a:buFont typeface="+mj-lt"/>
                <a:buAutoNum type="romanUcPeriod"/>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High-Performance Timing Circuits:</a:t>
              </a:r>
              <a:endParaRPr kumimoji="0" lang="en-US" sz="1550" b="0"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endParaRPr>
            </a:p>
            <a:p>
              <a:pPr marL="1009635" marR="0" lvl="1"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Time-to-Digital Converters (TDCs):</a:t>
              </a:r>
              <a:endParaRPr kumimoji="0" lang="en-US" sz="1550" b="0"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endParaRP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Explore MSSRO-based TDCs for precise time measurements.</a:t>
              </a: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Optimize resolution, linearity, and dynamic range.</a:t>
              </a:r>
            </a:p>
            <a:p>
              <a:pPr marL="1009635" marR="0" lvl="1"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Analog Phase-Locked Loops (PLLs):</a:t>
              </a:r>
              <a:endParaRPr kumimoji="0" lang="en-US" sz="1550" b="0"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endParaRP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Investigate MSSRO-based PLLs for clock synchronization.</a:t>
              </a: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Balance phase noise, locking range, and power efficiency.</a:t>
              </a:r>
            </a:p>
            <a:p>
              <a:pPr marL="1009635" marR="0" lvl="1"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All-Digital Phase-Locked Loops (ADPLLs):</a:t>
              </a:r>
              <a:endParaRPr kumimoji="0" lang="en-US" sz="1550" b="0"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endParaRP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Develop ADPLLs using MSSROs for flexible frequency synthesis.</a:t>
              </a: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Address phase noise, spurs, and stability.</a:t>
              </a:r>
            </a:p>
            <a:p>
              <a:pPr marL="0" marR="0" lvl="0" indent="0" algn="just" defTabSz="914400" rtl="0" eaLnBrk="1" fontAlgn="auto" latinLnBrk="0" hangingPunct="1">
                <a:lnSpc>
                  <a:spcPct val="100000"/>
                </a:lnSpc>
                <a:spcBef>
                  <a:spcPts val="0"/>
                </a:spcBef>
                <a:spcAft>
                  <a:spcPts val="0"/>
                </a:spcAft>
                <a:buClrTx/>
                <a:buSzTx/>
                <a:buFont typeface="+mj-lt"/>
                <a:buAutoNum type="romanUcPeriod"/>
                <a:tabLst/>
                <a:defRPr/>
              </a:pPr>
              <a:r>
                <a:rPr kumimoji="0" lang="en-US" sz="1550" b="1"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     </a:t>
              </a: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Voltage-Controlled Oscillator (VCO) Based ADC:</a:t>
              </a:r>
              <a:endParaRPr kumimoji="0" lang="en-US" sz="1550" b="0"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endParaRPr>
            </a:p>
            <a:p>
              <a:pPr marL="1009635" marR="0" lvl="1"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VCO Principles:</a:t>
              </a:r>
              <a:endParaRPr kumimoji="0" lang="en-US" sz="1550" b="0"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endParaRP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Explore VCO-based analog-to-digital converters (ADCs).</a:t>
              </a:r>
            </a:p>
            <a:p>
              <a:pPr marL="1619220" marR="0" lvl="2" indent="-40005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Leverage MSSROs for VCO design</a:t>
              </a:r>
              <a:r>
                <a:rPr kumimoji="0" lang="en-US" sz="1550" b="0" i="0" u="none" strike="noStrike" kern="1200" cap="none" spc="0" normalizeH="0" baseline="0" noProof="0" dirty="0">
                  <a:ln>
                    <a:noFill/>
                  </a:ln>
                  <a:solidFill>
                    <a:srgbClr val="002060"/>
                  </a:solidFill>
                  <a:effectLst/>
                  <a:uLnTx/>
                  <a:uFillTx/>
                  <a:latin typeface="Calibri" panose="020F0502020204030204" pitchFamily="34" charset="0"/>
                  <a:ea typeface="+mn-ea"/>
                  <a:cs typeface="Calibri" panose="020F0502020204030204" pitchFamily="34" charset="0"/>
                </a:rPr>
                <a:t>.</a:t>
              </a:r>
            </a:p>
            <a:p>
              <a:pPr marL="990575" marR="0" lvl="1" indent="-38099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1"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rPr>
                <a:t>Advantages:</a:t>
              </a:r>
              <a:endParaRPr kumimoji="0" lang="en-US" sz="1550" b="0" i="0" u="none" strike="noStrike" kern="1200" cap="none" spc="0" normalizeH="0" baseline="0" noProof="0" dirty="0">
                <a:ln>
                  <a:noFill/>
                </a:ln>
                <a:solidFill>
                  <a:srgbClr val="00B050"/>
                </a:solidFill>
                <a:effectLst/>
                <a:uLnTx/>
                <a:uFillTx/>
                <a:latin typeface="Calibri" panose="020F0502020204030204" pitchFamily="34" charset="0"/>
                <a:ea typeface="+mn-ea"/>
                <a:cs typeface="Calibri" panose="020F0502020204030204" pitchFamily="34" charset="0"/>
              </a:endParaRPr>
            </a:p>
            <a:p>
              <a:pPr marL="1562070" marR="0" lvl="2" indent="-34290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Compact layout, ease of integration, and high-speed operation.</a:t>
              </a:r>
            </a:p>
            <a:p>
              <a:pPr marL="1562070" marR="0" lvl="2" indent="-342900" algn="just" defTabSz="914400" rtl="0" eaLnBrk="1" fontAlgn="auto" latinLnBrk="0" hangingPunct="1">
                <a:lnSpc>
                  <a:spcPct val="100000"/>
                </a:lnSpc>
                <a:spcBef>
                  <a:spcPts val="0"/>
                </a:spcBef>
                <a:spcAft>
                  <a:spcPts val="0"/>
                </a:spcAft>
                <a:buClrTx/>
                <a:buSzTx/>
                <a:buFont typeface="+mj-lt"/>
                <a:buAutoNum type="alphaLcParenR"/>
                <a:tabLst/>
                <a:defRPr/>
              </a:pPr>
              <a:r>
                <a:rPr kumimoji="0" lang="en-US" sz="1550" b="0" i="0" u="none" strike="noStrike" kern="1200" cap="none" spc="0" normalizeH="0" baseline="0" noProof="0" dirty="0">
                  <a:ln>
                    <a:noFill/>
                  </a:ln>
                  <a:solidFill>
                    <a:srgbClr val="FFC000">
                      <a:lumMod val="75000"/>
                    </a:srgbClr>
                  </a:solidFill>
                  <a:effectLst/>
                  <a:uLnTx/>
                  <a:uFillTx/>
                  <a:latin typeface="Calibri" panose="020F0502020204030204" pitchFamily="34" charset="0"/>
                  <a:ea typeface="+mn-ea"/>
                  <a:cs typeface="Calibri" panose="020F0502020204030204" pitchFamily="34" charset="0"/>
                </a:rPr>
                <a:t>Investigate trade-offs between resolution, bandwidth, and power.</a:t>
              </a:r>
            </a:p>
          </p:txBody>
        </p:sp>
        <p:sp>
          <p:nvSpPr>
            <p:cNvPr id="13" name="Rectangle 12">
              <a:extLst>
                <a:ext uri="{FF2B5EF4-FFF2-40B4-BE49-F238E27FC236}">
                  <a16:creationId xmlns:a16="http://schemas.microsoft.com/office/drawing/2014/main" id="{22590F2C-3C93-8420-9047-651FB073C1B3}"/>
                </a:ext>
              </a:extLst>
            </p:cNvPr>
            <p:cNvSpPr/>
            <p:nvPr/>
          </p:nvSpPr>
          <p:spPr>
            <a:xfrm>
              <a:off x="548688" y="2768600"/>
              <a:ext cx="6451043" cy="4089400"/>
            </a:xfrm>
            <a:prstGeom prst="rect">
              <a:avLst/>
            </a:prstGeom>
            <a:noFill/>
            <a:ln w="38100" cap="flat" cmpd="sng" algn="ctr">
              <a:solidFill>
                <a:srgbClr val="002060"/>
              </a:solidFill>
              <a:prstDash val="solid"/>
            </a:ln>
            <a:effectLst/>
          </p:spPr>
          <p:txBody>
            <a:bodyPr rtlCol="0" anchor="ctr"/>
            <a:lstStyle/>
            <a:p>
              <a:pPr marL="0" marR="0" lvl="0" indent="0" algn="ctr" defTabSz="41148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pic>
          <p:nvPicPr>
            <p:cNvPr id="16" name="Picture 15">
              <a:extLst>
                <a:ext uri="{FF2B5EF4-FFF2-40B4-BE49-F238E27FC236}">
                  <a16:creationId xmlns:a16="http://schemas.microsoft.com/office/drawing/2014/main" id="{2C3408A2-6182-96D8-4B13-B100D99D7E38}"/>
                </a:ext>
              </a:extLst>
            </p:cNvPr>
            <p:cNvPicPr>
              <a:picLocks noChangeAspect="1"/>
            </p:cNvPicPr>
            <p:nvPr/>
          </p:nvPicPr>
          <p:blipFill>
            <a:blip r:embed="rId3"/>
            <a:stretch>
              <a:fillRect/>
            </a:stretch>
          </p:blipFill>
          <p:spPr>
            <a:xfrm>
              <a:off x="0" y="3751804"/>
              <a:ext cx="548688" cy="548688"/>
            </a:xfrm>
            <a:prstGeom prst="rect">
              <a:avLst/>
            </a:prstGeom>
          </p:spPr>
        </p:pic>
        <p:pic>
          <p:nvPicPr>
            <p:cNvPr id="17" name="Picture 16">
              <a:extLst>
                <a:ext uri="{FF2B5EF4-FFF2-40B4-BE49-F238E27FC236}">
                  <a16:creationId xmlns:a16="http://schemas.microsoft.com/office/drawing/2014/main" id="{E8807B26-79D8-A69D-5274-61AAEFF4DBA0}"/>
                </a:ext>
              </a:extLst>
            </p:cNvPr>
            <p:cNvPicPr>
              <a:picLocks noChangeAspect="1"/>
            </p:cNvPicPr>
            <p:nvPr/>
          </p:nvPicPr>
          <p:blipFill>
            <a:blip r:embed="rId3"/>
            <a:stretch>
              <a:fillRect/>
            </a:stretch>
          </p:blipFill>
          <p:spPr>
            <a:xfrm>
              <a:off x="0" y="5633892"/>
              <a:ext cx="548688" cy="548688"/>
            </a:xfrm>
            <a:prstGeom prst="rect">
              <a:avLst/>
            </a:prstGeom>
          </p:spPr>
        </p:pic>
      </p:gr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A74AF4C-6B4E-462D-A1D8-165C9A207E9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Footer Placeholder 8"/>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15609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391D48-1503-D6A3-3158-0891D923B53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A9FE30-EA4F-4BEC-A613-F46EDCC7C20D}"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2BB7F63C-CE64-5BB1-9FA3-15E8B31227D2}"/>
              </a:ext>
            </a:extLst>
          </p:cNvPr>
          <p:cNvSpPr txBox="1"/>
          <p:nvPr/>
        </p:nvSpPr>
        <p:spPr>
          <a:xfrm>
            <a:off x="0" y="544907"/>
            <a:ext cx="12192000" cy="64940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050"/>
                </a:solidFill>
                <a:effectLst/>
                <a:uLnTx/>
                <a:uFillTx/>
                <a:latin typeface="Calibri" panose="020F0502020204030204"/>
                <a:ea typeface="+mn-ea"/>
                <a:cs typeface="+mn-cs"/>
              </a:rPr>
              <a:t>2.1 Optical Receiver Front-End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1" i="0" u="none" strike="noStrike" kern="1200" cap="none" spc="0" normalizeH="0" baseline="0" noProof="0" dirty="0">
                <a:ln>
                  <a:noFill/>
                </a:ln>
                <a:solidFill>
                  <a:srgbClr val="002060"/>
                </a:solidFill>
                <a:effectLst/>
                <a:uLnTx/>
                <a:uFillTx/>
                <a:latin typeface="Calibri" panose="020F0502020204030204"/>
                <a:ea typeface="+mn-ea"/>
                <a:cs typeface="+mn-cs"/>
              </a:rPr>
              <a:t>Challenges:</a:t>
            </a:r>
            <a:endPar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Wide bandwidth requirements for high data rates.</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Low input-referred noise current.</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Reasonable gain to minimize noise contribution.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050"/>
                </a:solidFill>
                <a:effectLst/>
                <a:uLnTx/>
                <a:uFillTx/>
                <a:latin typeface="Calibri" panose="020F0502020204030204"/>
                <a:ea typeface="+mn-ea"/>
                <a:cs typeface="+mn-cs"/>
              </a:rPr>
              <a:t>2.2</a:t>
            </a:r>
            <a:r>
              <a:rPr kumimoji="0" lang="en-US" sz="1600" b="1" i="0" u="none" strike="noStrike" kern="1200" cap="none" spc="0" normalizeH="0" baseline="0" noProof="0" dirty="0">
                <a:ln>
                  <a:noFill/>
                </a:ln>
                <a:solidFill>
                  <a:srgbClr val="002060"/>
                </a:solidFill>
                <a:effectLst/>
                <a:uLnTx/>
                <a:uFillTx/>
                <a:latin typeface="Calibri" panose="020F0502020204030204"/>
                <a:ea typeface="+mn-ea"/>
                <a:cs typeface="+mn-cs"/>
              </a:rPr>
              <a:t> </a:t>
            </a:r>
            <a:r>
              <a:rPr kumimoji="0" lang="en-US" sz="1600" b="1" i="0" u="none" strike="noStrike" kern="1200" cap="none" spc="0" normalizeH="0" baseline="0" noProof="0" dirty="0">
                <a:ln>
                  <a:noFill/>
                </a:ln>
                <a:solidFill>
                  <a:srgbClr val="00B050"/>
                </a:solidFill>
                <a:effectLst/>
                <a:uLnTx/>
                <a:uFillTx/>
                <a:latin typeface="Calibri" panose="020F0502020204030204"/>
                <a:ea typeface="+mn-ea"/>
                <a:cs typeface="+mn-cs"/>
              </a:rPr>
              <a:t>Transimpedance Amplifiers (TIAs)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1" i="0" u="none" strike="noStrike" kern="1200" cap="none" spc="0" normalizeH="0" baseline="0" noProof="0" dirty="0">
                <a:ln>
                  <a:noFill/>
                </a:ln>
                <a:solidFill>
                  <a:srgbClr val="002060"/>
                </a:solidFill>
                <a:effectLst/>
                <a:uLnTx/>
                <a:uFillTx/>
                <a:latin typeface="Calibri" panose="020F0502020204030204"/>
                <a:ea typeface="+mn-ea"/>
                <a:cs typeface="+mn-cs"/>
              </a:rPr>
              <a:t>TIA Basics:</a:t>
            </a:r>
            <a:endPar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Negative feedback creates low input impedance.</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Current-to-voltage conversion using virtual ground.</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Exploit TIA properties for optical communication receivers.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050"/>
                </a:solidFill>
                <a:effectLst/>
                <a:uLnTx/>
                <a:uFillTx/>
                <a:latin typeface="Calibri" panose="020F0502020204030204"/>
                <a:ea typeface="+mn-ea"/>
                <a:cs typeface="+mn-cs"/>
              </a:rPr>
              <a:t>2.3 Research Goals</a:t>
            </a:r>
          </a:p>
          <a:p>
            <a:pPr marL="400050" marR="0" lvl="0" indent="-400050" algn="l" defTabSz="914400" rtl="0" eaLnBrk="1" fontAlgn="auto" latinLnBrk="0" hangingPunct="1">
              <a:lnSpc>
                <a:spcPct val="100000"/>
              </a:lnSpc>
              <a:spcBef>
                <a:spcPts val="0"/>
              </a:spcBef>
              <a:spcAft>
                <a:spcPts val="0"/>
              </a:spcAft>
              <a:buClrTx/>
              <a:buSzTx/>
              <a:buFont typeface="+mj-lt"/>
              <a:buAutoNum type="alphaUcPeriod"/>
              <a:tabLst/>
              <a:defRPr/>
            </a:pPr>
            <a:r>
              <a:rPr kumimoji="0" lang="en-US" sz="1600" b="1" i="0" u="none" strike="noStrike" kern="1200" cap="none" spc="0" normalizeH="0" baseline="0" noProof="0" dirty="0">
                <a:ln>
                  <a:noFill/>
                </a:ln>
                <a:solidFill>
                  <a:srgbClr val="002060"/>
                </a:solidFill>
                <a:effectLst/>
                <a:uLnTx/>
                <a:uFillTx/>
                <a:latin typeface="Calibri" panose="020F0502020204030204"/>
                <a:ea typeface="+mn-ea"/>
                <a:cs typeface="+mn-cs"/>
              </a:rPr>
              <a:t>Broadband TIA Design:</a:t>
            </a:r>
            <a:endPar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Explore all-inverter-based TIAs.</a:t>
            </a: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Achieve wide bandwidth and low noise.</a:t>
            </a: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Investigate trade-offs between gain and noise.</a:t>
            </a:r>
          </a:p>
          <a:p>
            <a:pPr marL="0" marR="0" lvl="0" indent="0" algn="l" defTabSz="914400" rtl="0" eaLnBrk="1" fontAlgn="auto" latinLnBrk="0" hangingPunct="1">
              <a:lnSpc>
                <a:spcPct val="100000"/>
              </a:lnSpc>
              <a:spcBef>
                <a:spcPts val="0"/>
              </a:spcBef>
              <a:spcAft>
                <a:spcPts val="0"/>
              </a:spcAft>
              <a:buClrTx/>
              <a:buSzTx/>
              <a:buFont typeface="+mj-lt"/>
              <a:buAutoNum type="alphaUcPeriod"/>
              <a:tabLst/>
              <a:defRPr/>
            </a:pPr>
            <a:r>
              <a:rPr kumimoji="0" lang="en-US" sz="1600" b="1" i="0" u="none" strike="noStrike" kern="1200" cap="none" spc="0" normalizeH="0" baseline="0" noProof="0" dirty="0">
                <a:ln>
                  <a:noFill/>
                </a:ln>
                <a:solidFill>
                  <a:srgbClr val="002060"/>
                </a:solidFill>
                <a:effectLst/>
                <a:uLnTx/>
                <a:uFillTx/>
                <a:latin typeface="Calibri" panose="020F0502020204030204"/>
                <a:ea typeface="+mn-ea"/>
                <a:cs typeface="+mn-cs"/>
              </a:rPr>
              <a:t>Equalization Techniques:</a:t>
            </a:r>
            <a:endPar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Implement equalizers (CTLE, VGAs) after the TIA.</a:t>
            </a: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Compensate for inter symbol interference (ISI).</a:t>
            </a: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Optimize for short and long reach communication.</a:t>
            </a:r>
          </a:p>
          <a:p>
            <a:pPr marL="0" marR="0" lvl="0" indent="0" algn="l" defTabSz="914400" rtl="0" eaLnBrk="1" fontAlgn="auto" latinLnBrk="0" hangingPunct="1">
              <a:lnSpc>
                <a:spcPct val="100000"/>
              </a:lnSpc>
              <a:spcBef>
                <a:spcPts val="0"/>
              </a:spcBef>
              <a:spcAft>
                <a:spcPts val="0"/>
              </a:spcAft>
              <a:buClrTx/>
              <a:buSzTx/>
              <a:buFont typeface="+mj-lt"/>
              <a:buAutoNum type="alphaUcPeriod"/>
              <a:tabLst/>
              <a:defRPr/>
            </a:pPr>
            <a:r>
              <a:rPr kumimoji="0" lang="en-US" sz="1600" b="1" i="0" u="none" strike="noStrike" kern="1200" cap="none" spc="0" normalizeH="0" baseline="0" noProof="0" dirty="0">
                <a:ln>
                  <a:noFill/>
                </a:ln>
                <a:solidFill>
                  <a:srgbClr val="002060"/>
                </a:solidFill>
                <a:effectLst/>
                <a:uLnTx/>
                <a:uFillTx/>
                <a:latin typeface="Calibri" panose="020F0502020204030204"/>
                <a:ea typeface="+mn-ea"/>
                <a:cs typeface="+mn-cs"/>
              </a:rPr>
              <a:t>Buffer/Driver Design:</a:t>
            </a:r>
            <a:endPar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Design output buffers for signal integrity.</a:t>
            </a:r>
          </a:p>
          <a:p>
            <a:pPr marL="1009635" marR="0" lvl="1" indent="-400050" algn="l" defTabSz="914400" rtl="0" eaLnBrk="1" fontAlgn="auto" latinLnBrk="0" hangingPunct="1">
              <a:lnSpc>
                <a:spcPct val="100000"/>
              </a:lnSpc>
              <a:spcBef>
                <a:spcPts val="0"/>
              </a:spcBef>
              <a:spcAft>
                <a:spcPts val="0"/>
              </a:spcAft>
              <a:buClrTx/>
              <a:buSzTx/>
              <a:buFont typeface="+mj-lt"/>
              <a:buAutoNum type="romanUcPeriod"/>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Address signal degradation due to transmission line effects.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050"/>
                </a:solidFill>
                <a:effectLst/>
                <a:uLnTx/>
                <a:uFillTx/>
                <a:latin typeface="Calibri" panose="020F0502020204030204"/>
                <a:ea typeface="+mn-ea"/>
                <a:cs typeface="+mn-cs"/>
              </a:rPr>
              <a:t>2.4 Conclusion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Calibri" panose="020F0502020204030204"/>
                <a:ea typeface="+mn-ea"/>
                <a:cs typeface="+mn-cs"/>
              </a:rPr>
              <a:t>This comprehensive research proposal aims to advance clock generator technology and enhance optical receiver performance. By combining innovative oscillator designs with inverter-based receiver techniques, we can pave the way for high-speed communication systems.</a:t>
            </a:r>
          </a:p>
        </p:txBody>
      </p:sp>
      <p:sp>
        <p:nvSpPr>
          <p:cNvPr id="96" name="Rectangle 95">
            <a:extLst>
              <a:ext uri="{FF2B5EF4-FFF2-40B4-BE49-F238E27FC236}">
                <a16:creationId xmlns:a16="http://schemas.microsoft.com/office/drawing/2014/main" id="{5F9BBB8C-1F11-79D0-7D0A-2D835A16D0BF}"/>
              </a:ext>
            </a:extLst>
          </p:cNvPr>
          <p:cNvSpPr/>
          <p:nvPr/>
        </p:nvSpPr>
        <p:spPr>
          <a:xfrm>
            <a:off x="6204856" y="2601630"/>
            <a:ext cx="5959151" cy="3519251"/>
          </a:xfrm>
          <a:prstGeom prst="rect">
            <a:avLst/>
          </a:prstGeom>
          <a:noFill/>
          <a:ln w="38100" cap="flat" cmpd="sng" algn="ctr">
            <a:solidFill>
              <a:srgbClr val="002060"/>
            </a:solidFill>
            <a:prstDash val="solid"/>
          </a:ln>
          <a:effectLst/>
        </p:spPr>
        <p:txBody>
          <a:bodyPr rtlCol="0" anchor="ctr"/>
          <a:lstStyle/>
          <a:p>
            <a:pPr marL="0" marR="0" lvl="0" indent="0" algn="ctr" defTabSz="41148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sp>
        <p:nvSpPr>
          <p:cNvPr id="3" name="Rectangle 2">
            <a:extLst>
              <a:ext uri="{FF2B5EF4-FFF2-40B4-BE49-F238E27FC236}">
                <a16:creationId xmlns:a16="http://schemas.microsoft.com/office/drawing/2014/main" id="{64CB4466-CA25-872D-7571-9AB885700B7E}"/>
              </a:ext>
            </a:extLst>
          </p:cNvPr>
          <p:cNvSpPr/>
          <p:nvPr/>
        </p:nvSpPr>
        <p:spPr>
          <a:xfrm>
            <a:off x="0" y="3014617"/>
            <a:ext cx="6111551" cy="2947644"/>
          </a:xfrm>
          <a:prstGeom prst="rect">
            <a:avLst/>
          </a:prstGeom>
          <a:noFill/>
          <a:ln w="38100" cap="flat" cmpd="sng" algn="ctr">
            <a:solidFill>
              <a:srgbClr val="002060"/>
            </a:solidFill>
            <a:prstDash val="solid"/>
          </a:ln>
          <a:effectLst/>
        </p:spPr>
        <p:txBody>
          <a:bodyPr rtlCol="0" anchor="ctr"/>
          <a:lstStyle/>
          <a:p>
            <a:pPr marL="0" marR="0" lvl="0" indent="0" algn="ctr" defTabSz="411480" rtl="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noFill/>
              <a:effectLst/>
              <a:uLnTx/>
              <a:uFillTx/>
              <a:latin typeface="Gill Sans MT" panose="020B0502020104020203"/>
              <a:ea typeface="+mn-ea"/>
              <a:cs typeface="+mn-cs"/>
            </a:endParaRPr>
          </a:p>
        </p:txBody>
      </p:sp>
      <p:pic>
        <p:nvPicPr>
          <p:cNvPr id="12" name="Picture 11">
            <a:extLst>
              <a:ext uri="{FF2B5EF4-FFF2-40B4-BE49-F238E27FC236}">
                <a16:creationId xmlns:a16="http://schemas.microsoft.com/office/drawing/2014/main" id="{A00E1CA4-879B-0DC4-ACA3-AEB448FB0138}"/>
              </a:ext>
            </a:extLst>
          </p:cNvPr>
          <p:cNvPicPr>
            <a:picLocks noChangeAspect="1"/>
          </p:cNvPicPr>
          <p:nvPr/>
        </p:nvPicPr>
        <p:blipFill>
          <a:blip r:embed="rId2"/>
          <a:stretch>
            <a:fillRect/>
          </a:stretch>
        </p:blipFill>
        <p:spPr>
          <a:xfrm>
            <a:off x="5363919" y="3985484"/>
            <a:ext cx="548688" cy="548688"/>
          </a:xfrm>
          <a:prstGeom prst="rect">
            <a:avLst/>
          </a:prstGeom>
        </p:spPr>
      </p:pic>
      <p:sp>
        <p:nvSpPr>
          <p:cNvPr id="15" name="Rectangle: Rounded Corners 14">
            <a:extLst>
              <a:ext uri="{FF2B5EF4-FFF2-40B4-BE49-F238E27FC236}">
                <a16:creationId xmlns:a16="http://schemas.microsoft.com/office/drawing/2014/main" id="{D562A7DE-DBBC-AC17-6AFA-6F9C55B17910}"/>
              </a:ext>
            </a:extLst>
          </p:cNvPr>
          <p:cNvSpPr/>
          <p:nvPr/>
        </p:nvSpPr>
        <p:spPr>
          <a:xfrm>
            <a:off x="0" y="0"/>
            <a:ext cx="12192000" cy="400049"/>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3EB93B8-2007-F26A-5E54-9DC5C7D78E8D}"/>
              </a:ext>
            </a:extLst>
          </p:cNvPr>
          <p:cNvSpPr txBox="1"/>
          <p:nvPr/>
        </p:nvSpPr>
        <p:spPr>
          <a:xfrm>
            <a:off x="0" y="0"/>
            <a:ext cx="120777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Project 2 Design of Optical Wireline Receivers Using Inverter-Based Techniques (Some of the work carried out in imec)</a:t>
            </a:r>
          </a:p>
        </p:txBody>
      </p:sp>
      <p:grpSp>
        <p:nvGrpSpPr>
          <p:cNvPr id="5" name="Group 4">
            <a:extLst>
              <a:ext uri="{FF2B5EF4-FFF2-40B4-BE49-F238E27FC236}">
                <a16:creationId xmlns:a16="http://schemas.microsoft.com/office/drawing/2014/main" id="{119972C5-F279-FD7D-2A14-03D9ED90DD71}"/>
              </a:ext>
            </a:extLst>
          </p:cNvPr>
          <p:cNvGrpSpPr/>
          <p:nvPr/>
        </p:nvGrpSpPr>
        <p:grpSpPr>
          <a:xfrm>
            <a:off x="5486400" y="615819"/>
            <a:ext cx="6705600" cy="1916757"/>
            <a:chOff x="1047965" y="1091184"/>
            <a:chExt cx="7035331" cy="2066544"/>
          </a:xfrm>
        </p:grpSpPr>
        <p:sp>
          <p:nvSpPr>
            <p:cNvPr id="8" name="Rectangle 7">
              <a:extLst>
                <a:ext uri="{FF2B5EF4-FFF2-40B4-BE49-F238E27FC236}">
                  <a16:creationId xmlns:a16="http://schemas.microsoft.com/office/drawing/2014/main" id="{A36926A7-16FD-B03F-779F-BAD269904901}"/>
                </a:ext>
              </a:extLst>
            </p:cNvPr>
            <p:cNvSpPr/>
            <p:nvPr/>
          </p:nvSpPr>
          <p:spPr>
            <a:xfrm>
              <a:off x="1047965" y="1091184"/>
              <a:ext cx="7035331" cy="2066544"/>
            </a:xfrm>
            <a:prstGeom prst="rect">
              <a:avLst/>
            </a:prstGeom>
            <a:solidFill>
              <a:schemeClr val="bg2">
                <a:lumMod val="20000"/>
                <a:lumOff val="80000"/>
              </a:schemeClr>
            </a:solidFill>
            <a:ln>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6D7E6277-D441-C401-8D7D-2D74EA7957E9}"/>
                </a:ext>
              </a:extLst>
            </p:cNvPr>
            <p:cNvSpPr/>
            <p:nvPr/>
          </p:nvSpPr>
          <p:spPr>
            <a:xfrm>
              <a:off x="1847089" y="1286256"/>
              <a:ext cx="6082324" cy="1670304"/>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3D2015B9-3180-2FB6-04B3-575F4C5BCA54}"/>
                </a:ext>
              </a:extLst>
            </p:cNvPr>
            <p:cNvCxnSpPr>
              <a:cxnSpLocks/>
            </p:cNvCxnSpPr>
            <p:nvPr/>
          </p:nvCxnSpPr>
          <p:spPr>
            <a:xfrm flipV="1">
              <a:off x="1405128" y="1855196"/>
              <a:ext cx="2344180" cy="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DEDBA21-A58C-B58C-2B88-778FC7F58C53}"/>
                </a:ext>
              </a:extLst>
            </p:cNvPr>
            <p:cNvCxnSpPr>
              <a:cxnSpLocks/>
            </p:cNvCxnSpPr>
            <p:nvPr/>
          </p:nvCxnSpPr>
          <p:spPr>
            <a:xfrm>
              <a:off x="3630917" y="2223152"/>
              <a:ext cx="4212000" cy="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08179D22-48A4-4A6D-C692-9CDE32B8C986}"/>
                </a:ext>
              </a:extLst>
            </p:cNvPr>
            <p:cNvCxnSpPr>
              <a:cxnSpLocks/>
            </p:cNvCxnSpPr>
            <p:nvPr/>
          </p:nvCxnSpPr>
          <p:spPr>
            <a:xfrm>
              <a:off x="3495981" y="1853949"/>
              <a:ext cx="4320000" cy="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FA80A2E-1DD3-63BC-B9B4-2111017B8E77}"/>
                </a:ext>
              </a:extLst>
            </p:cNvPr>
            <p:cNvCxnSpPr>
              <a:cxnSpLocks/>
            </p:cNvCxnSpPr>
            <p:nvPr/>
          </p:nvCxnSpPr>
          <p:spPr>
            <a:xfrm>
              <a:off x="2515235" y="2682240"/>
              <a:ext cx="453486" cy="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2FFA3B4B-91E7-188D-FE62-36B5568FC0C2}"/>
                </a:ext>
              </a:extLst>
            </p:cNvPr>
            <p:cNvCxnSpPr>
              <a:cxnSpLocks/>
            </p:cNvCxnSpPr>
            <p:nvPr/>
          </p:nvCxnSpPr>
          <p:spPr>
            <a:xfrm flipV="1">
              <a:off x="2017153" y="1524652"/>
              <a:ext cx="247650" cy="666750"/>
            </a:xfrm>
            <a:prstGeom prst="straightConnector1">
              <a:avLst/>
            </a:prstGeom>
            <a:ln w="1905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Isosceles Triangle 17">
              <a:extLst>
                <a:ext uri="{FF2B5EF4-FFF2-40B4-BE49-F238E27FC236}">
                  <a16:creationId xmlns:a16="http://schemas.microsoft.com/office/drawing/2014/main" id="{F69021A1-FBBF-ED1F-3648-8B42D5326981}"/>
                </a:ext>
              </a:extLst>
            </p:cNvPr>
            <p:cNvSpPr/>
            <p:nvPr/>
          </p:nvSpPr>
          <p:spPr>
            <a:xfrm rot="5400000">
              <a:off x="1891804" y="1646953"/>
              <a:ext cx="546100" cy="428498"/>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9" name="Group 18">
              <a:extLst>
                <a:ext uri="{FF2B5EF4-FFF2-40B4-BE49-F238E27FC236}">
                  <a16:creationId xmlns:a16="http://schemas.microsoft.com/office/drawing/2014/main" id="{F2337676-292F-F4FE-A29C-83E836C7E354}"/>
                </a:ext>
              </a:extLst>
            </p:cNvPr>
            <p:cNvGrpSpPr/>
            <p:nvPr/>
          </p:nvGrpSpPr>
          <p:grpSpPr>
            <a:xfrm>
              <a:off x="3749308" y="1682795"/>
              <a:ext cx="704722" cy="666750"/>
              <a:chOff x="3797427" y="2393950"/>
              <a:chExt cx="704722" cy="666750"/>
            </a:xfrm>
          </p:grpSpPr>
          <p:sp>
            <p:nvSpPr>
              <p:cNvPr id="57" name="Isosceles Triangle 56">
                <a:extLst>
                  <a:ext uri="{FF2B5EF4-FFF2-40B4-BE49-F238E27FC236}">
                    <a16:creationId xmlns:a16="http://schemas.microsoft.com/office/drawing/2014/main" id="{39728E9D-58F7-BE3D-1F42-384DFCF7A49C}"/>
                  </a:ext>
                </a:extLst>
              </p:cNvPr>
              <p:cNvSpPr/>
              <p:nvPr/>
            </p:nvSpPr>
            <p:spPr>
              <a:xfrm rot="5400000">
                <a:off x="3895788" y="2454339"/>
                <a:ext cx="666750" cy="545972"/>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Isosceles Triangle 57">
                <a:extLst>
                  <a:ext uri="{FF2B5EF4-FFF2-40B4-BE49-F238E27FC236}">
                    <a16:creationId xmlns:a16="http://schemas.microsoft.com/office/drawing/2014/main" id="{D8D29D9B-BB4A-7B3F-17B8-600F6176EE9B}"/>
                  </a:ext>
                </a:extLst>
              </p:cNvPr>
              <p:cNvSpPr/>
              <p:nvPr/>
            </p:nvSpPr>
            <p:spPr>
              <a:xfrm rot="5400000">
                <a:off x="3737038" y="2454339"/>
                <a:ext cx="666750" cy="545972"/>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D5A21D4D-DCCB-4427-FE82-68BB9A442AA4}"/>
                  </a:ext>
                </a:extLst>
              </p:cNvPr>
              <p:cNvGrpSpPr>
                <a:grpSpLocks noChangeAspect="1"/>
              </p:cNvGrpSpPr>
              <p:nvPr/>
            </p:nvGrpSpPr>
            <p:grpSpPr>
              <a:xfrm>
                <a:off x="3819652" y="2542284"/>
                <a:ext cx="383343" cy="252000"/>
                <a:chOff x="4537368" y="2261343"/>
                <a:chExt cx="525170" cy="345231"/>
              </a:xfrm>
            </p:grpSpPr>
            <p:cxnSp>
              <p:nvCxnSpPr>
                <p:cNvPr id="60" name="Straight Connector 59">
                  <a:extLst>
                    <a:ext uri="{FF2B5EF4-FFF2-40B4-BE49-F238E27FC236}">
                      <a16:creationId xmlns:a16="http://schemas.microsoft.com/office/drawing/2014/main" id="{D5A435CF-EB6F-B6B1-0DED-591B23627184}"/>
                    </a:ext>
                  </a:extLst>
                </p:cNvPr>
                <p:cNvCxnSpPr>
                  <a:cxnSpLocks/>
                </p:cNvCxnSpPr>
                <p:nvPr/>
              </p:nvCxnSpPr>
              <p:spPr>
                <a:xfrm>
                  <a:off x="4537368" y="2457450"/>
                  <a:ext cx="256088"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1E36B0F2-9284-D6D2-66AA-30267E56A976}"/>
                    </a:ext>
                  </a:extLst>
                </p:cNvPr>
                <p:cNvCxnSpPr>
                  <a:cxnSpLocks/>
                </p:cNvCxnSpPr>
                <p:nvPr/>
              </p:nvCxnSpPr>
              <p:spPr>
                <a:xfrm flipV="1">
                  <a:off x="4788694" y="2357387"/>
                  <a:ext cx="103688" cy="10239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FC9B89E5-5DF7-FDA2-3859-919D9C5EA186}"/>
                    </a:ext>
                  </a:extLst>
                </p:cNvPr>
                <p:cNvCxnSpPr>
                  <a:cxnSpLocks/>
                </p:cNvCxnSpPr>
                <p:nvPr/>
              </p:nvCxnSpPr>
              <p:spPr>
                <a:xfrm>
                  <a:off x="4885239" y="2359768"/>
                  <a:ext cx="177299" cy="223838"/>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CC1D9D27-9E99-A33F-52C4-B5ED0320CD57}"/>
                    </a:ext>
                  </a:extLst>
                </p:cNvPr>
                <p:cNvCxnSpPr>
                  <a:cxnSpLocks/>
                </p:cNvCxnSpPr>
                <p:nvPr/>
              </p:nvCxnSpPr>
              <p:spPr>
                <a:xfrm flipV="1">
                  <a:off x="4722228" y="2261343"/>
                  <a:ext cx="0" cy="345231"/>
                </a:xfrm>
                <a:prstGeom prst="straightConnector1">
                  <a:avLst/>
                </a:prstGeom>
                <a:ln w="12700" cmpd="sng">
                  <a:solidFill>
                    <a:schemeClr val="tx1"/>
                  </a:solidFill>
                  <a:headEnd w="sm" len="med"/>
                  <a:tailEnd type="triangle" w="sm" len="sm"/>
                </a:ln>
                <a:effectLst/>
              </p:spPr>
              <p:style>
                <a:lnRef idx="2">
                  <a:schemeClr val="accent1"/>
                </a:lnRef>
                <a:fillRef idx="0">
                  <a:schemeClr val="accent1"/>
                </a:fillRef>
                <a:effectRef idx="1">
                  <a:schemeClr val="accent1"/>
                </a:effectRef>
                <a:fontRef idx="minor">
                  <a:schemeClr val="tx1"/>
                </a:fontRef>
              </p:style>
            </p:cxnSp>
          </p:grpSp>
        </p:grpSp>
        <p:grpSp>
          <p:nvGrpSpPr>
            <p:cNvPr id="20" name="Group 19">
              <a:extLst>
                <a:ext uri="{FF2B5EF4-FFF2-40B4-BE49-F238E27FC236}">
                  <a16:creationId xmlns:a16="http://schemas.microsoft.com/office/drawing/2014/main" id="{53AF08CC-5C2E-092C-744B-036C91FEF351}"/>
                </a:ext>
              </a:extLst>
            </p:cNvPr>
            <p:cNvGrpSpPr/>
            <p:nvPr/>
          </p:nvGrpSpPr>
          <p:grpSpPr>
            <a:xfrm>
              <a:off x="4876303" y="1666030"/>
              <a:ext cx="704722" cy="666750"/>
              <a:chOff x="5405500" y="2485134"/>
              <a:chExt cx="704722" cy="666750"/>
            </a:xfrm>
          </p:grpSpPr>
          <p:sp>
            <p:nvSpPr>
              <p:cNvPr id="49" name="Isosceles Triangle 48">
                <a:extLst>
                  <a:ext uri="{FF2B5EF4-FFF2-40B4-BE49-F238E27FC236}">
                    <a16:creationId xmlns:a16="http://schemas.microsoft.com/office/drawing/2014/main" id="{A9552D59-7DF0-33DE-7B6B-DC2A6A4185D8}"/>
                  </a:ext>
                </a:extLst>
              </p:cNvPr>
              <p:cNvSpPr/>
              <p:nvPr/>
            </p:nvSpPr>
            <p:spPr>
              <a:xfrm rot="5400000">
                <a:off x="5503861" y="2545523"/>
                <a:ext cx="666750" cy="545972"/>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Isosceles Triangle 49">
                <a:extLst>
                  <a:ext uri="{FF2B5EF4-FFF2-40B4-BE49-F238E27FC236}">
                    <a16:creationId xmlns:a16="http://schemas.microsoft.com/office/drawing/2014/main" id="{DAD26063-07F5-AE68-ED1F-DF7C68F634A4}"/>
                  </a:ext>
                </a:extLst>
              </p:cNvPr>
              <p:cNvSpPr/>
              <p:nvPr/>
            </p:nvSpPr>
            <p:spPr>
              <a:xfrm rot="5400000">
                <a:off x="5345111" y="2545523"/>
                <a:ext cx="666750" cy="545972"/>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1" name="Group 50">
                <a:extLst>
                  <a:ext uri="{FF2B5EF4-FFF2-40B4-BE49-F238E27FC236}">
                    <a16:creationId xmlns:a16="http://schemas.microsoft.com/office/drawing/2014/main" id="{242744B5-F85D-B343-74C2-58DAF220E2D6}"/>
                  </a:ext>
                </a:extLst>
              </p:cNvPr>
              <p:cNvGrpSpPr>
                <a:grpSpLocks noChangeAspect="1"/>
              </p:cNvGrpSpPr>
              <p:nvPr/>
            </p:nvGrpSpPr>
            <p:grpSpPr>
              <a:xfrm>
                <a:off x="5427725" y="2633468"/>
                <a:ext cx="383343" cy="252000"/>
                <a:chOff x="4537368" y="2261343"/>
                <a:chExt cx="525170" cy="345231"/>
              </a:xfrm>
            </p:grpSpPr>
            <p:cxnSp>
              <p:nvCxnSpPr>
                <p:cNvPr id="53" name="Straight Connector 52">
                  <a:extLst>
                    <a:ext uri="{FF2B5EF4-FFF2-40B4-BE49-F238E27FC236}">
                      <a16:creationId xmlns:a16="http://schemas.microsoft.com/office/drawing/2014/main" id="{3731F1B7-DEF9-A96A-7DCA-1CBEF1558168}"/>
                    </a:ext>
                  </a:extLst>
                </p:cNvPr>
                <p:cNvCxnSpPr>
                  <a:cxnSpLocks/>
                </p:cNvCxnSpPr>
                <p:nvPr/>
              </p:nvCxnSpPr>
              <p:spPr>
                <a:xfrm>
                  <a:off x="4537368" y="2457450"/>
                  <a:ext cx="256088"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473F053-070F-E058-729F-8D3067407A3A}"/>
                    </a:ext>
                  </a:extLst>
                </p:cNvPr>
                <p:cNvCxnSpPr>
                  <a:cxnSpLocks/>
                </p:cNvCxnSpPr>
                <p:nvPr/>
              </p:nvCxnSpPr>
              <p:spPr>
                <a:xfrm flipV="1">
                  <a:off x="4788694" y="2357387"/>
                  <a:ext cx="103688" cy="10239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6E76658-B496-BB27-D1BA-5FC763E9127F}"/>
                    </a:ext>
                  </a:extLst>
                </p:cNvPr>
                <p:cNvCxnSpPr>
                  <a:cxnSpLocks/>
                </p:cNvCxnSpPr>
                <p:nvPr/>
              </p:nvCxnSpPr>
              <p:spPr>
                <a:xfrm>
                  <a:off x="4885239" y="2359768"/>
                  <a:ext cx="177299" cy="223838"/>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935334E5-A3D9-0824-BCAF-DD08A80FCC70}"/>
                    </a:ext>
                  </a:extLst>
                </p:cNvPr>
                <p:cNvCxnSpPr>
                  <a:cxnSpLocks/>
                </p:cNvCxnSpPr>
                <p:nvPr/>
              </p:nvCxnSpPr>
              <p:spPr>
                <a:xfrm flipV="1">
                  <a:off x="4722228" y="2261343"/>
                  <a:ext cx="0" cy="345231"/>
                </a:xfrm>
                <a:prstGeom prst="straightConnector1">
                  <a:avLst/>
                </a:prstGeom>
                <a:ln w="12700" cmpd="sng">
                  <a:solidFill>
                    <a:schemeClr val="tx1"/>
                  </a:solidFill>
                  <a:tailEnd type="triangle" w="sm" len="sm"/>
                </a:ln>
                <a:effectLst/>
              </p:spPr>
              <p:style>
                <a:lnRef idx="2">
                  <a:schemeClr val="accent1"/>
                </a:lnRef>
                <a:fillRef idx="0">
                  <a:schemeClr val="accent1"/>
                </a:fillRef>
                <a:effectRef idx="1">
                  <a:schemeClr val="accent1"/>
                </a:effectRef>
                <a:fontRef idx="minor">
                  <a:schemeClr val="tx1"/>
                </a:fontRef>
              </p:style>
            </p:cxnSp>
          </p:grpSp>
          <p:cxnSp>
            <p:nvCxnSpPr>
              <p:cNvPr id="52" name="Straight Arrow Connector 51">
                <a:extLst>
                  <a:ext uri="{FF2B5EF4-FFF2-40B4-BE49-F238E27FC236}">
                    <a16:creationId xmlns:a16="http://schemas.microsoft.com/office/drawing/2014/main" id="{9CDBA294-B318-C6AF-49C9-394A86C0B82C}"/>
                  </a:ext>
                </a:extLst>
              </p:cNvPr>
              <p:cNvCxnSpPr>
                <a:cxnSpLocks/>
              </p:cNvCxnSpPr>
              <p:nvPr/>
            </p:nvCxnSpPr>
            <p:spPr>
              <a:xfrm flipV="1">
                <a:off x="5705738" y="2750884"/>
                <a:ext cx="100542" cy="117819"/>
              </a:xfrm>
              <a:prstGeom prst="straightConnector1">
                <a:avLst/>
              </a:prstGeom>
              <a:ln w="12700" cmpd="sng">
                <a:solidFill>
                  <a:schemeClr val="tx1"/>
                </a:solidFill>
                <a:tailEnd type="triangle" w="sm" len="sm"/>
              </a:ln>
              <a:effectLst/>
            </p:spPr>
            <p:style>
              <a:lnRef idx="2">
                <a:schemeClr val="accent1"/>
              </a:lnRef>
              <a:fillRef idx="0">
                <a:schemeClr val="accent1"/>
              </a:fillRef>
              <a:effectRef idx="1">
                <a:schemeClr val="accent1"/>
              </a:effectRef>
              <a:fontRef idx="minor">
                <a:schemeClr val="tx1"/>
              </a:fontRef>
            </p:style>
          </p:cxnSp>
        </p:grpSp>
        <p:sp>
          <p:nvSpPr>
            <p:cNvPr id="21" name="Isosceles Triangle 20">
              <a:extLst>
                <a:ext uri="{FF2B5EF4-FFF2-40B4-BE49-F238E27FC236}">
                  <a16:creationId xmlns:a16="http://schemas.microsoft.com/office/drawing/2014/main" id="{D3E5A001-A300-7D7D-3C2A-BC3330A11F0C}"/>
                </a:ext>
              </a:extLst>
            </p:cNvPr>
            <p:cNvSpPr/>
            <p:nvPr/>
          </p:nvSpPr>
          <p:spPr>
            <a:xfrm rot="5400000">
              <a:off x="5817817" y="1758168"/>
              <a:ext cx="666750" cy="545972"/>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Isosceles Triangle 21">
              <a:extLst>
                <a:ext uri="{FF2B5EF4-FFF2-40B4-BE49-F238E27FC236}">
                  <a16:creationId xmlns:a16="http://schemas.microsoft.com/office/drawing/2014/main" id="{4A1D5726-62D8-AC54-BB3A-798F39580DB8}"/>
                </a:ext>
              </a:extLst>
            </p:cNvPr>
            <p:cNvSpPr/>
            <p:nvPr/>
          </p:nvSpPr>
          <p:spPr>
            <a:xfrm rot="5400000">
              <a:off x="6688436" y="1761658"/>
              <a:ext cx="666750" cy="545972"/>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Isosceles Triangle 22">
              <a:extLst>
                <a:ext uri="{FF2B5EF4-FFF2-40B4-BE49-F238E27FC236}">
                  <a16:creationId xmlns:a16="http://schemas.microsoft.com/office/drawing/2014/main" id="{2D9765BA-0A92-6995-FE80-B50D7525B8D2}"/>
                </a:ext>
              </a:extLst>
            </p:cNvPr>
            <p:cNvSpPr/>
            <p:nvPr/>
          </p:nvSpPr>
          <p:spPr>
            <a:xfrm rot="5400000">
              <a:off x="2886110" y="2471699"/>
              <a:ext cx="546100" cy="428498"/>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62E5C812-1E0E-FCC2-4139-38CD3CD554F1}"/>
                </a:ext>
              </a:extLst>
            </p:cNvPr>
            <p:cNvCxnSpPr>
              <a:cxnSpLocks/>
            </p:cNvCxnSpPr>
            <p:nvPr/>
          </p:nvCxnSpPr>
          <p:spPr>
            <a:xfrm flipH="1">
              <a:off x="2520095" y="1862816"/>
              <a:ext cx="0" cy="82800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EBF97AD1-9FA0-6280-D5D4-B6BF7907528E}"/>
                </a:ext>
              </a:extLst>
            </p:cNvPr>
            <p:cNvCxnSpPr>
              <a:cxnSpLocks/>
              <a:stCxn id="23" idx="0"/>
            </p:cNvCxnSpPr>
            <p:nvPr/>
          </p:nvCxnSpPr>
          <p:spPr>
            <a:xfrm>
              <a:off x="3373409" y="2685948"/>
              <a:ext cx="237594" cy="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BFDA63B-003C-45A3-755B-8AD9A12C886C}"/>
                </a:ext>
              </a:extLst>
            </p:cNvPr>
            <p:cNvCxnSpPr>
              <a:cxnSpLocks/>
            </p:cNvCxnSpPr>
            <p:nvPr/>
          </p:nvCxnSpPr>
          <p:spPr>
            <a:xfrm>
              <a:off x="3607828" y="2223790"/>
              <a:ext cx="0" cy="460800"/>
            </a:xfrm>
            <a:prstGeom prst="straightConnector1">
              <a:avLst/>
            </a:prstGeom>
            <a:ln w="19050" cap="rnd"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80510CD-0BD3-6017-17CB-DCEDC844A522}"/>
                </a:ext>
              </a:extLst>
            </p:cNvPr>
            <p:cNvCxnSpPr>
              <a:cxnSpLocks/>
            </p:cNvCxnSpPr>
            <p:nvPr/>
          </p:nvCxnSpPr>
          <p:spPr>
            <a:xfrm>
              <a:off x="3601677" y="2223545"/>
              <a:ext cx="144000" cy="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nvGrpSpPr>
            <p:cNvPr id="28" name="Group 27">
              <a:extLst>
                <a:ext uri="{FF2B5EF4-FFF2-40B4-BE49-F238E27FC236}">
                  <a16:creationId xmlns:a16="http://schemas.microsoft.com/office/drawing/2014/main" id="{4608584A-5926-D64F-4905-C2844C8012C0}"/>
                </a:ext>
              </a:extLst>
            </p:cNvPr>
            <p:cNvGrpSpPr/>
            <p:nvPr/>
          </p:nvGrpSpPr>
          <p:grpSpPr>
            <a:xfrm>
              <a:off x="1192040" y="1285479"/>
              <a:ext cx="469386" cy="576000"/>
              <a:chOff x="1740332" y="2333371"/>
              <a:chExt cx="469386" cy="576000"/>
            </a:xfrm>
          </p:grpSpPr>
          <p:sp>
            <p:nvSpPr>
              <p:cNvPr id="42" name="Rectangle 41">
                <a:extLst>
                  <a:ext uri="{FF2B5EF4-FFF2-40B4-BE49-F238E27FC236}">
                    <a16:creationId xmlns:a16="http://schemas.microsoft.com/office/drawing/2014/main" id="{2FE2E163-9753-88AA-6FAE-5573BB9A14F6}"/>
                  </a:ext>
                </a:extLst>
              </p:cNvPr>
              <p:cNvSpPr/>
              <p:nvPr/>
            </p:nvSpPr>
            <p:spPr>
              <a:xfrm>
                <a:off x="1740332" y="2425701"/>
                <a:ext cx="469386" cy="419576"/>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 name="Group 42">
                <a:extLst>
                  <a:ext uri="{FF2B5EF4-FFF2-40B4-BE49-F238E27FC236}">
                    <a16:creationId xmlns:a16="http://schemas.microsoft.com/office/drawing/2014/main" id="{694419B1-918C-3FF7-5616-CCC4A5719F53}"/>
                  </a:ext>
                </a:extLst>
              </p:cNvPr>
              <p:cNvGrpSpPr>
                <a:grpSpLocks noChangeAspect="1"/>
              </p:cNvGrpSpPr>
              <p:nvPr/>
            </p:nvGrpSpPr>
            <p:grpSpPr>
              <a:xfrm>
                <a:off x="1889560" y="2333371"/>
                <a:ext cx="144000" cy="576000"/>
                <a:chOff x="1155763" y="2451456"/>
                <a:chExt cx="247651" cy="990605"/>
              </a:xfrm>
            </p:grpSpPr>
            <p:cxnSp>
              <p:nvCxnSpPr>
                <p:cNvPr id="46" name="Straight Arrow Connector 45">
                  <a:extLst>
                    <a:ext uri="{FF2B5EF4-FFF2-40B4-BE49-F238E27FC236}">
                      <a16:creationId xmlns:a16="http://schemas.microsoft.com/office/drawing/2014/main" id="{502FF2D5-5508-F92F-9649-E9A5B17C66F9}"/>
                    </a:ext>
                  </a:extLst>
                </p:cNvPr>
                <p:cNvCxnSpPr>
                  <a:cxnSpLocks/>
                </p:cNvCxnSpPr>
                <p:nvPr/>
              </p:nvCxnSpPr>
              <p:spPr>
                <a:xfrm>
                  <a:off x="1277642" y="2451456"/>
                  <a:ext cx="0" cy="990605"/>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47" name="Isosceles Triangle 46">
                  <a:extLst>
                    <a:ext uri="{FF2B5EF4-FFF2-40B4-BE49-F238E27FC236}">
                      <a16:creationId xmlns:a16="http://schemas.microsoft.com/office/drawing/2014/main" id="{7CD55502-AC43-760C-2E25-31527B892A55}"/>
                    </a:ext>
                  </a:extLst>
                </p:cNvPr>
                <p:cNvSpPr/>
                <p:nvPr/>
              </p:nvSpPr>
              <p:spPr>
                <a:xfrm>
                  <a:off x="1155763" y="2845275"/>
                  <a:ext cx="247651" cy="184821"/>
                </a:xfrm>
                <a:prstGeom prst="triangle">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8" name="Straight Arrow Connector 47">
                  <a:extLst>
                    <a:ext uri="{FF2B5EF4-FFF2-40B4-BE49-F238E27FC236}">
                      <a16:creationId xmlns:a16="http://schemas.microsoft.com/office/drawing/2014/main" id="{8C75D194-A9DD-A16F-4234-F10688DC74D2}"/>
                    </a:ext>
                  </a:extLst>
                </p:cNvPr>
                <p:cNvCxnSpPr>
                  <a:cxnSpLocks/>
                </p:cNvCxnSpPr>
                <p:nvPr/>
              </p:nvCxnSpPr>
              <p:spPr>
                <a:xfrm>
                  <a:off x="1169642" y="2845276"/>
                  <a:ext cx="216000" cy="0"/>
                </a:xfrm>
                <a:prstGeom prst="straightConnector1">
                  <a:avLst/>
                </a:prstGeom>
                <a:ln w="19050" cmpd="sng">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grpSp>
          <p:cxnSp>
            <p:nvCxnSpPr>
              <p:cNvPr id="44" name="Straight Arrow Connector 43">
                <a:extLst>
                  <a:ext uri="{FF2B5EF4-FFF2-40B4-BE49-F238E27FC236}">
                    <a16:creationId xmlns:a16="http://schemas.microsoft.com/office/drawing/2014/main" id="{C7A21EA0-58ED-0247-97AE-CA01A8EE9C9F}"/>
                  </a:ext>
                </a:extLst>
              </p:cNvPr>
              <p:cNvCxnSpPr>
                <a:cxnSpLocks/>
              </p:cNvCxnSpPr>
              <p:nvPr/>
            </p:nvCxnSpPr>
            <p:spPr>
              <a:xfrm>
                <a:off x="1810385" y="2494953"/>
                <a:ext cx="71506" cy="103975"/>
              </a:xfrm>
              <a:prstGeom prst="straightConnector1">
                <a:avLst/>
              </a:prstGeom>
              <a:ln w="19050" cmpd="sng">
                <a:solidFill>
                  <a:schemeClr val="tx1"/>
                </a:solidFill>
                <a:headEnd w="sm" len="sm"/>
                <a:tailEnd type="triangle" w="sm" len="sm"/>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4E28BA36-6931-8004-B6BC-9B0DC94D4A86}"/>
                  </a:ext>
                </a:extLst>
              </p:cNvPr>
              <p:cNvCxnSpPr>
                <a:cxnSpLocks/>
              </p:cNvCxnSpPr>
              <p:nvPr/>
            </p:nvCxnSpPr>
            <p:spPr>
              <a:xfrm>
                <a:off x="1786655" y="2546621"/>
                <a:ext cx="71506" cy="103975"/>
              </a:xfrm>
              <a:prstGeom prst="straightConnector1">
                <a:avLst/>
              </a:prstGeom>
              <a:ln w="19050" cmpd="sng">
                <a:solidFill>
                  <a:schemeClr val="tx1"/>
                </a:solidFill>
                <a:headEnd w="sm" len="sm"/>
                <a:tailEnd type="triangle" w="sm" len="sm"/>
              </a:ln>
              <a:effectLst/>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451B1654-89D6-ABFE-3B31-8824A99B0BDC}"/>
                </a:ext>
              </a:extLst>
            </p:cNvPr>
            <p:cNvSpPr txBox="1"/>
            <p:nvPr/>
          </p:nvSpPr>
          <p:spPr>
            <a:xfrm>
              <a:off x="1395699" y="1460482"/>
              <a:ext cx="333746"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PD</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B0566854-259F-5500-42BC-33F491AA58CF}"/>
                </a:ext>
              </a:extLst>
            </p:cNvPr>
            <p:cNvSpPr txBox="1"/>
            <p:nvPr/>
          </p:nvSpPr>
          <p:spPr>
            <a:xfrm>
              <a:off x="1925650" y="1740552"/>
              <a:ext cx="372218"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TIA</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30DA1F41-7BE1-46CF-1123-8831D46B8453}"/>
                </a:ext>
              </a:extLst>
            </p:cNvPr>
            <p:cNvSpPr txBox="1"/>
            <p:nvPr/>
          </p:nvSpPr>
          <p:spPr>
            <a:xfrm>
              <a:off x="2899103" y="2506872"/>
              <a:ext cx="381836"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TIA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ref</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9FFEDCC9-170A-1BE4-C5AF-F771C898874F}"/>
                </a:ext>
              </a:extLst>
            </p:cNvPr>
            <p:cNvSpPr txBox="1"/>
            <p:nvPr/>
          </p:nvSpPr>
          <p:spPr>
            <a:xfrm>
              <a:off x="3695107" y="2022400"/>
              <a:ext cx="42191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VGA</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95B693C0-2803-5DA2-7B0B-7BE2C9BF17E5}"/>
                </a:ext>
              </a:extLst>
            </p:cNvPr>
            <p:cNvSpPr txBox="1"/>
            <p:nvPr/>
          </p:nvSpPr>
          <p:spPr>
            <a:xfrm>
              <a:off x="4790473" y="1997800"/>
              <a:ext cx="465192"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CTLE</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45C797F4-9BCE-340B-2265-40A592990C11}"/>
                </a:ext>
              </a:extLst>
            </p:cNvPr>
            <p:cNvSpPr txBox="1"/>
            <p:nvPr/>
          </p:nvSpPr>
          <p:spPr>
            <a:xfrm>
              <a:off x="5805400" y="1834017"/>
              <a:ext cx="495649"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Pre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Driver</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41291C44-FD04-ABAB-6E96-66904A65B783}"/>
                </a:ext>
              </a:extLst>
            </p:cNvPr>
            <p:cNvSpPr txBox="1"/>
            <p:nvPr/>
          </p:nvSpPr>
          <p:spPr>
            <a:xfrm>
              <a:off x="6679360" y="1863991"/>
              <a:ext cx="543740"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Driver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50 ohm</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0CFE3906-E81E-9A03-C39E-BB97BB208509}"/>
                </a:ext>
              </a:extLst>
            </p:cNvPr>
            <p:cNvSpPr txBox="1"/>
            <p:nvPr/>
          </p:nvSpPr>
          <p:spPr>
            <a:xfrm>
              <a:off x="4155661" y="2320291"/>
              <a:ext cx="66877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Common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Mode</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95041D61-688F-6B54-6373-FEFFC8FEDEA6}"/>
                </a:ext>
              </a:extLst>
            </p:cNvPr>
            <p:cNvSpPr txBox="1"/>
            <p:nvPr/>
          </p:nvSpPr>
          <p:spPr>
            <a:xfrm>
              <a:off x="7072333" y="2319566"/>
              <a:ext cx="66877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Common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a:ea typeface="+mn-ea"/>
                  <a:cs typeface="+mn-cs"/>
                </a:rPr>
                <a:t>Mode</a:t>
              </a:r>
              <a:endParaRPr kumimoji="0" lang="en-GB" sz="800" b="1" i="0" u="none" strike="noStrike" kern="1200" cap="none" spc="0" normalizeH="0" baseline="0" noProof="0" err="1">
                <a:ln>
                  <a:noFill/>
                </a:ln>
                <a:solidFill>
                  <a:prstClr val="black"/>
                </a:solidFill>
                <a:effectLst/>
                <a:uLnTx/>
                <a:uFillTx/>
                <a:latin typeface="Calibri" panose="020F0502020204030204"/>
                <a:ea typeface="+mn-ea"/>
                <a:cs typeface="+mn-cs"/>
              </a:endParaRPr>
            </a:p>
          </p:txBody>
        </p:sp>
        <p:sp>
          <p:nvSpPr>
            <p:cNvPr id="38" name="Oval 37">
              <a:extLst>
                <a:ext uri="{FF2B5EF4-FFF2-40B4-BE49-F238E27FC236}">
                  <a16:creationId xmlns:a16="http://schemas.microsoft.com/office/drawing/2014/main" id="{065259E0-859C-94EC-3FD1-1521C73C1921}"/>
                </a:ext>
              </a:extLst>
            </p:cNvPr>
            <p:cNvSpPr/>
            <p:nvPr/>
          </p:nvSpPr>
          <p:spPr>
            <a:xfrm>
              <a:off x="1372961" y="1216542"/>
              <a:ext cx="72000" cy="72000"/>
            </a:xfrm>
            <a:prstGeom prst="ellipse">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5A66F5B-5B66-1732-2165-7EF157EDA9BE}"/>
                </a:ext>
              </a:extLst>
            </p:cNvPr>
            <p:cNvSpPr/>
            <p:nvPr/>
          </p:nvSpPr>
          <p:spPr>
            <a:xfrm>
              <a:off x="2479965" y="1822814"/>
              <a:ext cx="72000" cy="72000"/>
            </a:xfrm>
            <a:prstGeom prst="ellipse">
              <a:avLst/>
            </a:prstGeom>
            <a:solidFill>
              <a:srgbClr val="FF0000"/>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Oval 39">
              <a:extLst>
                <a:ext uri="{FF2B5EF4-FFF2-40B4-BE49-F238E27FC236}">
                  <a16:creationId xmlns:a16="http://schemas.microsoft.com/office/drawing/2014/main" id="{B10008ED-B118-24AF-65AB-89B0ADCD646B}"/>
                </a:ext>
              </a:extLst>
            </p:cNvPr>
            <p:cNvSpPr/>
            <p:nvPr/>
          </p:nvSpPr>
          <p:spPr>
            <a:xfrm>
              <a:off x="7805545" y="1818886"/>
              <a:ext cx="72000" cy="72000"/>
            </a:xfrm>
            <a:prstGeom prst="ellipse">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Oval 40">
              <a:extLst>
                <a:ext uri="{FF2B5EF4-FFF2-40B4-BE49-F238E27FC236}">
                  <a16:creationId xmlns:a16="http://schemas.microsoft.com/office/drawing/2014/main" id="{C19D8083-45A7-FCEC-F3D1-3174FF9805F0}"/>
                </a:ext>
              </a:extLst>
            </p:cNvPr>
            <p:cNvSpPr/>
            <p:nvPr/>
          </p:nvSpPr>
          <p:spPr>
            <a:xfrm>
              <a:off x="7835355" y="2181774"/>
              <a:ext cx="72000" cy="72000"/>
            </a:xfrm>
            <a:prstGeom prst="ellipse">
              <a:avLst/>
            </a:prstGeom>
            <a:no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pic>
        <p:nvPicPr>
          <p:cNvPr id="213" name="Picture 212">
            <a:extLst>
              <a:ext uri="{FF2B5EF4-FFF2-40B4-BE49-F238E27FC236}">
                <a16:creationId xmlns:a16="http://schemas.microsoft.com/office/drawing/2014/main" id="{C653B59B-6A1D-D722-8F75-BE80873E7202}"/>
              </a:ext>
            </a:extLst>
          </p:cNvPr>
          <p:cNvPicPr>
            <a:picLocks noChangeAspect="1"/>
          </p:cNvPicPr>
          <p:nvPr/>
        </p:nvPicPr>
        <p:blipFill>
          <a:blip r:embed="rId3"/>
          <a:stretch>
            <a:fillRect/>
          </a:stretch>
        </p:blipFill>
        <p:spPr>
          <a:xfrm>
            <a:off x="6492240" y="2632265"/>
            <a:ext cx="5650992" cy="3470240"/>
          </a:xfrm>
          <a:prstGeom prst="rect">
            <a:avLst/>
          </a:prstGeom>
        </p:spPr>
      </p:pic>
      <p:sp>
        <p:nvSpPr>
          <p:cNvPr id="214" name="TextBox 213">
            <a:extLst>
              <a:ext uri="{FF2B5EF4-FFF2-40B4-BE49-F238E27FC236}">
                <a16:creationId xmlns:a16="http://schemas.microsoft.com/office/drawing/2014/main" id="{59FA3959-1487-8CE1-B818-CC294ACB907C}"/>
              </a:ext>
            </a:extLst>
          </p:cNvPr>
          <p:cNvSpPr txBox="1"/>
          <p:nvPr/>
        </p:nvSpPr>
        <p:spPr>
          <a:xfrm>
            <a:off x="8974710" y="2118680"/>
            <a:ext cx="797013" cy="215444"/>
          </a:xfrm>
          <a:prstGeom prst="rect">
            <a:avLst/>
          </a:prstGeom>
          <a:solidFill>
            <a:srgbClr val="FFC000"/>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Calibri" panose="020F0502020204030204"/>
                <a:ea typeface="+mn-ea"/>
                <a:cs typeface="+mn-cs"/>
              </a:rPr>
              <a:t>RX Unit Cell</a:t>
            </a:r>
            <a:endParaRPr kumimoji="0" lang="en-GB" sz="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83BDF9B-56F8-46AA-BE04-E871C64EFE2D}"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4" name="Footer Placeholder 6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4041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C12F96B0-E493-DCB3-2282-AA7EEA69C3B6}"/>
              </a:ext>
            </a:extLst>
          </p:cNvPr>
          <p:cNvSpPr/>
          <p:nvPr/>
        </p:nvSpPr>
        <p:spPr>
          <a:xfrm>
            <a:off x="0" y="0"/>
            <a:ext cx="12192000" cy="569167"/>
          </a:xfrm>
          <a:prstGeom prst="roundRect">
            <a:avLst/>
          </a:prstGeom>
          <a:ln w="57150">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4D149AC7-3175-4494-D466-B7D7A9DC7D4B}"/>
              </a:ext>
            </a:extLst>
          </p:cNvPr>
          <p:cNvSpPr/>
          <p:nvPr/>
        </p:nvSpPr>
        <p:spPr>
          <a:xfrm>
            <a:off x="8797343" y="814903"/>
            <a:ext cx="2939387" cy="5135244"/>
          </a:xfrm>
          <a:prstGeom prst="rect">
            <a:avLst/>
          </a:prstGeom>
          <a:solidFill>
            <a:schemeClr val="bg1">
              <a:lumMod val="95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7A4AB47-71E7-82A3-5FAD-3D46657789DF}"/>
              </a:ext>
            </a:extLst>
          </p:cNvPr>
          <p:cNvSpPr/>
          <p:nvPr/>
        </p:nvSpPr>
        <p:spPr>
          <a:xfrm>
            <a:off x="3870004" y="814905"/>
            <a:ext cx="4723965" cy="5530855"/>
          </a:xfrm>
          <a:prstGeom prst="rect">
            <a:avLst/>
          </a:prstGeom>
          <a:solidFill>
            <a:schemeClr val="bg1">
              <a:lumMod val="95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3D32E4F-F6E2-2661-A6D9-5412330128D6}"/>
              </a:ext>
            </a:extLst>
          </p:cNvPr>
          <p:cNvSpPr/>
          <p:nvPr/>
        </p:nvSpPr>
        <p:spPr>
          <a:xfrm>
            <a:off x="571599" y="814903"/>
            <a:ext cx="3004979" cy="5492591"/>
          </a:xfrm>
          <a:prstGeom prst="rect">
            <a:avLst/>
          </a:prstGeom>
          <a:solidFill>
            <a:schemeClr val="bg1">
              <a:lumMod val="95000"/>
            </a:schemeClr>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2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026FA8-9860-B4A5-265B-A3B26E59F9B1}"/>
              </a:ext>
            </a:extLst>
          </p:cNvPr>
          <p:cNvSpPr>
            <a:spLocks noGrp="1"/>
          </p:cNvSpPr>
          <p:nvPr>
            <p:ph type="title"/>
          </p:nvPr>
        </p:nvSpPr>
        <p:spPr>
          <a:xfrm>
            <a:off x="361564" y="45665"/>
            <a:ext cx="3771898" cy="524017"/>
          </a:xfrm>
        </p:spPr>
        <p:txBody>
          <a:bodyPr>
            <a:noAutofit/>
          </a:bodyPr>
          <a:lstStyle/>
          <a:p>
            <a:r>
              <a:rPr lang="en-GB" sz="3200" b="1" dirty="0">
                <a:solidFill>
                  <a:srgbClr val="002060"/>
                </a:solidFill>
                <a:latin typeface="+mn-lt"/>
                <a:cs typeface="Arial" panose="020B0604020202020204" pitchFamily="34" charset="0"/>
              </a:rPr>
              <a:t>Tape-Out Experience</a:t>
            </a:r>
            <a:endParaRPr lang="en-IN" sz="3200" b="1" dirty="0">
              <a:solidFill>
                <a:srgbClr val="002060"/>
              </a:solidFill>
              <a:latin typeface="+mn-lt"/>
              <a:cs typeface="Arial" panose="020B0604020202020204" pitchFamily="34" charset="0"/>
            </a:endParaRPr>
          </a:p>
        </p:txBody>
      </p:sp>
      <p:graphicFrame>
        <p:nvGraphicFramePr>
          <p:cNvPr id="19" name="Content Placeholder 2">
            <a:extLst>
              <a:ext uri="{FF2B5EF4-FFF2-40B4-BE49-F238E27FC236}">
                <a16:creationId xmlns:a16="http://schemas.microsoft.com/office/drawing/2014/main" id="{52DB977F-807F-244E-E10F-3CC075BA6E18}"/>
              </a:ext>
            </a:extLst>
          </p:cNvPr>
          <p:cNvGraphicFramePr>
            <a:graphicFrameLocks noGrp="1"/>
          </p:cNvGraphicFramePr>
          <p:nvPr>
            <p:ph idx="1"/>
            <p:extLst/>
          </p:nvPr>
        </p:nvGraphicFramePr>
        <p:xfrm>
          <a:off x="838200" y="2282420"/>
          <a:ext cx="11072149" cy="4351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13C0930-1853-ADB3-4904-B283F845A911}"/>
              </a:ext>
            </a:extLst>
          </p:cNvPr>
          <p:cNvPicPr>
            <a:picLocks noChangeAspect="1"/>
          </p:cNvPicPr>
          <p:nvPr/>
        </p:nvPicPr>
        <p:blipFill>
          <a:blip r:embed="rId7"/>
          <a:stretch>
            <a:fillRect/>
          </a:stretch>
        </p:blipFill>
        <p:spPr>
          <a:xfrm>
            <a:off x="932317" y="870196"/>
            <a:ext cx="2283543" cy="2292149"/>
          </a:xfrm>
          <a:prstGeom prst="rect">
            <a:avLst/>
          </a:prstGeom>
        </p:spPr>
      </p:pic>
      <p:pic>
        <p:nvPicPr>
          <p:cNvPr id="8" name="Picture 7" descr="Graphical user interface&#10;&#10;Description automatically generated with medium confidence">
            <a:extLst>
              <a:ext uri="{FF2B5EF4-FFF2-40B4-BE49-F238E27FC236}">
                <a16:creationId xmlns:a16="http://schemas.microsoft.com/office/drawing/2014/main" id="{BFCFA69D-E158-FB0A-16A7-6954DCF624D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61464" y="899899"/>
            <a:ext cx="1661243" cy="2413992"/>
          </a:xfrm>
          <a:prstGeom prst="rect">
            <a:avLst/>
          </a:prstGeom>
        </p:spPr>
      </p:pic>
      <p:pic>
        <p:nvPicPr>
          <p:cNvPr id="11" name="Picture 10">
            <a:extLst>
              <a:ext uri="{FF2B5EF4-FFF2-40B4-BE49-F238E27FC236}">
                <a16:creationId xmlns:a16="http://schemas.microsoft.com/office/drawing/2014/main" id="{75B6F333-8667-8FB7-DFE5-4B5F50C0368E}"/>
              </a:ext>
            </a:extLst>
          </p:cNvPr>
          <p:cNvPicPr>
            <a:picLocks noChangeAspect="1"/>
          </p:cNvPicPr>
          <p:nvPr/>
        </p:nvPicPr>
        <p:blipFill>
          <a:blip r:embed="rId9"/>
          <a:stretch>
            <a:fillRect/>
          </a:stretch>
        </p:blipFill>
        <p:spPr>
          <a:xfrm>
            <a:off x="9398643" y="873535"/>
            <a:ext cx="1713054" cy="2839844"/>
          </a:xfrm>
          <a:prstGeom prst="rect">
            <a:avLst/>
          </a:prstGeom>
        </p:spPr>
      </p:pic>
      <p:sp>
        <p:nvSpPr>
          <p:cNvPr id="12" name="Rectangle 11" descr="Processor">
            <a:extLst>
              <a:ext uri="{FF2B5EF4-FFF2-40B4-BE49-F238E27FC236}">
                <a16:creationId xmlns:a16="http://schemas.microsoft.com/office/drawing/2014/main" id="{555C16D6-95D3-5AA2-B6E5-1F932A841B72}"/>
              </a:ext>
            </a:extLst>
          </p:cNvPr>
          <p:cNvSpPr/>
          <p:nvPr/>
        </p:nvSpPr>
        <p:spPr>
          <a:xfrm>
            <a:off x="9785369" y="3692263"/>
            <a:ext cx="1070779" cy="1070779"/>
          </a:xfrm>
          <a:prstGeom prst="rect">
            <a:avLst/>
          </a:prstGeom>
          <a:blipFill rotWithShape="1">
            <a:blip r:embed="rId10" cstate="print">
              <a:extLst>
                <a:ext uri="{28A0092B-C50C-407E-A947-70E740481C1C}">
                  <a14:useLocalDpi xmlns:a14="http://schemas.microsoft.com/office/drawing/2010/main" val="0"/>
                </a:ext>
                <a:ext uri="{96DAC541-7B7A-43D3-8B79-37D633B846F1}">
                  <asvg:svgBlip xmlns="" xmlns:asvg="http://schemas.microsoft.com/office/drawing/2016/SVG/main" r:embed="rId14"/>
                </a:ext>
              </a:extLst>
            </a:blip>
            <a:srcRect/>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B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88EE0E8-000F-4819-ABA3-BBAB0A330CB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8977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D6CC151-6E99-92A4-217C-68C8A3D269F0}"/>
              </a:ext>
            </a:extLst>
          </p:cNvPr>
          <p:cNvSpPr txBox="1">
            <a:spLocks/>
          </p:cNvSpPr>
          <p:nvPr/>
        </p:nvSpPr>
        <p:spPr>
          <a:xfrm>
            <a:off x="3952240" y="2700160"/>
            <a:ext cx="3201890" cy="827759"/>
          </a:xfrm>
          <a:prstGeom prst="rect">
            <a:avLst/>
          </a:prstGeom>
        </p:spPr>
        <p:txBody>
          <a:bodyPr vert="horz" lIns="91440" tIns="45720" rIns="91440" bIns="45720" rtlCol="0" anchor="ctr">
            <a:normAutofit/>
          </a:bodyPr>
          <a:lstStyle>
            <a:lvl1pPr algn="ctr" defTabSz="914400" rtl="0" eaLnBrk="1" latinLnBrk="1" hangingPunct="1">
              <a:lnSpc>
                <a:spcPct val="90000"/>
              </a:lnSpc>
              <a:spcBef>
                <a:spcPct val="0"/>
              </a:spcBef>
              <a:buNone/>
              <a:defRPr sz="4400" b="1" i="0" kern="1200" baseline="0">
                <a:solidFill>
                  <a:schemeClr val="tx1"/>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1"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noFill/>
                </a:ln>
                <a:solidFill>
                  <a:sysClr val="windowText" lastClr="000000"/>
                </a:solidFill>
                <a:effectLst/>
                <a:uLnTx/>
                <a:uFillTx/>
                <a:latin typeface="Calibri" panose="020F0502020204030204"/>
                <a:ea typeface="맑은 고딕"/>
                <a:cs typeface="Arial" panose="020B0604020202020204" pitchFamily="34" charset="0"/>
              </a:rPr>
              <a:t>Thank You!</a:t>
            </a: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B49E691-DD7A-4B52-A25C-4CABAD81F59B}"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9/1/2026</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5-Day International Workshop on “Recent Advances in Semiconductor and Emerging Devices for Chip Design” © Neeraj Mishra</a:t>
            </a:r>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331F8A-FA1D-427D-B40D-66DA77956C52}" type="slidenum">
              <a:rPr kumimoji="0" lang="en-B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B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6783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ASSCC_2022">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Arial Rounded MT Bold"/>
        <a:ea typeface="맑은 고딕"/>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SSCC_2022" id="{50B85531-4B33-3248-BC6A-864F795275DD}" vid="{39D564C5-71F4-A84C-8816-90C4E58AF93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3764</TotalTime>
  <Words>9816</Words>
  <Application>Microsoft Office PowerPoint</Application>
  <PresentationFormat>Widescreen</PresentationFormat>
  <Paragraphs>1742</Paragraphs>
  <Slides>72</Slides>
  <Notes>10</Notes>
  <HiddenSlides>17</HiddenSlides>
  <MMClips>0</MMClips>
  <ScaleCrop>false</ScaleCrop>
  <HeadingPairs>
    <vt:vector size="6" baseType="variant">
      <vt:variant>
        <vt:lpstr>Fonts Used</vt:lpstr>
      </vt:variant>
      <vt:variant>
        <vt:i4>21</vt:i4>
      </vt:variant>
      <vt:variant>
        <vt:lpstr>Theme</vt:lpstr>
      </vt:variant>
      <vt:variant>
        <vt:i4>4</vt:i4>
      </vt:variant>
      <vt:variant>
        <vt:lpstr>Slide Titles</vt:lpstr>
      </vt:variant>
      <vt:variant>
        <vt:i4>72</vt:i4>
      </vt:variant>
    </vt:vector>
  </HeadingPairs>
  <TitlesOfParts>
    <vt:vector size="97" baseType="lpstr">
      <vt:lpstr>맑은 고딕</vt:lpstr>
      <vt:lpstr>Arial</vt:lpstr>
      <vt:lpstr>Arial</vt:lpstr>
      <vt:lpstr>Arial Rounded MT Bold</vt:lpstr>
      <vt:lpstr>Calibri</vt:lpstr>
      <vt:lpstr>Calibri Light</vt:lpstr>
      <vt:lpstr>Cambria Math</vt:lpstr>
      <vt:lpstr>fkGrotesk</vt:lpstr>
      <vt:lpstr>fkGroteskNeue</vt:lpstr>
      <vt:lpstr>Gill Sans MT</vt:lpstr>
      <vt:lpstr>HelveticaNeue Regular</vt:lpstr>
      <vt:lpstr>KaTeX_Main</vt:lpstr>
      <vt:lpstr>KaTeX_Math</vt:lpstr>
      <vt:lpstr>Lato</vt:lpstr>
      <vt:lpstr>Lato Black</vt:lpstr>
      <vt:lpstr>Lucida Sans</vt:lpstr>
      <vt:lpstr>Mangal</vt:lpstr>
      <vt:lpstr>MS Mincho</vt:lpstr>
      <vt:lpstr>Times New Roman</vt:lpstr>
      <vt:lpstr>Verdana</vt:lpstr>
      <vt:lpstr>Wingdings</vt:lpstr>
      <vt:lpstr>ASSCC_2022</vt:lpstr>
      <vt:lpstr>1_Office Theme</vt:lpstr>
      <vt:lpstr>2_Office Theme</vt:lpstr>
      <vt:lpstr>3_Office Theme</vt:lpstr>
      <vt:lpstr>PowerPoint Presentation</vt:lpstr>
      <vt:lpstr>PowerPoint Presentation</vt:lpstr>
      <vt:lpstr>PowerPoint Presentation</vt:lpstr>
      <vt:lpstr>PowerPoint Presentation</vt:lpstr>
      <vt:lpstr>Trend of Ever-Increasing Data Rate</vt:lpstr>
      <vt:lpstr>PowerPoint Presentation</vt:lpstr>
      <vt:lpstr>Problem Context and Motivation</vt:lpstr>
      <vt:lpstr>PowerPoint Presentation</vt:lpstr>
      <vt:lpstr>Multiphase Generation deep dive</vt:lpstr>
      <vt:lpstr>PowerPoint Presentation</vt:lpstr>
      <vt:lpstr>Comparative Table: Advanced Multiphase Clock  Generation</vt:lpstr>
      <vt:lpstr>Advanced Insights</vt:lpstr>
      <vt:lpstr>Introduction to High-Speed Data Conversion </vt:lpstr>
      <vt:lpstr>Four-Way Time Interleaved ADC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Tape-Out Experience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51</cp:revision>
  <dcterms:created xsi:type="dcterms:W3CDTF">2025-03-04T07:01:13Z</dcterms:created>
  <dcterms:modified xsi:type="dcterms:W3CDTF">2026-09-01T13:46:44Z</dcterms:modified>
</cp:coreProperties>
</file>