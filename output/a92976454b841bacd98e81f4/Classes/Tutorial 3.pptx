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8" autoAdjust="0"/>
    <p:restoredTop sz="94660"/>
  </p:normalViewPr>
  <p:slideViewPr>
    <p:cSldViewPr snapToGrid="0">
      <p:cViewPr>
        <p:scale>
          <a:sx n="80" d="100"/>
          <a:sy n="80" d="100"/>
        </p:scale>
        <p:origin x="-492" y="-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26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5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03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999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26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1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3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85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18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9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2587E-723C-48F1-B57E-02756FE081BD}" type="datetimeFigureOut">
              <a:rPr lang="en-US" smtClean="0"/>
              <a:t>8/20/2025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7E581C-5122-4DDB-9BB7-88B5FB5AF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96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Tutorial 3</a:t>
            </a:r>
          </a:p>
          <a:p>
            <a:r>
              <a:rPr lang="en-US" smtClean="0"/>
              <a:t>ADVD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74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14988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4182"/>
            <a:ext cx="11512415" cy="527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97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57185" cy="657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2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2540" y="872993"/>
            <a:ext cx="12237079" cy="511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95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60" y="0"/>
            <a:ext cx="11542902" cy="496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1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408" y="495540"/>
            <a:ext cx="10602089" cy="38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3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49" y="494676"/>
            <a:ext cx="8190314" cy="604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98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139"/>
            <a:ext cx="10369685" cy="657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20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416507"/>
            <a:ext cx="8511619" cy="618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4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430"/>
            <a:ext cx="10953345" cy="365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627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5" y="344155"/>
            <a:ext cx="12025695" cy="9875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24" y="2015272"/>
            <a:ext cx="11495113" cy="306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13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35" y="968687"/>
            <a:ext cx="11751897" cy="87133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182" y="2511378"/>
            <a:ext cx="9455636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9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167"/>
            <a:ext cx="12192000" cy="13708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875" y="1837168"/>
            <a:ext cx="9451329" cy="4753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710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</Words>
  <Application>Microsoft Office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Neeraj Mishra</dc:creator>
  <cp:lastModifiedBy>Admin</cp:lastModifiedBy>
  <cp:revision>2</cp:revision>
  <dcterms:created xsi:type="dcterms:W3CDTF">2025-08-19T11:56:02Z</dcterms:created>
  <dcterms:modified xsi:type="dcterms:W3CDTF">2025-08-20T03:01:49Z</dcterms:modified>
</cp:coreProperties>
</file>