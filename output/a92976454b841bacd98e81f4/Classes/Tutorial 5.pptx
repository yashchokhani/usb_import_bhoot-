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sldIdLst>
    <p:sldId id="256" r:id="rId3"/>
    <p:sldId id="257" r:id="rId4"/>
    <p:sldId id="258" r:id="rId5"/>
    <p:sldId id="259" r:id="rId6"/>
    <p:sldId id="262" r:id="rId7"/>
    <p:sldId id="263" r:id="rId8"/>
    <p:sldId id="264" r:id="rId9"/>
    <p:sldId id="265" r:id="rId10"/>
    <p:sldId id="260" r:id="rId11"/>
    <p:sldId id="261"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26" autoAdjust="0"/>
    <p:restoredTop sz="94660"/>
  </p:normalViewPr>
  <p:slideViewPr>
    <p:cSldViewPr snapToGrid="0">
      <p:cViewPr varScale="1">
        <p:scale>
          <a:sx n="67" d="100"/>
          <a:sy n="67" d="100"/>
        </p:scale>
        <p:origin x="636"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presProps" Target="presProp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2" Type="http://schemas.openxmlformats.org/officeDocument/2006/relationships/slideMaster" Target="slideMasters/slideMaster2.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theme" Target="theme/theme1.xml"/><Relationship Id="rId10" Type="http://schemas.openxmlformats.org/officeDocument/2006/relationships/slide" Target="slides/slide8.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F17DC38B-83FA-4969-A10D-FDCB92C215E6}" type="datetimeFigureOut">
              <a:rPr lang="en-US" smtClean="0"/>
              <a:t>9/10/2025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DE8F1D5-4098-49FD-930B-591B4B50FA4E}" type="slidenum">
              <a:rPr lang="en-US" smtClean="0"/>
              <a:t>‹#›</a:t>
            </a:fld>
            <a:endParaRPr lang="en-US"/>
          </a:p>
        </p:txBody>
      </p:sp>
    </p:spTree>
    <p:extLst>
      <p:ext uri="{BB962C8B-B14F-4D97-AF65-F5344CB8AC3E}">
        <p14:creationId xmlns:p14="http://schemas.microsoft.com/office/powerpoint/2010/main" val="293947518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F17DC38B-83FA-4969-A10D-FDCB92C215E6}" type="datetimeFigureOut">
              <a:rPr lang="en-US" smtClean="0"/>
              <a:t>9/10/2025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DE8F1D5-4098-49FD-930B-591B4B50FA4E}" type="slidenum">
              <a:rPr lang="en-US" smtClean="0"/>
              <a:t>‹#›</a:t>
            </a:fld>
            <a:endParaRPr lang="en-US"/>
          </a:p>
        </p:txBody>
      </p:sp>
    </p:spTree>
    <p:extLst>
      <p:ext uri="{BB962C8B-B14F-4D97-AF65-F5344CB8AC3E}">
        <p14:creationId xmlns:p14="http://schemas.microsoft.com/office/powerpoint/2010/main" val="28865904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F17DC38B-83FA-4969-A10D-FDCB92C215E6}" type="datetimeFigureOut">
              <a:rPr lang="en-US" smtClean="0"/>
              <a:t>9/10/2025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DE8F1D5-4098-49FD-930B-591B4B50FA4E}" type="slidenum">
              <a:rPr lang="en-US" smtClean="0"/>
              <a:t>‹#›</a:t>
            </a:fld>
            <a:endParaRPr lang="en-US"/>
          </a:p>
        </p:txBody>
      </p:sp>
    </p:spTree>
    <p:extLst>
      <p:ext uri="{BB962C8B-B14F-4D97-AF65-F5344CB8AC3E}">
        <p14:creationId xmlns:p14="http://schemas.microsoft.com/office/powerpoint/2010/main" val="31877496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F17DC38B-83FA-4969-A10D-FDCB92C215E6}" type="datetimeFigureOut">
              <a:rPr lang="en-US" smtClean="0"/>
              <a:t>9/10/2025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DE8F1D5-4098-49FD-930B-591B4B50FA4E}" type="slidenum">
              <a:rPr lang="en-US" smtClean="0"/>
              <a:t>‹#›</a:t>
            </a:fld>
            <a:endParaRPr lang="en-US"/>
          </a:p>
        </p:txBody>
      </p:sp>
    </p:spTree>
    <p:extLst>
      <p:ext uri="{BB962C8B-B14F-4D97-AF65-F5344CB8AC3E}">
        <p14:creationId xmlns:p14="http://schemas.microsoft.com/office/powerpoint/2010/main" val="25901980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F17DC38B-83FA-4969-A10D-FDCB92C215E6}" type="datetimeFigureOut">
              <a:rPr lang="en-US" smtClean="0"/>
              <a:t>9/10/2025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DE8F1D5-4098-49FD-930B-591B4B50FA4E}" type="slidenum">
              <a:rPr lang="en-US" smtClean="0"/>
              <a:t>‹#›</a:t>
            </a:fld>
            <a:endParaRPr lang="en-US"/>
          </a:p>
        </p:txBody>
      </p:sp>
    </p:spTree>
    <p:extLst>
      <p:ext uri="{BB962C8B-B14F-4D97-AF65-F5344CB8AC3E}">
        <p14:creationId xmlns:p14="http://schemas.microsoft.com/office/powerpoint/2010/main" val="1200505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F17DC38B-83FA-4969-A10D-FDCB92C215E6}" type="datetimeFigureOut">
              <a:rPr lang="en-US" smtClean="0"/>
              <a:t>9/10/2025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DE8F1D5-4098-49FD-930B-591B4B50FA4E}" type="slidenum">
              <a:rPr lang="en-US" smtClean="0"/>
              <a:t>‹#›</a:t>
            </a:fld>
            <a:endParaRPr lang="en-US"/>
          </a:p>
        </p:txBody>
      </p:sp>
    </p:spTree>
    <p:extLst>
      <p:ext uri="{BB962C8B-B14F-4D97-AF65-F5344CB8AC3E}">
        <p14:creationId xmlns:p14="http://schemas.microsoft.com/office/powerpoint/2010/main" val="5218621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17DC38B-83FA-4969-A10D-FDCB92C215E6}" type="datetimeFigureOut">
              <a:rPr lang="en-US" smtClean="0"/>
              <a:t>9/10/2025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DE8F1D5-4098-49FD-930B-591B4B50FA4E}" type="slidenum">
              <a:rPr lang="en-US" smtClean="0"/>
              <a:t>‹#›</a:t>
            </a:fld>
            <a:endParaRPr lang="en-US"/>
          </a:p>
        </p:txBody>
      </p:sp>
    </p:spTree>
    <p:extLst>
      <p:ext uri="{BB962C8B-B14F-4D97-AF65-F5344CB8AC3E}">
        <p14:creationId xmlns:p14="http://schemas.microsoft.com/office/powerpoint/2010/main" val="12358830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F17DC38B-83FA-4969-A10D-FDCB92C215E6}" type="datetimeFigureOut">
              <a:rPr lang="en-US" smtClean="0"/>
              <a:t>9/10/2025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DE8F1D5-4098-49FD-930B-591B4B50FA4E}" type="slidenum">
              <a:rPr lang="en-US" smtClean="0"/>
              <a:t>‹#›</a:t>
            </a:fld>
            <a:endParaRPr lang="en-US"/>
          </a:p>
        </p:txBody>
      </p:sp>
    </p:spTree>
    <p:extLst>
      <p:ext uri="{BB962C8B-B14F-4D97-AF65-F5344CB8AC3E}">
        <p14:creationId xmlns:p14="http://schemas.microsoft.com/office/powerpoint/2010/main" val="35838105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F17DC38B-83FA-4969-A10D-FDCB92C215E6}" type="datetimeFigureOut">
              <a:rPr lang="en-US" smtClean="0"/>
              <a:t>9/10/2025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DE8F1D5-4098-49FD-930B-591B4B50FA4E}" type="slidenum">
              <a:rPr lang="en-US" smtClean="0"/>
              <a:t>‹#›</a:t>
            </a:fld>
            <a:endParaRPr lang="en-US"/>
          </a:p>
        </p:txBody>
      </p:sp>
    </p:spTree>
    <p:extLst>
      <p:ext uri="{BB962C8B-B14F-4D97-AF65-F5344CB8AC3E}">
        <p14:creationId xmlns:p14="http://schemas.microsoft.com/office/powerpoint/2010/main" val="30839657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F17DC38B-83FA-4969-A10D-FDCB92C215E6}" type="datetimeFigureOut">
              <a:rPr lang="en-US" smtClean="0"/>
              <a:t>9/10/2025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DE8F1D5-4098-49FD-930B-591B4B50FA4E}" type="slidenum">
              <a:rPr lang="en-US" smtClean="0"/>
              <a:t>‹#›</a:t>
            </a:fld>
            <a:endParaRPr lang="en-US"/>
          </a:p>
        </p:txBody>
      </p:sp>
    </p:spTree>
    <p:extLst>
      <p:ext uri="{BB962C8B-B14F-4D97-AF65-F5344CB8AC3E}">
        <p14:creationId xmlns:p14="http://schemas.microsoft.com/office/powerpoint/2010/main" val="25801803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F17DC38B-83FA-4969-A10D-FDCB92C215E6}" type="datetimeFigureOut">
              <a:rPr lang="en-US" smtClean="0"/>
              <a:t>9/10/2025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DE8F1D5-4098-49FD-930B-591B4B50FA4E}" type="slidenum">
              <a:rPr lang="en-US" smtClean="0"/>
              <a:t>‹#›</a:t>
            </a:fld>
            <a:endParaRPr lang="en-US"/>
          </a:p>
        </p:txBody>
      </p:sp>
    </p:spTree>
    <p:extLst>
      <p:ext uri="{BB962C8B-B14F-4D97-AF65-F5344CB8AC3E}">
        <p14:creationId xmlns:p14="http://schemas.microsoft.com/office/powerpoint/2010/main" val="155610252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sz="3400" b="0" i="0">
                <a:solidFill>
                  <a:schemeClr val="tx1"/>
                </a:solidFill>
                <a:latin typeface="Verdana"/>
                <a:cs typeface="Verdana"/>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sz="2000" b="0" i="0">
                <a:solidFill>
                  <a:schemeClr val="tx1"/>
                </a:solidFill>
                <a:latin typeface="Verdana"/>
                <a:cs typeface="Verdana"/>
              </a:defRPr>
            </a:lvl1pPr>
          </a:lstStyle>
          <a:p>
            <a:endParaRPr/>
          </a:p>
        </p:txBody>
      </p:sp>
      <p:sp>
        <p:nvSpPr>
          <p:cNvPr id="4" name="Holder 4"/>
          <p:cNvSpPr>
            <a:spLocks noGrp="1"/>
          </p:cNvSpPr>
          <p:nvPr>
            <p:ph type="ftr" sz="quarter" idx="5"/>
          </p:nvPr>
        </p:nvSpPr>
        <p:spPr/>
        <p:txBody>
          <a:bodyPr lIns="0" tIns="0" rIns="0" bIns="0"/>
          <a:lstStyle>
            <a:lvl1pPr>
              <a:defRPr sz="1200" b="0" i="0">
                <a:solidFill>
                  <a:schemeClr val="tx1"/>
                </a:solidFill>
                <a:latin typeface="Verdana"/>
                <a:cs typeface="Verdana"/>
              </a:defRPr>
            </a:lvl1p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sz="1200" b="0" i="0" u="none" strike="noStrike" kern="0" cap="none" spc="-10" normalizeH="0" baseline="0" noProof="0" dirty="0">
              <a:ln>
                <a:noFill/>
              </a:ln>
              <a:solidFill>
                <a:prstClr val="black"/>
              </a:solidFill>
              <a:effectLst/>
              <a:uLnTx/>
              <a:uFillTx/>
              <a:latin typeface="Verdana"/>
              <a:ea typeface="+mn-ea"/>
            </a:endParaRPr>
          </a:p>
        </p:txBody>
      </p:sp>
      <p:sp>
        <p:nvSpPr>
          <p:cNvPr id="5" name="Holder 5"/>
          <p:cNvSpPr>
            <a:spLocks noGrp="1"/>
          </p:cNvSpPr>
          <p:nvPr>
            <p:ph type="dt" sz="half" idx="6"/>
          </p:nvPr>
        </p:nvSpPr>
        <p:spPr/>
        <p:txBody>
          <a:bodyPr lIns="0" tIns="0" rIns="0" bIns="0"/>
          <a:lstStyle>
            <a:lvl1pPr>
              <a:defRPr sz="1200" b="0" i="0">
                <a:solidFill>
                  <a:schemeClr val="tx1"/>
                </a:solidFill>
                <a:latin typeface="Verdana"/>
                <a:cs typeface="Verdana"/>
              </a:defRPr>
            </a:lvl1p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sz="1200" b="0" i="0" u="none" strike="noStrike" kern="0" cap="none" spc="-10" normalizeH="0" baseline="0" noProof="0" dirty="0">
              <a:ln>
                <a:noFill/>
              </a:ln>
              <a:solidFill>
                <a:prstClr val="black"/>
              </a:solidFill>
              <a:effectLst/>
              <a:uLnTx/>
              <a:uFillTx/>
              <a:latin typeface="Verdana"/>
              <a:ea typeface="+mn-ea"/>
            </a:endParaRPr>
          </a:p>
        </p:txBody>
      </p:sp>
      <p:sp>
        <p:nvSpPr>
          <p:cNvPr id="6" name="Holder 6"/>
          <p:cNvSpPr>
            <a:spLocks noGrp="1"/>
          </p:cNvSpPr>
          <p:nvPr>
            <p:ph type="sldNum" sz="quarter" idx="7"/>
          </p:nvPr>
        </p:nvSpPr>
        <p:spPr/>
        <p:txBody>
          <a:bodyPr lIns="0" tIns="0" rIns="0" bIns="0"/>
          <a:lstStyle>
            <a:lvl1pPr>
              <a:defRPr sz="1200" b="0" i="0">
                <a:solidFill>
                  <a:schemeClr val="tx1"/>
                </a:solidFill>
                <a:latin typeface="Verdana"/>
                <a:cs typeface="Verdana"/>
              </a:defRPr>
            </a:lvl1p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sz="1200" b="0" i="0" u="none" strike="noStrike" kern="0" cap="none" spc="-50" normalizeH="0" baseline="0" noProof="0" dirty="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a:t>
            </a:fld>
            <a:endParaRPr kumimoji="0" sz="1200" b="0" i="0" u="none" strike="noStrike" kern="0" cap="none" spc="-50" normalizeH="0" baseline="0" noProof="0" dirty="0">
              <a:ln>
                <a:noFill/>
              </a:ln>
              <a:solidFill>
                <a:prstClr val="black"/>
              </a:solidFill>
              <a:effectLst/>
              <a:uLnTx/>
              <a:uFillTx/>
              <a:latin typeface="Verdana"/>
              <a:ea typeface="+mn-ea"/>
            </a:endParaRPr>
          </a:p>
        </p:txBody>
      </p:sp>
    </p:spTree>
    <p:extLst>
      <p:ext uri="{BB962C8B-B14F-4D97-AF65-F5344CB8AC3E}">
        <p14:creationId xmlns:p14="http://schemas.microsoft.com/office/powerpoint/2010/main" val="156134013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400" b="0" i="0">
                <a:solidFill>
                  <a:schemeClr val="tx1"/>
                </a:solidFill>
                <a:latin typeface="Verdana"/>
                <a:cs typeface="Verdana"/>
              </a:defRPr>
            </a:lvl1pPr>
          </a:lstStyle>
          <a:p>
            <a:endParaRPr/>
          </a:p>
        </p:txBody>
      </p:sp>
      <p:sp>
        <p:nvSpPr>
          <p:cNvPr id="3" name="Holder 3"/>
          <p:cNvSpPr>
            <a:spLocks noGrp="1"/>
          </p:cNvSpPr>
          <p:nvPr>
            <p:ph type="body" idx="1"/>
          </p:nvPr>
        </p:nvSpPr>
        <p:spPr/>
        <p:txBody>
          <a:bodyPr lIns="0" tIns="0" rIns="0" bIns="0"/>
          <a:lstStyle>
            <a:lvl1pPr>
              <a:defRPr sz="2000" b="0" i="0">
                <a:solidFill>
                  <a:schemeClr val="tx1"/>
                </a:solidFill>
                <a:latin typeface="Verdana"/>
                <a:cs typeface="Verdana"/>
              </a:defRPr>
            </a:lvl1pPr>
          </a:lstStyle>
          <a:p>
            <a:endParaRPr/>
          </a:p>
        </p:txBody>
      </p:sp>
      <p:sp>
        <p:nvSpPr>
          <p:cNvPr id="4" name="Holder 4"/>
          <p:cNvSpPr>
            <a:spLocks noGrp="1"/>
          </p:cNvSpPr>
          <p:nvPr>
            <p:ph type="ftr" sz="quarter" idx="5"/>
          </p:nvPr>
        </p:nvSpPr>
        <p:spPr/>
        <p:txBody>
          <a:bodyPr lIns="0" tIns="0" rIns="0" bIns="0"/>
          <a:lstStyle>
            <a:lvl1pPr>
              <a:defRPr sz="1200" b="0" i="0">
                <a:solidFill>
                  <a:schemeClr val="tx1"/>
                </a:solidFill>
                <a:latin typeface="Verdana"/>
                <a:cs typeface="Verdana"/>
              </a:defRPr>
            </a:lvl1p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sz="1200" b="0" i="0" u="none" strike="noStrike" kern="0" cap="none" spc="-10" normalizeH="0" baseline="0" noProof="0" dirty="0">
              <a:ln>
                <a:noFill/>
              </a:ln>
              <a:solidFill>
                <a:prstClr val="black"/>
              </a:solidFill>
              <a:effectLst/>
              <a:uLnTx/>
              <a:uFillTx/>
              <a:latin typeface="Verdana"/>
              <a:ea typeface="+mn-ea"/>
            </a:endParaRPr>
          </a:p>
        </p:txBody>
      </p:sp>
      <p:sp>
        <p:nvSpPr>
          <p:cNvPr id="5" name="Holder 5"/>
          <p:cNvSpPr>
            <a:spLocks noGrp="1"/>
          </p:cNvSpPr>
          <p:nvPr>
            <p:ph type="dt" sz="half" idx="6"/>
          </p:nvPr>
        </p:nvSpPr>
        <p:spPr/>
        <p:txBody>
          <a:bodyPr lIns="0" tIns="0" rIns="0" bIns="0"/>
          <a:lstStyle>
            <a:lvl1pPr>
              <a:defRPr sz="1200" b="0" i="0">
                <a:solidFill>
                  <a:schemeClr val="tx1"/>
                </a:solidFill>
                <a:latin typeface="Verdana"/>
                <a:cs typeface="Verdana"/>
              </a:defRPr>
            </a:lvl1p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sz="1200" b="0" i="0" u="none" strike="noStrike" kern="0" cap="none" spc="-10" normalizeH="0" baseline="0" noProof="0" dirty="0">
              <a:ln>
                <a:noFill/>
              </a:ln>
              <a:solidFill>
                <a:prstClr val="black"/>
              </a:solidFill>
              <a:effectLst/>
              <a:uLnTx/>
              <a:uFillTx/>
              <a:latin typeface="Verdana"/>
              <a:ea typeface="+mn-ea"/>
            </a:endParaRPr>
          </a:p>
        </p:txBody>
      </p:sp>
      <p:sp>
        <p:nvSpPr>
          <p:cNvPr id="6" name="Holder 6"/>
          <p:cNvSpPr>
            <a:spLocks noGrp="1"/>
          </p:cNvSpPr>
          <p:nvPr>
            <p:ph type="sldNum" sz="quarter" idx="7"/>
          </p:nvPr>
        </p:nvSpPr>
        <p:spPr/>
        <p:txBody>
          <a:bodyPr lIns="0" tIns="0" rIns="0" bIns="0"/>
          <a:lstStyle>
            <a:lvl1pPr>
              <a:defRPr sz="1200" b="0" i="0">
                <a:solidFill>
                  <a:schemeClr val="tx1"/>
                </a:solidFill>
                <a:latin typeface="Verdana"/>
                <a:cs typeface="Verdana"/>
              </a:defRPr>
            </a:lvl1p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sz="1200" b="0" i="0" u="none" strike="noStrike" kern="0" cap="none" spc="-50" normalizeH="0" baseline="0" noProof="0" dirty="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a:t>
            </a:fld>
            <a:endParaRPr kumimoji="0" sz="1200" b="0" i="0" u="none" strike="noStrike" kern="0" cap="none" spc="-50" normalizeH="0" baseline="0" noProof="0" dirty="0">
              <a:ln>
                <a:noFill/>
              </a:ln>
              <a:solidFill>
                <a:prstClr val="black"/>
              </a:solidFill>
              <a:effectLst/>
              <a:uLnTx/>
              <a:uFillTx/>
              <a:latin typeface="Verdana"/>
              <a:ea typeface="+mn-ea"/>
            </a:endParaRPr>
          </a:p>
        </p:txBody>
      </p:sp>
    </p:spTree>
    <p:extLst>
      <p:ext uri="{BB962C8B-B14F-4D97-AF65-F5344CB8AC3E}">
        <p14:creationId xmlns:p14="http://schemas.microsoft.com/office/powerpoint/2010/main" val="304520938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400" b="0" i="0">
                <a:solidFill>
                  <a:schemeClr val="tx1"/>
                </a:solidFill>
                <a:latin typeface="Verdana"/>
                <a:cs typeface="Verdana"/>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1200" b="0" i="0">
                <a:solidFill>
                  <a:schemeClr val="tx1"/>
                </a:solidFill>
                <a:latin typeface="Verdana"/>
                <a:cs typeface="Verdana"/>
              </a:defRPr>
            </a:lvl1p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sz="1200" b="0" i="0" u="none" strike="noStrike" kern="0" cap="none" spc="-10" normalizeH="0" baseline="0" noProof="0" dirty="0">
              <a:ln>
                <a:noFill/>
              </a:ln>
              <a:solidFill>
                <a:prstClr val="black"/>
              </a:solidFill>
              <a:effectLst/>
              <a:uLnTx/>
              <a:uFillTx/>
              <a:latin typeface="Verdana"/>
              <a:ea typeface="+mn-ea"/>
            </a:endParaRPr>
          </a:p>
        </p:txBody>
      </p:sp>
      <p:sp>
        <p:nvSpPr>
          <p:cNvPr id="6" name="Holder 6"/>
          <p:cNvSpPr>
            <a:spLocks noGrp="1"/>
          </p:cNvSpPr>
          <p:nvPr>
            <p:ph type="dt" sz="half" idx="6"/>
          </p:nvPr>
        </p:nvSpPr>
        <p:spPr/>
        <p:txBody>
          <a:bodyPr lIns="0" tIns="0" rIns="0" bIns="0"/>
          <a:lstStyle>
            <a:lvl1pPr>
              <a:defRPr sz="1200" b="0" i="0">
                <a:solidFill>
                  <a:schemeClr val="tx1"/>
                </a:solidFill>
                <a:latin typeface="Verdana"/>
                <a:cs typeface="Verdana"/>
              </a:defRPr>
            </a:lvl1p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sz="1200" b="0" i="0" u="none" strike="noStrike" kern="0" cap="none" spc="-10" normalizeH="0" baseline="0" noProof="0" dirty="0">
              <a:ln>
                <a:noFill/>
              </a:ln>
              <a:solidFill>
                <a:prstClr val="black"/>
              </a:solidFill>
              <a:effectLst/>
              <a:uLnTx/>
              <a:uFillTx/>
              <a:latin typeface="Verdana"/>
              <a:ea typeface="+mn-ea"/>
            </a:endParaRPr>
          </a:p>
        </p:txBody>
      </p:sp>
      <p:sp>
        <p:nvSpPr>
          <p:cNvPr id="7" name="Holder 7"/>
          <p:cNvSpPr>
            <a:spLocks noGrp="1"/>
          </p:cNvSpPr>
          <p:nvPr>
            <p:ph type="sldNum" sz="quarter" idx="7"/>
          </p:nvPr>
        </p:nvSpPr>
        <p:spPr/>
        <p:txBody>
          <a:bodyPr lIns="0" tIns="0" rIns="0" bIns="0"/>
          <a:lstStyle>
            <a:lvl1pPr>
              <a:defRPr sz="1200" b="0" i="0">
                <a:solidFill>
                  <a:schemeClr val="tx1"/>
                </a:solidFill>
                <a:latin typeface="Verdana"/>
                <a:cs typeface="Verdana"/>
              </a:defRPr>
            </a:lvl1p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sz="1200" b="0" i="0" u="none" strike="noStrike" kern="0" cap="none" spc="-50" normalizeH="0" baseline="0" noProof="0" dirty="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a:t>
            </a:fld>
            <a:endParaRPr kumimoji="0" sz="1200" b="0" i="0" u="none" strike="noStrike" kern="0" cap="none" spc="-50" normalizeH="0" baseline="0" noProof="0" dirty="0">
              <a:ln>
                <a:noFill/>
              </a:ln>
              <a:solidFill>
                <a:prstClr val="black"/>
              </a:solidFill>
              <a:effectLst/>
              <a:uLnTx/>
              <a:uFillTx/>
              <a:latin typeface="Verdana"/>
              <a:ea typeface="+mn-ea"/>
            </a:endParaRPr>
          </a:p>
        </p:txBody>
      </p:sp>
    </p:spTree>
    <p:extLst>
      <p:ext uri="{BB962C8B-B14F-4D97-AF65-F5344CB8AC3E}">
        <p14:creationId xmlns:p14="http://schemas.microsoft.com/office/powerpoint/2010/main" val="228200482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400" b="0" i="0">
                <a:solidFill>
                  <a:schemeClr val="tx1"/>
                </a:solidFill>
                <a:latin typeface="Verdana"/>
                <a:cs typeface="Verdana"/>
              </a:defRPr>
            </a:lvl1pPr>
          </a:lstStyle>
          <a:p>
            <a:endParaRPr/>
          </a:p>
        </p:txBody>
      </p:sp>
      <p:sp>
        <p:nvSpPr>
          <p:cNvPr id="3" name="Holder 3"/>
          <p:cNvSpPr>
            <a:spLocks noGrp="1"/>
          </p:cNvSpPr>
          <p:nvPr>
            <p:ph type="ftr" sz="quarter" idx="5"/>
          </p:nvPr>
        </p:nvSpPr>
        <p:spPr/>
        <p:txBody>
          <a:bodyPr lIns="0" tIns="0" rIns="0" bIns="0"/>
          <a:lstStyle>
            <a:lvl1pPr>
              <a:defRPr sz="1200" b="0" i="0">
                <a:solidFill>
                  <a:schemeClr val="tx1"/>
                </a:solidFill>
                <a:latin typeface="Verdana"/>
                <a:cs typeface="Verdana"/>
              </a:defRPr>
            </a:lvl1p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sz="1200" b="0" i="0" u="none" strike="noStrike" kern="0" cap="none" spc="-10" normalizeH="0" baseline="0" noProof="0" dirty="0">
              <a:ln>
                <a:noFill/>
              </a:ln>
              <a:solidFill>
                <a:prstClr val="black"/>
              </a:solidFill>
              <a:effectLst/>
              <a:uLnTx/>
              <a:uFillTx/>
              <a:latin typeface="Verdana"/>
              <a:ea typeface="+mn-ea"/>
            </a:endParaRPr>
          </a:p>
        </p:txBody>
      </p:sp>
      <p:sp>
        <p:nvSpPr>
          <p:cNvPr id="4" name="Holder 4"/>
          <p:cNvSpPr>
            <a:spLocks noGrp="1"/>
          </p:cNvSpPr>
          <p:nvPr>
            <p:ph type="dt" sz="half" idx="6"/>
          </p:nvPr>
        </p:nvSpPr>
        <p:spPr/>
        <p:txBody>
          <a:bodyPr lIns="0" tIns="0" rIns="0" bIns="0"/>
          <a:lstStyle>
            <a:lvl1pPr>
              <a:defRPr sz="1200" b="0" i="0">
                <a:solidFill>
                  <a:schemeClr val="tx1"/>
                </a:solidFill>
                <a:latin typeface="Verdana"/>
                <a:cs typeface="Verdana"/>
              </a:defRPr>
            </a:lvl1p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sz="1200" b="0" i="0" u="none" strike="noStrike" kern="0" cap="none" spc="-10" normalizeH="0" baseline="0" noProof="0" dirty="0">
              <a:ln>
                <a:noFill/>
              </a:ln>
              <a:solidFill>
                <a:prstClr val="black"/>
              </a:solidFill>
              <a:effectLst/>
              <a:uLnTx/>
              <a:uFillTx/>
              <a:latin typeface="Verdana"/>
              <a:ea typeface="+mn-ea"/>
            </a:endParaRPr>
          </a:p>
        </p:txBody>
      </p:sp>
      <p:sp>
        <p:nvSpPr>
          <p:cNvPr id="5" name="Holder 5"/>
          <p:cNvSpPr>
            <a:spLocks noGrp="1"/>
          </p:cNvSpPr>
          <p:nvPr>
            <p:ph type="sldNum" sz="quarter" idx="7"/>
          </p:nvPr>
        </p:nvSpPr>
        <p:spPr/>
        <p:txBody>
          <a:bodyPr lIns="0" tIns="0" rIns="0" bIns="0"/>
          <a:lstStyle>
            <a:lvl1pPr>
              <a:defRPr sz="1200" b="0" i="0">
                <a:solidFill>
                  <a:schemeClr val="tx1"/>
                </a:solidFill>
                <a:latin typeface="Verdana"/>
                <a:cs typeface="Verdana"/>
              </a:defRPr>
            </a:lvl1p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sz="1200" b="0" i="0" u="none" strike="noStrike" kern="0" cap="none" spc="-50" normalizeH="0" baseline="0" noProof="0" dirty="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a:t>
            </a:fld>
            <a:endParaRPr kumimoji="0" sz="1200" b="0" i="0" u="none" strike="noStrike" kern="0" cap="none" spc="-50" normalizeH="0" baseline="0" noProof="0" dirty="0">
              <a:ln>
                <a:noFill/>
              </a:ln>
              <a:solidFill>
                <a:prstClr val="black"/>
              </a:solidFill>
              <a:effectLst/>
              <a:uLnTx/>
              <a:uFillTx/>
              <a:latin typeface="Verdana"/>
              <a:ea typeface="+mn-ea"/>
            </a:endParaRPr>
          </a:p>
        </p:txBody>
      </p:sp>
    </p:spTree>
    <p:extLst>
      <p:ext uri="{BB962C8B-B14F-4D97-AF65-F5344CB8AC3E}">
        <p14:creationId xmlns:p14="http://schemas.microsoft.com/office/powerpoint/2010/main" val="423357526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defRPr sz="1200" b="0" i="0">
                <a:solidFill>
                  <a:schemeClr val="tx1"/>
                </a:solidFill>
                <a:latin typeface="Verdana"/>
                <a:cs typeface="Verdana"/>
              </a:defRPr>
            </a:lvl1p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sz="1200" b="0" i="0" u="none" strike="noStrike" kern="0" cap="none" spc="-10" normalizeH="0" baseline="0" noProof="0" dirty="0">
              <a:ln>
                <a:noFill/>
              </a:ln>
              <a:solidFill>
                <a:prstClr val="black"/>
              </a:solidFill>
              <a:effectLst/>
              <a:uLnTx/>
              <a:uFillTx/>
              <a:latin typeface="Verdana"/>
              <a:ea typeface="+mn-ea"/>
            </a:endParaRPr>
          </a:p>
        </p:txBody>
      </p:sp>
      <p:sp>
        <p:nvSpPr>
          <p:cNvPr id="3" name="Holder 3"/>
          <p:cNvSpPr>
            <a:spLocks noGrp="1"/>
          </p:cNvSpPr>
          <p:nvPr>
            <p:ph type="dt" sz="half" idx="6"/>
          </p:nvPr>
        </p:nvSpPr>
        <p:spPr/>
        <p:txBody>
          <a:bodyPr lIns="0" tIns="0" rIns="0" bIns="0"/>
          <a:lstStyle>
            <a:lvl1pPr>
              <a:defRPr sz="1200" b="0" i="0">
                <a:solidFill>
                  <a:schemeClr val="tx1"/>
                </a:solidFill>
                <a:latin typeface="Verdana"/>
                <a:cs typeface="Verdana"/>
              </a:defRPr>
            </a:lvl1p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sz="1200" b="0" i="0" u="none" strike="noStrike" kern="0" cap="none" spc="-10" normalizeH="0" baseline="0" noProof="0" dirty="0">
              <a:ln>
                <a:noFill/>
              </a:ln>
              <a:solidFill>
                <a:prstClr val="black"/>
              </a:solidFill>
              <a:effectLst/>
              <a:uLnTx/>
              <a:uFillTx/>
              <a:latin typeface="Verdana"/>
              <a:ea typeface="+mn-ea"/>
            </a:endParaRPr>
          </a:p>
        </p:txBody>
      </p:sp>
      <p:sp>
        <p:nvSpPr>
          <p:cNvPr id="4" name="Holder 4"/>
          <p:cNvSpPr>
            <a:spLocks noGrp="1"/>
          </p:cNvSpPr>
          <p:nvPr>
            <p:ph type="sldNum" sz="quarter" idx="7"/>
          </p:nvPr>
        </p:nvSpPr>
        <p:spPr/>
        <p:txBody>
          <a:bodyPr lIns="0" tIns="0" rIns="0" bIns="0"/>
          <a:lstStyle>
            <a:lvl1pPr>
              <a:defRPr sz="1200" b="0" i="0">
                <a:solidFill>
                  <a:schemeClr val="tx1"/>
                </a:solidFill>
                <a:latin typeface="Verdana"/>
                <a:cs typeface="Verdana"/>
              </a:defRPr>
            </a:lvl1p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sz="1200" b="0" i="0" u="none" strike="noStrike" kern="0" cap="none" spc="-50" normalizeH="0" baseline="0" noProof="0" dirty="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a:t>
            </a:fld>
            <a:endParaRPr kumimoji="0" sz="1200" b="0" i="0" u="none" strike="noStrike" kern="0" cap="none" spc="-50" normalizeH="0" baseline="0" noProof="0" dirty="0">
              <a:ln>
                <a:noFill/>
              </a:ln>
              <a:solidFill>
                <a:prstClr val="black"/>
              </a:solidFill>
              <a:effectLst/>
              <a:uLnTx/>
              <a:uFillTx/>
              <a:latin typeface="Verdana"/>
              <a:ea typeface="+mn-ea"/>
            </a:endParaRPr>
          </a:p>
        </p:txBody>
      </p:sp>
    </p:spTree>
    <p:extLst>
      <p:ext uri="{BB962C8B-B14F-4D97-AF65-F5344CB8AC3E}">
        <p14:creationId xmlns:p14="http://schemas.microsoft.com/office/powerpoint/2010/main" val="7567881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theme" Target="../theme/theme2.xml"/><Relationship Id="rId5" Type="http://schemas.openxmlformats.org/officeDocument/2006/relationships/slideLayout" Target="../slideLayouts/slideLayout16.xml"/><Relationship Id="rId4"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17DC38B-83FA-4969-A10D-FDCB92C215E6}" type="datetimeFigureOut">
              <a:rPr lang="en-US" smtClean="0"/>
              <a:t>9/10/2025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DE8F1D5-4098-49FD-930B-591B4B50FA4E}" type="slidenum">
              <a:rPr lang="en-US" smtClean="0"/>
              <a:t>‹#›</a:t>
            </a:fld>
            <a:endParaRPr lang="en-US"/>
          </a:p>
        </p:txBody>
      </p:sp>
    </p:spTree>
    <p:extLst>
      <p:ext uri="{BB962C8B-B14F-4D97-AF65-F5344CB8AC3E}">
        <p14:creationId xmlns:p14="http://schemas.microsoft.com/office/powerpoint/2010/main" val="420630618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813054" y="984503"/>
            <a:ext cx="10609580" cy="114300"/>
          </a:xfrm>
          <a:custGeom>
            <a:avLst/>
            <a:gdLst/>
            <a:ahLst/>
            <a:cxnLst/>
            <a:rect l="l" t="t" r="r" b="b"/>
            <a:pathLst>
              <a:path w="10609580" h="114300">
                <a:moveTo>
                  <a:pt x="10609326" y="0"/>
                </a:moveTo>
                <a:lnTo>
                  <a:pt x="0" y="0"/>
                </a:lnTo>
                <a:lnTo>
                  <a:pt x="0" y="4572"/>
                </a:lnTo>
                <a:lnTo>
                  <a:pt x="0" y="9144"/>
                </a:lnTo>
                <a:lnTo>
                  <a:pt x="0" y="114300"/>
                </a:lnTo>
                <a:lnTo>
                  <a:pt x="6206490" y="114300"/>
                </a:lnTo>
                <a:lnTo>
                  <a:pt x="6206490" y="9144"/>
                </a:lnTo>
                <a:lnTo>
                  <a:pt x="10609326" y="9144"/>
                </a:lnTo>
                <a:lnTo>
                  <a:pt x="10609326" y="0"/>
                </a:lnTo>
                <a:close/>
              </a:path>
            </a:pathLst>
          </a:custGeom>
          <a:solidFill>
            <a:srgbClr val="CB000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alibri"/>
              <a:ea typeface="+mn-ea"/>
              <a:cs typeface="+mn-cs"/>
            </a:endParaRPr>
          </a:p>
        </p:txBody>
      </p:sp>
      <p:sp>
        <p:nvSpPr>
          <p:cNvPr id="17" name="bg object 17"/>
          <p:cNvSpPr/>
          <p:nvPr/>
        </p:nvSpPr>
        <p:spPr>
          <a:xfrm>
            <a:off x="813053" y="6169914"/>
            <a:ext cx="10565130" cy="3175"/>
          </a:xfrm>
          <a:custGeom>
            <a:avLst/>
            <a:gdLst/>
            <a:ahLst/>
            <a:cxnLst/>
            <a:rect l="l" t="t" r="r" b="b"/>
            <a:pathLst>
              <a:path w="10565130" h="3175">
                <a:moveTo>
                  <a:pt x="10565130" y="3048"/>
                </a:moveTo>
                <a:lnTo>
                  <a:pt x="10565130" y="0"/>
                </a:lnTo>
                <a:lnTo>
                  <a:pt x="0" y="0"/>
                </a:lnTo>
                <a:lnTo>
                  <a:pt x="0" y="3048"/>
                </a:lnTo>
                <a:lnTo>
                  <a:pt x="10565130" y="3048"/>
                </a:lnTo>
                <a:close/>
              </a:path>
            </a:pathLst>
          </a:custGeom>
          <a:solidFill>
            <a:srgbClr val="CB000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alibri"/>
              <a:ea typeface="+mn-ea"/>
              <a:cs typeface="+mn-cs"/>
            </a:endParaRPr>
          </a:p>
        </p:txBody>
      </p:sp>
      <p:sp>
        <p:nvSpPr>
          <p:cNvPr id="2" name="Holder 2"/>
          <p:cNvSpPr>
            <a:spLocks noGrp="1"/>
          </p:cNvSpPr>
          <p:nvPr>
            <p:ph type="title"/>
          </p:nvPr>
        </p:nvSpPr>
        <p:spPr>
          <a:xfrm>
            <a:off x="819150" y="347725"/>
            <a:ext cx="10593196" cy="572389"/>
          </a:xfrm>
          <a:prstGeom prst="rect">
            <a:avLst/>
          </a:prstGeom>
        </p:spPr>
        <p:txBody>
          <a:bodyPr wrap="square" lIns="0" tIns="0" rIns="0" bIns="0">
            <a:spAutoFit/>
          </a:bodyPr>
          <a:lstStyle>
            <a:lvl1pPr>
              <a:defRPr sz="3400" b="0" i="0">
                <a:solidFill>
                  <a:schemeClr val="tx1"/>
                </a:solidFill>
                <a:latin typeface="Verdana"/>
                <a:cs typeface="Verdana"/>
              </a:defRPr>
            </a:lvl1pPr>
          </a:lstStyle>
          <a:p>
            <a:endParaRPr/>
          </a:p>
        </p:txBody>
      </p:sp>
      <p:sp>
        <p:nvSpPr>
          <p:cNvPr id="3" name="Holder 3"/>
          <p:cNvSpPr>
            <a:spLocks noGrp="1"/>
          </p:cNvSpPr>
          <p:nvPr>
            <p:ph type="body" idx="1"/>
          </p:nvPr>
        </p:nvSpPr>
        <p:spPr>
          <a:xfrm>
            <a:off x="844550" y="1327353"/>
            <a:ext cx="5730875" cy="1549400"/>
          </a:xfrm>
          <a:prstGeom prst="rect">
            <a:avLst/>
          </a:prstGeom>
        </p:spPr>
        <p:txBody>
          <a:bodyPr wrap="square" lIns="0" tIns="0" rIns="0" bIns="0">
            <a:spAutoFit/>
          </a:bodyPr>
          <a:lstStyle>
            <a:lvl1pPr>
              <a:defRPr sz="2000" b="0" i="0">
                <a:solidFill>
                  <a:schemeClr val="tx1"/>
                </a:solidFill>
                <a:latin typeface="Verdana"/>
                <a:cs typeface="Verdana"/>
              </a:defRPr>
            </a:lvl1pPr>
          </a:lstStyle>
          <a:p>
            <a:endParaRPr/>
          </a:p>
        </p:txBody>
      </p:sp>
      <p:sp>
        <p:nvSpPr>
          <p:cNvPr id="4" name="Holder 4"/>
          <p:cNvSpPr>
            <a:spLocks noGrp="1"/>
          </p:cNvSpPr>
          <p:nvPr>
            <p:ph type="ftr" sz="quarter" idx="5"/>
          </p:nvPr>
        </p:nvSpPr>
        <p:spPr>
          <a:xfrm>
            <a:off x="5531611" y="6276791"/>
            <a:ext cx="1130300" cy="210820"/>
          </a:xfrm>
          <a:prstGeom prst="rect">
            <a:avLst/>
          </a:prstGeom>
        </p:spPr>
        <p:txBody>
          <a:bodyPr wrap="square" lIns="0" tIns="0" rIns="0" bIns="0">
            <a:spAutoFit/>
          </a:bodyPr>
          <a:lstStyle>
            <a:lvl1pPr>
              <a:defRPr sz="1200" b="0" i="0">
                <a:solidFill>
                  <a:schemeClr val="tx1"/>
                </a:solidFill>
                <a:latin typeface="Verdana"/>
                <a:cs typeface="Verdana"/>
              </a:defRPr>
            </a:lvl1p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sz="1200" b="0" i="0" u="none" strike="noStrike" kern="0" cap="none" spc="-10" normalizeH="0" baseline="0" noProof="0" dirty="0">
              <a:ln>
                <a:noFill/>
              </a:ln>
              <a:solidFill>
                <a:prstClr val="black"/>
              </a:solidFill>
              <a:effectLst/>
              <a:uLnTx/>
              <a:uFillTx/>
              <a:latin typeface="Verdana"/>
              <a:ea typeface="+mn-ea"/>
            </a:endParaRPr>
          </a:p>
        </p:txBody>
      </p:sp>
      <p:sp>
        <p:nvSpPr>
          <p:cNvPr id="5" name="Holder 5"/>
          <p:cNvSpPr>
            <a:spLocks noGrp="1"/>
          </p:cNvSpPr>
          <p:nvPr>
            <p:ph type="dt" sz="half" idx="6"/>
          </p:nvPr>
        </p:nvSpPr>
        <p:spPr>
          <a:xfrm>
            <a:off x="891794" y="6276028"/>
            <a:ext cx="1085214" cy="211583"/>
          </a:xfrm>
          <a:prstGeom prst="rect">
            <a:avLst/>
          </a:prstGeom>
        </p:spPr>
        <p:txBody>
          <a:bodyPr wrap="square" lIns="0" tIns="0" rIns="0" bIns="0">
            <a:spAutoFit/>
          </a:bodyPr>
          <a:lstStyle>
            <a:lvl1pPr>
              <a:defRPr sz="1200" b="0" i="0">
                <a:solidFill>
                  <a:schemeClr val="tx1"/>
                </a:solidFill>
                <a:latin typeface="Verdana"/>
                <a:cs typeface="Verdana"/>
              </a:defRPr>
            </a:lvl1p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sz="1200" b="0" i="0" u="none" strike="noStrike" kern="0" cap="none" spc="-10" normalizeH="0" baseline="0" noProof="0" dirty="0">
              <a:ln>
                <a:noFill/>
              </a:ln>
              <a:solidFill>
                <a:prstClr val="black"/>
              </a:solidFill>
              <a:effectLst/>
              <a:uLnTx/>
              <a:uFillTx/>
              <a:latin typeface="Verdana"/>
              <a:ea typeface="+mn-ea"/>
            </a:endParaRPr>
          </a:p>
        </p:txBody>
      </p:sp>
      <p:sp>
        <p:nvSpPr>
          <p:cNvPr id="6" name="Holder 6"/>
          <p:cNvSpPr>
            <a:spLocks noGrp="1"/>
          </p:cNvSpPr>
          <p:nvPr>
            <p:ph type="sldNum" sz="quarter" idx="7"/>
          </p:nvPr>
        </p:nvSpPr>
        <p:spPr>
          <a:xfrm>
            <a:off x="10952988" y="6276028"/>
            <a:ext cx="384399" cy="214631"/>
          </a:xfrm>
          <a:prstGeom prst="rect">
            <a:avLst/>
          </a:prstGeom>
        </p:spPr>
        <p:txBody>
          <a:bodyPr wrap="square" lIns="0" tIns="0" rIns="0" bIns="0">
            <a:spAutoFit/>
          </a:bodyPr>
          <a:lstStyle>
            <a:lvl1pPr>
              <a:defRPr sz="1200" b="0" i="0">
                <a:solidFill>
                  <a:schemeClr val="tx1"/>
                </a:solidFill>
                <a:latin typeface="Verdana"/>
                <a:cs typeface="Verdana"/>
              </a:defRPr>
            </a:lvl1p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sz="1200" b="0" i="0" u="none" strike="noStrike" kern="0" cap="none" spc="-50" normalizeH="0" baseline="0" noProof="0" dirty="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a:t>
            </a:fld>
            <a:endParaRPr kumimoji="0" sz="1200" b="0" i="0" u="none" strike="noStrike" kern="0" cap="none" spc="-50" normalizeH="0" baseline="0" noProof="0" dirty="0">
              <a:ln>
                <a:noFill/>
              </a:ln>
              <a:solidFill>
                <a:prstClr val="black"/>
              </a:solidFill>
              <a:effectLst/>
              <a:uLnTx/>
              <a:uFillTx/>
              <a:latin typeface="Verdana"/>
              <a:ea typeface="+mn-ea"/>
            </a:endParaRPr>
          </a:p>
        </p:txBody>
      </p:sp>
    </p:spTree>
    <p:extLst>
      <p:ext uri="{BB962C8B-B14F-4D97-AF65-F5344CB8AC3E}">
        <p14:creationId xmlns:p14="http://schemas.microsoft.com/office/powerpoint/2010/main" val="170399809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hf hdr="0"/>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endParaRPr lang="en-US"/>
          </a:p>
        </p:txBody>
      </p:sp>
      <p:sp>
        <p:nvSpPr>
          <p:cNvPr id="3" name="Subtitle 2"/>
          <p:cNvSpPr>
            <a:spLocks noGrp="1"/>
          </p:cNvSpPr>
          <p:nvPr>
            <p:ph type="subTitle" idx="1"/>
          </p:nvPr>
        </p:nvSpPr>
        <p:spPr/>
        <p:txBody>
          <a:bodyPr/>
          <a:lstStyle/>
          <a:p>
            <a:endParaRPr lang="en-US"/>
          </a:p>
        </p:txBody>
      </p:sp>
    </p:spTree>
    <p:extLst>
      <p:ext uri="{BB962C8B-B14F-4D97-AF65-F5344CB8AC3E}">
        <p14:creationId xmlns:p14="http://schemas.microsoft.com/office/powerpoint/2010/main" val="16856229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a:t>Introduction</a:t>
            </a:r>
          </a:p>
        </p:txBody>
      </p:sp>
      <p:sp>
        <p:nvSpPr>
          <p:cNvPr id="5" name="Date Placeholder 4"/>
          <p:cNvSpPr>
            <a:spLocks noGrp="1"/>
          </p:cNvSpPr>
          <p:nvPr>
            <p:ph type="dt" sz="half" idx="6"/>
          </p:nvPr>
        </p:nvSpPr>
        <p:spPr>
          <a:xfrm>
            <a:off x="225044" y="6552253"/>
            <a:ext cx="1085214" cy="21158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dirty="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2</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
        <p:nvSpPr>
          <p:cNvPr id="9" name="Rectangle 8"/>
          <p:cNvSpPr/>
          <p:nvPr/>
        </p:nvSpPr>
        <p:spPr>
          <a:xfrm>
            <a:off x="76200" y="1180743"/>
            <a:ext cx="11944350" cy="4893647"/>
          </a:xfrm>
          <a:prstGeom prst="rect">
            <a:avLst/>
          </a:prstGeom>
        </p:spPr>
        <p:txBody>
          <a:bodyPr wrap="square">
            <a:spAutoFit/>
          </a:bodyPr>
          <a:lstStyle/>
          <a:p>
            <a:pPr marL="285750" indent="-285750">
              <a:buFont typeface="Arial" panose="020B0604020202020204" pitchFamily="34" charset="0"/>
              <a:buChar char="•"/>
            </a:pPr>
            <a:r>
              <a:rPr lang="en-US" sz="2400" dirty="0" smtClean="0"/>
              <a:t>In this tutorial, we will explore the fundamental building block of digital circuits — the </a:t>
            </a:r>
            <a:r>
              <a:rPr lang="en-US" sz="2400" b="1" dirty="0" smtClean="0"/>
              <a:t>CMOS inverter</a:t>
            </a:r>
            <a:r>
              <a:rPr lang="en-US" sz="2400" dirty="0" smtClean="0"/>
              <a:t>. Though seemingly simple, its performance in terms of </a:t>
            </a:r>
            <a:r>
              <a:rPr lang="en-US" sz="2400" b="1" dirty="0" smtClean="0"/>
              <a:t>propagation delay</a:t>
            </a:r>
            <a:r>
              <a:rPr lang="en-US" sz="2400" dirty="0" smtClean="0"/>
              <a:t> and </a:t>
            </a:r>
            <a:r>
              <a:rPr lang="en-US" sz="2400" b="1" dirty="0" smtClean="0"/>
              <a:t>noise margin</a:t>
            </a:r>
            <a:r>
              <a:rPr lang="en-US" sz="2400" dirty="0" smtClean="0"/>
              <a:t> plays a crucial role in determining the reliability and speed of larger integrated circuits.</a:t>
            </a:r>
          </a:p>
          <a:p>
            <a:pPr marL="285750" indent="-285750">
              <a:buFont typeface="Arial" panose="020B0604020202020204" pitchFamily="34" charset="0"/>
              <a:buChar char="•"/>
            </a:pPr>
            <a:r>
              <a:rPr lang="en-US" sz="2400" dirty="0" smtClean="0"/>
              <a:t>We’ll start by understanding how device sizing impacts inverter speed and robustness, and how we can use methods like the </a:t>
            </a:r>
            <a:r>
              <a:rPr lang="en-US" sz="2400" b="1" dirty="0" smtClean="0"/>
              <a:t>average current method</a:t>
            </a:r>
            <a:r>
              <a:rPr lang="en-US" sz="2400" dirty="0" smtClean="0"/>
              <a:t> to design circuits that meet real-world specifications.</a:t>
            </a:r>
          </a:p>
          <a:p>
            <a:pPr marL="285750" indent="-285750">
              <a:buFont typeface="Arial" panose="020B0604020202020204" pitchFamily="34" charset="0"/>
              <a:buChar char="•"/>
            </a:pPr>
            <a:r>
              <a:rPr lang="en-US" sz="2400" dirty="0" smtClean="0"/>
              <a:t>Furthermore, we’ll discuss how noise margins (both low and high) define the inverter’s immunity to voltage fluctuations — a critical aspect in ensuring error-free logic operations in noisy environments.</a:t>
            </a:r>
          </a:p>
          <a:p>
            <a:pPr marL="285750" indent="-285750">
              <a:buFont typeface="Arial" panose="020B0604020202020204" pitchFamily="34" charset="0"/>
              <a:buChar char="•"/>
            </a:pPr>
            <a:r>
              <a:rPr lang="en-US" sz="2400" dirty="0" smtClean="0"/>
              <a:t>By the end of this session, you’ll not only learn how to size transistors based on timing constraints but also intuitively grasp why these calculations matter and how they affect circuit behavior.</a:t>
            </a:r>
            <a:endParaRPr lang="en-US" sz="2400" dirty="0"/>
          </a:p>
        </p:txBody>
      </p:sp>
    </p:spTree>
    <p:extLst>
      <p:ext uri="{BB962C8B-B14F-4D97-AF65-F5344CB8AC3E}">
        <p14:creationId xmlns:p14="http://schemas.microsoft.com/office/powerpoint/2010/main" val="37041853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a:t>Analogies to Build Intuition</a:t>
            </a:r>
          </a:p>
        </p:txBody>
      </p:sp>
      <p:sp>
        <p:nvSpPr>
          <p:cNvPr id="3" name="Text Placeholder 2"/>
          <p:cNvSpPr>
            <a:spLocks noGrp="1"/>
          </p:cNvSpPr>
          <p:nvPr>
            <p:ph type="body" idx="1"/>
          </p:nvPr>
        </p:nvSpPr>
        <p:spPr>
          <a:xfrm>
            <a:off x="285750" y="1327353"/>
            <a:ext cx="11591925" cy="4308872"/>
          </a:xfrm>
        </p:spPr>
        <p:txBody>
          <a:bodyPr/>
          <a:lstStyle/>
          <a:p>
            <a:r>
              <a:rPr lang="en-US" b="1" dirty="0"/>
              <a:t>1. Water Pipe Analogy for Propagation Delay</a:t>
            </a:r>
          </a:p>
          <a:p>
            <a:pPr marL="800100" lvl="1" indent="-342900">
              <a:buFont typeface="Arial" panose="020B0604020202020204" pitchFamily="34" charset="0"/>
              <a:buChar char="•"/>
            </a:pPr>
            <a:r>
              <a:rPr lang="en-US" sz="2000" dirty="0"/>
              <a:t>Think of the inverter as a water pipe system where </a:t>
            </a:r>
            <a:r>
              <a:rPr lang="en-US" sz="2000" b="1" dirty="0"/>
              <a:t>current is like water flow</a:t>
            </a:r>
            <a:r>
              <a:rPr lang="en-US" sz="2000" dirty="0"/>
              <a:t> and </a:t>
            </a:r>
            <a:r>
              <a:rPr lang="en-US" sz="2000" b="1" dirty="0"/>
              <a:t>capacitance is like a bucket being filled or emptied</a:t>
            </a:r>
            <a:r>
              <a:rPr lang="en-US" sz="2000" dirty="0"/>
              <a:t>.</a:t>
            </a:r>
          </a:p>
          <a:p>
            <a:pPr marL="800100" lvl="1" indent="-342900">
              <a:buFont typeface="Arial" panose="020B0604020202020204" pitchFamily="34" charset="0"/>
              <a:buChar char="•"/>
            </a:pPr>
            <a:r>
              <a:rPr lang="en-US" sz="2000" dirty="0"/>
              <a:t>The inverter’s delay is similar to how fast you can fill or drain the bucket. Bigger pipes (transistors with larger width) allow more current to flow, filling or draining the load faster, hence reducing delay.</a:t>
            </a:r>
          </a:p>
          <a:p>
            <a:r>
              <a:rPr lang="en-US" b="1" dirty="0"/>
              <a:t>2. Gatekeeper Analogy for Noise Margin</a:t>
            </a:r>
          </a:p>
          <a:p>
            <a:pPr marL="800100" lvl="1" indent="-342900">
              <a:buFont typeface="Arial" panose="020B0604020202020204" pitchFamily="34" charset="0"/>
              <a:buChar char="•"/>
            </a:pPr>
            <a:r>
              <a:rPr lang="en-US" sz="2000" dirty="0"/>
              <a:t>The inverter is like a gatekeeper deciding whether a signal is a ‘0’ or a ‘1’.</a:t>
            </a:r>
          </a:p>
          <a:p>
            <a:pPr marL="800100" lvl="1" indent="-342900">
              <a:buFont typeface="Arial" panose="020B0604020202020204" pitchFamily="34" charset="0"/>
              <a:buChar char="•"/>
            </a:pPr>
            <a:r>
              <a:rPr lang="en-US" sz="2000" dirty="0"/>
              <a:t>A </a:t>
            </a:r>
            <a:r>
              <a:rPr lang="en-US" sz="2000" b="1" dirty="0"/>
              <a:t>higher noise margin</a:t>
            </a:r>
            <a:r>
              <a:rPr lang="en-US" sz="2000" dirty="0"/>
              <a:t> means the gatekeeper is stricter and less likely to be fooled by small disturbances (like wind pushing the gate slightly open).</a:t>
            </a:r>
          </a:p>
          <a:p>
            <a:pPr marL="800100" lvl="1" indent="-342900">
              <a:buFont typeface="Arial" panose="020B0604020202020204" pitchFamily="34" charset="0"/>
              <a:buChar char="•"/>
            </a:pPr>
            <a:r>
              <a:rPr lang="en-US" sz="2000" dirty="0"/>
              <a:t>A </a:t>
            </a:r>
            <a:r>
              <a:rPr lang="en-US" sz="2000" b="1" dirty="0"/>
              <a:t>lower noise margin</a:t>
            </a:r>
            <a:r>
              <a:rPr lang="en-US" sz="2000" dirty="0"/>
              <a:t> means it’s easier for noise to cause misinterpretation.</a:t>
            </a:r>
          </a:p>
          <a:p>
            <a:r>
              <a:rPr lang="en-US" b="1" dirty="0"/>
              <a:t>3. Average Current Method Analogy</a:t>
            </a:r>
          </a:p>
          <a:p>
            <a:pPr marL="800100" lvl="1" indent="-342900">
              <a:buFont typeface="Arial" panose="020B0604020202020204" pitchFamily="34" charset="0"/>
              <a:buChar char="•"/>
            </a:pPr>
            <a:r>
              <a:rPr lang="en-US" sz="2000" dirty="0"/>
              <a:t>Imagine trying to estimate how quickly water will fill a bucket by using the average rate at which water flows, rather than accounting for every instant separately. This simplifies calculations while giving a good approximation</a:t>
            </a:r>
            <a:r>
              <a:rPr lang="en-US" sz="2000" dirty="0" smtClean="0"/>
              <a:t>.</a:t>
            </a:r>
            <a:endParaRPr lang="en-US" sz="2000" dirty="0"/>
          </a:p>
        </p:txBody>
      </p:sp>
      <p:sp>
        <p:nvSpPr>
          <p:cNvPr id="5" name="Date Placeholder 4"/>
          <p:cNvSpPr>
            <a:spLocks noGrp="1"/>
          </p:cNvSpPr>
          <p:nvPr>
            <p:ph type="dt" sz="half" idx="6"/>
          </p:nvPr>
        </p:nvSpPr>
        <p:spPr>
          <a:xfrm>
            <a:off x="225044" y="6495103"/>
            <a:ext cx="1085214" cy="21158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3</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Tree>
    <p:extLst>
      <p:ext uri="{BB962C8B-B14F-4D97-AF65-F5344CB8AC3E}">
        <p14:creationId xmlns:p14="http://schemas.microsoft.com/office/powerpoint/2010/main" val="4590744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Text Placeholder 2"/>
          <p:cNvSpPr>
            <a:spLocks noGrp="1"/>
          </p:cNvSpPr>
          <p:nvPr>
            <p:ph type="body" idx="1"/>
          </p:nvPr>
        </p:nvSpPr>
        <p:spPr/>
        <p:txBody>
          <a:bodyPr/>
          <a:lstStyle/>
          <a:p>
            <a:endParaRPr lang="en-US"/>
          </a:p>
        </p:txBody>
      </p:sp>
      <p:sp>
        <p:nvSpPr>
          <p:cNvPr id="4" name="Footer Placeholder 3"/>
          <p:cNvSpPr>
            <a:spLocks noGrp="1"/>
          </p:cNvSpPr>
          <p:nvPr>
            <p:ph type="ftr" sz="quarter" idx="5"/>
          </p:nvPr>
        </p:nvSpPr>
        <p:spPr>
          <a:xfrm>
            <a:off x="5531611" y="6276791"/>
            <a:ext cx="1130300" cy="369332"/>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dirty="0" smtClean="0">
                <a:ln>
                  <a:noFill/>
                </a:ln>
                <a:solidFill>
                  <a:prstClr val="black"/>
                </a:solidFill>
                <a:effectLst/>
                <a:uLnTx/>
                <a:uFillTx/>
                <a:latin typeface="Verdana"/>
                <a:ea typeface="+mn-ea"/>
              </a:rPr>
              <a:t>AAMD BITs </a:t>
            </a:r>
            <a:r>
              <a:rPr kumimoji="0" lang="en-US" sz="1200" b="0" i="0" u="none" strike="noStrike" kern="0" cap="none" spc="0" normalizeH="0" baseline="0" noProof="0" dirty="0" err="1" smtClean="0">
                <a:ln>
                  <a:noFill/>
                </a:ln>
                <a:solidFill>
                  <a:prstClr val="black"/>
                </a:solidFill>
                <a:effectLst/>
                <a:uLnTx/>
                <a:uFillTx/>
                <a:latin typeface="Verdana"/>
                <a:ea typeface="+mn-ea"/>
              </a:rPr>
              <a:t>Pilan</a:t>
            </a:r>
            <a:r>
              <a:rPr kumimoji="0" lang="en-US" sz="1200" b="0" i="0" u="none" strike="noStrike" kern="0" cap="none" spc="0" normalizeH="0" baseline="0" noProof="0" dirty="0" smtClean="0">
                <a:ln>
                  <a:noFill/>
                </a:ln>
                <a:solidFill>
                  <a:prstClr val="black"/>
                </a:solidFill>
                <a:effectLst/>
                <a:uLnTx/>
                <a:uFillTx/>
                <a:latin typeface="Verdana"/>
                <a:ea typeface="+mn-ea"/>
              </a:rPr>
              <a:t>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4</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7" name="Picture 6"/>
          <p:cNvPicPr>
            <a:picLocks noChangeAspect="1"/>
          </p:cNvPicPr>
          <p:nvPr/>
        </p:nvPicPr>
        <p:blipFill>
          <a:blip r:embed="rId2"/>
          <a:stretch>
            <a:fillRect/>
          </a:stretch>
        </p:blipFill>
        <p:spPr>
          <a:xfrm>
            <a:off x="739612" y="1314413"/>
            <a:ext cx="10480838" cy="2365284"/>
          </a:xfrm>
          <a:prstGeom prst="rect">
            <a:avLst/>
          </a:prstGeom>
        </p:spPr>
      </p:pic>
    </p:spTree>
    <p:extLst>
      <p:ext uri="{BB962C8B-B14F-4D97-AF65-F5344CB8AC3E}">
        <p14:creationId xmlns:p14="http://schemas.microsoft.com/office/powerpoint/2010/main" val="14299670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5</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7" name="Picture 6"/>
          <p:cNvPicPr>
            <a:picLocks noChangeAspect="1"/>
          </p:cNvPicPr>
          <p:nvPr/>
        </p:nvPicPr>
        <p:blipFill>
          <a:blip r:embed="rId2"/>
          <a:stretch>
            <a:fillRect/>
          </a:stretch>
        </p:blipFill>
        <p:spPr>
          <a:xfrm>
            <a:off x="974644" y="1416010"/>
            <a:ext cx="5116819" cy="2470189"/>
          </a:xfrm>
          <a:prstGeom prst="rect">
            <a:avLst/>
          </a:prstGeom>
        </p:spPr>
      </p:pic>
    </p:spTree>
    <p:extLst>
      <p:ext uri="{BB962C8B-B14F-4D97-AF65-F5344CB8AC3E}">
        <p14:creationId xmlns:p14="http://schemas.microsoft.com/office/powerpoint/2010/main" val="32406874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a:t>Q1a – Sizing the Transistors (W/L)</a:t>
            </a: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6</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7" name="Picture 6"/>
          <p:cNvPicPr>
            <a:picLocks noChangeAspect="1"/>
          </p:cNvPicPr>
          <p:nvPr/>
        </p:nvPicPr>
        <p:blipFill>
          <a:blip r:embed="rId2"/>
          <a:stretch>
            <a:fillRect/>
          </a:stretch>
        </p:blipFill>
        <p:spPr>
          <a:xfrm>
            <a:off x="952356" y="1349317"/>
            <a:ext cx="11104502" cy="4429183"/>
          </a:xfrm>
          <a:prstGeom prst="rect">
            <a:avLst/>
          </a:prstGeom>
        </p:spPr>
      </p:pic>
    </p:spTree>
    <p:extLst>
      <p:ext uri="{BB962C8B-B14F-4D97-AF65-F5344CB8AC3E}">
        <p14:creationId xmlns:p14="http://schemas.microsoft.com/office/powerpoint/2010/main" val="784208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a:t>Q1b – Low Noise Margin Calculation</a:t>
            </a:r>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7</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7" name="Picture 6"/>
          <p:cNvPicPr>
            <a:picLocks noChangeAspect="1"/>
          </p:cNvPicPr>
          <p:nvPr/>
        </p:nvPicPr>
        <p:blipFill>
          <a:blip r:embed="rId2"/>
          <a:stretch>
            <a:fillRect/>
          </a:stretch>
        </p:blipFill>
        <p:spPr>
          <a:xfrm>
            <a:off x="1206382" y="1565229"/>
            <a:ext cx="9824184" cy="3806871"/>
          </a:xfrm>
          <a:prstGeom prst="rect">
            <a:avLst/>
          </a:prstGeom>
        </p:spPr>
      </p:pic>
    </p:spTree>
    <p:extLst>
      <p:ext uri="{BB962C8B-B14F-4D97-AF65-F5344CB8AC3E}">
        <p14:creationId xmlns:p14="http://schemas.microsoft.com/office/powerpoint/2010/main" val="302805746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a:t>Q1c – High Noise Margin Calculation (Optional)</a:t>
            </a:r>
          </a:p>
        </p:txBody>
      </p:sp>
      <p:sp>
        <p:nvSpPr>
          <p:cNvPr id="3" name="Text Placeholder 2"/>
          <p:cNvSpPr>
            <a:spLocks noGrp="1"/>
          </p:cNvSpPr>
          <p:nvPr>
            <p:ph type="body" idx="1"/>
          </p:nvPr>
        </p:nvSpPr>
        <p:spPr/>
        <p:txBody>
          <a:bodyPr/>
          <a:lstStyle/>
          <a:p>
            <a:endParaRPr lang="en-US"/>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8</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7" name="Picture 6"/>
          <p:cNvPicPr>
            <a:picLocks noChangeAspect="1"/>
          </p:cNvPicPr>
          <p:nvPr/>
        </p:nvPicPr>
        <p:blipFill>
          <a:blip r:embed="rId2"/>
          <a:stretch>
            <a:fillRect/>
          </a:stretch>
        </p:blipFill>
        <p:spPr>
          <a:xfrm>
            <a:off x="606336" y="1755764"/>
            <a:ext cx="11152156" cy="1381136"/>
          </a:xfrm>
          <a:prstGeom prst="rect">
            <a:avLst/>
          </a:prstGeom>
        </p:spPr>
      </p:pic>
    </p:spTree>
    <p:extLst>
      <p:ext uri="{BB962C8B-B14F-4D97-AF65-F5344CB8AC3E}">
        <p14:creationId xmlns:p14="http://schemas.microsoft.com/office/powerpoint/2010/main" val="16872839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9</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7" name="Picture 6"/>
          <p:cNvPicPr>
            <a:picLocks noChangeAspect="1"/>
          </p:cNvPicPr>
          <p:nvPr/>
        </p:nvPicPr>
        <p:blipFill>
          <a:blip r:embed="rId2"/>
          <a:stretch>
            <a:fillRect/>
          </a:stretch>
        </p:blipFill>
        <p:spPr>
          <a:xfrm>
            <a:off x="3209925" y="199991"/>
            <a:ext cx="5381625" cy="6366068"/>
          </a:xfrm>
          <a:prstGeom prst="rect">
            <a:avLst/>
          </a:prstGeom>
        </p:spPr>
      </p:pic>
    </p:spTree>
    <p:extLst>
      <p:ext uri="{BB962C8B-B14F-4D97-AF65-F5344CB8AC3E}">
        <p14:creationId xmlns:p14="http://schemas.microsoft.com/office/powerpoint/2010/main" val="19736348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Text Placeholder 2"/>
          <p:cNvSpPr>
            <a:spLocks noGrp="1"/>
          </p:cNvSpPr>
          <p:nvPr>
            <p:ph type="body" idx="1"/>
          </p:nvPr>
        </p:nvSpPr>
        <p:spPr/>
        <p:txBody>
          <a:bodyPr/>
          <a:lstStyle/>
          <a:p>
            <a:endParaRPr lang="en-US"/>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10</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7" name="Picture 6"/>
          <p:cNvPicPr>
            <a:picLocks noChangeAspect="1"/>
          </p:cNvPicPr>
          <p:nvPr/>
        </p:nvPicPr>
        <p:blipFill>
          <a:blip r:embed="rId2"/>
          <a:stretch>
            <a:fillRect/>
          </a:stretch>
        </p:blipFill>
        <p:spPr>
          <a:xfrm>
            <a:off x="3911600" y="169793"/>
            <a:ext cx="4975374" cy="6688207"/>
          </a:xfrm>
          <a:prstGeom prst="rect">
            <a:avLst/>
          </a:prstGeom>
        </p:spPr>
      </p:pic>
    </p:spTree>
    <p:extLst>
      <p:ext uri="{BB962C8B-B14F-4D97-AF65-F5344CB8AC3E}">
        <p14:creationId xmlns:p14="http://schemas.microsoft.com/office/powerpoint/2010/main" val="243293353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403</Words>
  <Application>Microsoft Office PowerPoint</Application>
  <PresentationFormat>Widescreen</PresentationFormat>
  <Paragraphs>41</Paragraphs>
  <Slides>10</Slides>
  <Notes>0</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10</vt:i4>
      </vt:variant>
    </vt:vector>
  </HeadingPairs>
  <TitlesOfParts>
    <vt:vector size="16" baseType="lpstr">
      <vt:lpstr>Arial</vt:lpstr>
      <vt:lpstr>Calibri</vt:lpstr>
      <vt:lpstr>Calibri Light</vt:lpstr>
      <vt:lpstr>Verdana</vt:lpstr>
      <vt:lpstr>Office Theme</vt:lpstr>
      <vt:lpstr>2_Office Theme</vt:lpstr>
      <vt:lpstr>PowerPoint Presentation</vt:lpstr>
      <vt:lpstr>Introduction</vt:lpstr>
      <vt:lpstr>Analogies to Build Intuition</vt:lpstr>
      <vt:lpstr>PowerPoint Presentation</vt:lpstr>
      <vt:lpstr>PowerPoint Presentation</vt:lpstr>
      <vt:lpstr>Q1a – Sizing the Transistors (W/L)</vt:lpstr>
      <vt:lpstr>Q1b – Low Noise Margin Calculation</vt:lpstr>
      <vt:lpstr>Q1c – High Noise Margin Calculation (Optional)</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Neeraj Mishra</dc:creator>
  <cp:lastModifiedBy>Neeraj Mishra</cp:lastModifiedBy>
  <cp:revision>2</cp:revision>
  <dcterms:created xsi:type="dcterms:W3CDTF">2025-09-09T12:21:44Z</dcterms:created>
  <dcterms:modified xsi:type="dcterms:W3CDTF">2025-09-10T02:28:01Z</dcterms:modified>
</cp:coreProperties>
</file>