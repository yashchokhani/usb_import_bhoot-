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4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D0D7-7324-48DC-92FE-C4A0B85A08E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A8BC2-450D-489E-B56C-1E41439A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16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D0D7-7324-48DC-92FE-C4A0B85A08E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A8BC2-450D-489E-B56C-1E41439A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5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D0D7-7324-48DC-92FE-C4A0B85A08E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A8BC2-450D-489E-B56C-1E41439A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D0D7-7324-48DC-92FE-C4A0B85A08E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A8BC2-450D-489E-B56C-1E41439A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16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D0D7-7324-48DC-92FE-C4A0B85A08E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A8BC2-450D-489E-B56C-1E41439A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6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D0D7-7324-48DC-92FE-C4A0B85A08E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A8BC2-450D-489E-B56C-1E41439A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6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D0D7-7324-48DC-92FE-C4A0B85A08E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A8BC2-450D-489E-B56C-1E41439A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3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D0D7-7324-48DC-92FE-C4A0B85A08E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A8BC2-450D-489E-B56C-1E41439A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47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D0D7-7324-48DC-92FE-C4A0B85A08E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A8BC2-450D-489E-B56C-1E41439A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1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D0D7-7324-48DC-92FE-C4A0B85A08E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A8BC2-450D-489E-B56C-1E41439A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48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FD0D7-7324-48DC-92FE-C4A0B85A08E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A8BC2-450D-489E-B56C-1E41439A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8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FD0D7-7324-48DC-92FE-C4A0B85A08E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A8BC2-450D-489E-B56C-1E41439A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41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178" y="2263715"/>
            <a:ext cx="5721644" cy="23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48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651" y="82527"/>
            <a:ext cx="7852065" cy="12033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94" y="1901737"/>
            <a:ext cx="9547228" cy="466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5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95" y="730147"/>
            <a:ext cx="10903965" cy="550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2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22" y="142833"/>
            <a:ext cx="9364564" cy="21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0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77" y="390428"/>
            <a:ext cx="9567506" cy="538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2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008" y="682528"/>
            <a:ext cx="9804567" cy="568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2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92" y="349232"/>
            <a:ext cx="6523775" cy="10509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26" y="1492169"/>
            <a:ext cx="10193708" cy="472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2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65" y="139679"/>
            <a:ext cx="7051865" cy="13366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56" y="1720779"/>
            <a:ext cx="9972757" cy="421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94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3</cp:revision>
  <dcterms:created xsi:type="dcterms:W3CDTF">2025-08-18T17:25:21Z</dcterms:created>
  <dcterms:modified xsi:type="dcterms:W3CDTF">2025-08-18T17:28:09Z</dcterms:modified>
</cp:coreProperties>
</file>