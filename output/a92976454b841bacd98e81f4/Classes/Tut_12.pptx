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1" r:id="rId5"/>
    <p:sldId id="263" r:id="rId6"/>
    <p:sldId id="262" r:id="rId7"/>
    <p:sldId id="266" r:id="rId8"/>
    <p:sldId id="264" r:id="rId9"/>
    <p:sldId id="267" r:id="rId10"/>
    <p:sldId id="265" r:id="rId11"/>
    <p:sldId id="26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A94FDA-3E62-4A23-8BC7-73579B54905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987E8-799F-4EEC-86CB-B0196E8AB2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788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C987E8-799F-4EEC-86CB-B0196E8AB27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480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22626-0178-9D3A-31B1-99F844F9D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09747-E423-28B6-57BC-AA920406A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90AAD-15E3-D53F-D851-EBA876B72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457E-74BA-4AF0-B118-4CB730C371CF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7AA89-8BA6-987E-5F41-A37269EA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E0A4C-1ECD-C877-B19F-C8861BD1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E0F11-66EA-45EF-B771-9EECF9123A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19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7FD3-7187-44EB-6F9F-84B55F824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26F76-A86B-9EBD-EBA3-181C49A6F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5C2DA-C270-8479-8E3D-5BD580E7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457E-74BA-4AF0-B118-4CB730C371CF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55884-79D7-A9D5-B37D-4353EE30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E2509-4677-8B46-73D2-3BF690ED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E0F11-66EA-45EF-B771-9EECF9123A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93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221F-8ED2-3353-9114-761F424E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9471C-21A9-42D9-2818-E724EA252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ABA10-7B18-13AE-BB7E-5774A2295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457E-74BA-4AF0-B118-4CB730C371CF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C1CB2-1C64-4F04-79A1-0B04E548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D1802-C89A-2C16-C6EA-3479B4F95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E0F11-66EA-45EF-B771-9EECF9123A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99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ECE9-92B6-0F74-D577-681C00F85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B43BD-9F3A-B93A-0B54-ED851643A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0FD6B-F55A-36E0-F52E-62691773C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C5DB4-902D-C342-D06C-6CD8E9B6B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457E-74BA-4AF0-B118-4CB730C371CF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BA329-31CA-71F1-D2B8-1A41AAE9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48E79-ECD4-A80F-B6D7-41A9E2862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E0F11-66EA-45EF-B771-9EECF9123A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61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A94B-BD56-FD06-66E2-34D0EFB7D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04970-C059-C54E-6909-815BE997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705C9-77D8-5CF5-B33E-697F648F8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3A4514-335D-0B35-6733-BAE6F2E62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99F36-7889-BA17-6D10-EA99B1FD0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02850C-1875-AA6B-21AB-9CC03E672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457E-74BA-4AF0-B118-4CB730C371CF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E3E269-E6B6-E403-91D6-D69E03B13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EA39B0-B927-5030-4D0C-7CCB7DC5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E0F11-66EA-45EF-B771-9EECF9123A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603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B1E73-8CB8-0BB4-ED5C-901C35547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6ACA9-C102-AE96-F85A-A0645490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457E-74BA-4AF0-B118-4CB730C371CF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41B66D-08A9-4888-EBDC-0A178C326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0422E-B4C7-75EA-547C-4665E896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E0F11-66EA-45EF-B771-9EECF9123A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68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2FA3E7-DF71-EE8B-BB17-803B1E65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457E-74BA-4AF0-B118-4CB730C371CF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D0C880-162D-1CC5-100C-02B03F1F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B81E1-DC2C-1ED0-AF2E-8F8FEDB2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E0F11-66EA-45EF-B771-9EECF9123A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38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09B5-7759-F31C-41DB-EF44AE6B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CE86B-1F5E-1984-5DE5-01BFA953D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4F1AC-543C-F95A-90D7-60D38F6EA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9458A-D984-C60D-8D9D-C2BC02983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457E-74BA-4AF0-B118-4CB730C371CF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DD9DD-C725-89D1-6609-AFD489957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A6F1B-8527-5843-3246-6398A56B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E0F11-66EA-45EF-B771-9EECF9123A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68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4990F-91D9-203E-12C4-98521BBC4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15A62C-BB0D-FFE2-7199-0F689D6A2C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BC799-EA27-EEFC-DB3C-123BE5C58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C8E2B-3E34-723B-0B1C-F17C985F8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457E-74BA-4AF0-B118-4CB730C371CF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1B58A-F19F-D188-EC30-CAF7C248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A9790-3A6F-AFE6-BE64-6E322F295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E0F11-66EA-45EF-B771-9EECF9123A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459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80B43-93CD-1755-1B0C-940A71043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2FE59-5116-EE6C-9292-D6C194FCC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04836-64E4-77C9-76B8-62A3E3A7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457E-74BA-4AF0-B118-4CB730C371CF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C1DCC-DE6C-955A-6ABD-F784F06E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BD977-E284-66EC-DBF9-31F06D228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E0F11-66EA-45EF-B771-9EECF9123A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49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BDFBE5-6222-33AC-E7BB-EDB7F3726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7FE25-8A2B-042A-2877-FE4A72D64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935C9-4B9D-13A4-342E-0F9FA915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457E-74BA-4AF0-B118-4CB730C371CF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90D8B-5C64-DB6D-2339-E823F209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FD36C-ABEC-AC8C-E9AE-4318AEFA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E0F11-66EA-45EF-B771-9EECF9123A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671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7CD84E-772F-D26C-5320-BFC83BDE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690B9-42C4-806E-6700-BC7583A7D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CAC6C-6FAE-AA25-E95B-73833BDB65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6457E-74BA-4AF0-B118-4CB730C371CF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7F73F-025E-E2C6-C526-309DC04FCC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400-6FBD-066F-1C84-27DFC9A1A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E0F11-66EA-45EF-B771-9EECF9123A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285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52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9D714E-B3C1-6C11-DB61-530A8F96D9C8}"/>
                  </a:ext>
                </a:extLst>
              </p:cNvPr>
              <p:cNvSpPr txBox="1"/>
              <p:nvPr/>
            </p:nvSpPr>
            <p:spPr>
              <a:xfrm>
                <a:off x="1151578" y="2234955"/>
                <a:ext cx="9888843" cy="2388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accent1">
                        <a:lumMod val="75000"/>
                      </a:schemeClr>
                    </a:solidFill>
                  </a:rPr>
                  <a:t>Ques: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Design a transistor-level CMOS logic circuit to implement the following functions using the least number of transistors.</a:t>
                </a:r>
              </a:p>
              <a:p>
                <a:pPr algn="ctr">
                  <a:lnSpc>
                    <a:spcPct val="150000"/>
                  </a:lnSpc>
                </a:pPr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bar>
                        <m:barPr>
                          <m:pos m:val="top"/>
                          <m:ctrlPr>
                            <a:rPr lang="en-IN" sz="24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yz</m:t>
                          </m:r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).(</m:t>
                          </m:r>
                          <m:r>
                            <m:rPr>
                              <m:sty m:val="p"/>
                            </m:rP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bar>
                    </m:oMath>
                  </m:oMathPara>
                </a14:m>
                <a:endParaRPr lang="en-IN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9D714E-B3C1-6C11-DB61-530A8F96D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578" y="2234955"/>
                <a:ext cx="9888843" cy="2388090"/>
              </a:xfrm>
              <a:prstGeom prst="rect">
                <a:avLst/>
              </a:prstGeom>
              <a:blipFill>
                <a:blip r:embed="rId2"/>
                <a:stretch>
                  <a:fillRect r="-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71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1D8FA42-17A6-8CD9-D593-36744FA2EFFB}"/>
                  </a:ext>
                </a:extLst>
              </p:cNvPr>
              <p:cNvSpPr txBox="1"/>
              <p:nvPr/>
            </p:nvSpPr>
            <p:spPr>
              <a:xfrm>
                <a:off x="1187490" y="1854041"/>
                <a:ext cx="5153798" cy="3006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000" dirty="0">
                    <a:solidFill>
                      <a:schemeClr val="tx1"/>
                    </a:solidFill>
                  </a:rPr>
                  <a:t>Given expression: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bar>
                      <m:barPr>
                        <m:pos m:val="top"/>
                        <m:ctrlPr>
                          <a:rPr lang="en-I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yz</m:t>
                        </m:r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).(</m:t>
                        </m:r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ar>
                  </m:oMath>
                </a14:m>
                <a:endParaRPr lang="en-I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000" dirty="0">
                    <a:solidFill>
                      <a:schemeClr val="tx1"/>
                    </a:solidFill>
                  </a:rPr>
                  <a:t> After simplification: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bar>
                      <m:barPr>
                        <m:pos m:val="top"/>
                        <m:ctrlPr>
                          <a:rPr lang="en-I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wyz</m:t>
                        </m:r>
                      </m:e>
                    </m:bar>
                  </m:oMath>
                </a14:m>
                <a:endParaRPr lang="en-I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000" dirty="0">
                    <a:solidFill>
                      <a:schemeClr val="tx1"/>
                    </a:solidFill>
                  </a:rPr>
                  <a:t>Consider,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bar>
                  </m:oMath>
                </a14:m>
                <a:r>
                  <a:rPr lang="en-IN" sz="2000" dirty="0">
                    <a:solidFill>
                      <a:schemeClr val="tx1"/>
                    </a:solidFill>
                  </a:rPr>
                  <a:t> i.e. </a:t>
                </a:r>
                <a14:m>
                  <m:oMath xmlns:m="http://schemas.openxmlformats.org/officeDocument/2006/math">
                    <m:r>
                      <a:rPr lang="en-IN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wyz</m:t>
                    </m: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>
                    <a:solidFill>
                      <a:schemeClr val="tx1"/>
                    </a:solidFill>
                  </a:rPr>
                  <a:t> and implement with n-MOS transistor.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000" dirty="0">
                    <a:solidFill>
                      <a:schemeClr val="tx1"/>
                    </a:solidFill>
                  </a:rPr>
                  <a:t>Implement compliment of n-MOS circuit with p-MOS transistor.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1D8FA42-17A6-8CD9-D593-36744FA2E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90" y="1854041"/>
                <a:ext cx="5153798" cy="3006016"/>
              </a:xfrm>
              <a:prstGeom prst="rect">
                <a:avLst/>
              </a:prstGeom>
              <a:blipFill>
                <a:blip r:embed="rId2"/>
                <a:stretch>
                  <a:fillRect l="-1302" r="-828" b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8251D9D-EBCC-F428-6F0E-A00B70407DAE}"/>
              </a:ext>
            </a:extLst>
          </p:cNvPr>
          <p:cNvCxnSpPr>
            <a:cxnSpLocks/>
          </p:cNvCxnSpPr>
          <p:nvPr/>
        </p:nvCxnSpPr>
        <p:spPr>
          <a:xfrm flipH="1">
            <a:off x="7934974" y="4148650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69C7A9E-2318-159E-FC39-A3A576770418}"/>
              </a:ext>
            </a:extLst>
          </p:cNvPr>
          <p:cNvCxnSpPr>
            <a:cxnSpLocks/>
          </p:cNvCxnSpPr>
          <p:nvPr/>
        </p:nvCxnSpPr>
        <p:spPr>
          <a:xfrm>
            <a:off x="7939736" y="4139127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C753459-24BB-BD9D-F03C-7260241A4F3D}"/>
              </a:ext>
            </a:extLst>
          </p:cNvPr>
          <p:cNvCxnSpPr>
            <a:cxnSpLocks/>
          </p:cNvCxnSpPr>
          <p:nvPr/>
        </p:nvCxnSpPr>
        <p:spPr>
          <a:xfrm>
            <a:off x="7932593" y="4453956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19E4263-E199-C01D-A218-A78797D879E9}"/>
              </a:ext>
            </a:extLst>
          </p:cNvPr>
          <p:cNvCxnSpPr>
            <a:cxnSpLocks/>
          </p:cNvCxnSpPr>
          <p:nvPr/>
        </p:nvCxnSpPr>
        <p:spPr>
          <a:xfrm>
            <a:off x="7884967" y="4139127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273EB81-5C02-4BB7-63BA-5FA3062E5A5D}"/>
              </a:ext>
            </a:extLst>
          </p:cNvPr>
          <p:cNvCxnSpPr>
            <a:cxnSpLocks/>
          </p:cNvCxnSpPr>
          <p:nvPr/>
        </p:nvCxnSpPr>
        <p:spPr>
          <a:xfrm>
            <a:off x="8261239" y="3339982"/>
            <a:ext cx="0" cy="8158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14EFF86-9FDC-B485-A2A7-FE9A103F70EB}"/>
              </a:ext>
            </a:extLst>
          </p:cNvPr>
          <p:cNvCxnSpPr>
            <a:cxnSpLocks/>
          </p:cNvCxnSpPr>
          <p:nvPr/>
        </p:nvCxnSpPr>
        <p:spPr>
          <a:xfrm>
            <a:off x="8261239" y="4446813"/>
            <a:ext cx="0" cy="7154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A0EAAB5-85AF-D5D3-BA63-B37E7B4D2B8A}"/>
              </a:ext>
            </a:extLst>
          </p:cNvPr>
          <p:cNvCxnSpPr>
            <a:cxnSpLocks/>
          </p:cNvCxnSpPr>
          <p:nvPr/>
        </p:nvCxnSpPr>
        <p:spPr>
          <a:xfrm flipH="1">
            <a:off x="7550116" y="4293907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089A1BD-DFD7-0297-CC09-5A33008F65D5}"/>
              </a:ext>
            </a:extLst>
          </p:cNvPr>
          <p:cNvCxnSpPr/>
          <p:nvPr/>
        </p:nvCxnSpPr>
        <p:spPr>
          <a:xfrm flipH="1">
            <a:off x="8745734" y="4130396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CA69E19-B4A9-EB63-FB65-16D768B616C6}"/>
              </a:ext>
            </a:extLst>
          </p:cNvPr>
          <p:cNvCxnSpPr/>
          <p:nvPr/>
        </p:nvCxnSpPr>
        <p:spPr>
          <a:xfrm>
            <a:off x="9074370" y="4120873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1310854-601B-68D4-5511-FF038CD59316}"/>
              </a:ext>
            </a:extLst>
          </p:cNvPr>
          <p:cNvCxnSpPr/>
          <p:nvPr/>
        </p:nvCxnSpPr>
        <p:spPr>
          <a:xfrm>
            <a:off x="8743353" y="4432526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D18480C-ADF5-E6EC-C0DA-354198F0B0BA}"/>
              </a:ext>
            </a:extLst>
          </p:cNvPr>
          <p:cNvCxnSpPr/>
          <p:nvPr/>
        </p:nvCxnSpPr>
        <p:spPr>
          <a:xfrm>
            <a:off x="9122776" y="4120873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921178B-6ACE-6525-8745-1835AD649217}"/>
              </a:ext>
            </a:extLst>
          </p:cNvPr>
          <p:cNvCxnSpPr>
            <a:cxnSpLocks/>
          </p:cNvCxnSpPr>
          <p:nvPr/>
        </p:nvCxnSpPr>
        <p:spPr>
          <a:xfrm>
            <a:off x="8752906" y="3942157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F12C3A3-4B08-DA0A-9531-EC17871FB063}"/>
              </a:ext>
            </a:extLst>
          </p:cNvPr>
          <p:cNvCxnSpPr>
            <a:cxnSpLocks/>
          </p:cNvCxnSpPr>
          <p:nvPr/>
        </p:nvCxnSpPr>
        <p:spPr>
          <a:xfrm>
            <a:off x="8751308" y="4428559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8A23BBC-B8E9-4F4B-A05F-6E51AD68122E}"/>
              </a:ext>
            </a:extLst>
          </p:cNvPr>
          <p:cNvCxnSpPr/>
          <p:nvPr/>
        </p:nvCxnSpPr>
        <p:spPr>
          <a:xfrm flipH="1">
            <a:off x="9118122" y="4275653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F22751B-1BF7-8D88-4110-5668781752FB}"/>
              </a:ext>
            </a:extLst>
          </p:cNvPr>
          <p:cNvCxnSpPr/>
          <p:nvPr/>
        </p:nvCxnSpPr>
        <p:spPr>
          <a:xfrm flipH="1">
            <a:off x="8743488" y="4667094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B0C64F-0971-100E-52D5-FFA69CADE04B}"/>
              </a:ext>
            </a:extLst>
          </p:cNvPr>
          <p:cNvCxnSpPr/>
          <p:nvPr/>
        </p:nvCxnSpPr>
        <p:spPr>
          <a:xfrm>
            <a:off x="9072124" y="4657571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6368D28-31D6-DC74-4A39-165908372852}"/>
              </a:ext>
            </a:extLst>
          </p:cNvPr>
          <p:cNvCxnSpPr/>
          <p:nvPr/>
        </p:nvCxnSpPr>
        <p:spPr>
          <a:xfrm>
            <a:off x="8741107" y="4970812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E4A41EE-4D7A-0ECB-0607-904A6ADA149D}"/>
              </a:ext>
            </a:extLst>
          </p:cNvPr>
          <p:cNvCxnSpPr/>
          <p:nvPr/>
        </p:nvCxnSpPr>
        <p:spPr>
          <a:xfrm>
            <a:off x="9120530" y="4657571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942E287-CB8A-BFC3-549D-A766D04F4A98}"/>
              </a:ext>
            </a:extLst>
          </p:cNvPr>
          <p:cNvCxnSpPr>
            <a:cxnSpLocks/>
          </p:cNvCxnSpPr>
          <p:nvPr/>
        </p:nvCxnSpPr>
        <p:spPr>
          <a:xfrm>
            <a:off x="8750660" y="4478855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79C08D5-878A-46DA-A9D1-D22981B2A526}"/>
              </a:ext>
            </a:extLst>
          </p:cNvPr>
          <p:cNvCxnSpPr>
            <a:cxnSpLocks/>
          </p:cNvCxnSpPr>
          <p:nvPr/>
        </p:nvCxnSpPr>
        <p:spPr>
          <a:xfrm>
            <a:off x="8749460" y="4962477"/>
            <a:ext cx="0" cy="2059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915B3D3-60E6-2DF4-96F5-3E64FD51FC38}"/>
              </a:ext>
            </a:extLst>
          </p:cNvPr>
          <p:cNvCxnSpPr/>
          <p:nvPr/>
        </p:nvCxnSpPr>
        <p:spPr>
          <a:xfrm flipH="1">
            <a:off x="9115876" y="4812351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C2F1B75-ECDF-8E7C-C95B-0272B5747EE6}"/>
              </a:ext>
            </a:extLst>
          </p:cNvPr>
          <p:cNvCxnSpPr/>
          <p:nvPr/>
        </p:nvCxnSpPr>
        <p:spPr>
          <a:xfrm flipH="1">
            <a:off x="8746911" y="3528221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2F2290F-84B9-98D1-B0D1-FB0F3BA4EED6}"/>
              </a:ext>
            </a:extLst>
          </p:cNvPr>
          <p:cNvCxnSpPr/>
          <p:nvPr/>
        </p:nvCxnSpPr>
        <p:spPr>
          <a:xfrm>
            <a:off x="9075547" y="3518698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DB2CB26-4638-834F-22D3-C872A1971A92}"/>
              </a:ext>
            </a:extLst>
          </p:cNvPr>
          <p:cNvCxnSpPr/>
          <p:nvPr/>
        </p:nvCxnSpPr>
        <p:spPr>
          <a:xfrm>
            <a:off x="8744530" y="3830351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C531B0D-685E-1B75-723D-C2DDAE607F7F}"/>
              </a:ext>
            </a:extLst>
          </p:cNvPr>
          <p:cNvCxnSpPr/>
          <p:nvPr/>
        </p:nvCxnSpPr>
        <p:spPr>
          <a:xfrm>
            <a:off x="9123953" y="3518698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C695DED-4901-5C12-D050-803F24B9EE35}"/>
              </a:ext>
            </a:extLst>
          </p:cNvPr>
          <p:cNvCxnSpPr>
            <a:cxnSpLocks/>
          </p:cNvCxnSpPr>
          <p:nvPr/>
        </p:nvCxnSpPr>
        <p:spPr>
          <a:xfrm>
            <a:off x="8754083" y="3339982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6E5E986-B5B7-2474-2903-CAF266F63BDD}"/>
              </a:ext>
            </a:extLst>
          </p:cNvPr>
          <p:cNvCxnSpPr>
            <a:cxnSpLocks/>
          </p:cNvCxnSpPr>
          <p:nvPr/>
        </p:nvCxnSpPr>
        <p:spPr>
          <a:xfrm>
            <a:off x="8752485" y="3826384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2F95447-6D8F-642B-87B9-BA396439F776}"/>
              </a:ext>
            </a:extLst>
          </p:cNvPr>
          <p:cNvCxnSpPr/>
          <p:nvPr/>
        </p:nvCxnSpPr>
        <p:spPr>
          <a:xfrm flipH="1">
            <a:off x="9119299" y="3673478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E64C697-F597-346A-821C-324945BF46E4}"/>
              </a:ext>
            </a:extLst>
          </p:cNvPr>
          <p:cNvCxnSpPr>
            <a:cxnSpLocks/>
          </p:cNvCxnSpPr>
          <p:nvPr/>
        </p:nvCxnSpPr>
        <p:spPr>
          <a:xfrm>
            <a:off x="8258064" y="5153495"/>
            <a:ext cx="490998" cy="63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0CAC41C-FF32-4F5A-F75C-D519F0524F5A}"/>
              </a:ext>
            </a:extLst>
          </p:cNvPr>
          <p:cNvCxnSpPr>
            <a:cxnSpLocks/>
          </p:cNvCxnSpPr>
          <p:nvPr/>
        </p:nvCxnSpPr>
        <p:spPr>
          <a:xfrm>
            <a:off x="8252654" y="3349510"/>
            <a:ext cx="50860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F9C4D0F-58FB-2785-670E-7A59544C2A04}"/>
              </a:ext>
            </a:extLst>
          </p:cNvPr>
          <p:cNvCxnSpPr/>
          <p:nvPr/>
        </p:nvCxnSpPr>
        <p:spPr>
          <a:xfrm flipH="1">
            <a:off x="9784232" y="1955930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1C9F400B-0534-66DD-7C35-3C2E40B3354E}"/>
              </a:ext>
            </a:extLst>
          </p:cNvPr>
          <p:cNvCxnSpPr/>
          <p:nvPr/>
        </p:nvCxnSpPr>
        <p:spPr>
          <a:xfrm>
            <a:off x="10112868" y="1946407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EA2EF5B-F9F4-1286-3B63-952E22E760A9}"/>
              </a:ext>
            </a:extLst>
          </p:cNvPr>
          <p:cNvCxnSpPr/>
          <p:nvPr/>
        </p:nvCxnSpPr>
        <p:spPr>
          <a:xfrm>
            <a:off x="9781851" y="2258060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6894B25-744E-A684-4FC5-86DBA962744D}"/>
              </a:ext>
            </a:extLst>
          </p:cNvPr>
          <p:cNvCxnSpPr/>
          <p:nvPr/>
        </p:nvCxnSpPr>
        <p:spPr>
          <a:xfrm>
            <a:off x="10161274" y="1946407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FFDBF6C-B247-F619-9749-5489E569C285}"/>
              </a:ext>
            </a:extLst>
          </p:cNvPr>
          <p:cNvCxnSpPr>
            <a:cxnSpLocks/>
          </p:cNvCxnSpPr>
          <p:nvPr/>
        </p:nvCxnSpPr>
        <p:spPr>
          <a:xfrm>
            <a:off x="9791404" y="1767691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D53C33E-77F5-C6F9-87EE-A858035FFEC4}"/>
              </a:ext>
            </a:extLst>
          </p:cNvPr>
          <p:cNvCxnSpPr>
            <a:cxnSpLocks/>
          </p:cNvCxnSpPr>
          <p:nvPr/>
        </p:nvCxnSpPr>
        <p:spPr>
          <a:xfrm>
            <a:off x="9789806" y="2254093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7021AB2-EC89-8CE3-AF16-BE506DB5CBB6}"/>
              </a:ext>
            </a:extLst>
          </p:cNvPr>
          <p:cNvCxnSpPr>
            <a:cxnSpLocks/>
          </p:cNvCxnSpPr>
          <p:nvPr/>
        </p:nvCxnSpPr>
        <p:spPr>
          <a:xfrm flipH="1">
            <a:off x="10250276" y="2101187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BDD5DA3-1451-F028-AAEC-6E1F21797C5C}"/>
              </a:ext>
            </a:extLst>
          </p:cNvPr>
          <p:cNvCxnSpPr>
            <a:cxnSpLocks/>
          </p:cNvCxnSpPr>
          <p:nvPr/>
        </p:nvCxnSpPr>
        <p:spPr>
          <a:xfrm>
            <a:off x="9789158" y="2304389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7B30009C-3975-7E8E-88E7-51F4EA08C70C}"/>
              </a:ext>
            </a:extLst>
          </p:cNvPr>
          <p:cNvSpPr/>
          <p:nvPr/>
        </p:nvSpPr>
        <p:spPr>
          <a:xfrm>
            <a:off x="10169366" y="2063111"/>
            <a:ext cx="79374" cy="76151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1B4B4C1-38DA-33D9-2789-845A28F4BB6E}"/>
              </a:ext>
            </a:extLst>
          </p:cNvPr>
          <p:cNvCxnSpPr/>
          <p:nvPr/>
        </p:nvCxnSpPr>
        <p:spPr>
          <a:xfrm flipH="1">
            <a:off x="8526026" y="1966249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673FF99-7B2D-4813-F1D1-45C16C6FAE72}"/>
              </a:ext>
            </a:extLst>
          </p:cNvPr>
          <p:cNvCxnSpPr/>
          <p:nvPr/>
        </p:nvCxnSpPr>
        <p:spPr>
          <a:xfrm>
            <a:off x="8854662" y="1956726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DB4F620-8C72-B6B4-E311-0CB42FCB42DA}"/>
              </a:ext>
            </a:extLst>
          </p:cNvPr>
          <p:cNvCxnSpPr/>
          <p:nvPr/>
        </p:nvCxnSpPr>
        <p:spPr>
          <a:xfrm>
            <a:off x="8523645" y="2268379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B0EF00CA-DD8C-5270-8F28-3DD78272870A}"/>
              </a:ext>
            </a:extLst>
          </p:cNvPr>
          <p:cNvCxnSpPr/>
          <p:nvPr/>
        </p:nvCxnSpPr>
        <p:spPr>
          <a:xfrm>
            <a:off x="8903068" y="1956726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7C8F794-DF23-7DBB-7C1B-D2EAF4049C52}"/>
              </a:ext>
            </a:extLst>
          </p:cNvPr>
          <p:cNvCxnSpPr>
            <a:cxnSpLocks/>
          </p:cNvCxnSpPr>
          <p:nvPr/>
        </p:nvCxnSpPr>
        <p:spPr>
          <a:xfrm>
            <a:off x="8533198" y="1778010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906FBAA-1DFC-E8BC-7F0F-95402519209A}"/>
              </a:ext>
            </a:extLst>
          </p:cNvPr>
          <p:cNvCxnSpPr>
            <a:cxnSpLocks/>
          </p:cNvCxnSpPr>
          <p:nvPr/>
        </p:nvCxnSpPr>
        <p:spPr>
          <a:xfrm>
            <a:off x="8531600" y="2264412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2044BE4-79CB-8954-4BC4-4D91F494EB5E}"/>
              </a:ext>
            </a:extLst>
          </p:cNvPr>
          <p:cNvCxnSpPr>
            <a:cxnSpLocks/>
          </p:cNvCxnSpPr>
          <p:nvPr/>
        </p:nvCxnSpPr>
        <p:spPr>
          <a:xfrm flipH="1">
            <a:off x="8992070" y="2111506"/>
            <a:ext cx="2416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2336E6E-FF33-4A0B-6B3F-6B7703CFDF23}"/>
              </a:ext>
            </a:extLst>
          </p:cNvPr>
          <p:cNvCxnSpPr>
            <a:cxnSpLocks/>
          </p:cNvCxnSpPr>
          <p:nvPr/>
        </p:nvCxnSpPr>
        <p:spPr>
          <a:xfrm>
            <a:off x="8530952" y="2314708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9CB77F4D-CB41-D0BA-CF51-8DC7BCF9D941}"/>
              </a:ext>
            </a:extLst>
          </p:cNvPr>
          <p:cNvSpPr/>
          <p:nvPr/>
        </p:nvSpPr>
        <p:spPr>
          <a:xfrm>
            <a:off x="8911160" y="2073430"/>
            <a:ext cx="79374" cy="76151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FBA7E7FA-B630-7D76-2A91-0D25EE1747A2}"/>
              </a:ext>
            </a:extLst>
          </p:cNvPr>
          <p:cNvCxnSpPr>
            <a:cxnSpLocks/>
          </p:cNvCxnSpPr>
          <p:nvPr/>
        </p:nvCxnSpPr>
        <p:spPr>
          <a:xfrm flipH="1">
            <a:off x="7358385" y="1979768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A614ABC-17D2-EB3F-94D5-4ACBC46621B9}"/>
              </a:ext>
            </a:extLst>
          </p:cNvPr>
          <p:cNvCxnSpPr>
            <a:cxnSpLocks/>
          </p:cNvCxnSpPr>
          <p:nvPr/>
        </p:nvCxnSpPr>
        <p:spPr>
          <a:xfrm>
            <a:off x="7363147" y="1970245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5C2719F-BCB9-8597-D414-3E27B89D96A2}"/>
              </a:ext>
            </a:extLst>
          </p:cNvPr>
          <p:cNvCxnSpPr>
            <a:cxnSpLocks/>
          </p:cNvCxnSpPr>
          <p:nvPr/>
        </p:nvCxnSpPr>
        <p:spPr>
          <a:xfrm>
            <a:off x="7356004" y="2285074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F654C11E-775F-2C34-62C5-2E3AB71144CE}"/>
              </a:ext>
            </a:extLst>
          </p:cNvPr>
          <p:cNvCxnSpPr>
            <a:cxnSpLocks/>
          </p:cNvCxnSpPr>
          <p:nvPr/>
        </p:nvCxnSpPr>
        <p:spPr>
          <a:xfrm>
            <a:off x="7308378" y="1970245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55F7CC4-2813-FDC0-A7FD-C238642F2AF4}"/>
              </a:ext>
            </a:extLst>
          </p:cNvPr>
          <p:cNvCxnSpPr>
            <a:cxnSpLocks/>
          </p:cNvCxnSpPr>
          <p:nvPr/>
        </p:nvCxnSpPr>
        <p:spPr>
          <a:xfrm>
            <a:off x="7685841" y="1787559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91D49DE-1E18-15E9-D82C-B22EC5D15D11}"/>
              </a:ext>
            </a:extLst>
          </p:cNvPr>
          <p:cNvCxnSpPr>
            <a:cxnSpLocks/>
          </p:cNvCxnSpPr>
          <p:nvPr/>
        </p:nvCxnSpPr>
        <p:spPr>
          <a:xfrm flipH="1">
            <a:off x="6874430" y="2131322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49CA9263-33E1-A006-DC8E-5B14C13B1509}"/>
              </a:ext>
            </a:extLst>
          </p:cNvPr>
          <p:cNvSpPr/>
          <p:nvPr/>
        </p:nvSpPr>
        <p:spPr>
          <a:xfrm>
            <a:off x="7210869" y="2087564"/>
            <a:ext cx="88708" cy="85205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6A825BA-658A-A49E-4FDC-483A5B4C15BD}"/>
              </a:ext>
            </a:extLst>
          </p:cNvPr>
          <p:cNvCxnSpPr>
            <a:cxnSpLocks/>
          </p:cNvCxnSpPr>
          <p:nvPr/>
        </p:nvCxnSpPr>
        <p:spPr>
          <a:xfrm>
            <a:off x="7682268" y="2281106"/>
            <a:ext cx="0" cy="2289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48B71FE9-326F-EC72-6FF4-EE2D5279C4A1}"/>
              </a:ext>
            </a:extLst>
          </p:cNvPr>
          <p:cNvCxnSpPr>
            <a:cxnSpLocks/>
          </p:cNvCxnSpPr>
          <p:nvPr/>
        </p:nvCxnSpPr>
        <p:spPr>
          <a:xfrm flipV="1">
            <a:off x="7675910" y="1775628"/>
            <a:ext cx="2123347" cy="110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32484ED-CBFF-484B-D7F8-3EEC69933C35}"/>
              </a:ext>
            </a:extLst>
          </p:cNvPr>
          <p:cNvCxnSpPr>
            <a:cxnSpLocks/>
          </p:cNvCxnSpPr>
          <p:nvPr/>
        </p:nvCxnSpPr>
        <p:spPr>
          <a:xfrm flipV="1">
            <a:off x="7673527" y="2496708"/>
            <a:ext cx="2123347" cy="110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1008DD36-537C-16CA-E422-10858B7BB9C9}"/>
              </a:ext>
            </a:extLst>
          </p:cNvPr>
          <p:cNvCxnSpPr/>
          <p:nvPr/>
        </p:nvCxnSpPr>
        <p:spPr>
          <a:xfrm flipH="1">
            <a:off x="8206903" y="2681200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649CB41-401F-D852-F096-C553A72FC7DE}"/>
              </a:ext>
            </a:extLst>
          </p:cNvPr>
          <p:cNvCxnSpPr/>
          <p:nvPr/>
        </p:nvCxnSpPr>
        <p:spPr>
          <a:xfrm>
            <a:off x="8211665" y="2671677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EB96377A-8428-D41E-E02F-4CAED24ABE59}"/>
              </a:ext>
            </a:extLst>
          </p:cNvPr>
          <p:cNvCxnSpPr/>
          <p:nvPr/>
        </p:nvCxnSpPr>
        <p:spPr>
          <a:xfrm>
            <a:off x="8204522" y="2986506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C27594FB-BBB0-8D75-9099-03DCE4062435}"/>
              </a:ext>
            </a:extLst>
          </p:cNvPr>
          <p:cNvCxnSpPr/>
          <p:nvPr/>
        </p:nvCxnSpPr>
        <p:spPr>
          <a:xfrm>
            <a:off x="8156896" y="2671677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62741D70-D21E-AF2D-7712-548C1F319D60}"/>
              </a:ext>
            </a:extLst>
          </p:cNvPr>
          <p:cNvCxnSpPr>
            <a:cxnSpLocks/>
          </p:cNvCxnSpPr>
          <p:nvPr/>
        </p:nvCxnSpPr>
        <p:spPr>
          <a:xfrm>
            <a:off x="8533168" y="2491373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B9A45ABA-9180-AEC8-DBA3-8695F0D7A164}"/>
              </a:ext>
            </a:extLst>
          </p:cNvPr>
          <p:cNvCxnSpPr/>
          <p:nvPr/>
        </p:nvCxnSpPr>
        <p:spPr>
          <a:xfrm flipH="1">
            <a:off x="7714498" y="2831221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Oval 147">
            <a:extLst>
              <a:ext uri="{FF2B5EF4-FFF2-40B4-BE49-F238E27FC236}">
                <a16:creationId xmlns:a16="http://schemas.microsoft.com/office/drawing/2014/main" id="{62840A17-6887-C68F-C356-EF170A28D648}"/>
              </a:ext>
            </a:extLst>
          </p:cNvPr>
          <p:cNvSpPr/>
          <p:nvPr/>
        </p:nvSpPr>
        <p:spPr>
          <a:xfrm>
            <a:off x="8054993" y="2785841"/>
            <a:ext cx="93102" cy="88359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AC7C06E-9DC3-1B4E-1256-41534EA23C51}"/>
              </a:ext>
            </a:extLst>
          </p:cNvPr>
          <p:cNvCxnSpPr>
            <a:cxnSpLocks/>
          </p:cNvCxnSpPr>
          <p:nvPr/>
        </p:nvCxnSpPr>
        <p:spPr>
          <a:xfrm>
            <a:off x="8533168" y="2980156"/>
            <a:ext cx="0" cy="3693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9DB9ED73-5026-6B92-2935-12AFDBEACDB1}"/>
              </a:ext>
            </a:extLst>
          </p:cNvPr>
          <p:cNvCxnSpPr>
            <a:cxnSpLocks/>
          </p:cNvCxnSpPr>
          <p:nvPr/>
        </p:nvCxnSpPr>
        <p:spPr>
          <a:xfrm flipH="1">
            <a:off x="8523645" y="3177512"/>
            <a:ext cx="13196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C50F5A4-09E5-1B9A-797D-B91A765D3F24}"/>
              </a:ext>
            </a:extLst>
          </p:cNvPr>
          <p:cNvCxnSpPr>
            <a:cxnSpLocks/>
          </p:cNvCxnSpPr>
          <p:nvPr/>
        </p:nvCxnSpPr>
        <p:spPr>
          <a:xfrm>
            <a:off x="8535075" y="1589660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5EA5B944-70C9-DDB1-E72B-3EB735D479FE}"/>
              </a:ext>
            </a:extLst>
          </p:cNvPr>
          <p:cNvCxnSpPr>
            <a:cxnSpLocks/>
          </p:cNvCxnSpPr>
          <p:nvPr/>
        </p:nvCxnSpPr>
        <p:spPr>
          <a:xfrm flipH="1">
            <a:off x="8471711" y="1589660"/>
            <a:ext cx="12263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4146AF7F-A3DB-57CD-A6DE-6D7CB20C6DC2}"/>
              </a:ext>
            </a:extLst>
          </p:cNvPr>
          <p:cNvCxnSpPr>
            <a:cxnSpLocks/>
          </p:cNvCxnSpPr>
          <p:nvPr/>
        </p:nvCxnSpPr>
        <p:spPr>
          <a:xfrm>
            <a:off x="8494985" y="5153495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1415A330-17DB-EF75-D078-ACD589865DDE}"/>
              </a:ext>
            </a:extLst>
          </p:cNvPr>
          <p:cNvCxnSpPr>
            <a:cxnSpLocks/>
          </p:cNvCxnSpPr>
          <p:nvPr/>
        </p:nvCxnSpPr>
        <p:spPr>
          <a:xfrm flipH="1">
            <a:off x="8414561" y="5351003"/>
            <a:ext cx="1643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3BCAEA9B-62C3-9D14-A1CE-7BF71C5609A9}"/>
              </a:ext>
            </a:extLst>
          </p:cNvPr>
          <p:cNvCxnSpPr>
            <a:cxnSpLocks/>
          </p:cNvCxnSpPr>
          <p:nvPr/>
        </p:nvCxnSpPr>
        <p:spPr>
          <a:xfrm flipH="1">
            <a:off x="8440318" y="5393865"/>
            <a:ext cx="10933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6DC97328-1FCB-ECFD-071A-0341596E249F}"/>
              </a:ext>
            </a:extLst>
          </p:cNvPr>
          <p:cNvCxnSpPr>
            <a:cxnSpLocks/>
          </p:cNvCxnSpPr>
          <p:nvPr/>
        </p:nvCxnSpPr>
        <p:spPr>
          <a:xfrm flipH="1">
            <a:off x="8466058" y="5434346"/>
            <a:ext cx="5758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C8237B8F-3337-215B-DB26-6851A6AF403C}"/>
              </a:ext>
            </a:extLst>
          </p:cNvPr>
          <p:cNvSpPr txBox="1"/>
          <p:nvPr/>
        </p:nvSpPr>
        <p:spPr>
          <a:xfrm>
            <a:off x="7259904" y="4091767"/>
            <a:ext cx="288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A9F3CF8-25C6-9D29-797B-9E1B268F4E9E}"/>
              </a:ext>
            </a:extLst>
          </p:cNvPr>
          <p:cNvSpPr txBox="1"/>
          <p:nvPr/>
        </p:nvSpPr>
        <p:spPr>
          <a:xfrm>
            <a:off x="9426351" y="3471338"/>
            <a:ext cx="288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1ADF91B-9C68-6123-D5C5-B0485F948068}"/>
              </a:ext>
            </a:extLst>
          </p:cNvPr>
          <p:cNvSpPr txBox="1"/>
          <p:nvPr/>
        </p:nvSpPr>
        <p:spPr>
          <a:xfrm>
            <a:off x="9430652" y="4059227"/>
            <a:ext cx="288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2161C3F-85F6-98BE-7614-085CA010EA36}"/>
              </a:ext>
            </a:extLst>
          </p:cNvPr>
          <p:cNvSpPr txBox="1"/>
          <p:nvPr/>
        </p:nvSpPr>
        <p:spPr>
          <a:xfrm>
            <a:off x="9430651" y="4581219"/>
            <a:ext cx="288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z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3770971-37E2-0482-9285-45BD473A3415}"/>
              </a:ext>
            </a:extLst>
          </p:cNvPr>
          <p:cNvSpPr txBox="1"/>
          <p:nvPr/>
        </p:nvSpPr>
        <p:spPr>
          <a:xfrm>
            <a:off x="7492904" y="2640255"/>
            <a:ext cx="288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A2CEDEC-A903-E62D-9EF6-37A58C0E2239}"/>
              </a:ext>
            </a:extLst>
          </p:cNvPr>
          <p:cNvSpPr txBox="1"/>
          <p:nvPr/>
        </p:nvSpPr>
        <p:spPr>
          <a:xfrm>
            <a:off x="6584005" y="1945376"/>
            <a:ext cx="288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6AF4D4D-1DF8-90DB-4F81-40C17B7AEFF4}"/>
              </a:ext>
            </a:extLst>
          </p:cNvPr>
          <p:cNvSpPr txBox="1"/>
          <p:nvPr/>
        </p:nvSpPr>
        <p:spPr>
          <a:xfrm>
            <a:off x="9171599" y="1895080"/>
            <a:ext cx="288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DF262A8B-3FE2-76BE-8E94-5DD1155B9FE7}"/>
              </a:ext>
            </a:extLst>
          </p:cNvPr>
          <p:cNvSpPr txBox="1"/>
          <p:nvPr/>
        </p:nvSpPr>
        <p:spPr>
          <a:xfrm>
            <a:off x="10544969" y="1896121"/>
            <a:ext cx="288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EC3241D-1BDA-A4B6-8E2E-5E077B22FD32}"/>
                  </a:ext>
                </a:extLst>
              </p:cNvPr>
              <p:cNvSpPr txBox="1"/>
              <p:nvPr/>
            </p:nvSpPr>
            <p:spPr>
              <a:xfrm>
                <a:off x="8097520" y="1197164"/>
                <a:ext cx="9746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DD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EC3241D-1BDA-A4B6-8E2E-5E077B22F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520" y="1197164"/>
                <a:ext cx="9746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Oval 176">
            <a:extLst>
              <a:ext uri="{FF2B5EF4-FFF2-40B4-BE49-F238E27FC236}">
                <a16:creationId xmlns:a16="http://schemas.microsoft.com/office/drawing/2014/main" id="{C52A6568-B322-EC5B-49B9-657E9957676F}"/>
              </a:ext>
            </a:extLst>
          </p:cNvPr>
          <p:cNvSpPr/>
          <p:nvPr/>
        </p:nvSpPr>
        <p:spPr>
          <a:xfrm>
            <a:off x="8503567" y="1748019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26433FCD-519E-CFEB-DFC6-BDBD27961742}"/>
              </a:ext>
            </a:extLst>
          </p:cNvPr>
          <p:cNvSpPr/>
          <p:nvPr/>
        </p:nvSpPr>
        <p:spPr>
          <a:xfrm>
            <a:off x="8502398" y="2478040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F1C50C13-C368-DE57-2933-8818E1E8112A}"/>
              </a:ext>
            </a:extLst>
          </p:cNvPr>
          <p:cNvSpPr/>
          <p:nvPr/>
        </p:nvSpPr>
        <p:spPr>
          <a:xfrm>
            <a:off x="8502562" y="3313050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15D1EF45-D078-3ABC-D20A-91D7B7237D4E}"/>
              </a:ext>
            </a:extLst>
          </p:cNvPr>
          <p:cNvSpPr/>
          <p:nvPr/>
        </p:nvSpPr>
        <p:spPr>
          <a:xfrm>
            <a:off x="8466058" y="5125223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D04D77E9-327B-2611-8A1E-96B0FA3444C9}"/>
              </a:ext>
            </a:extLst>
          </p:cNvPr>
          <p:cNvSpPr/>
          <p:nvPr/>
        </p:nvSpPr>
        <p:spPr>
          <a:xfrm>
            <a:off x="8503563" y="3149420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48F1A044-9468-9F14-4D27-A74C896F7029}"/>
                  </a:ext>
                </a:extLst>
              </p:cNvPr>
              <p:cNvSpPr txBox="1"/>
              <p:nvPr/>
            </p:nvSpPr>
            <p:spPr>
              <a:xfrm>
                <a:off x="9718352" y="2958799"/>
                <a:ext cx="1733550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I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bar>
                        <m:barPr>
                          <m:pos m:val="top"/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m:rPr>
                              <m:sty m:val="p"/>
                            </m:rP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wyz</m:t>
                          </m:r>
                        </m:e>
                      </m:bar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48F1A044-9468-9F14-4D27-A74C896F7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8352" y="2958799"/>
                <a:ext cx="1733550" cy="384721"/>
              </a:xfrm>
              <a:prstGeom prst="rect">
                <a:avLst/>
              </a:prstGeom>
              <a:blipFill>
                <a:blip r:embed="rId4"/>
                <a:stretch>
                  <a:fillRect b="-79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072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C0527-B128-304F-D5DA-E0442F4E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00ABDB4-5908-5D7F-AF04-5A8389D178CC}"/>
                  </a:ext>
                </a:extLst>
              </p:cNvPr>
              <p:cNvSpPr txBox="1"/>
              <p:nvPr/>
            </p:nvSpPr>
            <p:spPr>
              <a:xfrm>
                <a:off x="1151578" y="2219277"/>
                <a:ext cx="9888843" cy="2419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IN" sz="2400" dirty="0">
                    <a:solidFill>
                      <a:schemeClr val="accent1">
                        <a:lumMod val="75000"/>
                      </a:schemeClr>
                    </a:solidFill>
                  </a:rPr>
                  <a:t>Ques: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 Design a transistor-level CMOS logic circuit to implement the following functions using the least number of transistors.</a:t>
                </a:r>
              </a:p>
              <a:p>
                <a:pPr algn="ctr">
                  <a:lnSpc>
                    <a:spcPct val="150000"/>
                  </a:lnSpc>
                </a:pPr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IN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bar>
                        <m:barPr>
                          <m:pos m:val="top"/>
                          <m:ctrlPr>
                            <a:rPr lang="en-IN" sz="24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bar>
                            <m:barPr>
                              <m:pos m:val="top"/>
                              <m:ctrlPr>
                                <a:rPr lang="en-IN" sz="24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IN" sz="24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bar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bar>
                      <m:r>
                        <a:rPr lang="en-IN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4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bar>
                        <m:barPr>
                          <m:pos m:val="top"/>
                          <m:ctrlP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bar>
                    </m:oMath>
                  </m:oMathPara>
                </a14:m>
                <a:endParaRPr lang="en-IN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00ABDB4-5908-5D7F-AF04-5A8389D17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578" y="2219277"/>
                <a:ext cx="9888843" cy="2419445"/>
              </a:xfrm>
              <a:prstGeom prst="rect">
                <a:avLst/>
              </a:prstGeom>
              <a:blipFill>
                <a:blip r:embed="rId2"/>
                <a:stretch>
                  <a:fillRect r="-5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159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700B3-90DE-27D3-95CC-13C7A4526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FBCCF18-B19E-9425-1110-84D86E258814}"/>
                  </a:ext>
                </a:extLst>
              </p:cNvPr>
              <p:cNvSpPr txBox="1"/>
              <p:nvPr/>
            </p:nvSpPr>
            <p:spPr>
              <a:xfrm>
                <a:off x="1351751" y="1609308"/>
                <a:ext cx="5032155" cy="3578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000" dirty="0">
                    <a:solidFill>
                      <a:schemeClr val="tx1"/>
                    </a:solidFill>
                  </a:rPr>
                  <a:t>Given expression: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bar>
                      <m:barPr>
                        <m:pos m:val="top"/>
                        <m:ctrlPr>
                          <a:rPr lang="en-I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bar>
                          <m:barPr>
                            <m:pos m:val="top"/>
                            <m:ctrlPr>
                              <a:rPr lang="en-I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I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bar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ba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</m:t>
                    </m:r>
                    <m:bar>
                      <m:barPr>
                        <m:pos m:val="top"/>
                        <m:ctrl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bar>
                  </m:oMath>
                </a14:m>
                <a:endParaRPr lang="en-I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000" dirty="0">
                    <a:solidFill>
                      <a:schemeClr val="tx1"/>
                    </a:solidFill>
                  </a:rPr>
                  <a:t> After simplification: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bar>
                      <m:barPr>
                        <m:pos m:val="top"/>
                        <m:ctrlPr>
                          <a:rPr lang="en-I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bar>
                  </m:oMath>
                </a14:m>
                <a:r>
                  <a:rPr lang="en-IN" sz="2000" dirty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000" dirty="0">
                    <a:solidFill>
                      <a:schemeClr val="tx1"/>
                    </a:solidFill>
                  </a:rPr>
                  <a:t>		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ba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I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(</m:t>
                    </m:r>
                    <m:bar>
                      <m:barPr>
                        <m:pos m:val="top"/>
                        <m:ctrl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ba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N" sz="2000" dirty="0">
                    <a:solidFill>
                      <a:schemeClr val="tx1"/>
                    </a:solidFill>
                  </a:rPr>
                  <a:t>Consider,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bar>
                  </m:oMath>
                </a14:m>
                <a:r>
                  <a:rPr lang="en-IN" sz="2000" dirty="0">
                    <a:solidFill>
                      <a:schemeClr val="tx1"/>
                    </a:solidFill>
                  </a:rPr>
                  <a:t> i.e.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I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(</m:t>
                    </m:r>
                    <m:bar>
                      <m:barPr>
                        <m:pos m:val="top"/>
                        <m:ctrl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ba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I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/>
                  <a:t> </a:t>
                </a:r>
                <a:r>
                  <a:rPr lang="en-IN" sz="2000" dirty="0">
                    <a:solidFill>
                      <a:schemeClr val="tx1"/>
                    </a:solidFill>
                  </a:rPr>
                  <a:t>and implement with n-MOS transistor.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000" dirty="0">
                    <a:solidFill>
                      <a:schemeClr val="tx1"/>
                    </a:solidFill>
                  </a:rPr>
                  <a:t>Implement compliment of n-MOS circuit with p-MOS transistor.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FBCCF18-B19E-9425-1110-84D86E25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751" y="1609308"/>
                <a:ext cx="5032155" cy="3578544"/>
              </a:xfrm>
              <a:prstGeom prst="rect">
                <a:avLst/>
              </a:prstGeom>
              <a:blipFill>
                <a:blip r:embed="rId2"/>
                <a:stretch>
                  <a:fillRect l="-1333" b="-8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DB024C-55C3-C368-A4D1-6981F31A6FE9}"/>
              </a:ext>
            </a:extLst>
          </p:cNvPr>
          <p:cNvCxnSpPr/>
          <p:nvPr/>
        </p:nvCxnSpPr>
        <p:spPr>
          <a:xfrm flipH="1">
            <a:off x="8230519" y="3666875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436E4F-2E34-17EE-14DB-733815E4DA86}"/>
              </a:ext>
            </a:extLst>
          </p:cNvPr>
          <p:cNvCxnSpPr/>
          <p:nvPr/>
        </p:nvCxnSpPr>
        <p:spPr>
          <a:xfrm>
            <a:off x="8235281" y="3657352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001614-179F-6678-ED23-40C04B38F502}"/>
              </a:ext>
            </a:extLst>
          </p:cNvPr>
          <p:cNvCxnSpPr/>
          <p:nvPr/>
        </p:nvCxnSpPr>
        <p:spPr>
          <a:xfrm>
            <a:off x="8228138" y="3972181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73A11F-ACBE-1925-DC10-D9BE9F4C49ED}"/>
              </a:ext>
            </a:extLst>
          </p:cNvPr>
          <p:cNvCxnSpPr/>
          <p:nvPr/>
        </p:nvCxnSpPr>
        <p:spPr>
          <a:xfrm>
            <a:off x="8180512" y="3657352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050EE1-FD9C-9BDF-70EC-84B46F058E5C}"/>
              </a:ext>
            </a:extLst>
          </p:cNvPr>
          <p:cNvCxnSpPr>
            <a:cxnSpLocks/>
          </p:cNvCxnSpPr>
          <p:nvPr/>
        </p:nvCxnSpPr>
        <p:spPr>
          <a:xfrm>
            <a:off x="8556784" y="3185753"/>
            <a:ext cx="0" cy="48826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AD3B62-B9C7-0FDC-8EEE-FB80BCABBF62}"/>
              </a:ext>
            </a:extLst>
          </p:cNvPr>
          <p:cNvCxnSpPr>
            <a:cxnSpLocks/>
          </p:cNvCxnSpPr>
          <p:nvPr/>
        </p:nvCxnSpPr>
        <p:spPr>
          <a:xfrm>
            <a:off x="8556784" y="3965038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5ACCA8-CCE4-E7D6-5BE0-85FB06E2A10E}"/>
              </a:ext>
            </a:extLst>
          </p:cNvPr>
          <p:cNvCxnSpPr/>
          <p:nvPr/>
        </p:nvCxnSpPr>
        <p:spPr>
          <a:xfrm flipH="1">
            <a:off x="7845661" y="3812132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9E1D35-0AB7-341D-6175-19F5395B8CC8}"/>
              </a:ext>
            </a:extLst>
          </p:cNvPr>
          <p:cNvCxnSpPr/>
          <p:nvPr/>
        </p:nvCxnSpPr>
        <p:spPr>
          <a:xfrm flipH="1">
            <a:off x="7992392" y="4339184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817232-87B5-D82E-E632-5921DF9A99D1}"/>
              </a:ext>
            </a:extLst>
          </p:cNvPr>
          <p:cNvCxnSpPr/>
          <p:nvPr/>
        </p:nvCxnSpPr>
        <p:spPr>
          <a:xfrm>
            <a:off x="7997154" y="4329661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93F035-DB87-9E5E-1362-F599F4B25B55}"/>
              </a:ext>
            </a:extLst>
          </p:cNvPr>
          <p:cNvCxnSpPr/>
          <p:nvPr/>
        </p:nvCxnSpPr>
        <p:spPr>
          <a:xfrm>
            <a:off x="7990011" y="4644490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12D68A-C010-A0E5-0D02-5F7ED1C85DCB}"/>
              </a:ext>
            </a:extLst>
          </p:cNvPr>
          <p:cNvCxnSpPr/>
          <p:nvPr/>
        </p:nvCxnSpPr>
        <p:spPr>
          <a:xfrm>
            <a:off x="7942385" y="4329661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05EB88-54C4-67FA-C582-4CE367EB1710}"/>
              </a:ext>
            </a:extLst>
          </p:cNvPr>
          <p:cNvCxnSpPr>
            <a:cxnSpLocks/>
          </p:cNvCxnSpPr>
          <p:nvPr/>
        </p:nvCxnSpPr>
        <p:spPr>
          <a:xfrm>
            <a:off x="8318657" y="4162008"/>
            <a:ext cx="0" cy="18193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DA8BD6-C5BA-03DC-0224-46246B50D152}"/>
              </a:ext>
            </a:extLst>
          </p:cNvPr>
          <p:cNvCxnSpPr>
            <a:cxnSpLocks/>
          </p:cNvCxnSpPr>
          <p:nvPr/>
        </p:nvCxnSpPr>
        <p:spPr>
          <a:xfrm>
            <a:off x="8316275" y="4637090"/>
            <a:ext cx="0" cy="2087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E3B0F8-AAEC-FC07-526F-C20CE3345940}"/>
              </a:ext>
            </a:extLst>
          </p:cNvPr>
          <p:cNvCxnSpPr/>
          <p:nvPr/>
        </p:nvCxnSpPr>
        <p:spPr>
          <a:xfrm flipH="1">
            <a:off x="7607534" y="4484441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878315A-09A0-306E-9934-0E0747A3E7DA}"/>
              </a:ext>
            </a:extLst>
          </p:cNvPr>
          <p:cNvCxnSpPr/>
          <p:nvPr/>
        </p:nvCxnSpPr>
        <p:spPr>
          <a:xfrm flipH="1">
            <a:off x="8863460" y="4353057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2B7BF7C-36DC-F884-8032-A805156E1458}"/>
              </a:ext>
            </a:extLst>
          </p:cNvPr>
          <p:cNvCxnSpPr/>
          <p:nvPr/>
        </p:nvCxnSpPr>
        <p:spPr>
          <a:xfrm>
            <a:off x="9192096" y="4343534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B4CCCD-20BE-5AF4-2ECE-DAE891F669A0}"/>
              </a:ext>
            </a:extLst>
          </p:cNvPr>
          <p:cNvCxnSpPr/>
          <p:nvPr/>
        </p:nvCxnSpPr>
        <p:spPr>
          <a:xfrm>
            <a:off x="8861079" y="4655187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EFB885-33DC-45DC-F0CE-46A22AAC7D90}"/>
              </a:ext>
            </a:extLst>
          </p:cNvPr>
          <p:cNvCxnSpPr/>
          <p:nvPr/>
        </p:nvCxnSpPr>
        <p:spPr>
          <a:xfrm>
            <a:off x="9240502" y="4343534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8F1A3C-B7E2-FDDE-34A4-5CBA033C693F}"/>
              </a:ext>
            </a:extLst>
          </p:cNvPr>
          <p:cNvCxnSpPr>
            <a:cxnSpLocks/>
          </p:cNvCxnSpPr>
          <p:nvPr/>
        </p:nvCxnSpPr>
        <p:spPr>
          <a:xfrm>
            <a:off x="8870632" y="4164818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B0F9FF-0683-4EDC-9DBB-075E3D0CC7E8}"/>
              </a:ext>
            </a:extLst>
          </p:cNvPr>
          <p:cNvCxnSpPr>
            <a:cxnSpLocks/>
          </p:cNvCxnSpPr>
          <p:nvPr/>
        </p:nvCxnSpPr>
        <p:spPr>
          <a:xfrm>
            <a:off x="8869034" y="4651220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F908672-BF36-860D-138E-A2CDFC2B92D0}"/>
              </a:ext>
            </a:extLst>
          </p:cNvPr>
          <p:cNvCxnSpPr/>
          <p:nvPr/>
        </p:nvCxnSpPr>
        <p:spPr>
          <a:xfrm flipH="1">
            <a:off x="9235848" y="4498314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BCFE77D-6E1F-D841-C318-C4E056DC48A9}"/>
              </a:ext>
            </a:extLst>
          </p:cNvPr>
          <p:cNvCxnSpPr>
            <a:cxnSpLocks/>
          </p:cNvCxnSpPr>
          <p:nvPr/>
        </p:nvCxnSpPr>
        <p:spPr>
          <a:xfrm>
            <a:off x="8312951" y="4171424"/>
            <a:ext cx="5659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48431C8-E165-FEDA-E1AA-AD919F027419}"/>
              </a:ext>
            </a:extLst>
          </p:cNvPr>
          <p:cNvCxnSpPr>
            <a:cxnSpLocks/>
          </p:cNvCxnSpPr>
          <p:nvPr/>
        </p:nvCxnSpPr>
        <p:spPr>
          <a:xfrm>
            <a:off x="8307790" y="4838951"/>
            <a:ext cx="56593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F91A836-A23B-4B36-0D79-096113F2BEE2}"/>
              </a:ext>
            </a:extLst>
          </p:cNvPr>
          <p:cNvCxnSpPr/>
          <p:nvPr/>
        </p:nvCxnSpPr>
        <p:spPr>
          <a:xfrm flipH="1">
            <a:off x="8940970" y="2100347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667538-632B-00ED-0B3A-E9D5FEB2EEBF}"/>
              </a:ext>
            </a:extLst>
          </p:cNvPr>
          <p:cNvCxnSpPr/>
          <p:nvPr/>
        </p:nvCxnSpPr>
        <p:spPr>
          <a:xfrm>
            <a:off x="9269606" y="2090824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4527C01-FE59-06AB-5CA6-94A8DD800573}"/>
              </a:ext>
            </a:extLst>
          </p:cNvPr>
          <p:cNvCxnSpPr/>
          <p:nvPr/>
        </p:nvCxnSpPr>
        <p:spPr>
          <a:xfrm>
            <a:off x="8938589" y="2402477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383A096-953C-5A67-C3E3-772545E86625}"/>
              </a:ext>
            </a:extLst>
          </p:cNvPr>
          <p:cNvCxnSpPr/>
          <p:nvPr/>
        </p:nvCxnSpPr>
        <p:spPr>
          <a:xfrm>
            <a:off x="9318012" y="2090824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3435B5C-D90F-BA35-EECF-A303A7DF6A93}"/>
              </a:ext>
            </a:extLst>
          </p:cNvPr>
          <p:cNvCxnSpPr>
            <a:cxnSpLocks/>
          </p:cNvCxnSpPr>
          <p:nvPr/>
        </p:nvCxnSpPr>
        <p:spPr>
          <a:xfrm>
            <a:off x="8948142" y="1912108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739C69-246C-E5E2-FD3C-C6B718406B0C}"/>
              </a:ext>
            </a:extLst>
          </p:cNvPr>
          <p:cNvCxnSpPr>
            <a:cxnSpLocks/>
          </p:cNvCxnSpPr>
          <p:nvPr/>
        </p:nvCxnSpPr>
        <p:spPr>
          <a:xfrm flipH="1">
            <a:off x="8946781" y="2397319"/>
            <a:ext cx="954" cy="2588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0F570DE-A1DD-BF7B-BC31-BD89BEA6B1B3}"/>
              </a:ext>
            </a:extLst>
          </p:cNvPr>
          <p:cNvCxnSpPr/>
          <p:nvPr/>
        </p:nvCxnSpPr>
        <p:spPr>
          <a:xfrm flipH="1">
            <a:off x="9407014" y="2245604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1D329760-2538-6517-8D17-FD28B4AA1B56}"/>
              </a:ext>
            </a:extLst>
          </p:cNvPr>
          <p:cNvSpPr/>
          <p:nvPr/>
        </p:nvSpPr>
        <p:spPr>
          <a:xfrm>
            <a:off x="9326104" y="2207528"/>
            <a:ext cx="79374" cy="76151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D5F530F-1A39-38FC-87E2-552C47324081}"/>
              </a:ext>
            </a:extLst>
          </p:cNvPr>
          <p:cNvCxnSpPr/>
          <p:nvPr/>
        </p:nvCxnSpPr>
        <p:spPr>
          <a:xfrm flipH="1">
            <a:off x="8940016" y="2648661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75B1FCF-6BE8-4058-0B42-6CA841C8CC78}"/>
              </a:ext>
            </a:extLst>
          </p:cNvPr>
          <p:cNvCxnSpPr/>
          <p:nvPr/>
        </p:nvCxnSpPr>
        <p:spPr>
          <a:xfrm>
            <a:off x="9268652" y="2639138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4CC14CD-846A-1374-33A1-4839FC5A9E1D}"/>
              </a:ext>
            </a:extLst>
          </p:cNvPr>
          <p:cNvCxnSpPr/>
          <p:nvPr/>
        </p:nvCxnSpPr>
        <p:spPr>
          <a:xfrm>
            <a:off x="8937635" y="2950791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46C502E-B10C-1FA1-1650-AA97BE3C9FC8}"/>
              </a:ext>
            </a:extLst>
          </p:cNvPr>
          <p:cNvCxnSpPr/>
          <p:nvPr/>
        </p:nvCxnSpPr>
        <p:spPr>
          <a:xfrm>
            <a:off x="9317058" y="2639138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1EDB4DC-24E2-245D-D49D-837D33B30D2D}"/>
              </a:ext>
            </a:extLst>
          </p:cNvPr>
          <p:cNvCxnSpPr>
            <a:cxnSpLocks/>
          </p:cNvCxnSpPr>
          <p:nvPr/>
        </p:nvCxnSpPr>
        <p:spPr>
          <a:xfrm>
            <a:off x="8945590" y="2946824"/>
            <a:ext cx="0" cy="2472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6C5336A-FE59-9983-7F2A-185A44E7EF8A}"/>
              </a:ext>
            </a:extLst>
          </p:cNvPr>
          <p:cNvCxnSpPr/>
          <p:nvPr/>
        </p:nvCxnSpPr>
        <p:spPr>
          <a:xfrm flipH="1">
            <a:off x="9406060" y="2793918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629998C6-49D4-ED02-1795-E42FB0841FC0}"/>
              </a:ext>
            </a:extLst>
          </p:cNvPr>
          <p:cNvSpPr/>
          <p:nvPr/>
        </p:nvSpPr>
        <p:spPr>
          <a:xfrm>
            <a:off x="9325150" y="2755842"/>
            <a:ext cx="79374" cy="76151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3E238E5F-8871-D6A8-952D-66FBA261E5BC}"/>
              </a:ext>
            </a:extLst>
          </p:cNvPr>
          <p:cNvCxnSpPr/>
          <p:nvPr/>
        </p:nvCxnSpPr>
        <p:spPr>
          <a:xfrm flipH="1">
            <a:off x="7876524" y="2402480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A522BC2-F0F7-732C-703E-61FF353D62C9}"/>
              </a:ext>
            </a:extLst>
          </p:cNvPr>
          <p:cNvCxnSpPr/>
          <p:nvPr/>
        </p:nvCxnSpPr>
        <p:spPr>
          <a:xfrm>
            <a:off x="7881286" y="2392957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30D0EF8-0640-5CAF-D31A-141741DD4876}"/>
              </a:ext>
            </a:extLst>
          </p:cNvPr>
          <p:cNvCxnSpPr/>
          <p:nvPr/>
        </p:nvCxnSpPr>
        <p:spPr>
          <a:xfrm>
            <a:off x="7874143" y="2707786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D5E91D9-1819-8724-29F2-D5B54EF7BAA5}"/>
              </a:ext>
            </a:extLst>
          </p:cNvPr>
          <p:cNvCxnSpPr/>
          <p:nvPr/>
        </p:nvCxnSpPr>
        <p:spPr>
          <a:xfrm>
            <a:off x="7826517" y="2392957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BB8EF90-3183-7517-A033-0F8ED097A5D8}"/>
              </a:ext>
            </a:extLst>
          </p:cNvPr>
          <p:cNvCxnSpPr>
            <a:cxnSpLocks/>
          </p:cNvCxnSpPr>
          <p:nvPr/>
        </p:nvCxnSpPr>
        <p:spPr>
          <a:xfrm>
            <a:off x="8202789" y="1912108"/>
            <a:ext cx="0" cy="49751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28B35B1-BF76-3670-63C6-5996C0E538E4}"/>
              </a:ext>
            </a:extLst>
          </p:cNvPr>
          <p:cNvCxnSpPr/>
          <p:nvPr/>
        </p:nvCxnSpPr>
        <p:spPr>
          <a:xfrm flipH="1">
            <a:off x="7401434" y="2562024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B60E2144-A48E-3894-6FAF-3429975DC53D}"/>
              </a:ext>
            </a:extLst>
          </p:cNvPr>
          <p:cNvSpPr/>
          <p:nvPr/>
        </p:nvSpPr>
        <p:spPr>
          <a:xfrm>
            <a:off x="7736285" y="2518175"/>
            <a:ext cx="81431" cy="77305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D36D0CE-B49E-D9CF-16CE-86B5FEFD77B7}"/>
              </a:ext>
            </a:extLst>
          </p:cNvPr>
          <p:cNvCxnSpPr>
            <a:cxnSpLocks/>
          </p:cNvCxnSpPr>
          <p:nvPr/>
        </p:nvCxnSpPr>
        <p:spPr>
          <a:xfrm>
            <a:off x="8202789" y="2701436"/>
            <a:ext cx="0" cy="4926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B5F8B48-AEB4-63CA-010E-2E21803E81E2}"/>
              </a:ext>
            </a:extLst>
          </p:cNvPr>
          <p:cNvCxnSpPr>
            <a:cxnSpLocks/>
          </p:cNvCxnSpPr>
          <p:nvPr/>
        </p:nvCxnSpPr>
        <p:spPr>
          <a:xfrm>
            <a:off x="8193484" y="3185753"/>
            <a:ext cx="7593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8DA198F-A3FF-3533-CB10-834F2CC38061}"/>
              </a:ext>
            </a:extLst>
          </p:cNvPr>
          <p:cNvCxnSpPr>
            <a:cxnSpLocks/>
          </p:cNvCxnSpPr>
          <p:nvPr/>
        </p:nvCxnSpPr>
        <p:spPr>
          <a:xfrm>
            <a:off x="8193484" y="1920445"/>
            <a:ext cx="7593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336C47F-6508-9371-5ADF-B73B4F2247E0}"/>
              </a:ext>
            </a:extLst>
          </p:cNvPr>
          <p:cNvCxnSpPr>
            <a:cxnSpLocks/>
          </p:cNvCxnSpPr>
          <p:nvPr/>
        </p:nvCxnSpPr>
        <p:spPr>
          <a:xfrm flipH="1">
            <a:off x="8556784" y="3432093"/>
            <a:ext cx="121269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F5C8740E-A5F9-E31A-271E-01EE3B397FF9}"/>
              </a:ext>
            </a:extLst>
          </p:cNvPr>
          <p:cNvCxnSpPr>
            <a:cxnSpLocks/>
          </p:cNvCxnSpPr>
          <p:nvPr/>
        </p:nvCxnSpPr>
        <p:spPr>
          <a:xfrm>
            <a:off x="8550950" y="1726139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BA90D0E3-EB4C-2C2C-FEA0-084CC090F063}"/>
              </a:ext>
            </a:extLst>
          </p:cNvPr>
          <p:cNvCxnSpPr>
            <a:cxnSpLocks/>
          </p:cNvCxnSpPr>
          <p:nvPr/>
        </p:nvCxnSpPr>
        <p:spPr>
          <a:xfrm flipH="1">
            <a:off x="8487586" y="1726139"/>
            <a:ext cx="12263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5F034D8-AA50-6AD7-05F4-E7AABEB5BF9D}"/>
                  </a:ext>
                </a:extLst>
              </p:cNvPr>
              <p:cNvSpPr txBox="1"/>
              <p:nvPr/>
            </p:nvSpPr>
            <p:spPr>
              <a:xfrm>
                <a:off x="8307790" y="1330467"/>
                <a:ext cx="4480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DD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5F034D8-AA50-6AD7-05F4-E7AABEB5BF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790" y="1330467"/>
                <a:ext cx="448066" cy="369332"/>
              </a:xfrm>
              <a:prstGeom prst="rect">
                <a:avLst/>
              </a:prstGeom>
              <a:blipFill>
                <a:blip r:embed="rId3"/>
                <a:stretch>
                  <a:fillRect r="-534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Oval 129">
            <a:extLst>
              <a:ext uri="{FF2B5EF4-FFF2-40B4-BE49-F238E27FC236}">
                <a16:creationId xmlns:a16="http://schemas.microsoft.com/office/drawing/2014/main" id="{83CCE5D3-2765-A4CD-6EA1-2230125A18C4}"/>
              </a:ext>
            </a:extLst>
          </p:cNvPr>
          <p:cNvSpPr/>
          <p:nvPr/>
        </p:nvSpPr>
        <p:spPr>
          <a:xfrm>
            <a:off x="8519442" y="1884498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8A58F8F6-8730-1500-9BF2-8C8698B5EDFE}"/>
              </a:ext>
            </a:extLst>
          </p:cNvPr>
          <p:cNvCxnSpPr>
            <a:cxnSpLocks/>
          </p:cNvCxnSpPr>
          <p:nvPr/>
        </p:nvCxnSpPr>
        <p:spPr>
          <a:xfrm>
            <a:off x="8536413" y="4833310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2C96E50-F505-EE17-8F1F-880ABB856E32}"/>
              </a:ext>
            </a:extLst>
          </p:cNvPr>
          <p:cNvCxnSpPr>
            <a:cxnSpLocks/>
          </p:cNvCxnSpPr>
          <p:nvPr/>
        </p:nvCxnSpPr>
        <p:spPr>
          <a:xfrm flipH="1">
            <a:off x="8455989" y="5030818"/>
            <a:ext cx="1643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9501C41-FEAF-E3DF-F970-01560F223826}"/>
              </a:ext>
            </a:extLst>
          </p:cNvPr>
          <p:cNvCxnSpPr>
            <a:cxnSpLocks/>
          </p:cNvCxnSpPr>
          <p:nvPr/>
        </p:nvCxnSpPr>
        <p:spPr>
          <a:xfrm flipH="1">
            <a:off x="8481746" y="5073680"/>
            <a:ext cx="10933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8AA30B9-38F7-FF78-EA15-37E5E4CED841}"/>
              </a:ext>
            </a:extLst>
          </p:cNvPr>
          <p:cNvCxnSpPr>
            <a:cxnSpLocks/>
          </p:cNvCxnSpPr>
          <p:nvPr/>
        </p:nvCxnSpPr>
        <p:spPr>
          <a:xfrm flipH="1">
            <a:off x="8507486" y="5114161"/>
            <a:ext cx="5758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272F0746-CD4E-08FC-1258-2C6CB1B2379D}"/>
              </a:ext>
            </a:extLst>
          </p:cNvPr>
          <p:cNvSpPr/>
          <p:nvPr/>
        </p:nvSpPr>
        <p:spPr>
          <a:xfrm>
            <a:off x="8507486" y="4805038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490B967A-8782-C521-7C3E-438B66973D12}"/>
              </a:ext>
            </a:extLst>
          </p:cNvPr>
          <p:cNvSpPr/>
          <p:nvPr/>
        </p:nvSpPr>
        <p:spPr>
          <a:xfrm>
            <a:off x="8528394" y="4142494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59795CC9-74A8-27F8-F25B-0962816D209F}"/>
              </a:ext>
            </a:extLst>
          </p:cNvPr>
          <p:cNvSpPr/>
          <p:nvPr/>
        </p:nvSpPr>
        <p:spPr>
          <a:xfrm>
            <a:off x="8528393" y="3398580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3E6F3D5B-33B4-609C-9B9F-10B7A751BAEC}"/>
              </a:ext>
            </a:extLst>
          </p:cNvPr>
          <p:cNvSpPr/>
          <p:nvPr/>
        </p:nvSpPr>
        <p:spPr>
          <a:xfrm>
            <a:off x="8528393" y="3163523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C21815E9-2F8E-91F8-D661-7DDB5D365055}"/>
                  </a:ext>
                </a:extLst>
              </p:cNvPr>
              <p:cNvSpPr txBox="1"/>
              <p:nvPr/>
            </p:nvSpPr>
            <p:spPr>
              <a:xfrm>
                <a:off x="7544874" y="3596833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C21815E9-2F8E-91F8-D661-7DDB5D365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4874" y="3596833"/>
                <a:ext cx="3348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887F334-6FA4-B3CC-FF55-00C8A012A191}"/>
                  </a:ext>
                </a:extLst>
              </p:cNvPr>
              <p:cNvSpPr txBox="1"/>
              <p:nvPr/>
            </p:nvSpPr>
            <p:spPr>
              <a:xfrm>
                <a:off x="7328590" y="4296174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887F334-6FA4-B3CC-FF55-00C8A012A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8590" y="4296174"/>
                <a:ext cx="3348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6CAD7C89-8E37-9DCC-B56E-EB879091223A}"/>
                  </a:ext>
                </a:extLst>
              </p:cNvPr>
              <p:cNvSpPr txBox="1"/>
              <p:nvPr/>
            </p:nvSpPr>
            <p:spPr>
              <a:xfrm>
                <a:off x="7107364" y="2383332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6CAD7C89-8E37-9DCC-B56E-EB8790912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364" y="2383332"/>
                <a:ext cx="3348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7932555-B177-B130-63A8-AE3C6709E64E}"/>
                  </a:ext>
                </a:extLst>
              </p:cNvPr>
              <p:cNvSpPr txBox="1"/>
              <p:nvPr/>
            </p:nvSpPr>
            <p:spPr>
              <a:xfrm>
                <a:off x="9703414" y="2054588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7932555-B177-B130-63A8-AE3C6709E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3414" y="2054588"/>
                <a:ext cx="3348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TextBox 156">
            <a:extLst>
              <a:ext uri="{FF2B5EF4-FFF2-40B4-BE49-F238E27FC236}">
                <a16:creationId xmlns:a16="http://schemas.microsoft.com/office/drawing/2014/main" id="{E20A4F9E-FC12-1C1F-F03D-F4E821E1C223}"/>
              </a:ext>
            </a:extLst>
          </p:cNvPr>
          <p:cNvSpPr txBox="1"/>
          <p:nvPr/>
        </p:nvSpPr>
        <p:spPr>
          <a:xfrm>
            <a:off x="9726279" y="2577492"/>
            <a:ext cx="281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11FC5F9-BE42-9A10-63C6-3E1C11E0063D}"/>
              </a:ext>
            </a:extLst>
          </p:cNvPr>
          <p:cNvSpPr txBox="1"/>
          <p:nvPr/>
        </p:nvSpPr>
        <p:spPr>
          <a:xfrm>
            <a:off x="9519774" y="4278569"/>
            <a:ext cx="281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1C071C89-D0C3-A3A3-A83B-707487BCF6DC}"/>
                  </a:ext>
                </a:extLst>
              </p:cNvPr>
              <p:cNvSpPr txBox="1"/>
              <p:nvPr/>
            </p:nvSpPr>
            <p:spPr>
              <a:xfrm>
                <a:off x="9800888" y="3205149"/>
                <a:ext cx="1325250" cy="407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  <m:bar>
                      <m:barPr>
                        <m:pos m:val="top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ba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1C071C89-D0C3-A3A3-A83B-707487BCF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0888" y="3205149"/>
                <a:ext cx="1325250" cy="40754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2282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7FDB7-5D6F-CF9B-C1FD-E7EE04D61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EE856C-6604-9284-A735-5EDD43CC9F98}"/>
              </a:ext>
            </a:extLst>
          </p:cNvPr>
          <p:cNvSpPr txBox="1"/>
          <p:nvPr/>
        </p:nvSpPr>
        <p:spPr>
          <a:xfrm>
            <a:off x="1199904" y="514105"/>
            <a:ext cx="9792192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Ques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Determine the logic function implemented by the circuit shown below 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267D6-C058-BB55-335C-DCA058C32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986" y="1371691"/>
            <a:ext cx="6258028" cy="484042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86BF8E-5286-7BCF-DE25-A8C497B9F62A}"/>
              </a:ext>
            </a:extLst>
          </p:cNvPr>
          <p:cNvSpPr/>
          <p:nvPr/>
        </p:nvSpPr>
        <p:spPr>
          <a:xfrm>
            <a:off x="5295899" y="1806574"/>
            <a:ext cx="261915" cy="191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5DB254-E612-21CA-8F83-D04002482F20}"/>
              </a:ext>
            </a:extLst>
          </p:cNvPr>
          <p:cNvSpPr/>
          <p:nvPr/>
        </p:nvSpPr>
        <p:spPr>
          <a:xfrm>
            <a:off x="7340599" y="1828799"/>
            <a:ext cx="261915" cy="191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C26D39-46ED-6B1E-2CD0-790C6335CE93}"/>
              </a:ext>
            </a:extLst>
          </p:cNvPr>
          <p:cNvSpPr/>
          <p:nvPr/>
        </p:nvSpPr>
        <p:spPr>
          <a:xfrm>
            <a:off x="7305674" y="2724149"/>
            <a:ext cx="261915" cy="191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AAEB33-C1CC-32A0-5B54-8B2F8C4BF267}"/>
              </a:ext>
            </a:extLst>
          </p:cNvPr>
          <p:cNvSpPr/>
          <p:nvPr/>
        </p:nvSpPr>
        <p:spPr>
          <a:xfrm>
            <a:off x="5164941" y="2686049"/>
            <a:ext cx="261915" cy="191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22DA3A-4E6D-B337-1EED-F1FE129214A4}"/>
              </a:ext>
            </a:extLst>
          </p:cNvPr>
          <p:cNvSpPr/>
          <p:nvPr/>
        </p:nvSpPr>
        <p:spPr>
          <a:xfrm>
            <a:off x="5295899" y="3600822"/>
            <a:ext cx="130957" cy="191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270056-D9D7-BD2E-CEC2-50602DBC5439}"/>
              </a:ext>
            </a:extLst>
          </p:cNvPr>
          <p:cNvSpPr/>
          <p:nvPr/>
        </p:nvSpPr>
        <p:spPr>
          <a:xfrm>
            <a:off x="7340599" y="3333459"/>
            <a:ext cx="130957" cy="191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328A6E-308A-BCA1-6369-E42AAADB08CB}"/>
              </a:ext>
            </a:extLst>
          </p:cNvPr>
          <p:cNvSpPr/>
          <p:nvPr/>
        </p:nvSpPr>
        <p:spPr>
          <a:xfrm>
            <a:off x="5287938" y="4258001"/>
            <a:ext cx="130957" cy="191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8C0895-1C5C-8DB9-D7F6-10CD7E418A8D}"/>
              </a:ext>
            </a:extLst>
          </p:cNvPr>
          <p:cNvSpPr/>
          <p:nvPr/>
        </p:nvSpPr>
        <p:spPr>
          <a:xfrm>
            <a:off x="8448674" y="2915230"/>
            <a:ext cx="650875" cy="3616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CB4C4D-5A28-A197-5C3D-DAC6CEB91812}"/>
              </a:ext>
            </a:extLst>
          </p:cNvPr>
          <p:cNvSpPr txBox="1"/>
          <p:nvPr/>
        </p:nvSpPr>
        <p:spPr>
          <a:xfrm>
            <a:off x="8386762" y="2926839"/>
            <a:ext cx="279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6880CF-7BAB-8952-1372-D30B7559DB26}"/>
              </a:ext>
            </a:extLst>
          </p:cNvPr>
          <p:cNvSpPr/>
          <p:nvPr/>
        </p:nvSpPr>
        <p:spPr>
          <a:xfrm>
            <a:off x="2847177" y="3505281"/>
            <a:ext cx="281786" cy="191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51A652-177C-ACF2-4ACA-19BBD49E7FDA}"/>
              </a:ext>
            </a:extLst>
          </p:cNvPr>
          <p:cNvSpPr/>
          <p:nvPr/>
        </p:nvSpPr>
        <p:spPr>
          <a:xfrm>
            <a:off x="2847177" y="4930857"/>
            <a:ext cx="281786" cy="1910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A69BB7-63E8-2AB6-C4C3-BA14BA2391E2}"/>
              </a:ext>
            </a:extLst>
          </p:cNvPr>
          <p:cNvSpPr txBox="1"/>
          <p:nvPr/>
        </p:nvSpPr>
        <p:spPr>
          <a:xfrm>
            <a:off x="2827286" y="3390399"/>
            <a:ext cx="279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F2738D-9A77-28C7-42A5-12B715B03A09}"/>
              </a:ext>
            </a:extLst>
          </p:cNvPr>
          <p:cNvSpPr txBox="1"/>
          <p:nvPr/>
        </p:nvSpPr>
        <p:spPr>
          <a:xfrm>
            <a:off x="2849564" y="4866467"/>
            <a:ext cx="279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832155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7F63AC-EC59-16B1-5AF6-F623EA2DE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855" y="809131"/>
            <a:ext cx="6774289" cy="523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8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3B82C-896E-028C-F0E6-3B440A573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5CC7D7-C4A0-2B0C-7C8A-ADEE2AB569BB}"/>
              </a:ext>
            </a:extLst>
          </p:cNvPr>
          <p:cNvSpPr txBox="1"/>
          <p:nvPr/>
        </p:nvSpPr>
        <p:spPr>
          <a:xfrm>
            <a:off x="1151578" y="2857465"/>
            <a:ext cx="9888843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Ques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 Implement the X-OR function using CMOS transmission gates (TG). Inputs are available in true form. 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900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24964-2EB2-D2B3-BEF3-788F5515E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741288"/>
              </p:ext>
            </p:extLst>
          </p:nvPr>
        </p:nvGraphicFramePr>
        <p:xfrm>
          <a:off x="693497" y="847739"/>
          <a:ext cx="2385453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5151">
                  <a:extLst>
                    <a:ext uri="{9D8B030D-6E8A-4147-A177-3AD203B41FA5}">
                      <a16:colId xmlns:a16="http://schemas.microsoft.com/office/drawing/2014/main" val="824841196"/>
                    </a:ext>
                  </a:extLst>
                </a:gridCol>
                <a:gridCol w="795151">
                  <a:extLst>
                    <a:ext uri="{9D8B030D-6E8A-4147-A177-3AD203B41FA5}">
                      <a16:colId xmlns:a16="http://schemas.microsoft.com/office/drawing/2014/main" val="739475037"/>
                    </a:ext>
                  </a:extLst>
                </a:gridCol>
                <a:gridCol w="795151">
                  <a:extLst>
                    <a:ext uri="{9D8B030D-6E8A-4147-A177-3AD203B41FA5}">
                      <a16:colId xmlns:a16="http://schemas.microsoft.com/office/drawing/2014/main" val="2173340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564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602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922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62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893348"/>
                  </a:ext>
                </a:extLst>
              </a:tr>
            </a:tbl>
          </a:graphicData>
        </a:graphic>
      </p:graphicFrame>
      <p:sp>
        <p:nvSpPr>
          <p:cNvPr id="3" name="Right Brace 2">
            <a:extLst>
              <a:ext uri="{FF2B5EF4-FFF2-40B4-BE49-F238E27FC236}">
                <a16:creationId xmlns:a16="http://schemas.microsoft.com/office/drawing/2014/main" id="{78B26B73-53A1-4183-89CA-FBC603F2391D}"/>
              </a:ext>
            </a:extLst>
          </p:cNvPr>
          <p:cNvSpPr/>
          <p:nvPr/>
        </p:nvSpPr>
        <p:spPr>
          <a:xfrm>
            <a:off x="3194858" y="1216338"/>
            <a:ext cx="212501" cy="637504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BC0859D6-9A6F-C553-B556-E4C235348034}"/>
              </a:ext>
            </a:extLst>
          </p:cNvPr>
          <p:cNvSpPr/>
          <p:nvPr/>
        </p:nvSpPr>
        <p:spPr>
          <a:xfrm>
            <a:off x="3194858" y="2064435"/>
            <a:ext cx="212501" cy="637504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93A452-5032-7539-898A-3025F732FCFA}"/>
                  </a:ext>
                </a:extLst>
              </p:cNvPr>
              <p:cNvSpPr txBox="1"/>
              <p:nvPr/>
            </p:nvSpPr>
            <p:spPr>
              <a:xfrm>
                <a:off x="3407359" y="2183132"/>
                <a:ext cx="3928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93A452-5032-7539-898A-3025F732F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359" y="2183132"/>
                <a:ext cx="392805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CA37A7-534B-B05F-5712-5388980FA87A}"/>
                  </a:ext>
                </a:extLst>
              </p:cNvPr>
              <p:cNvSpPr txBox="1"/>
              <p:nvPr/>
            </p:nvSpPr>
            <p:spPr>
              <a:xfrm>
                <a:off x="3407359" y="1350424"/>
                <a:ext cx="3928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CA37A7-534B-B05F-5712-5388980FA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359" y="1350424"/>
                <a:ext cx="3928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F281168-BC84-FC1D-038B-2D9A1781B86D}"/>
              </a:ext>
            </a:extLst>
          </p:cNvPr>
          <p:cNvSpPr/>
          <p:nvPr/>
        </p:nvSpPr>
        <p:spPr>
          <a:xfrm>
            <a:off x="5062140" y="1065111"/>
            <a:ext cx="540913" cy="534473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9E5ED9-A404-A6BF-8513-226D2401AC4E}"/>
              </a:ext>
            </a:extLst>
          </p:cNvPr>
          <p:cNvSpPr/>
          <p:nvPr/>
        </p:nvSpPr>
        <p:spPr>
          <a:xfrm>
            <a:off x="5062140" y="2354309"/>
            <a:ext cx="540913" cy="534473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EF7C4A-A376-A8AC-04F9-D10A1E05D2CF}"/>
              </a:ext>
            </a:extLst>
          </p:cNvPr>
          <p:cNvCxnSpPr>
            <a:cxnSpLocks/>
          </p:cNvCxnSpPr>
          <p:nvPr/>
        </p:nvCxnSpPr>
        <p:spPr>
          <a:xfrm>
            <a:off x="5062139" y="1007693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B644B1E-02A1-6C0B-83D7-3740D71D4438}"/>
              </a:ext>
            </a:extLst>
          </p:cNvPr>
          <p:cNvCxnSpPr>
            <a:cxnSpLocks/>
          </p:cNvCxnSpPr>
          <p:nvPr/>
        </p:nvCxnSpPr>
        <p:spPr>
          <a:xfrm>
            <a:off x="5062139" y="1662537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83C57E-305C-5FDD-6A98-BA44069410D9}"/>
              </a:ext>
            </a:extLst>
          </p:cNvPr>
          <p:cNvCxnSpPr>
            <a:cxnSpLocks/>
          </p:cNvCxnSpPr>
          <p:nvPr/>
        </p:nvCxnSpPr>
        <p:spPr>
          <a:xfrm>
            <a:off x="5062139" y="2300712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5C1232-8B1F-4A58-D38B-66FEDB2B58F6}"/>
              </a:ext>
            </a:extLst>
          </p:cNvPr>
          <p:cNvCxnSpPr>
            <a:cxnSpLocks/>
          </p:cNvCxnSpPr>
          <p:nvPr/>
        </p:nvCxnSpPr>
        <p:spPr>
          <a:xfrm>
            <a:off x="5062138" y="2946031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2842B5-1118-A871-F64C-5F188498EBD7}"/>
              </a:ext>
            </a:extLst>
          </p:cNvPr>
          <p:cNvCxnSpPr>
            <a:cxnSpLocks/>
          </p:cNvCxnSpPr>
          <p:nvPr/>
        </p:nvCxnSpPr>
        <p:spPr>
          <a:xfrm>
            <a:off x="5603051" y="1380275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3EB04E-96D0-F315-E34A-31AEC20F16F1}"/>
              </a:ext>
            </a:extLst>
          </p:cNvPr>
          <p:cNvCxnSpPr>
            <a:cxnSpLocks/>
          </p:cNvCxnSpPr>
          <p:nvPr/>
        </p:nvCxnSpPr>
        <p:spPr>
          <a:xfrm>
            <a:off x="5603050" y="2602292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59674AD-AB7B-F74A-8B9A-92B174534673}"/>
              </a:ext>
            </a:extLst>
          </p:cNvPr>
          <p:cNvCxnSpPr>
            <a:cxnSpLocks/>
          </p:cNvCxnSpPr>
          <p:nvPr/>
        </p:nvCxnSpPr>
        <p:spPr>
          <a:xfrm>
            <a:off x="6139199" y="1371286"/>
            <a:ext cx="0" cy="12406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36B5983-3FEA-9B8F-6D2A-648C62199CA5}"/>
              </a:ext>
            </a:extLst>
          </p:cNvPr>
          <p:cNvSpPr/>
          <p:nvPr/>
        </p:nvSpPr>
        <p:spPr>
          <a:xfrm>
            <a:off x="5281801" y="1672882"/>
            <a:ext cx="66668" cy="73079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8339D7-646E-5314-CF93-0A0B6FA12D3F}"/>
              </a:ext>
            </a:extLst>
          </p:cNvPr>
          <p:cNvSpPr/>
          <p:nvPr/>
        </p:nvSpPr>
        <p:spPr>
          <a:xfrm>
            <a:off x="5278626" y="2956375"/>
            <a:ext cx="66668" cy="73079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E366B46-158C-C30F-422F-D0D610F2FF7C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5315135" y="1745961"/>
            <a:ext cx="0" cy="55475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49A403A-B94A-D38E-1BD3-3DE076B67C61}"/>
              </a:ext>
            </a:extLst>
          </p:cNvPr>
          <p:cNvCxnSpPr>
            <a:cxnSpLocks/>
          </p:cNvCxnSpPr>
          <p:nvPr/>
        </p:nvCxnSpPr>
        <p:spPr>
          <a:xfrm>
            <a:off x="5332594" y="725967"/>
            <a:ext cx="0" cy="2817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4AA46FF-5406-2043-11DA-F8E3503A7E61}"/>
              </a:ext>
            </a:extLst>
          </p:cNvPr>
          <p:cNvCxnSpPr>
            <a:cxnSpLocks/>
          </p:cNvCxnSpPr>
          <p:nvPr/>
        </p:nvCxnSpPr>
        <p:spPr>
          <a:xfrm>
            <a:off x="5311960" y="3029454"/>
            <a:ext cx="0" cy="2817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B6CEEC8-67E4-C045-D60C-60E5E952FFFC}"/>
              </a:ext>
            </a:extLst>
          </p:cNvPr>
          <p:cNvCxnSpPr>
            <a:cxnSpLocks/>
          </p:cNvCxnSpPr>
          <p:nvPr/>
        </p:nvCxnSpPr>
        <p:spPr>
          <a:xfrm>
            <a:off x="4521225" y="1371286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B8FA68-5CAD-432C-DFB1-799A2F07FC89}"/>
              </a:ext>
            </a:extLst>
          </p:cNvPr>
          <p:cNvCxnSpPr>
            <a:cxnSpLocks/>
          </p:cNvCxnSpPr>
          <p:nvPr/>
        </p:nvCxnSpPr>
        <p:spPr>
          <a:xfrm>
            <a:off x="4521225" y="2609447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7A5EC0-11C6-C2F8-E26A-938F02F4A599}"/>
                  </a:ext>
                </a:extLst>
              </p:cNvPr>
              <p:cNvSpPr txBox="1"/>
              <p:nvPr/>
            </p:nvSpPr>
            <p:spPr>
              <a:xfrm>
                <a:off x="4186377" y="2409392"/>
                <a:ext cx="334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7A5EC0-11C6-C2F8-E26A-938F02F4A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377" y="2409392"/>
                <a:ext cx="33484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7345257-2D84-5B01-4D26-AE7A3775195F}"/>
                  </a:ext>
                </a:extLst>
              </p:cNvPr>
              <p:cNvSpPr txBox="1"/>
              <p:nvPr/>
            </p:nvSpPr>
            <p:spPr>
              <a:xfrm>
                <a:off x="5144536" y="3333032"/>
                <a:ext cx="334848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7345257-2D84-5B01-4D26-AE7A37751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536" y="3333032"/>
                <a:ext cx="334848" cy="4019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1CFB513-D40B-8DAC-3686-2A85741BD27A}"/>
                  </a:ext>
                </a:extLst>
              </p:cNvPr>
              <p:cNvSpPr txBox="1"/>
              <p:nvPr/>
            </p:nvSpPr>
            <p:spPr>
              <a:xfrm>
                <a:off x="5183463" y="310367"/>
                <a:ext cx="334848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1CFB513-D40B-8DAC-3686-2A85741BD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463" y="310367"/>
                <a:ext cx="334848" cy="4019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86BB98-BECA-EA04-1990-57AB7D79E12A}"/>
                  </a:ext>
                </a:extLst>
              </p:cNvPr>
              <p:cNvSpPr txBox="1"/>
              <p:nvPr/>
            </p:nvSpPr>
            <p:spPr>
              <a:xfrm>
                <a:off x="4186377" y="1230252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86BB98-BECA-EA04-1990-57AB7D79E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377" y="1230252"/>
                <a:ext cx="3348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234C179-71DB-B361-25AF-6AB82B54AB17}"/>
                  </a:ext>
                </a:extLst>
              </p:cNvPr>
              <p:cNvSpPr txBox="1"/>
              <p:nvPr/>
            </p:nvSpPr>
            <p:spPr>
              <a:xfrm>
                <a:off x="5320564" y="1799557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234C179-71DB-B361-25AF-6AB82B54A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564" y="1799557"/>
                <a:ext cx="3348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05B0DB-CF62-D8F4-7EC8-E6B9E3DC1E1F}"/>
                  </a:ext>
                </a:extLst>
              </p:cNvPr>
              <p:cNvSpPr txBox="1"/>
              <p:nvPr/>
            </p:nvSpPr>
            <p:spPr>
              <a:xfrm>
                <a:off x="6486872" y="1758334"/>
                <a:ext cx="3348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 b="0" i="1" smtClean="0">
                          <a:latin typeface="Cambria Math" panose="02040503050406030204" pitchFamily="18" charset="0"/>
                        </a:rPr>
                        <m:t>F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05B0DB-CF62-D8F4-7EC8-E6B9E3DC1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872" y="1758334"/>
                <a:ext cx="334848" cy="461665"/>
              </a:xfrm>
              <a:prstGeom prst="rect">
                <a:avLst/>
              </a:prstGeom>
              <a:blipFill>
                <a:blip r:embed="rId9"/>
                <a:stretch>
                  <a:fillRect l="-3636" r="-9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E44EDDD-6624-FCCF-5E9C-84244D139DD8}"/>
              </a:ext>
            </a:extLst>
          </p:cNvPr>
          <p:cNvCxnSpPr>
            <a:cxnSpLocks/>
          </p:cNvCxnSpPr>
          <p:nvPr/>
        </p:nvCxnSpPr>
        <p:spPr>
          <a:xfrm>
            <a:off x="6139199" y="1984223"/>
            <a:ext cx="3711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103A953-A9A4-3AD2-9138-DCB0F470DB69}"/>
              </a:ext>
            </a:extLst>
          </p:cNvPr>
          <p:cNvSpPr/>
          <p:nvPr/>
        </p:nvSpPr>
        <p:spPr>
          <a:xfrm>
            <a:off x="9720934" y="1223861"/>
            <a:ext cx="540913" cy="534473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74C24C4-B6CD-8C62-6852-6F5CC4DE7897}"/>
              </a:ext>
            </a:extLst>
          </p:cNvPr>
          <p:cNvSpPr/>
          <p:nvPr/>
        </p:nvSpPr>
        <p:spPr>
          <a:xfrm>
            <a:off x="9720934" y="2513059"/>
            <a:ext cx="540913" cy="534473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3116078-9D03-DCBA-818B-6F1F958FD41A}"/>
              </a:ext>
            </a:extLst>
          </p:cNvPr>
          <p:cNvCxnSpPr>
            <a:cxnSpLocks/>
          </p:cNvCxnSpPr>
          <p:nvPr/>
        </p:nvCxnSpPr>
        <p:spPr>
          <a:xfrm>
            <a:off x="9720933" y="1166443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0A712FD-58CE-09A6-D8CB-CACA260E6FB4}"/>
              </a:ext>
            </a:extLst>
          </p:cNvPr>
          <p:cNvCxnSpPr>
            <a:cxnSpLocks/>
          </p:cNvCxnSpPr>
          <p:nvPr/>
        </p:nvCxnSpPr>
        <p:spPr>
          <a:xfrm>
            <a:off x="9720933" y="1821287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EB81750-59BB-E813-EA61-9D1430BEA018}"/>
              </a:ext>
            </a:extLst>
          </p:cNvPr>
          <p:cNvCxnSpPr>
            <a:cxnSpLocks/>
          </p:cNvCxnSpPr>
          <p:nvPr/>
        </p:nvCxnSpPr>
        <p:spPr>
          <a:xfrm>
            <a:off x="9720933" y="2459462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CBA9B65-683C-75B3-2122-E48ED8ED944B}"/>
              </a:ext>
            </a:extLst>
          </p:cNvPr>
          <p:cNvCxnSpPr>
            <a:cxnSpLocks/>
          </p:cNvCxnSpPr>
          <p:nvPr/>
        </p:nvCxnSpPr>
        <p:spPr>
          <a:xfrm>
            <a:off x="9720932" y="3104781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2DC8681-2F56-6B3F-DB60-4141DB746855}"/>
              </a:ext>
            </a:extLst>
          </p:cNvPr>
          <p:cNvCxnSpPr>
            <a:cxnSpLocks/>
          </p:cNvCxnSpPr>
          <p:nvPr/>
        </p:nvCxnSpPr>
        <p:spPr>
          <a:xfrm>
            <a:off x="10261845" y="1539025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C1AF72B-31B4-2692-B4EC-072373FD5E50}"/>
              </a:ext>
            </a:extLst>
          </p:cNvPr>
          <p:cNvCxnSpPr>
            <a:cxnSpLocks/>
          </p:cNvCxnSpPr>
          <p:nvPr/>
        </p:nvCxnSpPr>
        <p:spPr>
          <a:xfrm>
            <a:off x="10261844" y="2761042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1AB302B-FBFE-52AC-8629-51B8AFF5F6C5}"/>
              </a:ext>
            </a:extLst>
          </p:cNvPr>
          <p:cNvCxnSpPr>
            <a:cxnSpLocks/>
          </p:cNvCxnSpPr>
          <p:nvPr/>
        </p:nvCxnSpPr>
        <p:spPr>
          <a:xfrm>
            <a:off x="10797993" y="1530036"/>
            <a:ext cx="0" cy="12406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C41BB12C-1D2B-78A1-8FEF-C879C6152D2B}"/>
              </a:ext>
            </a:extLst>
          </p:cNvPr>
          <p:cNvSpPr/>
          <p:nvPr/>
        </p:nvSpPr>
        <p:spPr>
          <a:xfrm>
            <a:off x="9940595" y="1831632"/>
            <a:ext cx="66668" cy="73079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46583DF-D002-1857-1B0C-207D4D0ED69A}"/>
              </a:ext>
            </a:extLst>
          </p:cNvPr>
          <p:cNvSpPr/>
          <p:nvPr/>
        </p:nvSpPr>
        <p:spPr>
          <a:xfrm>
            <a:off x="9937420" y="3115125"/>
            <a:ext cx="66668" cy="73079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F0C1159-5B14-90CF-ACA0-61BB8E71381C}"/>
              </a:ext>
            </a:extLst>
          </p:cNvPr>
          <p:cNvCxnSpPr>
            <a:cxnSpLocks/>
            <a:stCxn id="57" idx="4"/>
          </p:cNvCxnSpPr>
          <p:nvPr/>
        </p:nvCxnSpPr>
        <p:spPr>
          <a:xfrm>
            <a:off x="9973929" y="1904711"/>
            <a:ext cx="0" cy="55475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90AC553-7FDB-A7D7-9493-C225027987E9}"/>
              </a:ext>
            </a:extLst>
          </p:cNvPr>
          <p:cNvCxnSpPr>
            <a:cxnSpLocks/>
          </p:cNvCxnSpPr>
          <p:nvPr/>
        </p:nvCxnSpPr>
        <p:spPr>
          <a:xfrm>
            <a:off x="9991388" y="937661"/>
            <a:ext cx="0" cy="2287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79B4224-B7D7-42F5-FC49-B38BB635BE20}"/>
              </a:ext>
            </a:extLst>
          </p:cNvPr>
          <p:cNvCxnSpPr>
            <a:cxnSpLocks/>
          </p:cNvCxnSpPr>
          <p:nvPr/>
        </p:nvCxnSpPr>
        <p:spPr>
          <a:xfrm>
            <a:off x="9970754" y="3188204"/>
            <a:ext cx="0" cy="18479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894FD-5344-3485-7366-51EA196B2069}"/>
              </a:ext>
            </a:extLst>
          </p:cNvPr>
          <p:cNvCxnSpPr>
            <a:cxnSpLocks/>
          </p:cNvCxnSpPr>
          <p:nvPr/>
        </p:nvCxnSpPr>
        <p:spPr>
          <a:xfrm>
            <a:off x="9020289" y="947359"/>
            <a:ext cx="9710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A8ECC66-A45C-792D-0F0B-02A6A21F953E}"/>
                  </a:ext>
                </a:extLst>
              </p:cNvPr>
              <p:cNvSpPr txBox="1"/>
              <p:nvPr/>
            </p:nvSpPr>
            <p:spPr>
              <a:xfrm>
                <a:off x="7938460" y="748034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A8ECC66-A45C-792D-0F0B-02A6A21F9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460" y="748034"/>
                <a:ext cx="33484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20E4BDD-9C3D-3012-EA2E-2D06EF074492}"/>
              </a:ext>
            </a:extLst>
          </p:cNvPr>
          <p:cNvCxnSpPr>
            <a:cxnSpLocks/>
          </p:cNvCxnSpPr>
          <p:nvPr/>
        </p:nvCxnSpPr>
        <p:spPr>
          <a:xfrm>
            <a:off x="10797993" y="2142973"/>
            <a:ext cx="3686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94661971-B93D-D239-D73C-4DA9BBD64295}"/>
              </a:ext>
            </a:extLst>
          </p:cNvPr>
          <p:cNvSpPr/>
          <p:nvPr/>
        </p:nvSpPr>
        <p:spPr>
          <a:xfrm rot="5400000">
            <a:off x="8785991" y="867120"/>
            <a:ext cx="160337" cy="168271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31B0851-F5BA-4285-3A68-4DD56AFD7531}"/>
              </a:ext>
            </a:extLst>
          </p:cNvPr>
          <p:cNvCxnSpPr>
            <a:cxnSpLocks/>
            <a:stCxn id="75" idx="6"/>
          </p:cNvCxnSpPr>
          <p:nvPr/>
        </p:nvCxnSpPr>
        <p:spPr>
          <a:xfrm>
            <a:off x="9015523" y="2789947"/>
            <a:ext cx="70540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34DD0B75-B4C2-08A3-394F-D1AC4089079E}"/>
              </a:ext>
            </a:extLst>
          </p:cNvPr>
          <p:cNvSpPr/>
          <p:nvPr/>
        </p:nvSpPr>
        <p:spPr>
          <a:xfrm rot="5400000">
            <a:off x="8785991" y="2705812"/>
            <a:ext cx="160337" cy="168271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EADE1DF-61D4-A6EA-EE72-D80CCC6CCC1A}"/>
              </a:ext>
            </a:extLst>
          </p:cNvPr>
          <p:cNvSpPr/>
          <p:nvPr/>
        </p:nvSpPr>
        <p:spPr>
          <a:xfrm>
            <a:off x="8950296" y="918150"/>
            <a:ext cx="65229" cy="72626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EDD7361-1864-46F3-7DA3-BF6DBED0B402}"/>
              </a:ext>
            </a:extLst>
          </p:cNvPr>
          <p:cNvSpPr/>
          <p:nvPr/>
        </p:nvSpPr>
        <p:spPr>
          <a:xfrm>
            <a:off x="8950294" y="2753634"/>
            <a:ext cx="65229" cy="72626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4ABFE7D-91E2-0A24-DAA7-D66DF5F2EAE2}"/>
              </a:ext>
            </a:extLst>
          </p:cNvPr>
          <p:cNvCxnSpPr>
            <a:cxnSpLocks/>
          </p:cNvCxnSpPr>
          <p:nvPr/>
        </p:nvCxnSpPr>
        <p:spPr>
          <a:xfrm>
            <a:off x="8241111" y="947359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F7FF3DC-70BB-392F-5250-05A6742A1F90}"/>
              </a:ext>
            </a:extLst>
          </p:cNvPr>
          <p:cNvCxnSpPr>
            <a:cxnSpLocks/>
          </p:cNvCxnSpPr>
          <p:nvPr/>
        </p:nvCxnSpPr>
        <p:spPr>
          <a:xfrm>
            <a:off x="8492837" y="947359"/>
            <a:ext cx="0" cy="129024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09D1770-07D2-39EC-CF09-C18F4170EF34}"/>
              </a:ext>
            </a:extLst>
          </p:cNvPr>
          <p:cNvCxnSpPr>
            <a:cxnSpLocks/>
          </p:cNvCxnSpPr>
          <p:nvPr/>
        </p:nvCxnSpPr>
        <p:spPr>
          <a:xfrm>
            <a:off x="8485041" y="2227981"/>
            <a:ext cx="1485713" cy="9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57C8779-1D1E-B952-6E9E-5BA5CE69E34E}"/>
              </a:ext>
            </a:extLst>
          </p:cNvPr>
          <p:cNvCxnSpPr>
            <a:cxnSpLocks/>
          </p:cNvCxnSpPr>
          <p:nvPr/>
        </p:nvCxnSpPr>
        <p:spPr>
          <a:xfrm>
            <a:off x="9310802" y="947359"/>
            <a:ext cx="0" cy="24224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2A1E64C-65E8-4F69-BB10-2F9C8D14E83D}"/>
              </a:ext>
            </a:extLst>
          </p:cNvPr>
          <p:cNvCxnSpPr>
            <a:cxnSpLocks/>
          </p:cNvCxnSpPr>
          <p:nvPr/>
        </p:nvCxnSpPr>
        <p:spPr>
          <a:xfrm>
            <a:off x="9303003" y="3361898"/>
            <a:ext cx="676088" cy="9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BD8276B-7AAF-7A98-1310-41F7BD308928}"/>
              </a:ext>
            </a:extLst>
          </p:cNvPr>
          <p:cNvCxnSpPr>
            <a:cxnSpLocks/>
          </p:cNvCxnSpPr>
          <p:nvPr/>
        </p:nvCxnSpPr>
        <p:spPr>
          <a:xfrm>
            <a:off x="8247178" y="2785504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DD1A134-C2F1-171C-1B79-7E232C5EC5D4}"/>
                  </a:ext>
                </a:extLst>
              </p:cNvPr>
              <p:cNvSpPr txBox="1"/>
              <p:nvPr/>
            </p:nvSpPr>
            <p:spPr>
              <a:xfrm>
                <a:off x="7934861" y="2605281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DD1A134-C2F1-171C-1B79-7E232C5EC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861" y="2605281"/>
                <a:ext cx="33484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30322F7-9743-4E19-A418-A821AB740DC2}"/>
              </a:ext>
            </a:extLst>
          </p:cNvPr>
          <p:cNvCxnSpPr>
            <a:cxnSpLocks/>
          </p:cNvCxnSpPr>
          <p:nvPr/>
        </p:nvCxnSpPr>
        <p:spPr>
          <a:xfrm>
            <a:off x="8632616" y="1487260"/>
            <a:ext cx="0" cy="13026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0C68779-3F96-40DF-6D46-84600134CC88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8622502" y="1487260"/>
            <a:ext cx="1098432" cy="38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6C0D9B7F-5F77-3C2F-5537-73671B8F07AC}"/>
              </a:ext>
            </a:extLst>
          </p:cNvPr>
          <p:cNvSpPr/>
          <p:nvPr/>
        </p:nvSpPr>
        <p:spPr>
          <a:xfrm>
            <a:off x="8605392" y="2752561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0D3A91D-0539-ACF6-5E00-2F25E57CDD2E}"/>
              </a:ext>
            </a:extLst>
          </p:cNvPr>
          <p:cNvSpPr/>
          <p:nvPr/>
        </p:nvSpPr>
        <p:spPr>
          <a:xfrm>
            <a:off x="8465003" y="921325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9016765-6E9C-4C28-3968-B08A2FADE6E3}"/>
              </a:ext>
            </a:extLst>
          </p:cNvPr>
          <p:cNvSpPr/>
          <p:nvPr/>
        </p:nvSpPr>
        <p:spPr>
          <a:xfrm>
            <a:off x="9282412" y="922973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E3C4C133-712F-7980-58C1-ADA42CDD45E5}"/>
              </a:ext>
            </a:extLst>
          </p:cNvPr>
          <p:cNvSpPr/>
          <p:nvPr/>
        </p:nvSpPr>
        <p:spPr>
          <a:xfrm>
            <a:off x="9942364" y="2199604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8ABF325F-89A4-666E-35AD-E733323ADC79}"/>
              </a:ext>
            </a:extLst>
          </p:cNvPr>
          <p:cNvSpPr/>
          <p:nvPr/>
        </p:nvSpPr>
        <p:spPr>
          <a:xfrm>
            <a:off x="10769602" y="2107150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DC957E1-128B-082A-412E-2557025958EB}"/>
              </a:ext>
            </a:extLst>
          </p:cNvPr>
          <p:cNvSpPr/>
          <p:nvPr/>
        </p:nvSpPr>
        <p:spPr>
          <a:xfrm>
            <a:off x="6121638" y="1949059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37BD969-C537-7499-6159-7AD03B1106B3}"/>
                  </a:ext>
                </a:extLst>
              </p:cNvPr>
              <p:cNvSpPr txBox="1"/>
              <p:nvPr/>
            </p:nvSpPr>
            <p:spPr>
              <a:xfrm>
                <a:off x="11166716" y="1912140"/>
                <a:ext cx="3348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 b="0" i="1" smtClean="0">
                          <a:latin typeface="Cambria Math" panose="02040503050406030204" pitchFamily="18" charset="0"/>
                        </a:rPr>
                        <m:t>F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37BD969-C537-7499-6159-7AD03B110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6716" y="1912140"/>
                <a:ext cx="334848" cy="461665"/>
              </a:xfrm>
              <a:prstGeom prst="rect">
                <a:avLst/>
              </a:prstGeom>
              <a:blipFill>
                <a:blip r:embed="rId12"/>
                <a:stretch>
                  <a:fillRect l="-5455" r="-7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Arrow: Right 115">
            <a:extLst>
              <a:ext uri="{FF2B5EF4-FFF2-40B4-BE49-F238E27FC236}">
                <a16:creationId xmlns:a16="http://schemas.microsoft.com/office/drawing/2014/main" id="{939611B0-FCD3-B1E9-DDE9-25028E68A0B6}"/>
              </a:ext>
            </a:extLst>
          </p:cNvPr>
          <p:cNvSpPr/>
          <p:nvPr/>
        </p:nvSpPr>
        <p:spPr>
          <a:xfrm>
            <a:off x="7152324" y="1792736"/>
            <a:ext cx="753125" cy="397729"/>
          </a:xfrm>
          <a:prstGeom prst="rightArrow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C344ED6-4C20-0817-6565-EEAE663F12B6}"/>
              </a:ext>
            </a:extLst>
          </p:cNvPr>
          <p:cNvSpPr/>
          <p:nvPr/>
        </p:nvSpPr>
        <p:spPr>
          <a:xfrm>
            <a:off x="3183282" y="3967335"/>
            <a:ext cx="540913" cy="534473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D0B4BC5-0991-96C9-60DB-F66861195ECC}"/>
              </a:ext>
            </a:extLst>
          </p:cNvPr>
          <p:cNvSpPr/>
          <p:nvPr/>
        </p:nvSpPr>
        <p:spPr>
          <a:xfrm>
            <a:off x="3183282" y="5256533"/>
            <a:ext cx="540913" cy="534473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F75AE3A-8B08-AEAF-7909-E0CFFBD9FEE2}"/>
              </a:ext>
            </a:extLst>
          </p:cNvPr>
          <p:cNvCxnSpPr>
            <a:cxnSpLocks/>
          </p:cNvCxnSpPr>
          <p:nvPr/>
        </p:nvCxnSpPr>
        <p:spPr>
          <a:xfrm>
            <a:off x="3183281" y="3909917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46225A61-7A3E-AD67-4E65-54C3CFEE1738}"/>
              </a:ext>
            </a:extLst>
          </p:cNvPr>
          <p:cNvCxnSpPr>
            <a:cxnSpLocks/>
          </p:cNvCxnSpPr>
          <p:nvPr/>
        </p:nvCxnSpPr>
        <p:spPr>
          <a:xfrm>
            <a:off x="3183281" y="4564761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5CA0572-1B0C-A000-5DEA-44189D45E648}"/>
              </a:ext>
            </a:extLst>
          </p:cNvPr>
          <p:cNvCxnSpPr>
            <a:cxnSpLocks/>
          </p:cNvCxnSpPr>
          <p:nvPr/>
        </p:nvCxnSpPr>
        <p:spPr>
          <a:xfrm>
            <a:off x="3183281" y="5202936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F1FE4FF-7586-6B08-DEA7-F8A4AF4B7950}"/>
              </a:ext>
            </a:extLst>
          </p:cNvPr>
          <p:cNvCxnSpPr>
            <a:cxnSpLocks/>
          </p:cNvCxnSpPr>
          <p:nvPr/>
        </p:nvCxnSpPr>
        <p:spPr>
          <a:xfrm>
            <a:off x="3183280" y="5848255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B2A5BDF-92A9-855E-0B5E-6C5448A630EE}"/>
              </a:ext>
            </a:extLst>
          </p:cNvPr>
          <p:cNvCxnSpPr>
            <a:cxnSpLocks/>
          </p:cNvCxnSpPr>
          <p:nvPr/>
        </p:nvCxnSpPr>
        <p:spPr>
          <a:xfrm>
            <a:off x="3724193" y="4282499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359E832-CBDA-5F1F-544A-903DFEA4FB82}"/>
              </a:ext>
            </a:extLst>
          </p:cNvPr>
          <p:cNvCxnSpPr>
            <a:cxnSpLocks/>
          </p:cNvCxnSpPr>
          <p:nvPr/>
        </p:nvCxnSpPr>
        <p:spPr>
          <a:xfrm>
            <a:off x="3724192" y="5504516"/>
            <a:ext cx="54091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C019902-2C88-AA3B-87B3-803E95915F2E}"/>
              </a:ext>
            </a:extLst>
          </p:cNvPr>
          <p:cNvCxnSpPr>
            <a:cxnSpLocks/>
          </p:cNvCxnSpPr>
          <p:nvPr/>
        </p:nvCxnSpPr>
        <p:spPr>
          <a:xfrm>
            <a:off x="4260341" y="4273510"/>
            <a:ext cx="0" cy="12406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6" name="Oval 125">
            <a:extLst>
              <a:ext uri="{FF2B5EF4-FFF2-40B4-BE49-F238E27FC236}">
                <a16:creationId xmlns:a16="http://schemas.microsoft.com/office/drawing/2014/main" id="{A0AEAA2C-DB96-9B35-AF6A-7E5E35EA65E2}"/>
              </a:ext>
            </a:extLst>
          </p:cNvPr>
          <p:cNvSpPr/>
          <p:nvPr/>
        </p:nvSpPr>
        <p:spPr>
          <a:xfrm>
            <a:off x="3402943" y="4575106"/>
            <a:ext cx="66668" cy="73079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785649AA-9246-9A5F-5262-1280618F9C33}"/>
              </a:ext>
            </a:extLst>
          </p:cNvPr>
          <p:cNvSpPr/>
          <p:nvPr/>
        </p:nvSpPr>
        <p:spPr>
          <a:xfrm>
            <a:off x="3399768" y="5858599"/>
            <a:ext cx="66668" cy="73079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E71AC74-A8D3-F9B0-F46C-6999EF1FA1C3}"/>
              </a:ext>
            </a:extLst>
          </p:cNvPr>
          <p:cNvCxnSpPr>
            <a:cxnSpLocks/>
            <a:stCxn id="126" idx="4"/>
          </p:cNvCxnSpPr>
          <p:nvPr/>
        </p:nvCxnSpPr>
        <p:spPr>
          <a:xfrm>
            <a:off x="3436277" y="4648185"/>
            <a:ext cx="0" cy="55475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732CF92-EB17-BD94-D965-5489C6E3A6EA}"/>
              </a:ext>
            </a:extLst>
          </p:cNvPr>
          <p:cNvCxnSpPr>
            <a:cxnSpLocks/>
          </p:cNvCxnSpPr>
          <p:nvPr/>
        </p:nvCxnSpPr>
        <p:spPr>
          <a:xfrm>
            <a:off x="3453736" y="3681135"/>
            <a:ext cx="0" cy="2287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804F40F-337B-8D49-7155-AAD4E512C740}"/>
              </a:ext>
            </a:extLst>
          </p:cNvPr>
          <p:cNvCxnSpPr>
            <a:cxnSpLocks/>
          </p:cNvCxnSpPr>
          <p:nvPr/>
        </p:nvCxnSpPr>
        <p:spPr>
          <a:xfrm>
            <a:off x="3433102" y="5931678"/>
            <a:ext cx="0" cy="18479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2F96F69-2772-F5CA-743F-CA1D1C93363C}"/>
              </a:ext>
            </a:extLst>
          </p:cNvPr>
          <p:cNvCxnSpPr>
            <a:cxnSpLocks/>
          </p:cNvCxnSpPr>
          <p:nvPr/>
        </p:nvCxnSpPr>
        <p:spPr>
          <a:xfrm>
            <a:off x="2482637" y="3690833"/>
            <a:ext cx="97109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85DE169D-9F24-2B02-9CE7-D22E4DAEEAA0}"/>
              </a:ext>
            </a:extLst>
          </p:cNvPr>
          <p:cNvCxnSpPr>
            <a:cxnSpLocks/>
          </p:cNvCxnSpPr>
          <p:nvPr/>
        </p:nvCxnSpPr>
        <p:spPr>
          <a:xfrm>
            <a:off x="4260341" y="4886447"/>
            <a:ext cx="3686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423A94E-BD6B-9C82-0494-7CEDCFB77988}"/>
              </a:ext>
            </a:extLst>
          </p:cNvPr>
          <p:cNvCxnSpPr>
            <a:cxnSpLocks/>
          </p:cNvCxnSpPr>
          <p:nvPr/>
        </p:nvCxnSpPr>
        <p:spPr>
          <a:xfrm>
            <a:off x="2477871" y="5533421"/>
            <a:ext cx="70540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5C562D9-12F9-74D4-067C-96C5CC0D5CEB}"/>
              </a:ext>
            </a:extLst>
          </p:cNvPr>
          <p:cNvCxnSpPr>
            <a:cxnSpLocks/>
          </p:cNvCxnSpPr>
          <p:nvPr/>
        </p:nvCxnSpPr>
        <p:spPr>
          <a:xfrm>
            <a:off x="1793637" y="4969819"/>
            <a:ext cx="1639465" cy="25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D0AF1E0-6B74-8358-61B9-74EE4F9DB433}"/>
              </a:ext>
            </a:extLst>
          </p:cNvPr>
          <p:cNvCxnSpPr>
            <a:cxnSpLocks/>
          </p:cNvCxnSpPr>
          <p:nvPr/>
        </p:nvCxnSpPr>
        <p:spPr>
          <a:xfrm>
            <a:off x="2773150" y="3690833"/>
            <a:ext cx="0" cy="24224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9B83DB6-10E6-EBDF-CDAC-737B69C33E4C}"/>
              </a:ext>
            </a:extLst>
          </p:cNvPr>
          <p:cNvCxnSpPr>
            <a:cxnSpLocks/>
          </p:cNvCxnSpPr>
          <p:nvPr/>
        </p:nvCxnSpPr>
        <p:spPr>
          <a:xfrm>
            <a:off x="2765351" y="6105372"/>
            <a:ext cx="676088" cy="9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B0DA130F-F2B7-2FEC-367C-EA2A5BACFF07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1948816" y="4225262"/>
            <a:ext cx="1234466" cy="93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BA48FD33-A5DB-69BE-85D3-416CE4EB8B40}"/>
              </a:ext>
            </a:extLst>
          </p:cNvPr>
          <p:cNvSpPr/>
          <p:nvPr/>
        </p:nvSpPr>
        <p:spPr>
          <a:xfrm>
            <a:off x="2744760" y="3666447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F5E7ED6F-7AB8-B1C2-06DF-4766B173AC26}"/>
              </a:ext>
            </a:extLst>
          </p:cNvPr>
          <p:cNvSpPr/>
          <p:nvPr/>
        </p:nvSpPr>
        <p:spPr>
          <a:xfrm>
            <a:off x="3404712" y="4943078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EF9D0DBF-20D5-BBFA-A540-9A5A45EFDDF6}"/>
              </a:ext>
            </a:extLst>
          </p:cNvPr>
          <p:cNvSpPr/>
          <p:nvPr/>
        </p:nvSpPr>
        <p:spPr>
          <a:xfrm>
            <a:off x="4231950" y="4850624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B6C93C3A-BA21-09B9-DAD2-D16B4B2DEF54}"/>
                  </a:ext>
                </a:extLst>
              </p:cNvPr>
              <p:cNvSpPr txBox="1"/>
              <p:nvPr/>
            </p:nvSpPr>
            <p:spPr>
              <a:xfrm>
                <a:off x="4624257" y="4648185"/>
                <a:ext cx="3348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 b="0" i="1" smtClean="0">
                          <a:latin typeface="Cambria Math" panose="02040503050406030204" pitchFamily="18" charset="0"/>
                        </a:rPr>
                        <m:t>F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B6C93C3A-BA21-09B9-DAD2-D16B4B2DE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257" y="4648185"/>
                <a:ext cx="334848" cy="461665"/>
              </a:xfrm>
              <a:prstGeom prst="rect">
                <a:avLst/>
              </a:prstGeom>
              <a:blipFill>
                <a:blip r:embed="rId13"/>
                <a:stretch>
                  <a:fillRect l="-5455" r="-72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A7640EB7-4319-C831-1AB5-AC4253E69686}"/>
              </a:ext>
            </a:extLst>
          </p:cNvPr>
          <p:cNvCxnSpPr/>
          <p:nvPr/>
        </p:nvCxnSpPr>
        <p:spPr>
          <a:xfrm flipH="1">
            <a:off x="2322959" y="5328024"/>
            <a:ext cx="1562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DCECE63B-01D3-328A-7CED-383374721AF5}"/>
              </a:ext>
            </a:extLst>
          </p:cNvPr>
          <p:cNvCxnSpPr/>
          <p:nvPr/>
        </p:nvCxnSpPr>
        <p:spPr>
          <a:xfrm>
            <a:off x="2332064" y="5320249"/>
            <a:ext cx="0" cy="1502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AFD84754-7CF1-B86D-47F0-6F34A7F3DC74}"/>
              </a:ext>
            </a:extLst>
          </p:cNvPr>
          <p:cNvCxnSpPr/>
          <p:nvPr/>
        </p:nvCxnSpPr>
        <p:spPr>
          <a:xfrm>
            <a:off x="2325737" y="5462675"/>
            <a:ext cx="1562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A363CD59-B801-43C6-14CC-0B66CCBB6DCF}"/>
              </a:ext>
            </a:extLst>
          </p:cNvPr>
          <p:cNvCxnSpPr/>
          <p:nvPr/>
        </p:nvCxnSpPr>
        <p:spPr>
          <a:xfrm>
            <a:off x="2277295" y="5320249"/>
            <a:ext cx="0" cy="1502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3D6E6B24-382C-7740-E280-BF9A05E7B9D6}"/>
              </a:ext>
            </a:extLst>
          </p:cNvPr>
          <p:cNvCxnSpPr>
            <a:cxnSpLocks/>
          </p:cNvCxnSpPr>
          <p:nvPr/>
        </p:nvCxnSpPr>
        <p:spPr>
          <a:xfrm>
            <a:off x="2471005" y="5235189"/>
            <a:ext cx="0" cy="918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7CD6CC5A-631D-BBC7-18E3-E4254173E005}"/>
              </a:ext>
            </a:extLst>
          </p:cNvPr>
          <p:cNvCxnSpPr>
            <a:cxnSpLocks/>
          </p:cNvCxnSpPr>
          <p:nvPr/>
        </p:nvCxnSpPr>
        <p:spPr>
          <a:xfrm>
            <a:off x="2474180" y="5454891"/>
            <a:ext cx="0" cy="17432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BD2F4167-D03C-D517-6529-F24598482EFF}"/>
              </a:ext>
            </a:extLst>
          </p:cNvPr>
          <p:cNvCxnSpPr>
            <a:cxnSpLocks/>
            <a:stCxn id="171" idx="2"/>
          </p:cNvCxnSpPr>
          <p:nvPr/>
        </p:nvCxnSpPr>
        <p:spPr>
          <a:xfrm flipH="1" flipV="1">
            <a:off x="2121085" y="5393907"/>
            <a:ext cx="87993" cy="8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8C0A3989-2F84-8480-A5BB-980AFEB5585F}"/>
              </a:ext>
            </a:extLst>
          </p:cNvPr>
          <p:cNvCxnSpPr/>
          <p:nvPr/>
        </p:nvCxnSpPr>
        <p:spPr>
          <a:xfrm flipH="1">
            <a:off x="2326134" y="5623299"/>
            <a:ext cx="1562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A1F08061-A610-DB54-7563-36A0C822FD09}"/>
              </a:ext>
            </a:extLst>
          </p:cNvPr>
          <p:cNvCxnSpPr/>
          <p:nvPr/>
        </p:nvCxnSpPr>
        <p:spPr>
          <a:xfrm>
            <a:off x="2335239" y="5615524"/>
            <a:ext cx="0" cy="1502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5A31ABC-72C1-18E3-E561-E32C43CF0B8F}"/>
              </a:ext>
            </a:extLst>
          </p:cNvPr>
          <p:cNvCxnSpPr/>
          <p:nvPr/>
        </p:nvCxnSpPr>
        <p:spPr>
          <a:xfrm>
            <a:off x="2330103" y="5755568"/>
            <a:ext cx="1562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12C32C3C-B4EB-5F18-F2CA-C6A4374C105B}"/>
              </a:ext>
            </a:extLst>
          </p:cNvPr>
          <p:cNvCxnSpPr/>
          <p:nvPr/>
        </p:nvCxnSpPr>
        <p:spPr>
          <a:xfrm>
            <a:off x="2280470" y="5615524"/>
            <a:ext cx="0" cy="1502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0FA38145-6A1D-D519-E70D-5BD5EC13AEC4}"/>
              </a:ext>
            </a:extLst>
          </p:cNvPr>
          <p:cNvCxnSpPr>
            <a:cxnSpLocks/>
          </p:cNvCxnSpPr>
          <p:nvPr/>
        </p:nvCxnSpPr>
        <p:spPr>
          <a:xfrm>
            <a:off x="2478149" y="5750166"/>
            <a:ext cx="0" cy="1826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C4D6AF0D-E113-922C-D082-ECDCE06D7648}"/>
              </a:ext>
            </a:extLst>
          </p:cNvPr>
          <p:cNvCxnSpPr/>
          <p:nvPr/>
        </p:nvCxnSpPr>
        <p:spPr>
          <a:xfrm flipH="1">
            <a:off x="2121878" y="5686800"/>
            <a:ext cx="1562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1" name="Oval 170">
            <a:extLst>
              <a:ext uri="{FF2B5EF4-FFF2-40B4-BE49-F238E27FC236}">
                <a16:creationId xmlns:a16="http://schemas.microsoft.com/office/drawing/2014/main" id="{D50DD42C-D8E4-E45E-C0C4-73C263312966}"/>
              </a:ext>
            </a:extLst>
          </p:cNvPr>
          <p:cNvSpPr/>
          <p:nvPr/>
        </p:nvSpPr>
        <p:spPr>
          <a:xfrm>
            <a:off x="2209078" y="5367058"/>
            <a:ext cx="56779" cy="55468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B7AFAE9-DC0C-72AA-3188-6C1297FC64D1}"/>
              </a:ext>
            </a:extLst>
          </p:cNvPr>
          <p:cNvCxnSpPr>
            <a:cxnSpLocks/>
          </p:cNvCxnSpPr>
          <p:nvPr/>
        </p:nvCxnSpPr>
        <p:spPr>
          <a:xfrm>
            <a:off x="2130848" y="5389306"/>
            <a:ext cx="0" cy="3061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E1D3B699-9411-F324-AC4C-EAD28FD20990}"/>
              </a:ext>
            </a:extLst>
          </p:cNvPr>
          <p:cNvCxnSpPr/>
          <p:nvPr/>
        </p:nvCxnSpPr>
        <p:spPr>
          <a:xfrm flipH="1">
            <a:off x="2329368" y="3486921"/>
            <a:ext cx="1562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36FFBAC1-B317-8A3C-FFD1-5CBB4F1278E4}"/>
              </a:ext>
            </a:extLst>
          </p:cNvPr>
          <p:cNvCxnSpPr/>
          <p:nvPr/>
        </p:nvCxnSpPr>
        <p:spPr>
          <a:xfrm>
            <a:off x="2338473" y="3479146"/>
            <a:ext cx="0" cy="1502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18A1CB7-C193-E69A-2C00-87E2348D440D}"/>
              </a:ext>
            </a:extLst>
          </p:cNvPr>
          <p:cNvCxnSpPr/>
          <p:nvPr/>
        </p:nvCxnSpPr>
        <p:spPr>
          <a:xfrm>
            <a:off x="2332146" y="3621572"/>
            <a:ext cx="1562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52660E6A-ACAD-5410-06F7-BF200FD7C8E2}"/>
              </a:ext>
            </a:extLst>
          </p:cNvPr>
          <p:cNvCxnSpPr/>
          <p:nvPr/>
        </p:nvCxnSpPr>
        <p:spPr>
          <a:xfrm>
            <a:off x="2283704" y="3479146"/>
            <a:ext cx="0" cy="1502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E0ED1E58-68F4-DA91-7E1D-195F2F6C6B3D}"/>
              </a:ext>
            </a:extLst>
          </p:cNvPr>
          <p:cNvCxnSpPr>
            <a:cxnSpLocks/>
          </p:cNvCxnSpPr>
          <p:nvPr/>
        </p:nvCxnSpPr>
        <p:spPr>
          <a:xfrm>
            <a:off x="2477414" y="3394086"/>
            <a:ext cx="0" cy="918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D6EB4502-8FC5-453B-46DB-17DA65A7717C}"/>
              </a:ext>
            </a:extLst>
          </p:cNvPr>
          <p:cNvCxnSpPr>
            <a:cxnSpLocks/>
          </p:cNvCxnSpPr>
          <p:nvPr/>
        </p:nvCxnSpPr>
        <p:spPr>
          <a:xfrm>
            <a:off x="2480589" y="3613788"/>
            <a:ext cx="0" cy="17432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AF5DA7C1-A197-E776-58A1-C21379C001CC}"/>
              </a:ext>
            </a:extLst>
          </p:cNvPr>
          <p:cNvCxnSpPr>
            <a:cxnSpLocks/>
            <a:stCxn id="188" idx="2"/>
          </p:cNvCxnSpPr>
          <p:nvPr/>
        </p:nvCxnSpPr>
        <p:spPr>
          <a:xfrm flipH="1" flipV="1">
            <a:off x="2127494" y="3552804"/>
            <a:ext cx="87993" cy="8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CFD58FE7-2C2D-77B1-7A7D-4CFB7E84CF97}"/>
              </a:ext>
            </a:extLst>
          </p:cNvPr>
          <p:cNvCxnSpPr/>
          <p:nvPr/>
        </p:nvCxnSpPr>
        <p:spPr>
          <a:xfrm flipH="1">
            <a:off x="2332543" y="3782196"/>
            <a:ext cx="1562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6438B3CA-0863-B373-EFD6-B0EDC0E3263A}"/>
              </a:ext>
            </a:extLst>
          </p:cNvPr>
          <p:cNvCxnSpPr/>
          <p:nvPr/>
        </p:nvCxnSpPr>
        <p:spPr>
          <a:xfrm>
            <a:off x="2341648" y="3774421"/>
            <a:ext cx="0" cy="1502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4A31F087-782D-8558-C57A-DBA7A96ED713}"/>
              </a:ext>
            </a:extLst>
          </p:cNvPr>
          <p:cNvCxnSpPr/>
          <p:nvPr/>
        </p:nvCxnSpPr>
        <p:spPr>
          <a:xfrm>
            <a:off x="2336512" y="3914465"/>
            <a:ext cx="1562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73A02A48-A1F5-53AD-9716-3538E3ECCB26}"/>
              </a:ext>
            </a:extLst>
          </p:cNvPr>
          <p:cNvCxnSpPr/>
          <p:nvPr/>
        </p:nvCxnSpPr>
        <p:spPr>
          <a:xfrm>
            <a:off x="2286879" y="3774421"/>
            <a:ext cx="0" cy="15020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17A06A5-8BE7-CE8B-64CE-D7DCD735AF8C}"/>
              </a:ext>
            </a:extLst>
          </p:cNvPr>
          <p:cNvCxnSpPr>
            <a:cxnSpLocks/>
          </p:cNvCxnSpPr>
          <p:nvPr/>
        </p:nvCxnSpPr>
        <p:spPr>
          <a:xfrm>
            <a:off x="2484558" y="3909063"/>
            <a:ext cx="0" cy="918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A3FEF746-997F-AA4C-991F-21B4264B6616}"/>
              </a:ext>
            </a:extLst>
          </p:cNvPr>
          <p:cNvCxnSpPr/>
          <p:nvPr/>
        </p:nvCxnSpPr>
        <p:spPr>
          <a:xfrm flipH="1">
            <a:off x="2128287" y="3845697"/>
            <a:ext cx="1562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8" name="Oval 187">
            <a:extLst>
              <a:ext uri="{FF2B5EF4-FFF2-40B4-BE49-F238E27FC236}">
                <a16:creationId xmlns:a16="http://schemas.microsoft.com/office/drawing/2014/main" id="{25115DD8-EB98-EC9D-0D97-908FAE69042E}"/>
              </a:ext>
            </a:extLst>
          </p:cNvPr>
          <p:cNvSpPr/>
          <p:nvPr/>
        </p:nvSpPr>
        <p:spPr>
          <a:xfrm>
            <a:off x="2215487" y="3525955"/>
            <a:ext cx="56779" cy="55468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320D3F1A-33F5-14B3-1596-A65E8FE7E284}"/>
              </a:ext>
            </a:extLst>
          </p:cNvPr>
          <p:cNvCxnSpPr>
            <a:cxnSpLocks/>
          </p:cNvCxnSpPr>
          <p:nvPr/>
        </p:nvCxnSpPr>
        <p:spPr>
          <a:xfrm>
            <a:off x="2137257" y="3548203"/>
            <a:ext cx="0" cy="3061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8CEA473-E936-2B88-CC51-0C5916EB65E7}"/>
              </a:ext>
            </a:extLst>
          </p:cNvPr>
          <p:cNvCxnSpPr>
            <a:cxnSpLocks/>
          </p:cNvCxnSpPr>
          <p:nvPr/>
        </p:nvCxnSpPr>
        <p:spPr>
          <a:xfrm>
            <a:off x="1618616" y="3685967"/>
            <a:ext cx="5176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89ADB14D-3C30-303F-9E9A-68B65BF11973}"/>
              </a:ext>
            </a:extLst>
          </p:cNvPr>
          <p:cNvCxnSpPr>
            <a:cxnSpLocks/>
          </p:cNvCxnSpPr>
          <p:nvPr/>
        </p:nvCxnSpPr>
        <p:spPr>
          <a:xfrm>
            <a:off x="1659097" y="5533814"/>
            <a:ext cx="46767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F98AE261-0E66-5733-F9E1-6EE479C907C3}"/>
              </a:ext>
            </a:extLst>
          </p:cNvPr>
          <p:cNvCxnSpPr>
            <a:cxnSpLocks/>
          </p:cNvCxnSpPr>
          <p:nvPr/>
        </p:nvCxnSpPr>
        <p:spPr>
          <a:xfrm flipH="1">
            <a:off x="2398249" y="5933542"/>
            <a:ext cx="1643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B0C8F3DC-8D74-6982-B1E2-3435E14984FF}"/>
              </a:ext>
            </a:extLst>
          </p:cNvPr>
          <p:cNvCxnSpPr>
            <a:cxnSpLocks/>
          </p:cNvCxnSpPr>
          <p:nvPr/>
        </p:nvCxnSpPr>
        <p:spPr>
          <a:xfrm flipH="1">
            <a:off x="2424006" y="5976404"/>
            <a:ext cx="10933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4123DA4-D1EF-9C1A-75D0-4DFB80B37EDA}"/>
              </a:ext>
            </a:extLst>
          </p:cNvPr>
          <p:cNvCxnSpPr>
            <a:cxnSpLocks/>
          </p:cNvCxnSpPr>
          <p:nvPr/>
        </p:nvCxnSpPr>
        <p:spPr>
          <a:xfrm flipH="1">
            <a:off x="2449746" y="6016885"/>
            <a:ext cx="5758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E21C1182-DE33-989E-CC3F-C18F2F8236E2}"/>
              </a:ext>
            </a:extLst>
          </p:cNvPr>
          <p:cNvCxnSpPr>
            <a:cxnSpLocks/>
          </p:cNvCxnSpPr>
          <p:nvPr/>
        </p:nvCxnSpPr>
        <p:spPr>
          <a:xfrm flipH="1">
            <a:off x="2401821" y="4004688"/>
            <a:ext cx="1643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569B69E4-FE76-A7A2-F839-C3F77958A37F}"/>
              </a:ext>
            </a:extLst>
          </p:cNvPr>
          <p:cNvCxnSpPr>
            <a:cxnSpLocks/>
          </p:cNvCxnSpPr>
          <p:nvPr/>
        </p:nvCxnSpPr>
        <p:spPr>
          <a:xfrm flipH="1">
            <a:off x="2427578" y="4047550"/>
            <a:ext cx="10933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035259C-52DA-63E3-F883-C95420311F1C}"/>
              </a:ext>
            </a:extLst>
          </p:cNvPr>
          <p:cNvCxnSpPr>
            <a:cxnSpLocks/>
          </p:cNvCxnSpPr>
          <p:nvPr/>
        </p:nvCxnSpPr>
        <p:spPr>
          <a:xfrm flipH="1">
            <a:off x="2453318" y="4088031"/>
            <a:ext cx="5758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58BF0337-3395-9F42-F546-6CE242864B50}"/>
              </a:ext>
            </a:extLst>
          </p:cNvPr>
          <p:cNvCxnSpPr>
            <a:cxnSpLocks/>
          </p:cNvCxnSpPr>
          <p:nvPr/>
        </p:nvCxnSpPr>
        <p:spPr>
          <a:xfrm flipH="1">
            <a:off x="2425858" y="3389134"/>
            <a:ext cx="1071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DEA15E7E-37DB-665E-B26B-F12DF9CDBA35}"/>
              </a:ext>
            </a:extLst>
          </p:cNvPr>
          <p:cNvCxnSpPr>
            <a:cxnSpLocks/>
          </p:cNvCxnSpPr>
          <p:nvPr/>
        </p:nvCxnSpPr>
        <p:spPr>
          <a:xfrm flipH="1">
            <a:off x="2421624" y="5229882"/>
            <a:ext cx="10933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33B05637-64FF-380D-3B49-65924E64A64D}"/>
                  </a:ext>
                </a:extLst>
              </p:cNvPr>
              <p:cNvSpPr txBox="1"/>
              <p:nvPr/>
            </p:nvSpPr>
            <p:spPr>
              <a:xfrm>
                <a:off x="1305374" y="5339103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33B05637-64FF-380D-3B49-65924E64A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374" y="5339103"/>
                <a:ext cx="33484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2E849EB2-EE9D-ED5D-0D90-EB6D73330756}"/>
                  </a:ext>
                </a:extLst>
              </p:cNvPr>
              <p:cNvSpPr txBox="1"/>
              <p:nvPr/>
            </p:nvSpPr>
            <p:spPr>
              <a:xfrm>
                <a:off x="1263248" y="3495941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2E849EB2-EE9D-ED5D-0D90-EB6D73330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248" y="3495941"/>
                <a:ext cx="33484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0CACC2-290E-7139-1D39-7333D3529D3D}"/>
              </a:ext>
            </a:extLst>
          </p:cNvPr>
          <p:cNvCxnSpPr>
            <a:cxnSpLocks/>
          </p:cNvCxnSpPr>
          <p:nvPr/>
        </p:nvCxnSpPr>
        <p:spPr>
          <a:xfrm>
            <a:off x="1957600" y="4229807"/>
            <a:ext cx="0" cy="1301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B346FC9F-904B-29FD-12F2-61B6DE261401}"/>
              </a:ext>
            </a:extLst>
          </p:cNvPr>
          <p:cNvCxnSpPr>
            <a:cxnSpLocks/>
          </p:cNvCxnSpPr>
          <p:nvPr/>
        </p:nvCxnSpPr>
        <p:spPr>
          <a:xfrm>
            <a:off x="1803402" y="3690882"/>
            <a:ext cx="0" cy="12806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3" name="Oval 222">
            <a:extLst>
              <a:ext uri="{FF2B5EF4-FFF2-40B4-BE49-F238E27FC236}">
                <a16:creationId xmlns:a16="http://schemas.microsoft.com/office/drawing/2014/main" id="{AF99297F-DE61-1D15-9BB0-DE932784658D}"/>
              </a:ext>
            </a:extLst>
          </p:cNvPr>
          <p:cNvSpPr/>
          <p:nvPr/>
        </p:nvSpPr>
        <p:spPr>
          <a:xfrm>
            <a:off x="1775012" y="3666447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24734B81-EBB1-8D8D-5B8E-EBD0577EE968}"/>
              </a:ext>
            </a:extLst>
          </p:cNvPr>
          <p:cNvSpPr/>
          <p:nvPr/>
        </p:nvSpPr>
        <p:spPr>
          <a:xfrm>
            <a:off x="1933762" y="5504516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522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8E877-8075-5BA9-4966-3A6827102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C2CAC2-7A88-B64A-CA52-26539C2A3ED1}"/>
                  </a:ext>
                </a:extLst>
              </p:cNvPr>
              <p:cNvSpPr txBox="1"/>
              <p:nvPr/>
            </p:nvSpPr>
            <p:spPr>
              <a:xfrm>
                <a:off x="1151578" y="2566328"/>
                <a:ext cx="9888843" cy="1725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>
                    <a:solidFill>
                      <a:schemeClr val="accent1">
                        <a:lumMod val="75000"/>
                      </a:schemeClr>
                    </a:solidFill>
                  </a:rPr>
                  <a:t>Ques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: Implement the following function using CMOS transmission gates (TG) logic. Inputs are available in true and complement form.  </a:t>
                </a:r>
                <a:endParaRPr lang="en-IN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4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IN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IN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0,4,5,6,8,9</m:t>
                              </m:r>
                            </m:e>
                          </m:d>
                          <m:r>
                            <a:rPr lang="en-US" sz="24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IN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IN" sz="24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10,11,12,13,14,15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IN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C2CAC2-7A88-B64A-CA52-26539C2A3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578" y="2566328"/>
                <a:ext cx="9888843" cy="1725344"/>
              </a:xfrm>
              <a:prstGeom prst="rect">
                <a:avLst/>
              </a:prstGeom>
              <a:blipFill>
                <a:blip r:embed="rId2"/>
                <a:stretch>
                  <a:fillRect l="-986" t="-28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5370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2CD1AE-3700-533B-9F94-B028A41EE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263939"/>
              </p:ext>
            </p:extLst>
          </p:nvPr>
        </p:nvGraphicFramePr>
        <p:xfrm>
          <a:off x="645886" y="234264"/>
          <a:ext cx="4064000" cy="6217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6312039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6061495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6432298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5347465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88404277"/>
                    </a:ext>
                  </a:extLst>
                </a:gridCol>
              </a:tblGrid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737722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791377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464643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54299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324361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273210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97635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044814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499444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07135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395323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63452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725296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44943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86654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322774"/>
                  </a:ext>
                </a:extLst>
              </a:tr>
              <a:tr h="323085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126396"/>
                  </a:ext>
                </a:extLst>
              </a:tr>
            </a:tbl>
          </a:graphicData>
        </a:graphic>
      </p:graphicFrame>
      <p:sp>
        <p:nvSpPr>
          <p:cNvPr id="3" name="Right Brace 2">
            <a:extLst>
              <a:ext uri="{FF2B5EF4-FFF2-40B4-BE49-F238E27FC236}">
                <a16:creationId xmlns:a16="http://schemas.microsoft.com/office/drawing/2014/main" id="{28F2F476-CB9E-6039-734A-FE544B5AAFB9}"/>
              </a:ext>
            </a:extLst>
          </p:cNvPr>
          <p:cNvSpPr/>
          <p:nvPr/>
        </p:nvSpPr>
        <p:spPr>
          <a:xfrm>
            <a:off x="4742541" y="689428"/>
            <a:ext cx="341085" cy="52251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3594AFA1-50D5-E756-346D-79983D5DAB8B}"/>
              </a:ext>
            </a:extLst>
          </p:cNvPr>
          <p:cNvSpPr/>
          <p:nvPr/>
        </p:nvSpPr>
        <p:spPr>
          <a:xfrm>
            <a:off x="4738910" y="1413326"/>
            <a:ext cx="341085" cy="52251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F4346260-856C-A53D-716E-43B2FADB66B7}"/>
              </a:ext>
            </a:extLst>
          </p:cNvPr>
          <p:cNvSpPr/>
          <p:nvPr/>
        </p:nvSpPr>
        <p:spPr>
          <a:xfrm>
            <a:off x="4742541" y="2137225"/>
            <a:ext cx="341085" cy="52251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3AD2C0B9-07C7-7C47-D33A-A964CF49CB18}"/>
              </a:ext>
            </a:extLst>
          </p:cNvPr>
          <p:cNvSpPr/>
          <p:nvPr/>
        </p:nvSpPr>
        <p:spPr>
          <a:xfrm>
            <a:off x="4738910" y="2904683"/>
            <a:ext cx="341085" cy="52251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BBB09EC8-0EB3-6891-9F3E-C050A84077E8}"/>
              </a:ext>
            </a:extLst>
          </p:cNvPr>
          <p:cNvSpPr/>
          <p:nvPr/>
        </p:nvSpPr>
        <p:spPr>
          <a:xfrm>
            <a:off x="4728019" y="3643553"/>
            <a:ext cx="341085" cy="522514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BA9BE0-C648-EFC8-7C00-6DD307F5C2DB}"/>
                  </a:ext>
                </a:extLst>
              </p:cNvPr>
              <p:cNvSpPr txBox="1"/>
              <p:nvPr/>
            </p:nvSpPr>
            <p:spPr>
              <a:xfrm>
                <a:off x="5069104" y="756020"/>
                <a:ext cx="334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BA9BE0-C648-EFC8-7C00-6DD307F5C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104" y="756020"/>
                <a:ext cx="33484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10F61F-12EF-0C1B-7997-B013D9433739}"/>
                  </a:ext>
                </a:extLst>
              </p:cNvPr>
              <p:cNvSpPr txBox="1"/>
              <p:nvPr/>
            </p:nvSpPr>
            <p:spPr>
              <a:xfrm>
                <a:off x="5085725" y="2981274"/>
                <a:ext cx="334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810F61F-12EF-0C1B-7997-B013D9433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725" y="2981274"/>
                <a:ext cx="33484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2375C5-9D08-60B2-63CD-A006322BE1CD}"/>
                  </a:ext>
                </a:extLst>
              </p:cNvPr>
              <p:cNvSpPr txBox="1"/>
              <p:nvPr/>
            </p:nvSpPr>
            <p:spPr>
              <a:xfrm>
                <a:off x="5069104" y="1482543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2375C5-9D08-60B2-63CD-A006322BE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104" y="1482543"/>
                <a:ext cx="3348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1D9784-6BCE-580B-8566-5DC27C075F1F}"/>
                  </a:ext>
                </a:extLst>
              </p:cNvPr>
              <p:cNvSpPr txBox="1"/>
              <p:nvPr/>
            </p:nvSpPr>
            <p:spPr>
              <a:xfrm>
                <a:off x="5095513" y="2200681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1D9784-6BCE-580B-8566-5DC27C075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513" y="2200681"/>
                <a:ext cx="3348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DA05BB-CCF6-94BE-EAB1-C7D7B53673C6}"/>
                  </a:ext>
                </a:extLst>
              </p:cNvPr>
              <p:cNvSpPr txBox="1"/>
              <p:nvPr/>
            </p:nvSpPr>
            <p:spPr>
              <a:xfrm>
                <a:off x="5069104" y="3728440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DA05BB-CCF6-94BE-EAB1-C7D7B5367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104" y="3728440"/>
                <a:ext cx="3348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44E807A7-3E50-844E-E9CA-DED550ED9FD2}"/>
              </a:ext>
            </a:extLst>
          </p:cNvPr>
          <p:cNvSpPr/>
          <p:nvPr/>
        </p:nvSpPr>
        <p:spPr>
          <a:xfrm>
            <a:off x="6802564" y="1153917"/>
            <a:ext cx="435429" cy="45592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B2F4FB9-E1DF-207D-FAB2-2BAD8E740FA1}"/>
              </a:ext>
            </a:extLst>
          </p:cNvPr>
          <p:cNvCxnSpPr/>
          <p:nvPr/>
        </p:nvCxnSpPr>
        <p:spPr>
          <a:xfrm>
            <a:off x="6802564" y="1087325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38A3AAD-1BB3-85E1-E254-1C3ABDC51A55}"/>
              </a:ext>
            </a:extLst>
          </p:cNvPr>
          <p:cNvCxnSpPr/>
          <p:nvPr/>
        </p:nvCxnSpPr>
        <p:spPr>
          <a:xfrm>
            <a:off x="6802564" y="1673113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30214BA-952A-5718-BF79-E52D4C58202F}"/>
              </a:ext>
            </a:extLst>
          </p:cNvPr>
          <p:cNvSpPr/>
          <p:nvPr/>
        </p:nvSpPr>
        <p:spPr>
          <a:xfrm>
            <a:off x="6802564" y="2161186"/>
            <a:ext cx="435429" cy="45592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53F230E-46E9-DF36-A4DD-2CE4E2C6CFA7}"/>
              </a:ext>
            </a:extLst>
          </p:cNvPr>
          <p:cNvCxnSpPr/>
          <p:nvPr/>
        </p:nvCxnSpPr>
        <p:spPr>
          <a:xfrm>
            <a:off x="6802564" y="2094594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D70D9E-5D24-D2B2-E5CB-614E2A702715}"/>
              </a:ext>
            </a:extLst>
          </p:cNvPr>
          <p:cNvCxnSpPr/>
          <p:nvPr/>
        </p:nvCxnSpPr>
        <p:spPr>
          <a:xfrm>
            <a:off x="6802564" y="2680382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1146CE6B-7C16-5085-0D79-365DF2B81AAC}"/>
              </a:ext>
            </a:extLst>
          </p:cNvPr>
          <p:cNvSpPr/>
          <p:nvPr/>
        </p:nvSpPr>
        <p:spPr>
          <a:xfrm>
            <a:off x="6963753" y="1683828"/>
            <a:ext cx="80962" cy="82097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48D9363-4A9A-BA2B-99CB-9D6912FDEDA7}"/>
              </a:ext>
            </a:extLst>
          </p:cNvPr>
          <p:cNvSpPr/>
          <p:nvPr/>
        </p:nvSpPr>
        <p:spPr>
          <a:xfrm>
            <a:off x="6959072" y="2680382"/>
            <a:ext cx="80962" cy="82097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ED4357F-A418-8360-3E5A-36DF9524722A}"/>
              </a:ext>
            </a:extLst>
          </p:cNvPr>
          <p:cNvCxnSpPr>
            <a:cxnSpLocks/>
          </p:cNvCxnSpPr>
          <p:nvPr/>
        </p:nvCxnSpPr>
        <p:spPr>
          <a:xfrm>
            <a:off x="7020278" y="851244"/>
            <a:ext cx="0" cy="2360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4CC56-428F-DAB8-6C88-264C3EEDF384}"/>
              </a:ext>
            </a:extLst>
          </p:cNvPr>
          <p:cNvCxnSpPr>
            <a:cxnSpLocks/>
          </p:cNvCxnSpPr>
          <p:nvPr/>
        </p:nvCxnSpPr>
        <p:spPr>
          <a:xfrm>
            <a:off x="6999553" y="2762479"/>
            <a:ext cx="0" cy="2360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B7BD64D-0EE4-61E6-75EC-CAF87AB746DE}"/>
              </a:ext>
            </a:extLst>
          </p:cNvPr>
          <p:cNvCxnSpPr>
            <a:cxnSpLocks/>
          </p:cNvCxnSpPr>
          <p:nvPr/>
        </p:nvCxnSpPr>
        <p:spPr>
          <a:xfrm flipH="1">
            <a:off x="6999553" y="1765925"/>
            <a:ext cx="1360" cy="3286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764E78E-7718-AA85-CD30-184B092018E8}"/>
              </a:ext>
            </a:extLst>
          </p:cNvPr>
          <p:cNvCxnSpPr>
            <a:cxnSpLocks/>
          </p:cNvCxnSpPr>
          <p:nvPr/>
        </p:nvCxnSpPr>
        <p:spPr>
          <a:xfrm>
            <a:off x="6536318" y="1381878"/>
            <a:ext cx="2662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8FEEAAE-44A0-74BD-1DAE-CB25B0A86026}"/>
              </a:ext>
            </a:extLst>
          </p:cNvPr>
          <p:cNvCxnSpPr>
            <a:cxnSpLocks/>
          </p:cNvCxnSpPr>
          <p:nvPr/>
        </p:nvCxnSpPr>
        <p:spPr>
          <a:xfrm>
            <a:off x="6536318" y="2401578"/>
            <a:ext cx="2662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FB76D86-CAF8-60B0-2491-613F8398230F}"/>
              </a:ext>
            </a:extLst>
          </p:cNvPr>
          <p:cNvCxnSpPr>
            <a:cxnSpLocks/>
          </p:cNvCxnSpPr>
          <p:nvPr/>
        </p:nvCxnSpPr>
        <p:spPr>
          <a:xfrm>
            <a:off x="7237993" y="1387959"/>
            <a:ext cx="2662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54F0CE7-1DF2-5C21-B9B4-208F2097280F}"/>
              </a:ext>
            </a:extLst>
          </p:cNvPr>
          <p:cNvCxnSpPr>
            <a:cxnSpLocks/>
          </p:cNvCxnSpPr>
          <p:nvPr/>
        </p:nvCxnSpPr>
        <p:spPr>
          <a:xfrm>
            <a:off x="7237993" y="2401578"/>
            <a:ext cx="2662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67DA8C-C6E3-6502-D6CF-3FC59C97E282}"/>
              </a:ext>
            </a:extLst>
          </p:cNvPr>
          <p:cNvCxnSpPr>
            <a:cxnSpLocks/>
          </p:cNvCxnSpPr>
          <p:nvPr/>
        </p:nvCxnSpPr>
        <p:spPr>
          <a:xfrm>
            <a:off x="7495042" y="1381878"/>
            <a:ext cx="0" cy="10276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8E62F4D-D332-8AB9-1D68-45C40DBDB2B3}"/>
                  </a:ext>
                </a:extLst>
              </p:cNvPr>
              <p:cNvSpPr txBox="1"/>
              <p:nvPr/>
            </p:nvSpPr>
            <p:spPr>
              <a:xfrm>
                <a:off x="6832129" y="479013"/>
                <a:ext cx="334848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8E62F4D-D332-8AB9-1D68-45C40DBDB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129" y="479013"/>
                <a:ext cx="334848" cy="4019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102736F-5FED-A83C-4E39-905BC1B81D4A}"/>
                  </a:ext>
                </a:extLst>
              </p:cNvPr>
              <p:cNvSpPr txBox="1"/>
              <p:nvPr/>
            </p:nvSpPr>
            <p:spPr>
              <a:xfrm>
                <a:off x="6832129" y="2977201"/>
                <a:ext cx="334848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102736F-5FED-A83C-4E39-905BC1B81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129" y="2977201"/>
                <a:ext cx="334848" cy="4019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E9B2E7-3514-D062-3681-CBDA886A09FA}"/>
                  </a:ext>
                </a:extLst>
              </p:cNvPr>
              <p:cNvSpPr txBox="1"/>
              <p:nvPr/>
            </p:nvSpPr>
            <p:spPr>
              <a:xfrm>
                <a:off x="6723002" y="1699171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1E9B2E7-3514-D062-3681-CBDA886A0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002" y="1699171"/>
                <a:ext cx="33484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480A93D3-9103-02A6-152F-517476FF30FB}"/>
              </a:ext>
            </a:extLst>
          </p:cNvPr>
          <p:cNvSpPr/>
          <p:nvPr/>
        </p:nvSpPr>
        <p:spPr>
          <a:xfrm>
            <a:off x="6802564" y="4149307"/>
            <a:ext cx="435429" cy="45592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71EF1F2-E709-1E71-5A51-E0337D970012}"/>
              </a:ext>
            </a:extLst>
          </p:cNvPr>
          <p:cNvCxnSpPr/>
          <p:nvPr/>
        </p:nvCxnSpPr>
        <p:spPr>
          <a:xfrm>
            <a:off x="6802564" y="4082715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C081A91-EAFD-241C-1D41-F7BE63229BA7}"/>
              </a:ext>
            </a:extLst>
          </p:cNvPr>
          <p:cNvCxnSpPr/>
          <p:nvPr/>
        </p:nvCxnSpPr>
        <p:spPr>
          <a:xfrm>
            <a:off x="6802564" y="4668503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17D8C8A2-0A97-FFD5-F4ED-27CD7C511897}"/>
              </a:ext>
            </a:extLst>
          </p:cNvPr>
          <p:cNvSpPr/>
          <p:nvPr/>
        </p:nvSpPr>
        <p:spPr>
          <a:xfrm>
            <a:off x="6802564" y="5156576"/>
            <a:ext cx="435429" cy="45592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D5D97DB-D7EE-BC43-CFA8-86CF51D0D348}"/>
              </a:ext>
            </a:extLst>
          </p:cNvPr>
          <p:cNvCxnSpPr/>
          <p:nvPr/>
        </p:nvCxnSpPr>
        <p:spPr>
          <a:xfrm>
            <a:off x="6802564" y="5089984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96D4458-8758-71BD-C33A-5A5D4549E6B1}"/>
              </a:ext>
            </a:extLst>
          </p:cNvPr>
          <p:cNvCxnSpPr/>
          <p:nvPr/>
        </p:nvCxnSpPr>
        <p:spPr>
          <a:xfrm>
            <a:off x="6802564" y="5675772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C8952DBB-8E10-377A-B4ED-C7F9844B59A2}"/>
              </a:ext>
            </a:extLst>
          </p:cNvPr>
          <p:cNvSpPr/>
          <p:nvPr/>
        </p:nvSpPr>
        <p:spPr>
          <a:xfrm>
            <a:off x="6963753" y="4679218"/>
            <a:ext cx="80962" cy="82097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7E10D7F-57A2-BEF0-4D11-D0EE8F98677C}"/>
              </a:ext>
            </a:extLst>
          </p:cNvPr>
          <p:cNvSpPr/>
          <p:nvPr/>
        </p:nvSpPr>
        <p:spPr>
          <a:xfrm>
            <a:off x="6959072" y="5675772"/>
            <a:ext cx="80962" cy="82097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86ABD8F-5569-EF5C-004C-DE95000568CA}"/>
              </a:ext>
            </a:extLst>
          </p:cNvPr>
          <p:cNvCxnSpPr>
            <a:cxnSpLocks/>
          </p:cNvCxnSpPr>
          <p:nvPr/>
        </p:nvCxnSpPr>
        <p:spPr>
          <a:xfrm>
            <a:off x="7020278" y="3846634"/>
            <a:ext cx="0" cy="2360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65D1F6F-EB4C-A4C0-604D-FBB9EC8C3DF0}"/>
              </a:ext>
            </a:extLst>
          </p:cNvPr>
          <p:cNvCxnSpPr>
            <a:cxnSpLocks/>
          </p:cNvCxnSpPr>
          <p:nvPr/>
        </p:nvCxnSpPr>
        <p:spPr>
          <a:xfrm>
            <a:off x="6999553" y="5757869"/>
            <a:ext cx="0" cy="2360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83D14C3-8185-F459-4CBA-89D9EEAB6F50}"/>
              </a:ext>
            </a:extLst>
          </p:cNvPr>
          <p:cNvCxnSpPr>
            <a:cxnSpLocks/>
          </p:cNvCxnSpPr>
          <p:nvPr/>
        </p:nvCxnSpPr>
        <p:spPr>
          <a:xfrm flipH="1">
            <a:off x="6999553" y="4761315"/>
            <a:ext cx="1360" cy="3286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E73596B-1C6C-DC08-32CC-9679BDEF9B9D}"/>
              </a:ext>
            </a:extLst>
          </p:cNvPr>
          <p:cNvCxnSpPr>
            <a:cxnSpLocks/>
          </p:cNvCxnSpPr>
          <p:nvPr/>
        </p:nvCxnSpPr>
        <p:spPr>
          <a:xfrm>
            <a:off x="6536318" y="4377268"/>
            <a:ext cx="2662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E5FDD89-84A8-2199-E873-3908D74EB022}"/>
              </a:ext>
            </a:extLst>
          </p:cNvPr>
          <p:cNvCxnSpPr>
            <a:cxnSpLocks/>
          </p:cNvCxnSpPr>
          <p:nvPr/>
        </p:nvCxnSpPr>
        <p:spPr>
          <a:xfrm>
            <a:off x="6536318" y="5396968"/>
            <a:ext cx="2662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B74E4FF-AEA1-A659-B7C4-11BE5E49DE2F}"/>
              </a:ext>
            </a:extLst>
          </p:cNvPr>
          <p:cNvCxnSpPr>
            <a:cxnSpLocks/>
          </p:cNvCxnSpPr>
          <p:nvPr/>
        </p:nvCxnSpPr>
        <p:spPr>
          <a:xfrm>
            <a:off x="7237993" y="4383349"/>
            <a:ext cx="2662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E2AE809-33D3-F128-0975-8F1C50BB12E5}"/>
              </a:ext>
            </a:extLst>
          </p:cNvPr>
          <p:cNvCxnSpPr>
            <a:cxnSpLocks/>
          </p:cNvCxnSpPr>
          <p:nvPr/>
        </p:nvCxnSpPr>
        <p:spPr>
          <a:xfrm>
            <a:off x="7237993" y="5396968"/>
            <a:ext cx="2662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7A7D5EC-0FDD-DE3D-8867-95C67100AA28}"/>
              </a:ext>
            </a:extLst>
          </p:cNvPr>
          <p:cNvCxnSpPr>
            <a:cxnSpLocks/>
          </p:cNvCxnSpPr>
          <p:nvPr/>
        </p:nvCxnSpPr>
        <p:spPr>
          <a:xfrm>
            <a:off x="7495042" y="4377268"/>
            <a:ext cx="0" cy="10276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69EE120-360E-15DC-5C95-C3A6DDE2FD7C}"/>
                  </a:ext>
                </a:extLst>
              </p:cNvPr>
              <p:cNvSpPr txBox="1"/>
              <p:nvPr/>
            </p:nvSpPr>
            <p:spPr>
              <a:xfrm>
                <a:off x="6832129" y="3474403"/>
                <a:ext cx="334848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69EE120-360E-15DC-5C95-C3A6DDE2F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129" y="3474403"/>
                <a:ext cx="334848" cy="40197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E2F9D7F-1525-5683-C721-3BFCFAB91724}"/>
                  </a:ext>
                </a:extLst>
              </p:cNvPr>
              <p:cNvSpPr txBox="1"/>
              <p:nvPr/>
            </p:nvSpPr>
            <p:spPr>
              <a:xfrm>
                <a:off x="6832129" y="5972591"/>
                <a:ext cx="334848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E2F9D7F-1525-5683-C721-3BFCFAB91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129" y="5972591"/>
                <a:ext cx="334848" cy="4019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EC5537B-1BEB-7084-17D6-05F7F60CA17E}"/>
                  </a:ext>
                </a:extLst>
              </p:cNvPr>
              <p:cNvSpPr txBox="1"/>
              <p:nvPr/>
            </p:nvSpPr>
            <p:spPr>
              <a:xfrm>
                <a:off x="6723002" y="4694561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EC5537B-1BEB-7084-17D6-05F7F60CA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002" y="4694561"/>
                <a:ext cx="33484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E79C0C5-E1C5-BC4F-F9B6-B3FCE2DAB3A2}"/>
                  </a:ext>
                </a:extLst>
              </p:cNvPr>
              <p:cNvSpPr txBox="1"/>
              <p:nvPr/>
            </p:nvSpPr>
            <p:spPr>
              <a:xfrm>
                <a:off x="6236615" y="1180893"/>
                <a:ext cx="334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E79C0C5-E1C5-BC4F-F9B6-B3FCE2DAB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615" y="1180893"/>
                <a:ext cx="33484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B4A94CD-9A43-F8BF-9C84-0F3E4B69D9FA}"/>
                  </a:ext>
                </a:extLst>
              </p:cNvPr>
              <p:cNvSpPr txBox="1"/>
              <p:nvPr/>
            </p:nvSpPr>
            <p:spPr>
              <a:xfrm>
                <a:off x="6220652" y="5204853"/>
                <a:ext cx="334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B4A94CD-9A43-F8BF-9C84-0F3E4B69D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652" y="5204853"/>
                <a:ext cx="33484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CEEE56A-A0C0-D885-0451-3CB3A4D127A0}"/>
                  </a:ext>
                </a:extLst>
              </p:cNvPr>
              <p:cNvSpPr txBox="1"/>
              <p:nvPr/>
            </p:nvSpPr>
            <p:spPr>
              <a:xfrm>
                <a:off x="6201470" y="2247776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CEEE56A-A0C0-D885-0451-3CB3A4D12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470" y="2247776"/>
                <a:ext cx="33484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36F786F-BFFF-0097-7B4F-D9C586358CC4}"/>
                  </a:ext>
                </a:extLst>
              </p:cNvPr>
              <p:cNvSpPr txBox="1"/>
              <p:nvPr/>
            </p:nvSpPr>
            <p:spPr>
              <a:xfrm>
                <a:off x="6220652" y="4198262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36F786F-BFFF-0097-7B4F-D9C586358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652" y="4198262"/>
                <a:ext cx="334848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>
            <a:extLst>
              <a:ext uri="{FF2B5EF4-FFF2-40B4-BE49-F238E27FC236}">
                <a16:creationId xmlns:a16="http://schemas.microsoft.com/office/drawing/2014/main" id="{D08A7636-A5A8-269F-6F98-A2A991E51654}"/>
              </a:ext>
            </a:extLst>
          </p:cNvPr>
          <p:cNvSpPr/>
          <p:nvPr/>
        </p:nvSpPr>
        <p:spPr>
          <a:xfrm>
            <a:off x="8667360" y="2469307"/>
            <a:ext cx="435429" cy="45592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F95314C-BBC6-4C80-CF86-29625AC8E892}"/>
              </a:ext>
            </a:extLst>
          </p:cNvPr>
          <p:cNvCxnSpPr/>
          <p:nvPr/>
        </p:nvCxnSpPr>
        <p:spPr>
          <a:xfrm>
            <a:off x="8667360" y="2402715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532807C-7C93-1A21-95ED-BF6CEEE53EA4}"/>
              </a:ext>
            </a:extLst>
          </p:cNvPr>
          <p:cNvCxnSpPr/>
          <p:nvPr/>
        </p:nvCxnSpPr>
        <p:spPr>
          <a:xfrm>
            <a:off x="8667360" y="2988503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144A8D43-A417-C9EE-85B7-BFF7D91CEC66}"/>
              </a:ext>
            </a:extLst>
          </p:cNvPr>
          <p:cNvSpPr/>
          <p:nvPr/>
        </p:nvSpPr>
        <p:spPr>
          <a:xfrm>
            <a:off x="8667360" y="3476576"/>
            <a:ext cx="435429" cy="45592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A5459BE-9ED4-712D-726C-FCBE5182E167}"/>
              </a:ext>
            </a:extLst>
          </p:cNvPr>
          <p:cNvCxnSpPr/>
          <p:nvPr/>
        </p:nvCxnSpPr>
        <p:spPr>
          <a:xfrm>
            <a:off x="8667360" y="3409984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55074DD-562D-B91C-204D-437E065327CB}"/>
              </a:ext>
            </a:extLst>
          </p:cNvPr>
          <p:cNvCxnSpPr/>
          <p:nvPr/>
        </p:nvCxnSpPr>
        <p:spPr>
          <a:xfrm>
            <a:off x="8667360" y="3995772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5120AF54-4BC7-430F-D9D0-E3F101253691}"/>
              </a:ext>
            </a:extLst>
          </p:cNvPr>
          <p:cNvSpPr/>
          <p:nvPr/>
        </p:nvSpPr>
        <p:spPr>
          <a:xfrm>
            <a:off x="8828549" y="2999218"/>
            <a:ext cx="80962" cy="82097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2C3C096-3023-47EA-99BB-AAFC75B2FDBA}"/>
              </a:ext>
            </a:extLst>
          </p:cNvPr>
          <p:cNvSpPr/>
          <p:nvPr/>
        </p:nvSpPr>
        <p:spPr>
          <a:xfrm>
            <a:off x="8823868" y="3995772"/>
            <a:ext cx="80962" cy="82097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B166831-32F3-7FAA-587D-746121A8469C}"/>
              </a:ext>
            </a:extLst>
          </p:cNvPr>
          <p:cNvCxnSpPr>
            <a:cxnSpLocks/>
          </p:cNvCxnSpPr>
          <p:nvPr/>
        </p:nvCxnSpPr>
        <p:spPr>
          <a:xfrm>
            <a:off x="8885074" y="2166634"/>
            <a:ext cx="0" cy="2360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84D9B8F-F4F4-985F-D529-45446F2A2C99}"/>
              </a:ext>
            </a:extLst>
          </p:cNvPr>
          <p:cNvCxnSpPr>
            <a:cxnSpLocks/>
          </p:cNvCxnSpPr>
          <p:nvPr/>
        </p:nvCxnSpPr>
        <p:spPr>
          <a:xfrm>
            <a:off x="8864349" y="4077869"/>
            <a:ext cx="0" cy="2360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2BB9E72-CFCE-7E04-C6F8-AD25749951CC}"/>
              </a:ext>
            </a:extLst>
          </p:cNvPr>
          <p:cNvCxnSpPr>
            <a:cxnSpLocks/>
          </p:cNvCxnSpPr>
          <p:nvPr/>
        </p:nvCxnSpPr>
        <p:spPr>
          <a:xfrm flipH="1">
            <a:off x="8864349" y="3081315"/>
            <a:ext cx="1360" cy="3286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4FABD6F-AB32-57EB-F843-7147D48E6F68}"/>
              </a:ext>
            </a:extLst>
          </p:cNvPr>
          <p:cNvCxnSpPr>
            <a:cxnSpLocks/>
          </p:cNvCxnSpPr>
          <p:nvPr/>
        </p:nvCxnSpPr>
        <p:spPr>
          <a:xfrm>
            <a:off x="8120516" y="2687740"/>
            <a:ext cx="5436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06FA12B-BC1D-8D1A-C397-72AD211AE130}"/>
              </a:ext>
            </a:extLst>
          </p:cNvPr>
          <p:cNvCxnSpPr>
            <a:cxnSpLocks/>
          </p:cNvCxnSpPr>
          <p:nvPr/>
        </p:nvCxnSpPr>
        <p:spPr>
          <a:xfrm flipV="1">
            <a:off x="8096250" y="3716968"/>
            <a:ext cx="571110" cy="79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B00A416-77AB-EAA2-5E05-084C1B4689C1}"/>
              </a:ext>
            </a:extLst>
          </p:cNvPr>
          <p:cNvCxnSpPr>
            <a:cxnSpLocks/>
          </p:cNvCxnSpPr>
          <p:nvPr/>
        </p:nvCxnSpPr>
        <p:spPr>
          <a:xfrm>
            <a:off x="9102789" y="2703349"/>
            <a:ext cx="2662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508B453D-BC48-2738-7352-41E333E5E345}"/>
              </a:ext>
            </a:extLst>
          </p:cNvPr>
          <p:cNvCxnSpPr>
            <a:cxnSpLocks/>
          </p:cNvCxnSpPr>
          <p:nvPr/>
        </p:nvCxnSpPr>
        <p:spPr>
          <a:xfrm>
            <a:off x="9102789" y="3716968"/>
            <a:ext cx="2662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3941731-92DB-E671-77F9-42B0D0CA4847}"/>
              </a:ext>
            </a:extLst>
          </p:cNvPr>
          <p:cNvCxnSpPr>
            <a:cxnSpLocks/>
          </p:cNvCxnSpPr>
          <p:nvPr/>
        </p:nvCxnSpPr>
        <p:spPr>
          <a:xfrm>
            <a:off x="9359838" y="2697268"/>
            <a:ext cx="0" cy="10276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E48D9DF-9FEB-9EA8-CDC9-B57F46B41D6D}"/>
                  </a:ext>
                </a:extLst>
              </p:cNvPr>
              <p:cNvSpPr txBox="1"/>
              <p:nvPr/>
            </p:nvSpPr>
            <p:spPr>
              <a:xfrm>
                <a:off x="8696925" y="1794403"/>
                <a:ext cx="334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E48D9DF-9FEB-9EA8-CDC9-B57F46B41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925" y="1794403"/>
                <a:ext cx="33484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22989CD-6B43-D0CB-FD87-249529E1D211}"/>
                  </a:ext>
                </a:extLst>
              </p:cNvPr>
              <p:cNvSpPr txBox="1"/>
              <p:nvPr/>
            </p:nvSpPr>
            <p:spPr>
              <a:xfrm>
                <a:off x="8696925" y="4292591"/>
                <a:ext cx="334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22989CD-6B43-D0CB-FD87-249529E1D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925" y="4292591"/>
                <a:ext cx="33484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AC98242-D696-5E78-487A-49038522EC80}"/>
                  </a:ext>
                </a:extLst>
              </p:cNvPr>
              <p:cNvSpPr txBox="1"/>
              <p:nvPr/>
            </p:nvSpPr>
            <p:spPr>
              <a:xfrm>
                <a:off x="8587798" y="3014561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AC98242-D696-5E78-487A-49038522E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798" y="3014561"/>
                <a:ext cx="334848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CC624B3-08A1-E1D2-8B2F-2C043CC02847}"/>
              </a:ext>
            </a:extLst>
          </p:cNvPr>
          <p:cNvCxnSpPr>
            <a:cxnSpLocks/>
          </p:cNvCxnSpPr>
          <p:nvPr/>
        </p:nvCxnSpPr>
        <p:spPr>
          <a:xfrm>
            <a:off x="7495042" y="1915803"/>
            <a:ext cx="6329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58B4F48-15AE-A30A-DD6D-7C17CC2D5658}"/>
              </a:ext>
            </a:extLst>
          </p:cNvPr>
          <p:cNvCxnSpPr>
            <a:cxnSpLocks/>
          </p:cNvCxnSpPr>
          <p:nvPr/>
        </p:nvCxnSpPr>
        <p:spPr>
          <a:xfrm>
            <a:off x="8123692" y="1907117"/>
            <a:ext cx="4308" cy="79015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6BFBCD9-7993-A4D8-6AE1-5E379C3173BE}"/>
              </a:ext>
            </a:extLst>
          </p:cNvPr>
          <p:cNvCxnSpPr>
            <a:cxnSpLocks/>
          </p:cNvCxnSpPr>
          <p:nvPr/>
        </p:nvCxnSpPr>
        <p:spPr>
          <a:xfrm>
            <a:off x="7495042" y="4909829"/>
            <a:ext cx="6329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886AC4D-43F4-6386-0033-6088381EF13D}"/>
              </a:ext>
            </a:extLst>
          </p:cNvPr>
          <p:cNvCxnSpPr>
            <a:cxnSpLocks/>
          </p:cNvCxnSpPr>
          <p:nvPr/>
        </p:nvCxnSpPr>
        <p:spPr>
          <a:xfrm>
            <a:off x="8103026" y="3716968"/>
            <a:ext cx="15902" cy="120055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025A0BB9-441A-428A-383C-E49B318D8C8B}"/>
              </a:ext>
            </a:extLst>
          </p:cNvPr>
          <p:cNvSpPr/>
          <p:nvPr/>
        </p:nvSpPr>
        <p:spPr>
          <a:xfrm>
            <a:off x="10139907" y="2907833"/>
            <a:ext cx="435429" cy="45592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01AAECA-28B2-C492-3798-2B8E2FDCA710}"/>
              </a:ext>
            </a:extLst>
          </p:cNvPr>
          <p:cNvCxnSpPr/>
          <p:nvPr/>
        </p:nvCxnSpPr>
        <p:spPr>
          <a:xfrm>
            <a:off x="10139907" y="2841241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EF8B8EF-8F91-6491-1BC1-AA402197C4A8}"/>
              </a:ext>
            </a:extLst>
          </p:cNvPr>
          <p:cNvCxnSpPr/>
          <p:nvPr/>
        </p:nvCxnSpPr>
        <p:spPr>
          <a:xfrm>
            <a:off x="10139907" y="3427029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11F1D10-79B1-C706-8F7E-30E5C1773FAE}"/>
              </a:ext>
            </a:extLst>
          </p:cNvPr>
          <p:cNvSpPr/>
          <p:nvPr/>
        </p:nvSpPr>
        <p:spPr>
          <a:xfrm>
            <a:off x="10139907" y="3915102"/>
            <a:ext cx="435429" cy="455922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88F883A-8993-4BE2-D626-0D8990217DFC}"/>
              </a:ext>
            </a:extLst>
          </p:cNvPr>
          <p:cNvCxnSpPr/>
          <p:nvPr/>
        </p:nvCxnSpPr>
        <p:spPr>
          <a:xfrm>
            <a:off x="10139907" y="3848510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F6A7813-0384-24A8-78A1-C96BD63590D1}"/>
              </a:ext>
            </a:extLst>
          </p:cNvPr>
          <p:cNvCxnSpPr/>
          <p:nvPr/>
        </p:nvCxnSpPr>
        <p:spPr>
          <a:xfrm>
            <a:off x="10139907" y="4434298"/>
            <a:ext cx="43542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>
            <a:extLst>
              <a:ext uri="{FF2B5EF4-FFF2-40B4-BE49-F238E27FC236}">
                <a16:creationId xmlns:a16="http://schemas.microsoft.com/office/drawing/2014/main" id="{9BF162D1-27E2-05E6-E3ED-AF5482D092D1}"/>
              </a:ext>
            </a:extLst>
          </p:cNvPr>
          <p:cNvSpPr/>
          <p:nvPr/>
        </p:nvSpPr>
        <p:spPr>
          <a:xfrm>
            <a:off x="10301096" y="3437744"/>
            <a:ext cx="80962" cy="82097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EE0A67C-C38E-5A7F-DC29-173558BB12DD}"/>
              </a:ext>
            </a:extLst>
          </p:cNvPr>
          <p:cNvSpPr/>
          <p:nvPr/>
        </p:nvSpPr>
        <p:spPr>
          <a:xfrm>
            <a:off x="10296415" y="4434298"/>
            <a:ext cx="80962" cy="82097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825D5B8B-A9AD-94A3-DD66-2378FB726791}"/>
              </a:ext>
            </a:extLst>
          </p:cNvPr>
          <p:cNvCxnSpPr>
            <a:cxnSpLocks/>
          </p:cNvCxnSpPr>
          <p:nvPr/>
        </p:nvCxnSpPr>
        <p:spPr>
          <a:xfrm>
            <a:off x="10357621" y="2605160"/>
            <a:ext cx="0" cy="2360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EDCE4CAC-9E71-EB06-FF92-54957C9452D2}"/>
              </a:ext>
            </a:extLst>
          </p:cNvPr>
          <p:cNvCxnSpPr>
            <a:cxnSpLocks/>
          </p:cNvCxnSpPr>
          <p:nvPr/>
        </p:nvCxnSpPr>
        <p:spPr>
          <a:xfrm>
            <a:off x="10336896" y="4516395"/>
            <a:ext cx="0" cy="2360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90BC318-8D60-25C2-CF91-E2C64E12DF2B}"/>
              </a:ext>
            </a:extLst>
          </p:cNvPr>
          <p:cNvCxnSpPr>
            <a:cxnSpLocks/>
          </p:cNvCxnSpPr>
          <p:nvPr/>
        </p:nvCxnSpPr>
        <p:spPr>
          <a:xfrm flipH="1">
            <a:off x="10336896" y="3519841"/>
            <a:ext cx="1360" cy="3286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6D7349B-3E99-0A4F-3ABB-5069BCD23622}"/>
              </a:ext>
            </a:extLst>
          </p:cNvPr>
          <p:cNvCxnSpPr>
            <a:cxnSpLocks/>
          </p:cNvCxnSpPr>
          <p:nvPr/>
        </p:nvCxnSpPr>
        <p:spPr>
          <a:xfrm>
            <a:off x="10575336" y="3141875"/>
            <a:ext cx="2662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74BB477-9541-024E-9092-44C001284BEE}"/>
              </a:ext>
            </a:extLst>
          </p:cNvPr>
          <p:cNvCxnSpPr>
            <a:cxnSpLocks/>
          </p:cNvCxnSpPr>
          <p:nvPr/>
        </p:nvCxnSpPr>
        <p:spPr>
          <a:xfrm>
            <a:off x="10575336" y="4155494"/>
            <a:ext cx="26624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471EA29-4DBE-8C94-0FBD-451650E77BE2}"/>
              </a:ext>
            </a:extLst>
          </p:cNvPr>
          <p:cNvCxnSpPr>
            <a:cxnSpLocks/>
          </p:cNvCxnSpPr>
          <p:nvPr/>
        </p:nvCxnSpPr>
        <p:spPr>
          <a:xfrm>
            <a:off x="10832385" y="3135794"/>
            <a:ext cx="0" cy="10276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5F61167-3FC5-1D62-A49D-75F12F057223}"/>
                  </a:ext>
                </a:extLst>
              </p:cNvPr>
              <p:cNvSpPr txBox="1"/>
              <p:nvPr/>
            </p:nvSpPr>
            <p:spPr>
              <a:xfrm>
                <a:off x="10169472" y="2232929"/>
                <a:ext cx="334848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5F61167-3FC5-1D62-A49D-75F12F057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9472" y="2232929"/>
                <a:ext cx="334848" cy="40197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606A74F-DB4F-CA67-EE48-4C0D2C19E0FB}"/>
                  </a:ext>
                </a:extLst>
              </p:cNvPr>
              <p:cNvSpPr txBox="1"/>
              <p:nvPr/>
            </p:nvSpPr>
            <p:spPr>
              <a:xfrm>
                <a:off x="10169472" y="4731117"/>
                <a:ext cx="334848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0606A74F-DB4F-CA67-EE48-4C0D2C19E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9472" y="4731117"/>
                <a:ext cx="334848" cy="40197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BE222E6-E20A-1EE1-F536-B385E5520835}"/>
                  </a:ext>
                </a:extLst>
              </p:cNvPr>
              <p:cNvSpPr txBox="1"/>
              <p:nvPr/>
            </p:nvSpPr>
            <p:spPr>
              <a:xfrm>
                <a:off x="10060345" y="3453087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BE222E6-E20A-1EE1-F536-B385E5520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0345" y="3453087"/>
                <a:ext cx="334848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B090048-2726-63D8-3C8A-C973896D8973}"/>
              </a:ext>
            </a:extLst>
          </p:cNvPr>
          <p:cNvCxnSpPr>
            <a:cxnSpLocks/>
            <a:endCxn id="98" idx="1"/>
          </p:cNvCxnSpPr>
          <p:nvPr/>
        </p:nvCxnSpPr>
        <p:spPr>
          <a:xfrm>
            <a:off x="9359838" y="3135794"/>
            <a:ext cx="7800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61A490C-D68B-75B5-5ACC-D4F9D8C591D8}"/>
              </a:ext>
            </a:extLst>
          </p:cNvPr>
          <p:cNvCxnSpPr>
            <a:cxnSpLocks/>
          </p:cNvCxnSpPr>
          <p:nvPr/>
        </p:nvCxnSpPr>
        <p:spPr>
          <a:xfrm>
            <a:off x="9878616" y="4164494"/>
            <a:ext cx="2612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9BAFA8A5-D4D6-EDF4-6354-E9A7A9E40158}"/>
                  </a:ext>
                </a:extLst>
              </p:cNvPr>
              <p:cNvSpPr txBox="1"/>
              <p:nvPr/>
            </p:nvSpPr>
            <p:spPr>
              <a:xfrm>
                <a:off x="9569289" y="3977532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9BAFA8A5-D4D6-EDF4-6354-E9A7A9E40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289" y="3977532"/>
                <a:ext cx="334848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56F9E96-7EF8-0353-AD8E-A0006DD400DF}"/>
              </a:ext>
            </a:extLst>
          </p:cNvPr>
          <p:cNvCxnSpPr>
            <a:cxnSpLocks/>
          </p:cNvCxnSpPr>
          <p:nvPr/>
        </p:nvCxnSpPr>
        <p:spPr>
          <a:xfrm>
            <a:off x="10829372" y="3599993"/>
            <a:ext cx="5436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E89C95A0-6630-6491-D619-B184C332C5A2}"/>
                  </a:ext>
                </a:extLst>
              </p:cNvPr>
              <p:cNvSpPr txBox="1"/>
              <p:nvPr/>
            </p:nvSpPr>
            <p:spPr>
              <a:xfrm>
                <a:off x="11355404" y="3379171"/>
                <a:ext cx="334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000" b="0" i="1" smtClean="0">
                          <a:latin typeface="Cambria Math" panose="02040503050406030204" pitchFamily="18" charset="0"/>
                        </a:rPr>
                        <m:t>F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E89C95A0-6630-6491-D619-B184C332C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5404" y="3379171"/>
                <a:ext cx="33484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0832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41222-BD44-0951-F9D4-9590AC550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2C7BB9-EE89-F44E-994D-B4149A840606}"/>
              </a:ext>
            </a:extLst>
          </p:cNvPr>
          <p:cNvSpPr txBox="1"/>
          <p:nvPr/>
        </p:nvSpPr>
        <p:spPr>
          <a:xfrm>
            <a:off x="1151578" y="2566328"/>
            <a:ext cx="9888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Ques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 Implement NOR-based SR Flipflop using transistor-level CMOS logic circuit.</a:t>
            </a:r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334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Delay 1">
            <a:extLst>
              <a:ext uri="{FF2B5EF4-FFF2-40B4-BE49-F238E27FC236}">
                <a16:creationId xmlns:a16="http://schemas.microsoft.com/office/drawing/2014/main" id="{F0B37EA2-47A3-706F-3D32-EE5E2CDEE547}"/>
              </a:ext>
            </a:extLst>
          </p:cNvPr>
          <p:cNvSpPr/>
          <p:nvPr/>
        </p:nvSpPr>
        <p:spPr>
          <a:xfrm>
            <a:off x="1679989" y="2153222"/>
            <a:ext cx="515258" cy="558800"/>
          </a:xfrm>
          <a:prstGeom prst="flowChartDelay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Delay 2">
            <a:extLst>
              <a:ext uri="{FF2B5EF4-FFF2-40B4-BE49-F238E27FC236}">
                <a16:creationId xmlns:a16="http://schemas.microsoft.com/office/drawing/2014/main" id="{A4470E95-B159-5578-7916-8CF66D7D9A11}"/>
              </a:ext>
            </a:extLst>
          </p:cNvPr>
          <p:cNvSpPr/>
          <p:nvPr/>
        </p:nvSpPr>
        <p:spPr>
          <a:xfrm>
            <a:off x="1679989" y="3415965"/>
            <a:ext cx="515258" cy="558800"/>
          </a:xfrm>
          <a:prstGeom prst="flowChartDelay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Stored Data 3">
            <a:extLst>
              <a:ext uri="{FF2B5EF4-FFF2-40B4-BE49-F238E27FC236}">
                <a16:creationId xmlns:a16="http://schemas.microsoft.com/office/drawing/2014/main" id="{B0934DA9-DE06-4323-22E4-FB6A3D9CACE7}"/>
              </a:ext>
            </a:extLst>
          </p:cNvPr>
          <p:cNvSpPr/>
          <p:nvPr/>
        </p:nvSpPr>
        <p:spPr>
          <a:xfrm rot="10800000">
            <a:off x="2901366" y="2356059"/>
            <a:ext cx="682171" cy="442686"/>
          </a:xfrm>
          <a:prstGeom prst="flowChartOnlineStorag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Stored Data 4">
            <a:extLst>
              <a:ext uri="{FF2B5EF4-FFF2-40B4-BE49-F238E27FC236}">
                <a16:creationId xmlns:a16="http://schemas.microsoft.com/office/drawing/2014/main" id="{22DB7DD7-19BE-9BF2-71B7-0C776C7C7B19}"/>
              </a:ext>
            </a:extLst>
          </p:cNvPr>
          <p:cNvSpPr/>
          <p:nvPr/>
        </p:nvSpPr>
        <p:spPr>
          <a:xfrm rot="10800000">
            <a:off x="2901366" y="3355912"/>
            <a:ext cx="682171" cy="442686"/>
          </a:xfrm>
          <a:prstGeom prst="flowChartOnlineStorag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BA112A-7F0A-0FE5-A2A8-159615B96531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2195247" y="2432622"/>
            <a:ext cx="79647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E86289-F123-2D90-874F-834BD7179609}"/>
              </a:ext>
            </a:extLst>
          </p:cNvPr>
          <p:cNvCxnSpPr>
            <a:cxnSpLocks/>
          </p:cNvCxnSpPr>
          <p:nvPr/>
        </p:nvCxnSpPr>
        <p:spPr>
          <a:xfrm>
            <a:off x="3583537" y="2577402"/>
            <a:ext cx="52895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A186F9-5F08-BC99-0513-5D36AE73B793}"/>
              </a:ext>
            </a:extLst>
          </p:cNvPr>
          <p:cNvCxnSpPr>
            <a:cxnSpLocks/>
          </p:cNvCxnSpPr>
          <p:nvPr/>
        </p:nvCxnSpPr>
        <p:spPr>
          <a:xfrm>
            <a:off x="3583537" y="3562559"/>
            <a:ext cx="50673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087507-B1C4-F7F1-8611-9C4D1E6A67A0}"/>
              </a:ext>
            </a:extLst>
          </p:cNvPr>
          <p:cNvCxnSpPr>
            <a:cxnSpLocks/>
          </p:cNvCxnSpPr>
          <p:nvPr/>
        </p:nvCxnSpPr>
        <p:spPr>
          <a:xfrm>
            <a:off x="1170538" y="2267839"/>
            <a:ext cx="5094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C0BA16-8D8B-8D65-84AA-AC1252590BBF}"/>
              </a:ext>
            </a:extLst>
          </p:cNvPr>
          <p:cNvCxnSpPr>
            <a:cxnSpLocks/>
          </p:cNvCxnSpPr>
          <p:nvPr/>
        </p:nvCxnSpPr>
        <p:spPr>
          <a:xfrm>
            <a:off x="1486768" y="2567740"/>
            <a:ext cx="19321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74B6A9-7D83-054F-AD3A-2352856A5E18}"/>
              </a:ext>
            </a:extLst>
          </p:cNvPr>
          <p:cNvCxnSpPr>
            <a:cxnSpLocks/>
          </p:cNvCxnSpPr>
          <p:nvPr/>
        </p:nvCxnSpPr>
        <p:spPr>
          <a:xfrm>
            <a:off x="1486768" y="3547076"/>
            <a:ext cx="19321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D7E7E7-7083-EC69-989A-B573532A2BAC}"/>
              </a:ext>
            </a:extLst>
          </p:cNvPr>
          <p:cNvCxnSpPr>
            <a:cxnSpLocks/>
          </p:cNvCxnSpPr>
          <p:nvPr/>
        </p:nvCxnSpPr>
        <p:spPr>
          <a:xfrm>
            <a:off x="1494705" y="2557556"/>
            <a:ext cx="0" cy="9970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E3435A-0260-BA78-0BCA-24EE7EBCBF90}"/>
              </a:ext>
            </a:extLst>
          </p:cNvPr>
          <p:cNvCxnSpPr>
            <a:cxnSpLocks/>
          </p:cNvCxnSpPr>
          <p:nvPr/>
        </p:nvCxnSpPr>
        <p:spPr>
          <a:xfrm>
            <a:off x="1170536" y="3841369"/>
            <a:ext cx="5094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30CC39D-A8BB-38AA-BF14-1A82752EFDB5}"/>
              </a:ext>
            </a:extLst>
          </p:cNvPr>
          <p:cNvCxnSpPr>
            <a:cxnSpLocks/>
          </p:cNvCxnSpPr>
          <p:nvPr/>
        </p:nvCxnSpPr>
        <p:spPr>
          <a:xfrm>
            <a:off x="2495846" y="2681133"/>
            <a:ext cx="5094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AFEF6C4-FBE2-3899-BA02-D5744AF9DB17}"/>
              </a:ext>
            </a:extLst>
          </p:cNvPr>
          <p:cNvCxnSpPr>
            <a:cxnSpLocks/>
          </p:cNvCxnSpPr>
          <p:nvPr/>
        </p:nvCxnSpPr>
        <p:spPr>
          <a:xfrm>
            <a:off x="2491398" y="3461685"/>
            <a:ext cx="5094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66707B9-AA46-42CB-ED4D-E8678B68AF49}"/>
              </a:ext>
            </a:extLst>
          </p:cNvPr>
          <p:cNvCxnSpPr>
            <a:cxnSpLocks/>
          </p:cNvCxnSpPr>
          <p:nvPr/>
        </p:nvCxnSpPr>
        <p:spPr>
          <a:xfrm>
            <a:off x="2195247" y="3695365"/>
            <a:ext cx="79647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3418847-4453-8635-D1FB-536775B7CD4F}"/>
              </a:ext>
            </a:extLst>
          </p:cNvPr>
          <p:cNvCxnSpPr>
            <a:cxnSpLocks/>
          </p:cNvCxnSpPr>
          <p:nvPr/>
        </p:nvCxnSpPr>
        <p:spPr>
          <a:xfrm>
            <a:off x="2504354" y="2676369"/>
            <a:ext cx="0" cy="26998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AD211E-FF47-81BF-BC6A-BCC655E75A00}"/>
              </a:ext>
            </a:extLst>
          </p:cNvPr>
          <p:cNvCxnSpPr>
            <a:cxnSpLocks/>
          </p:cNvCxnSpPr>
          <p:nvPr/>
        </p:nvCxnSpPr>
        <p:spPr>
          <a:xfrm>
            <a:off x="2500781" y="3201627"/>
            <a:ext cx="0" cy="2636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AE7571C-CFFB-952F-6580-D7D09D4DAB9F}"/>
              </a:ext>
            </a:extLst>
          </p:cNvPr>
          <p:cNvCxnSpPr>
            <a:cxnSpLocks/>
          </p:cNvCxnSpPr>
          <p:nvPr/>
        </p:nvCxnSpPr>
        <p:spPr>
          <a:xfrm>
            <a:off x="3866429" y="2580206"/>
            <a:ext cx="0" cy="2636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5B2C471-6819-91CD-9A69-BC2246032FA6}"/>
              </a:ext>
            </a:extLst>
          </p:cNvPr>
          <p:cNvCxnSpPr>
            <a:cxnSpLocks/>
          </p:cNvCxnSpPr>
          <p:nvPr/>
        </p:nvCxnSpPr>
        <p:spPr>
          <a:xfrm>
            <a:off x="3866429" y="3298928"/>
            <a:ext cx="0" cy="26363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B533057-1658-F397-010D-57BA121EEACC}"/>
              </a:ext>
            </a:extLst>
          </p:cNvPr>
          <p:cNvCxnSpPr>
            <a:cxnSpLocks/>
          </p:cNvCxnSpPr>
          <p:nvPr/>
        </p:nvCxnSpPr>
        <p:spPr>
          <a:xfrm>
            <a:off x="2497748" y="2942777"/>
            <a:ext cx="1375031" cy="36250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2F7250F-9D0A-7CF4-0F65-280A989B96EB}"/>
              </a:ext>
            </a:extLst>
          </p:cNvPr>
          <p:cNvCxnSpPr>
            <a:cxnSpLocks/>
          </p:cNvCxnSpPr>
          <p:nvPr/>
        </p:nvCxnSpPr>
        <p:spPr>
          <a:xfrm flipV="1">
            <a:off x="2497748" y="2835224"/>
            <a:ext cx="1368681" cy="37713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046AAFF-B037-9E4A-A878-593079CC85BF}"/>
              </a:ext>
            </a:extLst>
          </p:cNvPr>
          <p:cNvCxnSpPr/>
          <p:nvPr/>
        </p:nvCxnSpPr>
        <p:spPr>
          <a:xfrm flipH="1">
            <a:off x="6271021" y="3364827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C55B053-617C-CE55-4558-8BEBFDF57E7F}"/>
              </a:ext>
            </a:extLst>
          </p:cNvPr>
          <p:cNvCxnSpPr/>
          <p:nvPr/>
        </p:nvCxnSpPr>
        <p:spPr>
          <a:xfrm>
            <a:off x="6275783" y="3355304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52A1D15-D1CA-54EE-CD82-FDB8995545D3}"/>
              </a:ext>
            </a:extLst>
          </p:cNvPr>
          <p:cNvCxnSpPr/>
          <p:nvPr/>
        </p:nvCxnSpPr>
        <p:spPr>
          <a:xfrm>
            <a:off x="6268640" y="3670133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ABF093F-BB4E-71F8-BE11-9C421B031C48}"/>
              </a:ext>
            </a:extLst>
          </p:cNvPr>
          <p:cNvCxnSpPr/>
          <p:nvPr/>
        </p:nvCxnSpPr>
        <p:spPr>
          <a:xfrm>
            <a:off x="6221014" y="3355304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D297BE9-A0B3-1ADD-0A6F-A9F989910A25}"/>
              </a:ext>
            </a:extLst>
          </p:cNvPr>
          <p:cNvCxnSpPr>
            <a:cxnSpLocks/>
          </p:cNvCxnSpPr>
          <p:nvPr/>
        </p:nvCxnSpPr>
        <p:spPr>
          <a:xfrm>
            <a:off x="6597286" y="3175000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7E271A3-4FCF-8BF9-F3C7-4EAF8D148595}"/>
              </a:ext>
            </a:extLst>
          </p:cNvPr>
          <p:cNvCxnSpPr>
            <a:cxnSpLocks/>
          </p:cNvCxnSpPr>
          <p:nvPr/>
        </p:nvCxnSpPr>
        <p:spPr>
          <a:xfrm>
            <a:off x="6597286" y="3662990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8C57E2A-25AF-7922-1041-9EFA697EBF1D}"/>
              </a:ext>
            </a:extLst>
          </p:cNvPr>
          <p:cNvCxnSpPr/>
          <p:nvPr/>
        </p:nvCxnSpPr>
        <p:spPr>
          <a:xfrm flipH="1">
            <a:off x="5886163" y="3510084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B2098A0-5EFE-B8BA-C2EC-7330D8A3ED1F}"/>
              </a:ext>
            </a:extLst>
          </p:cNvPr>
          <p:cNvCxnSpPr/>
          <p:nvPr/>
        </p:nvCxnSpPr>
        <p:spPr>
          <a:xfrm flipH="1">
            <a:off x="6271021" y="3927596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E258E98-67C1-B1F2-FFFF-F9ED84B22801}"/>
              </a:ext>
            </a:extLst>
          </p:cNvPr>
          <p:cNvCxnSpPr/>
          <p:nvPr/>
        </p:nvCxnSpPr>
        <p:spPr>
          <a:xfrm>
            <a:off x="6275783" y="3918073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07F1ED1-698E-5B07-88CA-08F311956689}"/>
              </a:ext>
            </a:extLst>
          </p:cNvPr>
          <p:cNvCxnSpPr/>
          <p:nvPr/>
        </p:nvCxnSpPr>
        <p:spPr>
          <a:xfrm>
            <a:off x="6268640" y="4232902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F9B6B0B-9340-ECB9-0283-EDC9E24BEA65}"/>
              </a:ext>
            </a:extLst>
          </p:cNvPr>
          <p:cNvCxnSpPr/>
          <p:nvPr/>
        </p:nvCxnSpPr>
        <p:spPr>
          <a:xfrm>
            <a:off x="6221014" y="3918073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D4AF259-11D2-2145-C1F2-8654F9045FC0}"/>
              </a:ext>
            </a:extLst>
          </p:cNvPr>
          <p:cNvCxnSpPr>
            <a:cxnSpLocks/>
          </p:cNvCxnSpPr>
          <p:nvPr/>
        </p:nvCxnSpPr>
        <p:spPr>
          <a:xfrm>
            <a:off x="6597286" y="3737769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4A384A-7513-263D-F20B-E9A63296AF53}"/>
              </a:ext>
            </a:extLst>
          </p:cNvPr>
          <p:cNvCxnSpPr>
            <a:cxnSpLocks/>
          </p:cNvCxnSpPr>
          <p:nvPr/>
        </p:nvCxnSpPr>
        <p:spPr>
          <a:xfrm>
            <a:off x="6597286" y="4225759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2815A2C-32F6-2F2A-A957-71BBE714C396}"/>
              </a:ext>
            </a:extLst>
          </p:cNvPr>
          <p:cNvCxnSpPr/>
          <p:nvPr/>
        </p:nvCxnSpPr>
        <p:spPr>
          <a:xfrm flipH="1">
            <a:off x="5886163" y="4072853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B87C615-2D76-AA45-D611-CC019A186A35}"/>
              </a:ext>
            </a:extLst>
          </p:cNvPr>
          <p:cNvCxnSpPr>
            <a:cxnSpLocks/>
          </p:cNvCxnSpPr>
          <p:nvPr/>
        </p:nvCxnSpPr>
        <p:spPr>
          <a:xfrm flipH="1">
            <a:off x="7260846" y="3632609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6A9FA7-7D8F-0F2B-0D2C-0A2C99480DA9}"/>
              </a:ext>
            </a:extLst>
          </p:cNvPr>
          <p:cNvCxnSpPr>
            <a:cxnSpLocks/>
          </p:cNvCxnSpPr>
          <p:nvPr/>
        </p:nvCxnSpPr>
        <p:spPr>
          <a:xfrm>
            <a:off x="7589482" y="3623086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B32485-0ABD-796C-675B-298653CE744E}"/>
              </a:ext>
            </a:extLst>
          </p:cNvPr>
          <p:cNvCxnSpPr>
            <a:cxnSpLocks/>
          </p:cNvCxnSpPr>
          <p:nvPr/>
        </p:nvCxnSpPr>
        <p:spPr>
          <a:xfrm>
            <a:off x="7258465" y="3934739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78F038B-2915-6FAD-B852-6357573CD579}"/>
              </a:ext>
            </a:extLst>
          </p:cNvPr>
          <p:cNvCxnSpPr>
            <a:cxnSpLocks/>
          </p:cNvCxnSpPr>
          <p:nvPr/>
        </p:nvCxnSpPr>
        <p:spPr>
          <a:xfrm>
            <a:off x="7637888" y="3623086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8C2BE68-B7D5-5F11-17F8-C62A5E1D6011}"/>
              </a:ext>
            </a:extLst>
          </p:cNvPr>
          <p:cNvCxnSpPr>
            <a:cxnSpLocks/>
          </p:cNvCxnSpPr>
          <p:nvPr/>
        </p:nvCxnSpPr>
        <p:spPr>
          <a:xfrm>
            <a:off x="7268018" y="3175000"/>
            <a:ext cx="0" cy="46634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F269EAB-EB66-58EE-8AFC-DCF8FB17B04A}"/>
              </a:ext>
            </a:extLst>
          </p:cNvPr>
          <p:cNvCxnSpPr>
            <a:cxnSpLocks/>
          </p:cNvCxnSpPr>
          <p:nvPr/>
        </p:nvCxnSpPr>
        <p:spPr>
          <a:xfrm>
            <a:off x="7265229" y="3924817"/>
            <a:ext cx="1191" cy="4979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BF30517-B0C0-F0B0-0C30-E95C789F525C}"/>
              </a:ext>
            </a:extLst>
          </p:cNvPr>
          <p:cNvCxnSpPr>
            <a:cxnSpLocks/>
          </p:cNvCxnSpPr>
          <p:nvPr/>
        </p:nvCxnSpPr>
        <p:spPr>
          <a:xfrm flipH="1">
            <a:off x="7636807" y="3771911"/>
            <a:ext cx="15107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590A455-8C73-2D6C-0D1A-FA3D78018958}"/>
              </a:ext>
            </a:extLst>
          </p:cNvPr>
          <p:cNvCxnSpPr>
            <a:cxnSpLocks/>
          </p:cNvCxnSpPr>
          <p:nvPr/>
        </p:nvCxnSpPr>
        <p:spPr>
          <a:xfrm flipH="1">
            <a:off x="6591300" y="4415751"/>
            <a:ext cx="6822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5BE4A01-6AC1-02AC-6419-A52129C7F182}"/>
              </a:ext>
            </a:extLst>
          </p:cNvPr>
          <p:cNvCxnSpPr>
            <a:cxnSpLocks/>
          </p:cNvCxnSpPr>
          <p:nvPr/>
        </p:nvCxnSpPr>
        <p:spPr>
          <a:xfrm flipH="1">
            <a:off x="6591300" y="3184645"/>
            <a:ext cx="6822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B1AE0E0-CC41-A9A5-6B64-23EB5B1BB7AF}"/>
              </a:ext>
            </a:extLst>
          </p:cNvPr>
          <p:cNvCxnSpPr/>
          <p:nvPr/>
        </p:nvCxnSpPr>
        <p:spPr>
          <a:xfrm flipH="1">
            <a:off x="6888432" y="2502558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A8A7DE3-F97D-1C97-56D2-3B148D4B3939}"/>
              </a:ext>
            </a:extLst>
          </p:cNvPr>
          <p:cNvCxnSpPr/>
          <p:nvPr/>
        </p:nvCxnSpPr>
        <p:spPr>
          <a:xfrm>
            <a:off x="7217068" y="2493035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52F7FB1-3CAB-F60C-3491-1CED632F71DD}"/>
              </a:ext>
            </a:extLst>
          </p:cNvPr>
          <p:cNvCxnSpPr/>
          <p:nvPr/>
        </p:nvCxnSpPr>
        <p:spPr>
          <a:xfrm>
            <a:off x="6886051" y="2804688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0FF49C5-BA92-0742-F554-31E94D11D454}"/>
              </a:ext>
            </a:extLst>
          </p:cNvPr>
          <p:cNvCxnSpPr/>
          <p:nvPr/>
        </p:nvCxnSpPr>
        <p:spPr>
          <a:xfrm>
            <a:off x="7265474" y="2493035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A5C8F5D-F1AE-4FFA-B5B9-9E3489ED059B}"/>
              </a:ext>
            </a:extLst>
          </p:cNvPr>
          <p:cNvCxnSpPr>
            <a:cxnSpLocks/>
          </p:cNvCxnSpPr>
          <p:nvPr/>
        </p:nvCxnSpPr>
        <p:spPr>
          <a:xfrm>
            <a:off x="6895604" y="2314319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4A90FF6-0366-211C-AD5F-6E1DB1CA59D3}"/>
              </a:ext>
            </a:extLst>
          </p:cNvPr>
          <p:cNvCxnSpPr>
            <a:cxnSpLocks/>
          </p:cNvCxnSpPr>
          <p:nvPr/>
        </p:nvCxnSpPr>
        <p:spPr>
          <a:xfrm>
            <a:off x="6894006" y="2800721"/>
            <a:ext cx="0" cy="3839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668E3F95-C6BB-4767-FBFD-67C941BE0D7A}"/>
              </a:ext>
            </a:extLst>
          </p:cNvPr>
          <p:cNvCxnSpPr>
            <a:cxnSpLocks/>
          </p:cNvCxnSpPr>
          <p:nvPr/>
        </p:nvCxnSpPr>
        <p:spPr>
          <a:xfrm flipH="1">
            <a:off x="7354476" y="2647814"/>
            <a:ext cx="42983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865EBDD7-BDAB-1161-578A-589F5825D2E9}"/>
              </a:ext>
            </a:extLst>
          </p:cNvPr>
          <p:cNvSpPr/>
          <p:nvPr/>
        </p:nvSpPr>
        <p:spPr>
          <a:xfrm>
            <a:off x="7273566" y="2609739"/>
            <a:ext cx="79374" cy="76151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EB79CA76-D955-260C-91E0-81BE90ADC439}"/>
              </a:ext>
            </a:extLst>
          </p:cNvPr>
          <p:cNvCxnSpPr/>
          <p:nvPr/>
        </p:nvCxnSpPr>
        <p:spPr>
          <a:xfrm flipH="1">
            <a:off x="7186731" y="1783519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160B98F-524E-AABA-CA9A-C211B1B0DDA9}"/>
              </a:ext>
            </a:extLst>
          </p:cNvPr>
          <p:cNvCxnSpPr/>
          <p:nvPr/>
        </p:nvCxnSpPr>
        <p:spPr>
          <a:xfrm>
            <a:off x="7515367" y="1773996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19E5404-FD63-D8B3-AF9B-94793DA19026}"/>
              </a:ext>
            </a:extLst>
          </p:cNvPr>
          <p:cNvCxnSpPr/>
          <p:nvPr/>
        </p:nvCxnSpPr>
        <p:spPr>
          <a:xfrm>
            <a:off x="7184350" y="2085649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16A8C604-697C-5FFE-D7C4-56E978A0961B}"/>
              </a:ext>
            </a:extLst>
          </p:cNvPr>
          <p:cNvCxnSpPr/>
          <p:nvPr/>
        </p:nvCxnSpPr>
        <p:spPr>
          <a:xfrm>
            <a:off x="7563773" y="1773996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BCF36C4-1519-70DA-4052-C5181D2FA6D8}"/>
              </a:ext>
            </a:extLst>
          </p:cNvPr>
          <p:cNvCxnSpPr>
            <a:cxnSpLocks/>
          </p:cNvCxnSpPr>
          <p:nvPr/>
        </p:nvCxnSpPr>
        <p:spPr>
          <a:xfrm>
            <a:off x="7193903" y="1595280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BF89696-71FE-6346-3164-7E9FF69E401D}"/>
              </a:ext>
            </a:extLst>
          </p:cNvPr>
          <p:cNvCxnSpPr>
            <a:cxnSpLocks/>
          </p:cNvCxnSpPr>
          <p:nvPr/>
        </p:nvCxnSpPr>
        <p:spPr>
          <a:xfrm>
            <a:off x="7192305" y="2081682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B1FF742-9F4C-1356-8603-BF2A04409A3E}"/>
              </a:ext>
            </a:extLst>
          </p:cNvPr>
          <p:cNvCxnSpPr>
            <a:cxnSpLocks/>
          </p:cNvCxnSpPr>
          <p:nvPr/>
        </p:nvCxnSpPr>
        <p:spPr>
          <a:xfrm>
            <a:off x="7191657" y="2131978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1956642F-1027-BFB7-61A6-81499C66208E}"/>
              </a:ext>
            </a:extLst>
          </p:cNvPr>
          <p:cNvSpPr/>
          <p:nvPr/>
        </p:nvSpPr>
        <p:spPr>
          <a:xfrm>
            <a:off x="7571865" y="1890700"/>
            <a:ext cx="79374" cy="76151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6C5C837-D651-C2A2-F672-C4CDA96D8C37}"/>
              </a:ext>
            </a:extLst>
          </p:cNvPr>
          <p:cNvCxnSpPr/>
          <p:nvPr/>
        </p:nvCxnSpPr>
        <p:spPr>
          <a:xfrm flipH="1">
            <a:off x="6179139" y="1834271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89666236-75EE-8388-DFD3-113649FCD8BB}"/>
              </a:ext>
            </a:extLst>
          </p:cNvPr>
          <p:cNvCxnSpPr/>
          <p:nvPr/>
        </p:nvCxnSpPr>
        <p:spPr>
          <a:xfrm>
            <a:off x="6183901" y="1824748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8A9492E-BD70-B861-D71D-B1A3C1674139}"/>
              </a:ext>
            </a:extLst>
          </p:cNvPr>
          <p:cNvCxnSpPr/>
          <p:nvPr/>
        </p:nvCxnSpPr>
        <p:spPr>
          <a:xfrm>
            <a:off x="6176758" y="2139577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B9BCE1A-3C33-DFC8-EEC9-AAA7C3479D0B}"/>
              </a:ext>
            </a:extLst>
          </p:cNvPr>
          <p:cNvCxnSpPr/>
          <p:nvPr/>
        </p:nvCxnSpPr>
        <p:spPr>
          <a:xfrm>
            <a:off x="6129132" y="1824748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43066E5E-158F-9BEB-8C3E-99CEEAB94F73}"/>
              </a:ext>
            </a:extLst>
          </p:cNvPr>
          <p:cNvCxnSpPr>
            <a:cxnSpLocks/>
          </p:cNvCxnSpPr>
          <p:nvPr/>
        </p:nvCxnSpPr>
        <p:spPr>
          <a:xfrm>
            <a:off x="6505404" y="1595280"/>
            <a:ext cx="0" cy="2461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6194F4E-1DE7-28AD-E2ED-1393E70EEA33}"/>
              </a:ext>
            </a:extLst>
          </p:cNvPr>
          <p:cNvCxnSpPr>
            <a:cxnSpLocks/>
            <a:stCxn id="126" idx="2"/>
          </p:cNvCxnSpPr>
          <p:nvPr/>
        </p:nvCxnSpPr>
        <p:spPr>
          <a:xfrm flipH="1">
            <a:off x="5677206" y="1979128"/>
            <a:ext cx="360487" cy="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6" name="Oval 125">
            <a:extLst>
              <a:ext uri="{FF2B5EF4-FFF2-40B4-BE49-F238E27FC236}">
                <a16:creationId xmlns:a16="http://schemas.microsoft.com/office/drawing/2014/main" id="{BBA83523-6EF8-DB81-D8C6-2355752C0DAF}"/>
              </a:ext>
            </a:extLst>
          </p:cNvPr>
          <p:cNvSpPr/>
          <p:nvPr/>
        </p:nvSpPr>
        <p:spPr>
          <a:xfrm>
            <a:off x="6037693" y="1935749"/>
            <a:ext cx="82638" cy="86758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4648957-96F9-8EBA-5E97-53A2F9F16AF9}"/>
              </a:ext>
            </a:extLst>
          </p:cNvPr>
          <p:cNvCxnSpPr>
            <a:cxnSpLocks/>
          </p:cNvCxnSpPr>
          <p:nvPr/>
        </p:nvCxnSpPr>
        <p:spPr>
          <a:xfrm>
            <a:off x="6505404" y="2133227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CDFFA34A-7776-EF1E-8BC3-EBAD7C41CCF3}"/>
              </a:ext>
            </a:extLst>
          </p:cNvPr>
          <p:cNvCxnSpPr>
            <a:cxnSpLocks/>
          </p:cNvCxnSpPr>
          <p:nvPr/>
        </p:nvCxnSpPr>
        <p:spPr>
          <a:xfrm flipH="1">
            <a:off x="6502084" y="2320076"/>
            <a:ext cx="6822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9C7F0515-8E5D-39C0-72AC-18EC7EDD3BEE}"/>
              </a:ext>
            </a:extLst>
          </p:cNvPr>
          <p:cNvCxnSpPr>
            <a:cxnSpLocks/>
          </p:cNvCxnSpPr>
          <p:nvPr/>
        </p:nvCxnSpPr>
        <p:spPr>
          <a:xfrm flipH="1">
            <a:off x="6502084" y="1604996"/>
            <a:ext cx="6981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3756BED-0514-FD27-117B-B3CA4EAF1634}"/>
              </a:ext>
            </a:extLst>
          </p:cNvPr>
          <p:cNvCxnSpPr/>
          <p:nvPr/>
        </p:nvCxnSpPr>
        <p:spPr>
          <a:xfrm flipH="1">
            <a:off x="8896248" y="2453392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E18948F-F11A-A7BD-5A66-B0C3EC99A5EA}"/>
              </a:ext>
            </a:extLst>
          </p:cNvPr>
          <p:cNvCxnSpPr/>
          <p:nvPr/>
        </p:nvCxnSpPr>
        <p:spPr>
          <a:xfrm>
            <a:off x="8841493" y="2443869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2498D055-DA6B-793D-CAB1-D44CD2EA22C0}"/>
              </a:ext>
            </a:extLst>
          </p:cNvPr>
          <p:cNvCxnSpPr/>
          <p:nvPr/>
        </p:nvCxnSpPr>
        <p:spPr>
          <a:xfrm>
            <a:off x="8886723" y="2755522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F5CD1687-4BAA-F1E2-07FE-F9B84BEA7BB4}"/>
              </a:ext>
            </a:extLst>
          </p:cNvPr>
          <p:cNvCxnSpPr/>
          <p:nvPr/>
        </p:nvCxnSpPr>
        <p:spPr>
          <a:xfrm>
            <a:off x="8889899" y="2443869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FFAEF1C9-0B15-42B6-6BE3-EEB3B63D97C4}"/>
              </a:ext>
            </a:extLst>
          </p:cNvPr>
          <p:cNvCxnSpPr>
            <a:cxnSpLocks/>
          </p:cNvCxnSpPr>
          <p:nvPr/>
        </p:nvCxnSpPr>
        <p:spPr>
          <a:xfrm>
            <a:off x="9229653" y="2265153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9F73790A-302E-1629-5993-2AB813DC8555}"/>
              </a:ext>
            </a:extLst>
          </p:cNvPr>
          <p:cNvSpPr/>
          <p:nvPr/>
        </p:nvSpPr>
        <p:spPr>
          <a:xfrm>
            <a:off x="8752735" y="2560573"/>
            <a:ext cx="79374" cy="76151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B12C044-DF5B-3D64-DEB2-E6E4D92DE027}"/>
              </a:ext>
            </a:extLst>
          </p:cNvPr>
          <p:cNvCxnSpPr/>
          <p:nvPr/>
        </p:nvCxnSpPr>
        <p:spPr>
          <a:xfrm flipH="1">
            <a:off x="9520780" y="1734353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C801C49E-E33F-25C3-40AD-EE61B8FCD9F8}"/>
              </a:ext>
            </a:extLst>
          </p:cNvPr>
          <p:cNvCxnSpPr/>
          <p:nvPr/>
        </p:nvCxnSpPr>
        <p:spPr>
          <a:xfrm>
            <a:off x="9849416" y="1724830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AAE705EA-C7E5-1DBF-AD36-5987041DB7A5}"/>
              </a:ext>
            </a:extLst>
          </p:cNvPr>
          <p:cNvCxnSpPr/>
          <p:nvPr/>
        </p:nvCxnSpPr>
        <p:spPr>
          <a:xfrm>
            <a:off x="9518399" y="2036483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1C7E71F6-D7E1-60A8-CC44-3A8364143B80}"/>
              </a:ext>
            </a:extLst>
          </p:cNvPr>
          <p:cNvCxnSpPr/>
          <p:nvPr/>
        </p:nvCxnSpPr>
        <p:spPr>
          <a:xfrm>
            <a:off x="9897822" y="1724830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396351D-237E-96F7-C81A-EC16F1481E3A}"/>
              </a:ext>
            </a:extLst>
          </p:cNvPr>
          <p:cNvCxnSpPr>
            <a:cxnSpLocks/>
          </p:cNvCxnSpPr>
          <p:nvPr/>
        </p:nvCxnSpPr>
        <p:spPr>
          <a:xfrm>
            <a:off x="9527952" y="1546114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A36B85DA-1031-CE35-4A44-52724ABB89D8}"/>
              </a:ext>
            </a:extLst>
          </p:cNvPr>
          <p:cNvCxnSpPr>
            <a:cxnSpLocks/>
          </p:cNvCxnSpPr>
          <p:nvPr/>
        </p:nvCxnSpPr>
        <p:spPr>
          <a:xfrm>
            <a:off x="9526354" y="2032516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8A5DE32A-92D8-B314-ACF1-971C909087AA}"/>
              </a:ext>
            </a:extLst>
          </p:cNvPr>
          <p:cNvCxnSpPr/>
          <p:nvPr/>
        </p:nvCxnSpPr>
        <p:spPr>
          <a:xfrm flipH="1">
            <a:off x="9986824" y="1879610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DBF1CE5-535A-4D1F-05FF-206FF450688C}"/>
              </a:ext>
            </a:extLst>
          </p:cNvPr>
          <p:cNvCxnSpPr>
            <a:cxnSpLocks/>
          </p:cNvCxnSpPr>
          <p:nvPr/>
        </p:nvCxnSpPr>
        <p:spPr>
          <a:xfrm>
            <a:off x="9525706" y="2082812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0" name="Oval 149">
            <a:extLst>
              <a:ext uri="{FF2B5EF4-FFF2-40B4-BE49-F238E27FC236}">
                <a16:creationId xmlns:a16="http://schemas.microsoft.com/office/drawing/2014/main" id="{F9A72539-0594-A1CC-CC20-B31EBD0A598D}"/>
              </a:ext>
            </a:extLst>
          </p:cNvPr>
          <p:cNvSpPr/>
          <p:nvPr/>
        </p:nvSpPr>
        <p:spPr>
          <a:xfrm>
            <a:off x="9905914" y="1841534"/>
            <a:ext cx="79374" cy="76151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1CEFAD4-DB9A-0C59-DC52-02084CB7D396}"/>
              </a:ext>
            </a:extLst>
          </p:cNvPr>
          <p:cNvCxnSpPr/>
          <p:nvPr/>
        </p:nvCxnSpPr>
        <p:spPr>
          <a:xfrm flipH="1">
            <a:off x="8513188" y="1785105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EC8E14FE-BA64-9989-B39E-5C6BAF04AA47}"/>
              </a:ext>
            </a:extLst>
          </p:cNvPr>
          <p:cNvCxnSpPr/>
          <p:nvPr/>
        </p:nvCxnSpPr>
        <p:spPr>
          <a:xfrm>
            <a:off x="8517950" y="1775582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AA010592-415F-348D-FE4E-7DAD8A2B0C53}"/>
              </a:ext>
            </a:extLst>
          </p:cNvPr>
          <p:cNvCxnSpPr/>
          <p:nvPr/>
        </p:nvCxnSpPr>
        <p:spPr>
          <a:xfrm>
            <a:off x="8510807" y="2090411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2495C42-CB26-5AF7-2462-B48092753D0A}"/>
              </a:ext>
            </a:extLst>
          </p:cNvPr>
          <p:cNvCxnSpPr/>
          <p:nvPr/>
        </p:nvCxnSpPr>
        <p:spPr>
          <a:xfrm>
            <a:off x="8463181" y="1775582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D3F43078-D8F1-8914-CF90-FFCA39D54C52}"/>
              </a:ext>
            </a:extLst>
          </p:cNvPr>
          <p:cNvCxnSpPr>
            <a:cxnSpLocks/>
          </p:cNvCxnSpPr>
          <p:nvPr/>
        </p:nvCxnSpPr>
        <p:spPr>
          <a:xfrm>
            <a:off x="8839453" y="1546114"/>
            <a:ext cx="0" cy="2461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1111473F-AA3D-6FD4-8C86-92A83172264D}"/>
              </a:ext>
            </a:extLst>
          </p:cNvPr>
          <p:cNvCxnSpPr>
            <a:cxnSpLocks/>
            <a:stCxn id="157" idx="2"/>
            <a:endCxn id="119" idx="6"/>
          </p:cNvCxnSpPr>
          <p:nvPr/>
        </p:nvCxnSpPr>
        <p:spPr>
          <a:xfrm flipH="1" flipV="1">
            <a:off x="7651239" y="1928776"/>
            <a:ext cx="720503" cy="11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7" name="Oval 156">
            <a:extLst>
              <a:ext uri="{FF2B5EF4-FFF2-40B4-BE49-F238E27FC236}">
                <a16:creationId xmlns:a16="http://schemas.microsoft.com/office/drawing/2014/main" id="{EADBAAA6-76EE-2CE8-B6A8-8B80C259EF1E}"/>
              </a:ext>
            </a:extLst>
          </p:cNvPr>
          <p:cNvSpPr/>
          <p:nvPr/>
        </p:nvSpPr>
        <p:spPr>
          <a:xfrm>
            <a:off x="8371742" y="1886583"/>
            <a:ext cx="82638" cy="86758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DFC0EAEF-39F1-EBFE-3E4E-62026025D415}"/>
              </a:ext>
            </a:extLst>
          </p:cNvPr>
          <p:cNvCxnSpPr>
            <a:cxnSpLocks/>
          </p:cNvCxnSpPr>
          <p:nvPr/>
        </p:nvCxnSpPr>
        <p:spPr>
          <a:xfrm>
            <a:off x="8839453" y="2084061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8C64CB12-040F-6858-64AF-DCCFF6055A06}"/>
              </a:ext>
            </a:extLst>
          </p:cNvPr>
          <p:cNvCxnSpPr>
            <a:cxnSpLocks/>
          </p:cNvCxnSpPr>
          <p:nvPr/>
        </p:nvCxnSpPr>
        <p:spPr>
          <a:xfrm flipH="1">
            <a:off x="8836133" y="2270910"/>
            <a:ext cx="6822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3127B37E-23A5-D096-CF66-8FD15DA6DD77}"/>
              </a:ext>
            </a:extLst>
          </p:cNvPr>
          <p:cNvCxnSpPr>
            <a:cxnSpLocks/>
          </p:cNvCxnSpPr>
          <p:nvPr/>
        </p:nvCxnSpPr>
        <p:spPr>
          <a:xfrm flipH="1">
            <a:off x="8836133" y="1555830"/>
            <a:ext cx="6981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405AD3CE-965A-4F70-D418-4CCF6F45CA71}"/>
              </a:ext>
            </a:extLst>
          </p:cNvPr>
          <p:cNvCxnSpPr/>
          <p:nvPr/>
        </p:nvCxnSpPr>
        <p:spPr>
          <a:xfrm flipH="1">
            <a:off x="9516448" y="3393235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313C4FA9-4EB9-DEE2-2404-BFA38F8A84CF}"/>
              </a:ext>
            </a:extLst>
          </p:cNvPr>
          <p:cNvCxnSpPr/>
          <p:nvPr/>
        </p:nvCxnSpPr>
        <p:spPr>
          <a:xfrm>
            <a:off x="9845084" y="3383712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7C08CFF7-C605-1196-B7E3-2F690325A801}"/>
              </a:ext>
            </a:extLst>
          </p:cNvPr>
          <p:cNvCxnSpPr/>
          <p:nvPr/>
        </p:nvCxnSpPr>
        <p:spPr>
          <a:xfrm>
            <a:off x="9514067" y="3695365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20EA1424-0D89-3A04-3891-E793DE5E22E4}"/>
              </a:ext>
            </a:extLst>
          </p:cNvPr>
          <p:cNvCxnSpPr/>
          <p:nvPr/>
        </p:nvCxnSpPr>
        <p:spPr>
          <a:xfrm>
            <a:off x="9893490" y="3383712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37EFBB89-8866-8BCB-4829-E6D108E1BC62}"/>
              </a:ext>
            </a:extLst>
          </p:cNvPr>
          <p:cNvCxnSpPr>
            <a:cxnSpLocks/>
          </p:cNvCxnSpPr>
          <p:nvPr/>
        </p:nvCxnSpPr>
        <p:spPr>
          <a:xfrm>
            <a:off x="9523620" y="3204996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DFFAA4C6-AC24-BE79-EF72-850E31F61FDF}"/>
              </a:ext>
            </a:extLst>
          </p:cNvPr>
          <p:cNvCxnSpPr>
            <a:cxnSpLocks/>
          </p:cNvCxnSpPr>
          <p:nvPr/>
        </p:nvCxnSpPr>
        <p:spPr>
          <a:xfrm>
            <a:off x="9524404" y="3686634"/>
            <a:ext cx="0" cy="2536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79C3B5D4-EFEA-776C-D93D-9979EF0647DE}"/>
              </a:ext>
            </a:extLst>
          </p:cNvPr>
          <p:cNvCxnSpPr/>
          <p:nvPr/>
        </p:nvCxnSpPr>
        <p:spPr>
          <a:xfrm flipH="1">
            <a:off x="9888836" y="3538492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5A1FDA50-56D9-F90F-81FC-9242F563B187}"/>
              </a:ext>
            </a:extLst>
          </p:cNvPr>
          <p:cNvCxnSpPr/>
          <p:nvPr/>
        </p:nvCxnSpPr>
        <p:spPr>
          <a:xfrm flipH="1">
            <a:off x="9514202" y="3929933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8E81E6E-9BD7-0FE1-2819-E37EBE95F6EE}"/>
              </a:ext>
            </a:extLst>
          </p:cNvPr>
          <p:cNvCxnSpPr/>
          <p:nvPr/>
        </p:nvCxnSpPr>
        <p:spPr>
          <a:xfrm>
            <a:off x="9842838" y="3920410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DBFB478-C8C4-F917-152D-414BB21D0F8A}"/>
              </a:ext>
            </a:extLst>
          </p:cNvPr>
          <p:cNvCxnSpPr/>
          <p:nvPr/>
        </p:nvCxnSpPr>
        <p:spPr>
          <a:xfrm>
            <a:off x="9511821" y="4233651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88390A9-DA92-F0C5-FB0F-88195366152E}"/>
              </a:ext>
            </a:extLst>
          </p:cNvPr>
          <p:cNvCxnSpPr/>
          <p:nvPr/>
        </p:nvCxnSpPr>
        <p:spPr>
          <a:xfrm>
            <a:off x="9891244" y="3920410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EDEDF824-E7FC-3398-E106-3828BCB52CBF}"/>
              </a:ext>
            </a:extLst>
          </p:cNvPr>
          <p:cNvCxnSpPr>
            <a:cxnSpLocks/>
          </p:cNvCxnSpPr>
          <p:nvPr/>
        </p:nvCxnSpPr>
        <p:spPr>
          <a:xfrm>
            <a:off x="9519776" y="4228096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98112C2-4590-F18C-B974-55F5476D5FE4}"/>
              </a:ext>
            </a:extLst>
          </p:cNvPr>
          <p:cNvCxnSpPr/>
          <p:nvPr/>
        </p:nvCxnSpPr>
        <p:spPr>
          <a:xfrm flipH="1">
            <a:off x="9886590" y="4075190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82845CA0-5ED3-4664-059F-3C34D498ADB9}"/>
              </a:ext>
            </a:extLst>
          </p:cNvPr>
          <p:cNvCxnSpPr>
            <a:cxnSpLocks/>
          </p:cNvCxnSpPr>
          <p:nvPr/>
        </p:nvCxnSpPr>
        <p:spPr>
          <a:xfrm>
            <a:off x="8841493" y="4415583"/>
            <a:ext cx="67874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743A7A1F-8856-5083-71AB-F5D3951AFAD2}"/>
              </a:ext>
            </a:extLst>
          </p:cNvPr>
          <p:cNvCxnSpPr>
            <a:cxnSpLocks/>
          </p:cNvCxnSpPr>
          <p:nvPr/>
        </p:nvCxnSpPr>
        <p:spPr>
          <a:xfrm flipH="1">
            <a:off x="8509023" y="3639752"/>
            <a:ext cx="3420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BA5F1C6F-D763-C380-FD3C-F915B7D6B882}"/>
              </a:ext>
            </a:extLst>
          </p:cNvPr>
          <p:cNvCxnSpPr/>
          <p:nvPr/>
        </p:nvCxnSpPr>
        <p:spPr>
          <a:xfrm>
            <a:off x="8513785" y="3630229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B0F2E19E-A3E0-1B59-C6C6-3BCDA540946A}"/>
              </a:ext>
            </a:extLst>
          </p:cNvPr>
          <p:cNvCxnSpPr/>
          <p:nvPr/>
        </p:nvCxnSpPr>
        <p:spPr>
          <a:xfrm>
            <a:off x="8506642" y="3945058"/>
            <a:ext cx="33485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C1B60EC1-827B-D697-40A5-F188F3F1EA26}"/>
              </a:ext>
            </a:extLst>
          </p:cNvPr>
          <p:cNvCxnSpPr/>
          <p:nvPr/>
        </p:nvCxnSpPr>
        <p:spPr>
          <a:xfrm>
            <a:off x="8459016" y="3630229"/>
            <a:ext cx="0" cy="32197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F7AE9801-17A8-6A75-660C-D9ADB0A545CE}"/>
              </a:ext>
            </a:extLst>
          </p:cNvPr>
          <p:cNvCxnSpPr>
            <a:cxnSpLocks/>
          </p:cNvCxnSpPr>
          <p:nvPr/>
        </p:nvCxnSpPr>
        <p:spPr>
          <a:xfrm>
            <a:off x="8841493" y="3204092"/>
            <a:ext cx="0" cy="4381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0D895EF6-E613-3CC6-29C2-7E241345F41E}"/>
              </a:ext>
            </a:extLst>
          </p:cNvPr>
          <p:cNvCxnSpPr>
            <a:cxnSpLocks/>
          </p:cNvCxnSpPr>
          <p:nvPr/>
        </p:nvCxnSpPr>
        <p:spPr>
          <a:xfrm>
            <a:off x="8834097" y="3937915"/>
            <a:ext cx="0" cy="4848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C5C5C83B-2763-882C-1D06-6DA270A60306}"/>
              </a:ext>
            </a:extLst>
          </p:cNvPr>
          <p:cNvCxnSpPr>
            <a:cxnSpLocks/>
          </p:cNvCxnSpPr>
          <p:nvPr/>
        </p:nvCxnSpPr>
        <p:spPr>
          <a:xfrm flipH="1">
            <a:off x="8835630" y="3213618"/>
            <a:ext cx="6964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69CFC0A-A81C-2167-4FA3-FF76F21EA220}"/>
              </a:ext>
            </a:extLst>
          </p:cNvPr>
          <p:cNvCxnSpPr>
            <a:cxnSpLocks/>
          </p:cNvCxnSpPr>
          <p:nvPr/>
        </p:nvCxnSpPr>
        <p:spPr>
          <a:xfrm>
            <a:off x="9212046" y="2747914"/>
            <a:ext cx="0" cy="4632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7248B402-0AFC-0A90-9892-448123E4C233}"/>
              </a:ext>
            </a:extLst>
          </p:cNvPr>
          <p:cNvCxnSpPr>
            <a:cxnSpLocks/>
          </p:cNvCxnSpPr>
          <p:nvPr/>
        </p:nvCxnSpPr>
        <p:spPr>
          <a:xfrm>
            <a:off x="6870333" y="1404172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D1F24559-6061-9CD1-3A70-D63D59AA277B}"/>
              </a:ext>
            </a:extLst>
          </p:cNvPr>
          <p:cNvCxnSpPr>
            <a:cxnSpLocks/>
          </p:cNvCxnSpPr>
          <p:nvPr/>
        </p:nvCxnSpPr>
        <p:spPr>
          <a:xfrm flipH="1">
            <a:off x="6806969" y="1404172"/>
            <a:ext cx="12263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E4D71C93-61CF-3932-7DAE-8733B599958D}"/>
                  </a:ext>
                </a:extLst>
              </p:cNvPr>
              <p:cNvSpPr txBox="1"/>
              <p:nvPr/>
            </p:nvSpPr>
            <p:spPr>
              <a:xfrm>
                <a:off x="6627173" y="1008500"/>
                <a:ext cx="4480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DD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E4D71C93-61CF-3932-7DAE-8733B5999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7173" y="1008500"/>
                <a:ext cx="448066" cy="369332"/>
              </a:xfrm>
              <a:prstGeom prst="rect">
                <a:avLst/>
              </a:prstGeom>
              <a:blipFill>
                <a:blip r:embed="rId2"/>
                <a:stretch>
                  <a:fillRect r="-527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" name="Oval 205">
            <a:extLst>
              <a:ext uri="{FF2B5EF4-FFF2-40B4-BE49-F238E27FC236}">
                <a16:creationId xmlns:a16="http://schemas.microsoft.com/office/drawing/2014/main" id="{EA0D7F8D-938E-0DB4-770A-8633E6786B54}"/>
              </a:ext>
            </a:extLst>
          </p:cNvPr>
          <p:cNvSpPr/>
          <p:nvPr/>
        </p:nvSpPr>
        <p:spPr>
          <a:xfrm>
            <a:off x="6838825" y="1562531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CBB42B6E-A9FE-8E17-38B8-DC26011B42C7}"/>
              </a:ext>
            </a:extLst>
          </p:cNvPr>
          <p:cNvCxnSpPr>
            <a:cxnSpLocks/>
          </p:cNvCxnSpPr>
          <p:nvPr/>
        </p:nvCxnSpPr>
        <p:spPr>
          <a:xfrm>
            <a:off x="9139408" y="1364786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D03BA0B6-E816-E8D7-A491-017BCE17661D}"/>
              </a:ext>
            </a:extLst>
          </p:cNvPr>
          <p:cNvCxnSpPr>
            <a:cxnSpLocks/>
          </p:cNvCxnSpPr>
          <p:nvPr/>
        </p:nvCxnSpPr>
        <p:spPr>
          <a:xfrm flipH="1">
            <a:off x="9076044" y="1364786"/>
            <a:ext cx="12263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85F33D67-A2B2-12B3-C5EC-B327F5CFF44D}"/>
                  </a:ext>
                </a:extLst>
              </p:cNvPr>
              <p:cNvSpPr txBox="1"/>
              <p:nvPr/>
            </p:nvSpPr>
            <p:spPr>
              <a:xfrm>
                <a:off x="8896248" y="969114"/>
                <a:ext cx="4480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DD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85F33D67-A2B2-12B3-C5EC-B327F5CFF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6248" y="969114"/>
                <a:ext cx="448066" cy="369332"/>
              </a:xfrm>
              <a:prstGeom prst="rect">
                <a:avLst/>
              </a:prstGeom>
              <a:blipFill>
                <a:blip r:embed="rId3"/>
                <a:stretch>
                  <a:fillRect r="-527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0" name="Oval 209">
            <a:extLst>
              <a:ext uri="{FF2B5EF4-FFF2-40B4-BE49-F238E27FC236}">
                <a16:creationId xmlns:a16="http://schemas.microsoft.com/office/drawing/2014/main" id="{C6BF7F43-AB5E-569C-A350-F2B8F34384F6}"/>
              </a:ext>
            </a:extLst>
          </p:cNvPr>
          <p:cNvSpPr/>
          <p:nvPr/>
        </p:nvSpPr>
        <p:spPr>
          <a:xfrm>
            <a:off x="9107900" y="1523145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82D492F6-204F-8AC2-4BB8-E770B6C59274}"/>
              </a:ext>
            </a:extLst>
          </p:cNvPr>
          <p:cNvCxnSpPr>
            <a:cxnSpLocks/>
          </p:cNvCxnSpPr>
          <p:nvPr/>
        </p:nvCxnSpPr>
        <p:spPr>
          <a:xfrm>
            <a:off x="6914315" y="4423267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A4DEA411-585C-39C2-F9DE-2707880A27A2}"/>
              </a:ext>
            </a:extLst>
          </p:cNvPr>
          <p:cNvCxnSpPr>
            <a:cxnSpLocks/>
          </p:cNvCxnSpPr>
          <p:nvPr/>
        </p:nvCxnSpPr>
        <p:spPr>
          <a:xfrm flipH="1">
            <a:off x="6833891" y="4620775"/>
            <a:ext cx="1643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90C50E6-D03D-F380-BE2B-24EA3C94BBA1}"/>
              </a:ext>
            </a:extLst>
          </p:cNvPr>
          <p:cNvCxnSpPr>
            <a:cxnSpLocks/>
          </p:cNvCxnSpPr>
          <p:nvPr/>
        </p:nvCxnSpPr>
        <p:spPr>
          <a:xfrm flipH="1">
            <a:off x="6859648" y="4663637"/>
            <a:ext cx="10933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27047A7A-9962-BEFF-79B6-8194D2A9D013}"/>
              </a:ext>
            </a:extLst>
          </p:cNvPr>
          <p:cNvCxnSpPr>
            <a:cxnSpLocks/>
          </p:cNvCxnSpPr>
          <p:nvPr/>
        </p:nvCxnSpPr>
        <p:spPr>
          <a:xfrm flipH="1">
            <a:off x="6885388" y="4704118"/>
            <a:ext cx="5758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5" name="Oval 214">
            <a:extLst>
              <a:ext uri="{FF2B5EF4-FFF2-40B4-BE49-F238E27FC236}">
                <a16:creationId xmlns:a16="http://schemas.microsoft.com/office/drawing/2014/main" id="{D60FF080-4261-23D0-CF86-E8125EDC92A9}"/>
              </a:ext>
            </a:extLst>
          </p:cNvPr>
          <p:cNvSpPr/>
          <p:nvPr/>
        </p:nvSpPr>
        <p:spPr>
          <a:xfrm>
            <a:off x="6885388" y="4394995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1C0BF6C-E142-2375-3723-22B981F25E3E}"/>
              </a:ext>
            </a:extLst>
          </p:cNvPr>
          <p:cNvSpPr/>
          <p:nvPr/>
        </p:nvSpPr>
        <p:spPr>
          <a:xfrm>
            <a:off x="6862010" y="3156911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41F8DB3A-EFCA-63AF-3798-E10063781766}"/>
              </a:ext>
            </a:extLst>
          </p:cNvPr>
          <p:cNvSpPr/>
          <p:nvPr/>
        </p:nvSpPr>
        <p:spPr>
          <a:xfrm>
            <a:off x="6867214" y="2285235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FE67C7FE-3CEA-9E33-8540-FB892EC90E63}"/>
              </a:ext>
            </a:extLst>
          </p:cNvPr>
          <p:cNvSpPr/>
          <p:nvPr/>
        </p:nvSpPr>
        <p:spPr>
          <a:xfrm>
            <a:off x="9187160" y="3184524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CB8E34BD-6959-790E-79A2-6118E5517C07}"/>
              </a:ext>
            </a:extLst>
          </p:cNvPr>
          <p:cNvSpPr/>
          <p:nvPr/>
        </p:nvSpPr>
        <p:spPr>
          <a:xfrm>
            <a:off x="9201263" y="2246860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A5F1CAF8-F85A-B66C-D1B4-5AB494885967}"/>
                  </a:ext>
                </a:extLst>
              </p:cNvPr>
              <p:cNvSpPr txBox="1"/>
              <p:nvPr/>
            </p:nvSpPr>
            <p:spPr>
              <a:xfrm>
                <a:off x="5398491" y="1801068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A5F1CAF8-F85A-B66C-D1B4-5AB494885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8491" y="1801068"/>
                <a:ext cx="3348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4FDCE786-BB40-EBB0-57EE-365F66AD83D9}"/>
                  </a:ext>
                </a:extLst>
              </p:cNvPr>
              <p:cNvSpPr txBox="1"/>
              <p:nvPr/>
            </p:nvSpPr>
            <p:spPr>
              <a:xfrm>
                <a:off x="10281508" y="1693765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4FDCE786-BB40-EBB0-57EE-365F66AD8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1508" y="1693765"/>
                <a:ext cx="3348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FBB27B42-A422-AA30-CCF3-2AF792D06C49}"/>
                  </a:ext>
                </a:extLst>
              </p:cNvPr>
              <p:cNvSpPr txBox="1"/>
              <p:nvPr/>
            </p:nvSpPr>
            <p:spPr>
              <a:xfrm>
                <a:off x="881793" y="2068825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FBB27B42-A422-AA30-CCF3-2AF792D06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93" y="2068825"/>
                <a:ext cx="3348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3DB30A15-FDD0-E432-A269-2F1AD846B616}"/>
                  </a:ext>
                </a:extLst>
              </p:cNvPr>
              <p:cNvSpPr txBox="1"/>
              <p:nvPr/>
            </p:nvSpPr>
            <p:spPr>
              <a:xfrm>
                <a:off x="835687" y="3649917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3DB30A15-FDD0-E432-A269-2F1AD846B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87" y="3649917"/>
                <a:ext cx="3348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B4823BA7-EA51-B623-35D7-303ABB113CD7}"/>
                  </a:ext>
                </a:extLst>
              </p:cNvPr>
              <p:cNvSpPr txBox="1"/>
              <p:nvPr/>
            </p:nvSpPr>
            <p:spPr>
              <a:xfrm>
                <a:off x="4064055" y="2366084"/>
                <a:ext cx="334848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B4823BA7-EA51-B623-35D7-303ABB113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55" y="2366084"/>
                <a:ext cx="334848" cy="401970"/>
              </a:xfrm>
              <a:prstGeom prst="rect">
                <a:avLst/>
              </a:prstGeom>
              <a:blipFill>
                <a:blip r:embed="rId8"/>
                <a:stretch>
                  <a:fillRect l="-3636" r="-3636" b="-106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14E5CF87-5D5C-0004-2E8C-C0BF88646778}"/>
                  </a:ext>
                </a:extLst>
              </p:cNvPr>
              <p:cNvSpPr txBox="1"/>
              <p:nvPr/>
            </p:nvSpPr>
            <p:spPr>
              <a:xfrm>
                <a:off x="4047860" y="3377893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14E5CF87-5D5C-0004-2E8C-C0BF88646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860" y="3377893"/>
                <a:ext cx="334848" cy="369332"/>
              </a:xfrm>
              <a:prstGeom prst="rect">
                <a:avLst/>
              </a:prstGeom>
              <a:blipFill>
                <a:blip r:embed="rId9"/>
                <a:stretch>
                  <a:fillRect l="-3636" r="-3636" b="-98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17393A06-8FF6-B8FC-39BE-CC28A749CB96}"/>
              </a:ext>
            </a:extLst>
          </p:cNvPr>
          <p:cNvCxnSpPr>
            <a:cxnSpLocks/>
          </p:cNvCxnSpPr>
          <p:nvPr/>
        </p:nvCxnSpPr>
        <p:spPr>
          <a:xfrm flipH="1">
            <a:off x="8331995" y="3774584"/>
            <a:ext cx="13692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D1B7CC3D-E42F-0946-9F62-184425E72429}"/>
              </a:ext>
            </a:extLst>
          </p:cNvPr>
          <p:cNvCxnSpPr>
            <a:cxnSpLocks/>
          </p:cNvCxnSpPr>
          <p:nvPr/>
        </p:nvCxnSpPr>
        <p:spPr>
          <a:xfrm>
            <a:off x="7779037" y="2637915"/>
            <a:ext cx="0" cy="11411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FC113CEE-1677-FC97-348B-390552F35A38}"/>
              </a:ext>
            </a:extLst>
          </p:cNvPr>
          <p:cNvCxnSpPr>
            <a:cxnSpLocks/>
          </p:cNvCxnSpPr>
          <p:nvPr/>
        </p:nvCxnSpPr>
        <p:spPr>
          <a:xfrm flipH="1">
            <a:off x="8331994" y="2600846"/>
            <a:ext cx="42074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5EB54FB1-8028-12FC-1919-09173BCB8522}"/>
              </a:ext>
            </a:extLst>
          </p:cNvPr>
          <p:cNvCxnSpPr>
            <a:cxnSpLocks/>
          </p:cNvCxnSpPr>
          <p:nvPr/>
        </p:nvCxnSpPr>
        <p:spPr>
          <a:xfrm>
            <a:off x="8341012" y="2594245"/>
            <a:ext cx="0" cy="11874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2F631A7C-C81C-8EAD-9979-03E30969F43E}"/>
                  </a:ext>
                </a:extLst>
              </p:cNvPr>
              <p:cNvSpPr txBox="1"/>
              <p:nvPr/>
            </p:nvSpPr>
            <p:spPr>
              <a:xfrm>
                <a:off x="7665385" y="1616402"/>
                <a:ext cx="641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𝐶𝐿𝐾</m:t>
                      </m:r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2F631A7C-C81C-8EAD-9979-03E30969F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385" y="1616402"/>
                <a:ext cx="64105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37796FEE-B922-66D0-E184-BCB326FF4EFE}"/>
                  </a:ext>
                </a:extLst>
              </p:cNvPr>
              <p:cNvSpPr txBox="1"/>
              <p:nvPr/>
            </p:nvSpPr>
            <p:spPr>
              <a:xfrm>
                <a:off x="5308463" y="3869545"/>
                <a:ext cx="641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𝐶𝐿𝐾</m:t>
                      </m:r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37796FEE-B922-66D0-E184-BCB326FF4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463" y="3869545"/>
                <a:ext cx="64105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AEB58205-72FC-057E-B2A0-9921A24C75A7}"/>
                  </a:ext>
                </a:extLst>
              </p:cNvPr>
              <p:cNvSpPr txBox="1"/>
              <p:nvPr/>
            </p:nvSpPr>
            <p:spPr>
              <a:xfrm>
                <a:off x="10243298" y="3859960"/>
                <a:ext cx="641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𝐶𝐿𝐾</m:t>
                      </m:r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AEB58205-72FC-057E-B2A0-9921A24C7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298" y="3859960"/>
                <a:ext cx="64105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A0D5C596-EF1E-CFAA-120A-6B419D34A0C4}"/>
              </a:ext>
            </a:extLst>
          </p:cNvPr>
          <p:cNvCxnSpPr>
            <a:cxnSpLocks/>
          </p:cNvCxnSpPr>
          <p:nvPr/>
        </p:nvCxnSpPr>
        <p:spPr>
          <a:xfrm>
            <a:off x="1170536" y="3023793"/>
            <a:ext cx="32416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D1E84772-63B9-09F8-E2BF-2E031DC5AD44}"/>
                  </a:ext>
                </a:extLst>
              </p:cNvPr>
              <p:cNvSpPr txBox="1"/>
              <p:nvPr/>
            </p:nvSpPr>
            <p:spPr>
              <a:xfrm>
                <a:off x="628795" y="2843837"/>
                <a:ext cx="6410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𝐶𝐿𝐾</m:t>
                      </m:r>
                    </m:oMath>
                  </m:oMathPara>
                </a14:m>
                <a:endParaRPr lang="en-IN" b="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D1E84772-63B9-09F8-E2BF-2E031DC5A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95" y="2843837"/>
                <a:ext cx="64105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00FD2547-8295-4978-F43E-F2F5F9100D26}"/>
              </a:ext>
            </a:extLst>
          </p:cNvPr>
          <p:cNvCxnSpPr>
            <a:cxnSpLocks/>
          </p:cNvCxnSpPr>
          <p:nvPr/>
        </p:nvCxnSpPr>
        <p:spPr>
          <a:xfrm>
            <a:off x="9181122" y="4416289"/>
            <a:ext cx="0" cy="196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7E5F1F50-DBBF-B159-9D74-02C067F4737E}"/>
              </a:ext>
            </a:extLst>
          </p:cNvPr>
          <p:cNvCxnSpPr>
            <a:cxnSpLocks/>
          </p:cNvCxnSpPr>
          <p:nvPr/>
        </p:nvCxnSpPr>
        <p:spPr>
          <a:xfrm flipH="1">
            <a:off x="9100698" y="4613797"/>
            <a:ext cx="16430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5B066E3B-241E-AB25-919D-32AF13DFCF31}"/>
              </a:ext>
            </a:extLst>
          </p:cNvPr>
          <p:cNvCxnSpPr>
            <a:cxnSpLocks/>
          </p:cNvCxnSpPr>
          <p:nvPr/>
        </p:nvCxnSpPr>
        <p:spPr>
          <a:xfrm flipH="1">
            <a:off x="9126455" y="4656659"/>
            <a:ext cx="10933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9731DD00-D3DB-AC83-9C42-2FD623A48D05}"/>
              </a:ext>
            </a:extLst>
          </p:cNvPr>
          <p:cNvCxnSpPr>
            <a:cxnSpLocks/>
          </p:cNvCxnSpPr>
          <p:nvPr/>
        </p:nvCxnSpPr>
        <p:spPr>
          <a:xfrm flipH="1">
            <a:off x="9152195" y="4697140"/>
            <a:ext cx="5758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4" name="Oval 253">
            <a:extLst>
              <a:ext uri="{FF2B5EF4-FFF2-40B4-BE49-F238E27FC236}">
                <a16:creationId xmlns:a16="http://schemas.microsoft.com/office/drawing/2014/main" id="{587C916D-7E73-F65E-2B38-724D067BB8DA}"/>
              </a:ext>
            </a:extLst>
          </p:cNvPr>
          <p:cNvSpPr/>
          <p:nvPr/>
        </p:nvSpPr>
        <p:spPr>
          <a:xfrm>
            <a:off x="9152195" y="4388017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DD5DB07B-BA85-0D6C-81AE-6F0C3E5376A9}"/>
                  </a:ext>
                </a:extLst>
              </p:cNvPr>
              <p:cNvSpPr txBox="1"/>
              <p:nvPr/>
            </p:nvSpPr>
            <p:spPr>
              <a:xfrm>
                <a:off x="5610143" y="3310327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DD5DB07B-BA85-0D6C-81AE-6F0C3E537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143" y="3310327"/>
                <a:ext cx="33484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33DC2206-35E2-3750-BFC8-438C9FBD3A6A}"/>
                  </a:ext>
                </a:extLst>
              </p:cNvPr>
              <p:cNvSpPr txBox="1"/>
              <p:nvPr/>
            </p:nvSpPr>
            <p:spPr>
              <a:xfrm>
                <a:off x="10176733" y="3325418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33DC2206-35E2-3750-BFC8-438C9FBD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6733" y="3325418"/>
                <a:ext cx="334848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0B32C68E-F515-1D5F-DEBD-3067B04AEF09}"/>
              </a:ext>
            </a:extLst>
          </p:cNvPr>
          <p:cNvCxnSpPr>
            <a:cxnSpLocks/>
          </p:cNvCxnSpPr>
          <p:nvPr/>
        </p:nvCxnSpPr>
        <p:spPr>
          <a:xfrm flipH="1">
            <a:off x="6344183" y="3068883"/>
            <a:ext cx="20045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698909C5-8DC9-0E3C-640D-B61F44D6A3A4}"/>
              </a:ext>
            </a:extLst>
          </p:cNvPr>
          <p:cNvCxnSpPr>
            <a:cxnSpLocks/>
          </p:cNvCxnSpPr>
          <p:nvPr/>
        </p:nvCxnSpPr>
        <p:spPr>
          <a:xfrm flipH="1">
            <a:off x="7770813" y="2900951"/>
            <a:ext cx="203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2" name="Oval 261">
            <a:extLst>
              <a:ext uri="{FF2B5EF4-FFF2-40B4-BE49-F238E27FC236}">
                <a16:creationId xmlns:a16="http://schemas.microsoft.com/office/drawing/2014/main" id="{4BFFF032-FB77-3BE7-FFFA-9A10A156C596}"/>
              </a:ext>
            </a:extLst>
          </p:cNvPr>
          <p:cNvSpPr/>
          <p:nvPr/>
        </p:nvSpPr>
        <p:spPr>
          <a:xfrm>
            <a:off x="7753651" y="2873866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37518BD7-0F5B-6D21-EA54-3B59AC0BB499}"/>
              </a:ext>
            </a:extLst>
          </p:cNvPr>
          <p:cNvSpPr/>
          <p:nvPr/>
        </p:nvSpPr>
        <p:spPr>
          <a:xfrm>
            <a:off x="8309274" y="3043761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2497ED1A-252E-91D0-891B-4D764CE6D29F}"/>
              </a:ext>
            </a:extLst>
          </p:cNvPr>
          <p:cNvSpPr/>
          <p:nvPr/>
        </p:nvSpPr>
        <p:spPr>
          <a:xfrm>
            <a:off x="6865616" y="3038751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5" name="Oval 264">
            <a:extLst>
              <a:ext uri="{FF2B5EF4-FFF2-40B4-BE49-F238E27FC236}">
                <a16:creationId xmlns:a16="http://schemas.microsoft.com/office/drawing/2014/main" id="{697F6E86-0EE1-34D0-2B4C-08E0024F0DF1}"/>
              </a:ext>
            </a:extLst>
          </p:cNvPr>
          <p:cNvSpPr/>
          <p:nvPr/>
        </p:nvSpPr>
        <p:spPr>
          <a:xfrm>
            <a:off x="9182402" y="2872278"/>
            <a:ext cx="56779" cy="55468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4FA662D3-8B5C-B850-7693-2DC15E43BDE7}"/>
                  </a:ext>
                </a:extLst>
              </p:cNvPr>
              <p:cNvSpPr txBox="1"/>
              <p:nvPr/>
            </p:nvSpPr>
            <p:spPr>
              <a:xfrm>
                <a:off x="6079012" y="2840115"/>
                <a:ext cx="334848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ba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4FA662D3-8B5C-B850-7693-2DC15E43B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9012" y="2840115"/>
                <a:ext cx="334848" cy="401970"/>
              </a:xfrm>
              <a:prstGeom prst="rect">
                <a:avLst/>
              </a:prstGeom>
              <a:blipFill>
                <a:blip r:embed="rId16"/>
                <a:stretch>
                  <a:fillRect l="-3636" r="-3636" b="-9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AD0A6DA-97AA-962C-58C9-EA42173356C0}"/>
                  </a:ext>
                </a:extLst>
              </p:cNvPr>
              <p:cNvSpPr txBox="1"/>
              <p:nvPr/>
            </p:nvSpPr>
            <p:spPr>
              <a:xfrm>
                <a:off x="9740161" y="2685890"/>
                <a:ext cx="334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1" smtClean="0"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AD0A6DA-97AA-962C-58C9-EA4217335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161" y="2685890"/>
                <a:ext cx="334848" cy="369332"/>
              </a:xfrm>
              <a:prstGeom prst="rect">
                <a:avLst/>
              </a:prstGeom>
              <a:blipFill>
                <a:blip r:embed="rId17"/>
                <a:stretch>
                  <a:fillRect l="-3636" r="-3636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6812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275</Words>
  <Application>Microsoft Office PowerPoint</Application>
  <PresentationFormat>Widescreen</PresentationFormat>
  <Paragraphs>195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Abhijat Tiwari</dc:creator>
  <cp:lastModifiedBy>Neeraj Mishra</cp:lastModifiedBy>
  <cp:revision>71</cp:revision>
  <dcterms:created xsi:type="dcterms:W3CDTF">2025-11-02T11:01:44Z</dcterms:created>
  <dcterms:modified xsi:type="dcterms:W3CDTF">2025-11-04T02:16:58Z</dcterms:modified>
</cp:coreProperties>
</file>