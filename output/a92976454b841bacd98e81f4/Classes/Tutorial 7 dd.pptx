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59" r:id="rId16"/>
    <p:sldId id="260" r:id="rId17"/>
    <p:sldId id="279" r:id="rId18"/>
    <p:sldId id="261" r:id="rId19"/>
    <p:sldId id="280" r:id="rId20"/>
    <p:sldId id="281" r:id="rId21"/>
    <p:sldId id="282" r:id="rId22"/>
    <p:sldId id="283" r:id="rId23"/>
    <p:sldId id="262" r:id="rId24"/>
    <p:sldId id="263" r:id="rId25"/>
    <p:sldId id="264" r:id="rId26"/>
    <p:sldId id="284" r:id="rId27"/>
    <p:sldId id="285" r:id="rId28"/>
    <p:sldId id="286" r:id="rId29"/>
    <p:sldId id="265" r:id="rId30"/>
    <p:sldId id="26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5" autoAdjust="0"/>
    <p:restoredTop sz="94660"/>
  </p:normalViewPr>
  <p:slideViewPr>
    <p:cSldViewPr snapToGrid="0">
      <p:cViewPr>
        <p:scale>
          <a:sx n="125" d="100"/>
          <a:sy n="125" d="100"/>
        </p:scale>
        <p:origin x="6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C3A6-C16F-D079-3415-23DB3578A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BB879-09D2-BBF3-C729-D326A6694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75E3-4CED-1B6E-C91C-34690AFB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9F521-5694-42FD-1A15-2E324280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8376-127D-FB7E-1B1F-FE62A309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3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7167-FD03-FDCF-4D7E-D687008D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18B0E-15D8-CAFB-1395-89A5E27BA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769B9-2754-BB93-0349-BB7048B7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DD791-6DBB-612A-33F1-9C4AECEF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E9D5-5A45-8F9D-3C7F-66F32F32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7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E558-94E1-E18E-FB2B-51C5E2F1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2C7AD-88BD-4694-348D-359069E7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3CA5-36D1-35EB-26D7-0FF58243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4C638-36CF-19C6-E4E2-7CCA6F8F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92ADA-626B-4EA3-94A8-106BFE83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0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E6BF-B1F4-950C-FC2F-DE38B98C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9FD5-A727-E01B-67CC-D13BCAB7C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7AE0C-C889-5E8A-6735-9165314DF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8201D-1F84-F03F-5602-F658F2D9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E241D-8131-A9CD-8232-E989EC07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57CC0-13E8-ED12-39A3-004E9F71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3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F4F9-7A58-2B61-8F0B-6B316179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79659-5CA7-5314-8936-39EAB64F8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530FE-58ED-427E-48ED-3396A9E54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3A3CF-3269-4C02-33BA-BB50D915A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7FF0B-C94F-AA7C-8CAF-AD499C1AE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E2475-6DFE-8858-D8B8-309014EC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01DDB-3CAC-0115-7CDF-5F8AA719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907E4-466A-437C-541B-702CA666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67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A9F9-93CE-D608-C464-CCB45D00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CB36B1-1F98-A844-10F0-D6609C65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6DA54-273D-FD5F-6CDD-7D9AE621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D546A-207B-A884-A1D9-B9E1630D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0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DF897-FE50-D4CE-51AE-BD32CC6C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36446-B943-0168-1F24-38DC8B11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F54A5-0AD8-B297-8698-0BA85A82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70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5D19-1EA2-8EA3-68E3-658B82D7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1DB1-B18A-0C5B-B8FF-7628E4246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A2CC1-5626-3AC1-952F-434BE075E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B027-E4E4-22C8-5002-9F3F5B09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E702A-10D7-9047-DF3D-4B38ADA5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FF8FE-25B5-A531-CD98-C3B32129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5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BCDA-76B1-210C-264D-31352141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2CE25-9C14-17B3-5B23-BD841E4B6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3F66A-E847-E6C9-339F-BC66AEFE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3C697-5074-CEF9-9F04-B48D2D0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1008D-5A32-AC93-4B1D-CE2C0B72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B6F07-54A7-D89A-ED89-4195D282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6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655D-ADB7-8308-1385-93C23977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B957B-BFD1-6ED7-96D3-CD3121613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C3A-1097-37FB-BDEE-6FF5509B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B0AF-04B3-950A-E0DB-A3B5E702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02673-89A4-B8B2-3E6D-016A0936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78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3485F-E69A-25B1-0503-5867FE528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72D45-DAC0-E3B5-4DB6-DAD58AAAA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54FB-48E3-1728-4181-48EEE008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073AC-3550-5845-5A39-01728238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AE85A-3DDE-E242-5958-15D95FCE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9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6F3B5-1DA2-8F38-0316-658E018A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8BE9A-AE88-C8A4-A089-64B852D0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45C1A-092E-0F19-A400-7AADF1D8D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C7F8-5726-4F61-BC58-EAB9277DD921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052CC-D180-D3A8-104B-F040FBC30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9D0C2-6E99-846B-F9AB-5C12DA121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2F01B-ED75-4E36-A440-940959A225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1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87B55B-78EF-B45B-E404-E2F49E73DF20}"/>
              </a:ext>
            </a:extLst>
          </p:cNvPr>
          <p:cNvSpPr txBox="1"/>
          <p:nvPr/>
        </p:nvSpPr>
        <p:spPr>
          <a:xfrm>
            <a:off x="661073" y="340898"/>
            <a:ext cx="108698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Ques. Shift Reg B in the circuit below receives alternating 0 and 1 at SI at each clock cycle.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A, &amp; B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is loaded with value 1010 at t = 0 (the state of all memory elements at t = 0 is shown in the partial timing diagram on the right).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Draw the timing diagram for register A. What is the sequence of values taken by register A for the next 20 cycles?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FFC9A0-42A6-1EED-C012-2FD0D2371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2" y="3466640"/>
            <a:ext cx="6323172" cy="314596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2E168C3-81B9-94D1-E99E-7EA197542BDE}"/>
              </a:ext>
            </a:extLst>
          </p:cNvPr>
          <p:cNvGrpSpPr/>
          <p:nvPr/>
        </p:nvGrpSpPr>
        <p:grpSpPr>
          <a:xfrm>
            <a:off x="7665456" y="3703580"/>
            <a:ext cx="1035273" cy="2610779"/>
            <a:chOff x="754905" y="3207862"/>
            <a:chExt cx="1035273" cy="261077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7BD0F47-0650-C775-C357-B02F27D817D9}"/>
                </a:ext>
              </a:extLst>
            </p:cNvPr>
            <p:cNvSpPr/>
            <p:nvPr/>
          </p:nvSpPr>
          <p:spPr>
            <a:xfrm>
              <a:off x="1267742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05FBE2E-3613-19C6-ED73-9F8E65C59CD6}"/>
                </a:ext>
              </a:extLst>
            </p:cNvPr>
            <p:cNvSpPr/>
            <p:nvPr/>
          </p:nvSpPr>
          <p:spPr>
            <a:xfrm>
              <a:off x="1780585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95237FF-0971-5392-0F00-AFD8CD0E3313}"/>
                </a:ext>
              </a:extLst>
            </p:cNvPr>
            <p:cNvSpPr/>
            <p:nvPr/>
          </p:nvSpPr>
          <p:spPr>
            <a:xfrm>
              <a:off x="754905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17456A-1BE6-4657-DF07-5DDC65F4146A}"/>
                </a:ext>
              </a:extLst>
            </p:cNvPr>
            <p:cNvSpPr txBox="1"/>
            <p:nvPr/>
          </p:nvSpPr>
          <p:spPr>
            <a:xfrm>
              <a:off x="1268400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56ACDF-991E-BED5-9DE6-6774171732FF}"/>
                </a:ext>
              </a:extLst>
            </p:cNvPr>
            <p:cNvSpPr txBox="1"/>
            <p:nvPr/>
          </p:nvSpPr>
          <p:spPr>
            <a:xfrm>
              <a:off x="755563" y="3207862"/>
              <a:ext cx="346682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SI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5E320C-B15C-5129-5CB9-B53B93675B11}"/>
                </a:ext>
              </a:extLst>
            </p:cNvPr>
            <p:cNvSpPr txBox="1"/>
            <p:nvPr/>
          </p:nvSpPr>
          <p:spPr>
            <a:xfrm>
              <a:off x="1268400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A78291-521B-D324-C313-419EE78FA462}"/>
                </a:ext>
              </a:extLst>
            </p:cNvPr>
            <p:cNvSpPr txBox="1"/>
            <p:nvPr/>
          </p:nvSpPr>
          <p:spPr>
            <a:xfrm>
              <a:off x="755563" y="3579337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35CFED-832C-92FF-184B-2EF360BAEA5E}"/>
                </a:ext>
              </a:extLst>
            </p:cNvPr>
            <p:cNvSpPr txBox="1"/>
            <p:nvPr/>
          </p:nvSpPr>
          <p:spPr>
            <a:xfrm>
              <a:off x="1268400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47ECD0-5CAF-AA64-C8A9-99EB4DE040D0}"/>
                </a:ext>
              </a:extLst>
            </p:cNvPr>
            <p:cNvSpPr txBox="1"/>
            <p:nvPr/>
          </p:nvSpPr>
          <p:spPr>
            <a:xfrm>
              <a:off x="755563" y="3950812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920F47-4ED1-52E3-AEB5-2EE28F112C70}"/>
                </a:ext>
              </a:extLst>
            </p:cNvPr>
            <p:cNvSpPr txBox="1"/>
            <p:nvPr/>
          </p:nvSpPr>
          <p:spPr>
            <a:xfrm>
              <a:off x="1268400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E0C14E-12B5-A21F-DD12-5F577347EAD4}"/>
                </a:ext>
              </a:extLst>
            </p:cNvPr>
            <p:cNvSpPr txBox="1"/>
            <p:nvPr/>
          </p:nvSpPr>
          <p:spPr>
            <a:xfrm>
              <a:off x="755563" y="4322287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A7089C-2244-7222-D5DD-7D10A72F3FBD}"/>
                </a:ext>
              </a:extLst>
            </p:cNvPr>
            <p:cNvSpPr txBox="1"/>
            <p:nvPr/>
          </p:nvSpPr>
          <p:spPr>
            <a:xfrm>
              <a:off x="1268400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591DF2-1450-D616-3403-FA3ECFA0ECEA}"/>
                </a:ext>
              </a:extLst>
            </p:cNvPr>
            <p:cNvSpPr txBox="1"/>
            <p:nvPr/>
          </p:nvSpPr>
          <p:spPr>
            <a:xfrm>
              <a:off x="755563" y="4693762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C4C26A-6BEC-6A41-F0B9-517980BF1401}"/>
                </a:ext>
              </a:extLst>
            </p:cNvPr>
            <p:cNvSpPr txBox="1"/>
            <p:nvPr/>
          </p:nvSpPr>
          <p:spPr>
            <a:xfrm>
              <a:off x="1268400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F3DBBB-95F1-8F75-3767-58B291C28030}"/>
                </a:ext>
              </a:extLst>
            </p:cNvPr>
            <p:cNvSpPr txBox="1"/>
            <p:nvPr/>
          </p:nvSpPr>
          <p:spPr>
            <a:xfrm>
              <a:off x="755563" y="5065237"/>
              <a:ext cx="424817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B0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75C8AA-323A-6E75-4622-6E1D3B105420}"/>
                </a:ext>
              </a:extLst>
            </p:cNvPr>
            <p:cNvSpPr txBox="1"/>
            <p:nvPr/>
          </p:nvSpPr>
          <p:spPr>
            <a:xfrm>
              <a:off x="1268400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7AEFE6-CAAB-ACC7-23F4-ED08D8611A20}"/>
                </a:ext>
              </a:extLst>
            </p:cNvPr>
            <p:cNvSpPr txBox="1"/>
            <p:nvPr/>
          </p:nvSpPr>
          <p:spPr>
            <a:xfrm>
              <a:off x="755563" y="5436712"/>
              <a:ext cx="305647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C</a:t>
              </a:r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F03993-F311-3A3E-E512-97D5E8977D37}"/>
              </a:ext>
            </a:extLst>
          </p:cNvPr>
          <p:cNvSpPr/>
          <p:nvPr/>
        </p:nvSpPr>
        <p:spPr>
          <a:xfrm>
            <a:off x="7672739" y="3711882"/>
            <a:ext cx="2879647" cy="166646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3B7F961-EC4B-D0ED-E972-0D617B75390A}"/>
              </a:ext>
            </a:extLst>
          </p:cNvPr>
          <p:cNvSpPr/>
          <p:nvPr/>
        </p:nvSpPr>
        <p:spPr>
          <a:xfrm>
            <a:off x="7672739" y="6307758"/>
            <a:ext cx="2879647" cy="166646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1A5841F-501A-49D3-0974-7BA5099C4240}"/>
              </a:ext>
            </a:extLst>
          </p:cNvPr>
          <p:cNvSpPr/>
          <p:nvPr/>
        </p:nvSpPr>
        <p:spPr>
          <a:xfrm flipV="1">
            <a:off x="7672739" y="3965060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7E90753-F8D0-7049-67A4-F08A5816ABF9}"/>
              </a:ext>
            </a:extLst>
          </p:cNvPr>
          <p:cNvSpPr/>
          <p:nvPr/>
        </p:nvSpPr>
        <p:spPr>
          <a:xfrm flipV="1">
            <a:off x="7672739" y="4335897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C43317F-E03E-408E-DCB6-2066103328CA}"/>
              </a:ext>
            </a:extLst>
          </p:cNvPr>
          <p:cNvSpPr/>
          <p:nvPr/>
        </p:nvSpPr>
        <p:spPr>
          <a:xfrm flipV="1">
            <a:off x="7672739" y="4706744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E4371E0-FE78-601A-5AA5-9FE903158749}"/>
              </a:ext>
            </a:extLst>
          </p:cNvPr>
          <p:cNvSpPr/>
          <p:nvPr/>
        </p:nvSpPr>
        <p:spPr>
          <a:xfrm flipV="1">
            <a:off x="7672739" y="5077581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1C305BA-F44A-26F8-AC8F-C82A8FB0A5B7}"/>
              </a:ext>
            </a:extLst>
          </p:cNvPr>
          <p:cNvSpPr/>
          <p:nvPr/>
        </p:nvSpPr>
        <p:spPr>
          <a:xfrm flipV="1">
            <a:off x="7672739" y="5448417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9726B86-8147-6E85-ED65-6FF89FBD12E2}"/>
              </a:ext>
            </a:extLst>
          </p:cNvPr>
          <p:cNvSpPr/>
          <p:nvPr/>
        </p:nvSpPr>
        <p:spPr>
          <a:xfrm flipV="1">
            <a:off x="7672739" y="5819264"/>
            <a:ext cx="2879647" cy="110583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F69DF1-573D-8FB6-CDBA-19D9F10742B1}"/>
              </a:ext>
            </a:extLst>
          </p:cNvPr>
          <p:cNvSpPr/>
          <p:nvPr/>
        </p:nvSpPr>
        <p:spPr>
          <a:xfrm>
            <a:off x="9131046" y="3694340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66866B9-5DB6-9300-07A3-6F1E8F85DDA4}"/>
              </a:ext>
            </a:extLst>
          </p:cNvPr>
          <p:cNvSpPr/>
          <p:nvPr/>
        </p:nvSpPr>
        <p:spPr>
          <a:xfrm>
            <a:off x="9561363" y="3712040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AA7D58B-FF03-38ED-B768-86E5F77B68FE}"/>
              </a:ext>
            </a:extLst>
          </p:cNvPr>
          <p:cNvSpPr/>
          <p:nvPr/>
        </p:nvSpPr>
        <p:spPr>
          <a:xfrm>
            <a:off x="9986883" y="3694340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87A1B24-FA6C-3EDC-E1F3-0B847A44C94C}"/>
              </a:ext>
            </a:extLst>
          </p:cNvPr>
          <p:cNvSpPr/>
          <p:nvPr/>
        </p:nvSpPr>
        <p:spPr>
          <a:xfrm>
            <a:off x="10355248" y="3711882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27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28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kGrotesk"/>
              </a:rPr>
              <a:t>Problem Understanding</a:t>
            </a:r>
          </a:p>
          <a:p>
            <a:r>
              <a:rPr lang="en-US" dirty="0">
                <a:latin typeface="fkGroteskNeue"/>
              </a:rPr>
              <a:t>Register A: 4-bit parallel register, initially loaded with "1010" at </a:t>
            </a:r>
            <a:r>
              <a:rPr lang="en-US" i="1" dirty="0" smtClean="0">
                <a:latin typeface="KaTeX_Math"/>
              </a:rPr>
              <a:t>t</a:t>
            </a:r>
            <a:r>
              <a:rPr lang="en-US" dirty="0" smtClean="0">
                <a:latin typeface="KaTeX_Main"/>
              </a:rPr>
              <a:t>=0</a:t>
            </a:r>
            <a:r>
              <a:rPr lang="en-US" dirty="0">
                <a:latin typeface="fkGroteskNeue"/>
              </a:rPr>
              <a:t>.</a:t>
            </a:r>
          </a:p>
          <a:p>
            <a:r>
              <a:rPr lang="en-US" dirty="0">
                <a:latin typeface="fkGroteskNeue"/>
              </a:rPr>
              <a:t>Serial Input (SI): Alternates between 0 and 1 each cycle.</a:t>
            </a:r>
          </a:p>
          <a:p>
            <a:r>
              <a:rPr lang="en-US" dirty="0">
                <a:latin typeface="fkGroteskNeue"/>
              </a:rPr>
              <a:t>Register B: 1-bit register; toggles (flips) on each clock.</a:t>
            </a:r>
          </a:p>
          <a:p>
            <a:r>
              <a:rPr lang="en-US" dirty="0">
                <a:latin typeface="fkGroteskNeue"/>
              </a:rPr>
              <a:t>C: Control bit, governs register A’s load/shift operation.</a:t>
            </a:r>
          </a:p>
          <a:p>
            <a:r>
              <a:rPr lang="en-US" dirty="0">
                <a:latin typeface="fkGroteskNeue"/>
              </a:rPr>
              <a:t>Goal: Draw register A’s content over 20 clock cycles; explain the evolution and dependencies at each stage</a:t>
            </a:r>
            <a:r>
              <a:rPr lang="en-US" dirty="0" smtClean="0">
                <a:latin typeface="fkGroteskNeue"/>
              </a:rPr>
              <a:t>.</a:t>
            </a:r>
            <a:endParaRPr lang="en-US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00691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67593" y="1720840"/>
            <a:ext cx="107664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kGrotesk"/>
              </a:rPr>
              <a:t>Register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Parallel load at </a:t>
            </a:r>
            <a:r>
              <a:rPr lang="en-US" dirty="0">
                <a:latin typeface="KaTeX_Main"/>
              </a:rPr>
              <a:t>t=0</a:t>
            </a:r>
            <a:r>
              <a:rPr lang="en-US" i="1" dirty="0">
                <a:latin typeface="KaTeX_Math"/>
              </a:rPr>
              <a:t>t</a:t>
            </a:r>
            <a:r>
              <a:rPr lang="en-US" dirty="0">
                <a:latin typeface="KaTeX_Main"/>
              </a:rPr>
              <a:t>=0</a:t>
            </a:r>
            <a:r>
              <a:rPr lang="en-US" dirty="0">
                <a:latin typeface="fkGroteskNeue"/>
              </a:rPr>
              <a:t>: A3=1, A2=0, A1=1, A0=0.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On each clock, A3, A2, A1, A0 shift right; A3 receives SI.</a:t>
            </a:r>
          </a:p>
          <a:p>
            <a:r>
              <a:rPr lang="en-US" dirty="0">
                <a:latin typeface="fkGrotesk"/>
              </a:rPr>
              <a:t>Register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Toggles each cycle (flip-flop): B0 alternates 0 → 1 → 0 → ...</a:t>
            </a:r>
          </a:p>
          <a:p>
            <a:r>
              <a:rPr lang="en-US" dirty="0">
                <a:latin typeface="fkGrotesk"/>
              </a:rPr>
              <a:t>Serial Input 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Given as alternating values: 0, 1, 0, 1, ...</a:t>
            </a:r>
          </a:p>
          <a:p>
            <a:r>
              <a:rPr lang="en-US" dirty="0">
                <a:latin typeface="fkGrotesk"/>
              </a:rPr>
              <a:t>Control Bit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Determined by AND/OR/NOT logic from shift register and combinational gates.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Controls register A’s shift/load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2104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FC9A0-42A6-1EED-C012-2FD0D2371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71" y="525185"/>
            <a:ext cx="6323172" cy="31459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695" y="503646"/>
            <a:ext cx="2311519" cy="1168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504" y="3559554"/>
            <a:ext cx="2273417" cy="9970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723" y="3449307"/>
            <a:ext cx="2749691" cy="997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8961" y="2177475"/>
            <a:ext cx="3609975" cy="2295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50619" y="1658867"/>
            <a:ext cx="43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00B050"/>
                </a:solidFill>
              </a:rPr>
              <a:t>x.y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22993" t="78653" r="65824" b="4708"/>
          <a:stretch/>
        </p:blipFill>
        <p:spPr>
          <a:xfrm>
            <a:off x="4304962" y="2326459"/>
            <a:ext cx="307497" cy="1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6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245" y="330958"/>
            <a:ext cx="7086964" cy="13970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93" y="2056261"/>
            <a:ext cx="7283824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6" y="36418"/>
            <a:ext cx="7493385" cy="47817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89399"/>
            <a:ext cx="7779150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1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1" y="191486"/>
            <a:ext cx="8379087" cy="22773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01" y="2943494"/>
            <a:ext cx="7721997" cy="29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2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75" y="964786"/>
            <a:ext cx="4648439" cy="48452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293" y="1058134"/>
            <a:ext cx="3714941" cy="47500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868" y="1357934"/>
            <a:ext cx="4267419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6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269"/>
            <a:ext cx="3130711" cy="48198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79" y="1645661"/>
            <a:ext cx="4292821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9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39" y="837095"/>
            <a:ext cx="2711589" cy="48198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221" y="1838875"/>
            <a:ext cx="4045158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" b="42309"/>
          <a:stretch/>
        </p:blipFill>
        <p:spPr>
          <a:xfrm>
            <a:off x="853958" y="445559"/>
            <a:ext cx="4540483" cy="47258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7690"/>
          <a:stretch/>
        </p:blipFill>
        <p:spPr>
          <a:xfrm>
            <a:off x="6025398" y="1407160"/>
            <a:ext cx="4540483" cy="346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2492"/>
          <a:stretch/>
        </p:blipFill>
        <p:spPr>
          <a:xfrm>
            <a:off x="423426" y="479848"/>
            <a:ext cx="4629388" cy="4747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7323"/>
          <a:stretch/>
        </p:blipFill>
        <p:spPr>
          <a:xfrm>
            <a:off x="6102866" y="1214120"/>
            <a:ext cx="4629388" cy="352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41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55" y="838749"/>
            <a:ext cx="7950609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27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043A-3499-07EF-D11B-F124D947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F08584-7296-1AD5-A617-4EEC947764F6}"/>
              </a:ext>
            </a:extLst>
          </p:cNvPr>
          <p:cNvSpPr txBox="1"/>
          <p:nvPr/>
        </p:nvSpPr>
        <p:spPr>
          <a:xfrm>
            <a:off x="643621" y="391360"/>
            <a:ext cx="108698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each cycle:</a:t>
            </a:r>
            <a:endParaRPr lang="en-US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B0 flips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 → A3 → A2 → A1 → A0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 for the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next cycle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updated, because it depends on state in current cycle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 for current cycle is updated</a:t>
            </a: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0" dirty="0">
                <a:effectLst/>
              </a:rPr>
              <a:t>Final timing diagram should look</a:t>
            </a:r>
          </a:p>
          <a:p>
            <a:pPr>
              <a:buNone/>
            </a:pPr>
            <a:r>
              <a:rPr lang="en-US" dirty="0"/>
              <a:t>like this:</a:t>
            </a: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0" dirty="0">
              <a:effectLst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9CAC745-A00C-D9A3-B5BF-A003AD554B3A}"/>
              </a:ext>
            </a:extLst>
          </p:cNvPr>
          <p:cNvSpPr/>
          <p:nvPr/>
        </p:nvSpPr>
        <p:spPr>
          <a:xfrm>
            <a:off x="2293427" y="1939043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E56F1F1-202F-6FAF-DEF5-120B81E5E98B}"/>
              </a:ext>
            </a:extLst>
          </p:cNvPr>
          <p:cNvSpPr/>
          <p:nvPr/>
        </p:nvSpPr>
        <p:spPr>
          <a:xfrm>
            <a:off x="2806269" y="1939043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B96C0E-EED8-88EA-ED4D-798DF37A0266}"/>
              </a:ext>
            </a:extLst>
          </p:cNvPr>
          <p:cNvSpPr/>
          <p:nvPr/>
        </p:nvSpPr>
        <p:spPr>
          <a:xfrm>
            <a:off x="3319111" y="1939043"/>
            <a:ext cx="9593" cy="2608582"/>
          </a:xfrm>
          <a:custGeom>
            <a:avLst/>
            <a:gdLst>
              <a:gd name="connsiteX0" fmla="*/ -78 w 9593"/>
              <a:gd name="connsiteY0" fmla="*/ -290 h 2608582"/>
              <a:gd name="connsiteX1" fmla="*/ -78 w 9593"/>
              <a:gd name="connsiteY1" fmla="*/ 2608293 h 260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93" h="2608582">
                <a:moveTo>
                  <a:pt x="-78" y="-290"/>
                </a:moveTo>
                <a:lnTo>
                  <a:pt x="-78" y="2608293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EE3B9B-B021-94EE-2A6C-1DF79C8F5B49}"/>
              </a:ext>
            </a:extLst>
          </p:cNvPr>
          <p:cNvSpPr/>
          <p:nvPr/>
        </p:nvSpPr>
        <p:spPr>
          <a:xfrm>
            <a:off x="748509" y="2316232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0E1E44C-E9C5-2D25-BC0C-425465E9727C}"/>
              </a:ext>
            </a:extLst>
          </p:cNvPr>
          <p:cNvSpPr/>
          <p:nvPr/>
        </p:nvSpPr>
        <p:spPr>
          <a:xfrm>
            <a:off x="748509" y="2687069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5B2B618-564D-F342-A25D-61C206BAEC15}"/>
              </a:ext>
            </a:extLst>
          </p:cNvPr>
          <p:cNvSpPr/>
          <p:nvPr/>
        </p:nvSpPr>
        <p:spPr>
          <a:xfrm>
            <a:off x="748509" y="3057916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95BA097-394F-F413-B341-AD6A2E67E04A}"/>
              </a:ext>
            </a:extLst>
          </p:cNvPr>
          <p:cNvSpPr/>
          <p:nvPr/>
        </p:nvSpPr>
        <p:spPr>
          <a:xfrm>
            <a:off x="748509" y="3428753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9BB1D6-0CC1-8147-20E1-0F7E617EA452}"/>
              </a:ext>
            </a:extLst>
          </p:cNvPr>
          <p:cNvSpPr/>
          <p:nvPr/>
        </p:nvSpPr>
        <p:spPr>
          <a:xfrm>
            <a:off x="748509" y="3799589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9139A78-CB6C-12A9-768D-60492FF59056}"/>
              </a:ext>
            </a:extLst>
          </p:cNvPr>
          <p:cNvSpPr/>
          <p:nvPr/>
        </p:nvSpPr>
        <p:spPr>
          <a:xfrm>
            <a:off x="748509" y="4170436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7111068-8330-6050-AF77-E6AD39313DC4}"/>
              </a:ext>
            </a:extLst>
          </p:cNvPr>
          <p:cNvSpPr/>
          <p:nvPr/>
        </p:nvSpPr>
        <p:spPr>
          <a:xfrm>
            <a:off x="748509" y="1945396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FC9225D-ECAE-97E3-0192-5C571E718CEF}"/>
              </a:ext>
            </a:extLst>
          </p:cNvPr>
          <p:cNvSpPr/>
          <p:nvPr/>
        </p:nvSpPr>
        <p:spPr>
          <a:xfrm>
            <a:off x="748509" y="4541272"/>
            <a:ext cx="10782418" cy="9525"/>
          </a:xfrm>
          <a:custGeom>
            <a:avLst/>
            <a:gdLst>
              <a:gd name="connsiteX0" fmla="*/ -78 w 10782418"/>
              <a:gd name="connsiteY0" fmla="*/ -290 h 9525"/>
              <a:gd name="connsiteX1" fmla="*/ 10782341 w 10782418"/>
              <a:gd name="connsiteY1" fmla="*/ -29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82418" h="9525">
                <a:moveTo>
                  <a:pt x="-78" y="-290"/>
                </a:moveTo>
                <a:lnTo>
                  <a:pt x="10782341" y="-290"/>
                </a:lnTo>
              </a:path>
            </a:pathLst>
          </a:custGeom>
          <a:noFill/>
          <a:ln w="1279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BDA9FE-0DB5-EFEE-0C2C-004348086B22}"/>
              </a:ext>
            </a:extLst>
          </p:cNvPr>
          <p:cNvSpPr txBox="1"/>
          <p:nvPr/>
        </p:nvSpPr>
        <p:spPr>
          <a:xfrm>
            <a:off x="3319769" y="193684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05691D-0AEC-A58E-15F1-ECE9BCB87A74}"/>
              </a:ext>
            </a:extLst>
          </p:cNvPr>
          <p:cNvSpPr txBox="1"/>
          <p:nvPr/>
        </p:nvSpPr>
        <p:spPr>
          <a:xfrm>
            <a:off x="2806927" y="193684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C8F1A1-5ED5-B508-7E7B-02BD1625E004}"/>
              </a:ext>
            </a:extLst>
          </p:cNvPr>
          <p:cNvSpPr txBox="1"/>
          <p:nvPr/>
        </p:nvSpPr>
        <p:spPr>
          <a:xfrm>
            <a:off x="2303020" y="193684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 dirty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8B5C37-AFB6-AB47-A5FA-92F65B259876}"/>
              </a:ext>
            </a:extLst>
          </p:cNvPr>
          <p:cNvSpPr txBox="1"/>
          <p:nvPr/>
        </p:nvSpPr>
        <p:spPr>
          <a:xfrm>
            <a:off x="1781243" y="193684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0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2004587-125B-BC52-529D-F7545A4D0556}"/>
              </a:ext>
            </a:extLst>
          </p:cNvPr>
          <p:cNvGrpSpPr/>
          <p:nvPr/>
        </p:nvGrpSpPr>
        <p:grpSpPr>
          <a:xfrm>
            <a:off x="3319769" y="2308321"/>
            <a:ext cx="299576" cy="1856392"/>
            <a:chOff x="3319769" y="3579337"/>
            <a:chExt cx="299576" cy="185639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86C12CB-C211-3425-6589-37A124FDDF1E}"/>
                </a:ext>
              </a:extLst>
            </p:cNvPr>
            <p:cNvSpPr txBox="1"/>
            <p:nvPr/>
          </p:nvSpPr>
          <p:spPr>
            <a:xfrm>
              <a:off x="3319769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A555C94-6A28-EE4A-8AE3-9C40337C0EE8}"/>
                </a:ext>
              </a:extLst>
            </p:cNvPr>
            <p:cNvSpPr txBox="1"/>
            <p:nvPr/>
          </p:nvSpPr>
          <p:spPr>
            <a:xfrm>
              <a:off x="3319769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7492E29-AE50-D948-545F-120677280B2E}"/>
                </a:ext>
              </a:extLst>
            </p:cNvPr>
            <p:cNvSpPr txBox="1"/>
            <p:nvPr/>
          </p:nvSpPr>
          <p:spPr>
            <a:xfrm>
              <a:off x="3319769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8490003-661F-A37E-0CF5-F54A69E3E677}"/>
                </a:ext>
              </a:extLst>
            </p:cNvPr>
            <p:cNvSpPr txBox="1"/>
            <p:nvPr/>
          </p:nvSpPr>
          <p:spPr>
            <a:xfrm>
              <a:off x="3319769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2157ADB-CD54-BAAB-9F3B-13CDA48E7876}"/>
                </a:ext>
              </a:extLst>
            </p:cNvPr>
            <p:cNvSpPr txBox="1"/>
            <p:nvPr/>
          </p:nvSpPr>
          <p:spPr>
            <a:xfrm>
              <a:off x="3319769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083AD84-EA16-7EC3-ECAE-C8A56D7C0276}"/>
              </a:ext>
            </a:extLst>
          </p:cNvPr>
          <p:cNvGrpSpPr/>
          <p:nvPr/>
        </p:nvGrpSpPr>
        <p:grpSpPr>
          <a:xfrm>
            <a:off x="2806927" y="2308321"/>
            <a:ext cx="299576" cy="1856392"/>
            <a:chOff x="2806927" y="3579337"/>
            <a:chExt cx="299576" cy="185639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D31F9EB-88EA-A93A-C51C-B9A43C7953AE}"/>
                </a:ext>
              </a:extLst>
            </p:cNvPr>
            <p:cNvSpPr txBox="1"/>
            <p:nvPr/>
          </p:nvSpPr>
          <p:spPr>
            <a:xfrm>
              <a:off x="2806927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92676FA-0287-3CCD-5003-12CEF74D524F}"/>
                </a:ext>
              </a:extLst>
            </p:cNvPr>
            <p:cNvSpPr txBox="1"/>
            <p:nvPr/>
          </p:nvSpPr>
          <p:spPr>
            <a:xfrm>
              <a:off x="2806927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0A6569C-02C2-C403-4183-8B5A45803463}"/>
                </a:ext>
              </a:extLst>
            </p:cNvPr>
            <p:cNvSpPr txBox="1"/>
            <p:nvPr/>
          </p:nvSpPr>
          <p:spPr>
            <a:xfrm>
              <a:off x="2806927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3972431-E811-EA69-E284-4441E4A59EB0}"/>
                </a:ext>
              </a:extLst>
            </p:cNvPr>
            <p:cNvSpPr txBox="1"/>
            <p:nvPr/>
          </p:nvSpPr>
          <p:spPr>
            <a:xfrm>
              <a:off x="2806927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09D3E4E-17AA-F4B6-1DE9-78BD1361A8F4}"/>
                </a:ext>
              </a:extLst>
            </p:cNvPr>
            <p:cNvSpPr txBox="1"/>
            <p:nvPr/>
          </p:nvSpPr>
          <p:spPr>
            <a:xfrm>
              <a:off x="2806927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9043C8B-C7BF-D6FA-0DFE-0291CCBF5702}"/>
              </a:ext>
            </a:extLst>
          </p:cNvPr>
          <p:cNvGrpSpPr/>
          <p:nvPr/>
        </p:nvGrpSpPr>
        <p:grpSpPr>
          <a:xfrm>
            <a:off x="2294085" y="2308321"/>
            <a:ext cx="299576" cy="1856392"/>
            <a:chOff x="2294085" y="3579337"/>
            <a:chExt cx="299576" cy="185639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EAAA58F-1D3D-D20F-72CC-221E5E4407F3}"/>
                </a:ext>
              </a:extLst>
            </p:cNvPr>
            <p:cNvSpPr txBox="1"/>
            <p:nvPr/>
          </p:nvSpPr>
          <p:spPr>
            <a:xfrm>
              <a:off x="2294085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2948957-7D9B-D262-76EF-AF81243C83A2}"/>
                </a:ext>
              </a:extLst>
            </p:cNvPr>
            <p:cNvSpPr txBox="1"/>
            <p:nvPr/>
          </p:nvSpPr>
          <p:spPr>
            <a:xfrm>
              <a:off x="2294085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DF7116-3B9B-8D21-C7BF-820A34649DA3}"/>
                </a:ext>
              </a:extLst>
            </p:cNvPr>
            <p:cNvSpPr txBox="1"/>
            <p:nvPr/>
          </p:nvSpPr>
          <p:spPr>
            <a:xfrm>
              <a:off x="2294085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A7E1863-C079-86B4-4E2B-9B64CD831FB1}"/>
                </a:ext>
              </a:extLst>
            </p:cNvPr>
            <p:cNvSpPr txBox="1"/>
            <p:nvPr/>
          </p:nvSpPr>
          <p:spPr>
            <a:xfrm>
              <a:off x="2294085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232F8A6-F27E-CF4D-0FC4-8021F8C7EB17}"/>
                </a:ext>
              </a:extLst>
            </p:cNvPr>
            <p:cNvSpPr txBox="1"/>
            <p:nvPr/>
          </p:nvSpPr>
          <p:spPr>
            <a:xfrm>
              <a:off x="2294085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C850038-AB6B-C679-E3F9-F4FE44A23E24}"/>
              </a:ext>
            </a:extLst>
          </p:cNvPr>
          <p:cNvGrpSpPr/>
          <p:nvPr/>
        </p:nvGrpSpPr>
        <p:grpSpPr>
          <a:xfrm>
            <a:off x="1781243" y="2308321"/>
            <a:ext cx="299576" cy="1856392"/>
            <a:chOff x="1781243" y="3579337"/>
            <a:chExt cx="299576" cy="185639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CD755C-0114-4200-EFEB-2FF8C1B069CB}"/>
                </a:ext>
              </a:extLst>
            </p:cNvPr>
            <p:cNvSpPr txBox="1"/>
            <p:nvPr/>
          </p:nvSpPr>
          <p:spPr>
            <a:xfrm>
              <a:off x="1781243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CF404EA-4C7E-B64E-5E6E-C9E1BD7D5031}"/>
                </a:ext>
              </a:extLst>
            </p:cNvPr>
            <p:cNvSpPr txBox="1"/>
            <p:nvPr/>
          </p:nvSpPr>
          <p:spPr>
            <a:xfrm>
              <a:off x="1781243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D510198-99C3-44D5-953B-8ABDD5609B1D}"/>
                </a:ext>
              </a:extLst>
            </p:cNvPr>
            <p:cNvSpPr txBox="1"/>
            <p:nvPr/>
          </p:nvSpPr>
          <p:spPr>
            <a:xfrm>
              <a:off x="1781243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DFEB052-6F3A-99EA-5888-784B3547A31F}"/>
                </a:ext>
              </a:extLst>
            </p:cNvPr>
            <p:cNvSpPr txBox="1"/>
            <p:nvPr/>
          </p:nvSpPr>
          <p:spPr>
            <a:xfrm>
              <a:off x="1781243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C7587D7-5C79-1C61-5D01-1AF8E8A4640F}"/>
                </a:ext>
              </a:extLst>
            </p:cNvPr>
            <p:cNvSpPr txBox="1"/>
            <p:nvPr/>
          </p:nvSpPr>
          <p:spPr>
            <a:xfrm>
              <a:off x="1781243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F5C8294-DC1B-8ED8-060A-6870E8CF5F26}"/>
              </a:ext>
            </a:extLst>
          </p:cNvPr>
          <p:cNvGrpSpPr/>
          <p:nvPr/>
        </p:nvGrpSpPr>
        <p:grpSpPr>
          <a:xfrm>
            <a:off x="3831954" y="1936846"/>
            <a:ext cx="7702236" cy="2610779"/>
            <a:chOff x="3831954" y="3207862"/>
            <a:chExt cx="7702236" cy="261077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F7BD41B-A113-AAA2-E85C-1A16CA97ED84}"/>
                </a:ext>
              </a:extLst>
            </p:cNvPr>
            <p:cNvSpPr/>
            <p:nvPr/>
          </p:nvSpPr>
          <p:spPr>
            <a:xfrm>
              <a:off x="3831954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F1F2762-FDBA-A0F8-0EFB-7026E6DC76D6}"/>
                </a:ext>
              </a:extLst>
            </p:cNvPr>
            <p:cNvSpPr/>
            <p:nvPr/>
          </p:nvSpPr>
          <p:spPr>
            <a:xfrm>
              <a:off x="4344796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A53527-EEF4-1F9F-E45F-2C68C2236948}"/>
                </a:ext>
              </a:extLst>
            </p:cNvPr>
            <p:cNvSpPr/>
            <p:nvPr/>
          </p:nvSpPr>
          <p:spPr>
            <a:xfrm>
              <a:off x="4857638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C289F24-0BD6-4032-45DE-DBDCA25BD419}"/>
                </a:ext>
              </a:extLst>
            </p:cNvPr>
            <p:cNvSpPr/>
            <p:nvPr/>
          </p:nvSpPr>
          <p:spPr>
            <a:xfrm>
              <a:off x="5370480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CF61EC-D3C8-0806-019E-F2B6144D4053}"/>
                </a:ext>
              </a:extLst>
            </p:cNvPr>
            <p:cNvSpPr/>
            <p:nvPr/>
          </p:nvSpPr>
          <p:spPr>
            <a:xfrm>
              <a:off x="5883313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C83758-7D76-F75F-CD64-FDD4939F4F6C}"/>
                </a:ext>
              </a:extLst>
            </p:cNvPr>
            <p:cNvSpPr/>
            <p:nvPr/>
          </p:nvSpPr>
          <p:spPr>
            <a:xfrm>
              <a:off x="6396155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22404D-2586-1378-7784-B7ACCA3A13BD}"/>
                </a:ext>
              </a:extLst>
            </p:cNvPr>
            <p:cNvSpPr/>
            <p:nvPr/>
          </p:nvSpPr>
          <p:spPr>
            <a:xfrm>
              <a:off x="6908997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2EDD189-5F5E-2C1B-1EE9-A1DB4F30C70A}"/>
                </a:ext>
              </a:extLst>
            </p:cNvPr>
            <p:cNvSpPr/>
            <p:nvPr/>
          </p:nvSpPr>
          <p:spPr>
            <a:xfrm>
              <a:off x="7421840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A397EB-8C08-C3E5-BB39-F5209EF1EADD}"/>
                </a:ext>
              </a:extLst>
            </p:cNvPr>
            <p:cNvSpPr txBox="1"/>
            <p:nvPr/>
          </p:nvSpPr>
          <p:spPr>
            <a:xfrm>
              <a:off x="7422498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0D32F2-3A48-E584-3841-795E4A8D3942}"/>
                </a:ext>
              </a:extLst>
            </p:cNvPr>
            <p:cNvSpPr txBox="1"/>
            <p:nvPr/>
          </p:nvSpPr>
          <p:spPr>
            <a:xfrm>
              <a:off x="6909655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426693E-F46D-9EAD-5AA0-CAA50036ECF7}"/>
                </a:ext>
              </a:extLst>
            </p:cNvPr>
            <p:cNvSpPr txBox="1"/>
            <p:nvPr/>
          </p:nvSpPr>
          <p:spPr>
            <a:xfrm>
              <a:off x="6396813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628675E-935A-4A1D-547C-4C344F44314E}"/>
                </a:ext>
              </a:extLst>
            </p:cNvPr>
            <p:cNvSpPr txBox="1"/>
            <p:nvPr/>
          </p:nvSpPr>
          <p:spPr>
            <a:xfrm>
              <a:off x="5883980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9C3083E-070C-FD69-646C-ED1ECDC32E9F}"/>
                </a:ext>
              </a:extLst>
            </p:cNvPr>
            <p:cNvSpPr txBox="1"/>
            <p:nvPr/>
          </p:nvSpPr>
          <p:spPr>
            <a:xfrm>
              <a:off x="5371138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9DB9FA-B8EB-FF84-CF87-7908FD36108F}"/>
                </a:ext>
              </a:extLst>
            </p:cNvPr>
            <p:cNvSpPr txBox="1"/>
            <p:nvPr/>
          </p:nvSpPr>
          <p:spPr>
            <a:xfrm>
              <a:off x="4858296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D2B0C2-2C04-BE26-6582-59E8B6D40CB5}"/>
                </a:ext>
              </a:extLst>
            </p:cNvPr>
            <p:cNvSpPr txBox="1"/>
            <p:nvPr/>
          </p:nvSpPr>
          <p:spPr>
            <a:xfrm>
              <a:off x="4345454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BB16942-FD12-D743-4BED-A9A9312B4B3A}"/>
                </a:ext>
              </a:extLst>
            </p:cNvPr>
            <p:cNvSpPr txBox="1"/>
            <p:nvPr/>
          </p:nvSpPr>
          <p:spPr>
            <a:xfrm>
              <a:off x="3832612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DF83E77B-2B72-7F47-A546-83687109A9D6}"/>
                </a:ext>
              </a:extLst>
            </p:cNvPr>
            <p:cNvGrpSpPr/>
            <p:nvPr/>
          </p:nvGrpSpPr>
          <p:grpSpPr>
            <a:xfrm>
              <a:off x="7422498" y="3579337"/>
              <a:ext cx="299576" cy="1856392"/>
              <a:chOff x="7422498" y="3579337"/>
              <a:chExt cx="299576" cy="185639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1C8CC64-EA37-6B4C-AB50-368FBE76136D}"/>
                  </a:ext>
                </a:extLst>
              </p:cNvPr>
              <p:cNvSpPr txBox="1"/>
              <p:nvPr/>
            </p:nvSpPr>
            <p:spPr>
              <a:xfrm>
                <a:off x="7422498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125B288-4647-B013-774D-607F2494BC40}"/>
                  </a:ext>
                </a:extLst>
              </p:cNvPr>
              <p:cNvSpPr txBox="1"/>
              <p:nvPr/>
            </p:nvSpPr>
            <p:spPr>
              <a:xfrm>
                <a:off x="7422498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6A8CDC2-7B16-CC58-D793-EEC02FA2AF19}"/>
                  </a:ext>
                </a:extLst>
              </p:cNvPr>
              <p:cNvSpPr txBox="1"/>
              <p:nvPr/>
            </p:nvSpPr>
            <p:spPr>
              <a:xfrm>
                <a:off x="7422498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09C5747-DCD0-68AE-D664-5082D07A3F32}"/>
                  </a:ext>
                </a:extLst>
              </p:cNvPr>
              <p:cNvSpPr txBox="1"/>
              <p:nvPr/>
            </p:nvSpPr>
            <p:spPr>
              <a:xfrm>
                <a:off x="7422498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CF73D5D-3142-9F54-EF7A-F4D144187AC3}"/>
                  </a:ext>
                </a:extLst>
              </p:cNvPr>
              <p:cNvSpPr txBox="1"/>
              <p:nvPr/>
            </p:nvSpPr>
            <p:spPr>
              <a:xfrm>
                <a:off x="7422498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00BA61B2-496B-3623-ABBB-57D68D387817}"/>
                </a:ext>
              </a:extLst>
            </p:cNvPr>
            <p:cNvGrpSpPr/>
            <p:nvPr/>
          </p:nvGrpSpPr>
          <p:grpSpPr>
            <a:xfrm>
              <a:off x="6909655" y="3579337"/>
              <a:ext cx="299576" cy="1856392"/>
              <a:chOff x="6909655" y="3579337"/>
              <a:chExt cx="299576" cy="1856392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E86A410-4176-2698-42D2-4194477EFA54}"/>
                  </a:ext>
                </a:extLst>
              </p:cNvPr>
              <p:cNvSpPr txBox="1"/>
              <p:nvPr/>
            </p:nvSpPr>
            <p:spPr>
              <a:xfrm>
                <a:off x="6909655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 dirty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F36DEAE-E198-34C6-96FA-2F45F710367A}"/>
                  </a:ext>
                </a:extLst>
              </p:cNvPr>
              <p:cNvSpPr txBox="1"/>
              <p:nvPr/>
            </p:nvSpPr>
            <p:spPr>
              <a:xfrm>
                <a:off x="6909655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0A922A2-9E7D-F7BD-9E39-B4284D229EF8}"/>
                  </a:ext>
                </a:extLst>
              </p:cNvPr>
              <p:cNvSpPr txBox="1"/>
              <p:nvPr/>
            </p:nvSpPr>
            <p:spPr>
              <a:xfrm>
                <a:off x="6909655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68E08D4-AE49-A3CE-7CAD-C57504A7B11D}"/>
                  </a:ext>
                </a:extLst>
              </p:cNvPr>
              <p:cNvSpPr txBox="1"/>
              <p:nvPr/>
            </p:nvSpPr>
            <p:spPr>
              <a:xfrm>
                <a:off x="6909655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C3919F5-AA30-9957-A74F-901367970C99}"/>
                  </a:ext>
                </a:extLst>
              </p:cNvPr>
              <p:cNvSpPr txBox="1"/>
              <p:nvPr/>
            </p:nvSpPr>
            <p:spPr>
              <a:xfrm>
                <a:off x="6909655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6EABBA18-CA66-00E0-AD87-A1C79D1EBCD6}"/>
                </a:ext>
              </a:extLst>
            </p:cNvPr>
            <p:cNvGrpSpPr/>
            <p:nvPr/>
          </p:nvGrpSpPr>
          <p:grpSpPr>
            <a:xfrm>
              <a:off x="6396813" y="3579337"/>
              <a:ext cx="299576" cy="1856392"/>
              <a:chOff x="6396813" y="3579337"/>
              <a:chExt cx="299576" cy="1856392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078EE50-3273-376F-EE3B-65E730C830BC}"/>
                  </a:ext>
                </a:extLst>
              </p:cNvPr>
              <p:cNvSpPr txBox="1"/>
              <p:nvPr/>
            </p:nvSpPr>
            <p:spPr>
              <a:xfrm>
                <a:off x="6396813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33702B-E352-0264-8A76-BDD5F941B0EC}"/>
                  </a:ext>
                </a:extLst>
              </p:cNvPr>
              <p:cNvSpPr txBox="1"/>
              <p:nvPr/>
            </p:nvSpPr>
            <p:spPr>
              <a:xfrm>
                <a:off x="6396813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287EA64-5B5D-AE38-8823-A01D05EF9DD7}"/>
                  </a:ext>
                </a:extLst>
              </p:cNvPr>
              <p:cNvSpPr txBox="1"/>
              <p:nvPr/>
            </p:nvSpPr>
            <p:spPr>
              <a:xfrm>
                <a:off x="6396813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EA658C4-71DA-AB58-F973-1A23AA0ACCF1}"/>
                  </a:ext>
                </a:extLst>
              </p:cNvPr>
              <p:cNvSpPr txBox="1"/>
              <p:nvPr/>
            </p:nvSpPr>
            <p:spPr>
              <a:xfrm>
                <a:off x="6396813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30B1BCB-E3F2-5931-24F0-B438BA3E081C}"/>
                  </a:ext>
                </a:extLst>
              </p:cNvPr>
              <p:cNvSpPr txBox="1"/>
              <p:nvPr/>
            </p:nvSpPr>
            <p:spPr>
              <a:xfrm>
                <a:off x="6396813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614CA082-5FDE-93E4-A77D-9C549231E831}"/>
                </a:ext>
              </a:extLst>
            </p:cNvPr>
            <p:cNvGrpSpPr/>
            <p:nvPr/>
          </p:nvGrpSpPr>
          <p:grpSpPr>
            <a:xfrm>
              <a:off x="5883980" y="3579337"/>
              <a:ext cx="299576" cy="1856392"/>
              <a:chOff x="5883980" y="3579337"/>
              <a:chExt cx="299576" cy="1856392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5629C44-AF04-C640-954C-5BE8586D7C44}"/>
                  </a:ext>
                </a:extLst>
              </p:cNvPr>
              <p:cNvSpPr txBox="1"/>
              <p:nvPr/>
            </p:nvSpPr>
            <p:spPr>
              <a:xfrm>
                <a:off x="5883980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FBFDEF5-AE0F-207D-6B24-70B345BCFD22}"/>
                  </a:ext>
                </a:extLst>
              </p:cNvPr>
              <p:cNvSpPr txBox="1"/>
              <p:nvPr/>
            </p:nvSpPr>
            <p:spPr>
              <a:xfrm>
                <a:off x="5883980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0EA2F7D-0B5C-576C-8F51-D0797CA3CF4B}"/>
                  </a:ext>
                </a:extLst>
              </p:cNvPr>
              <p:cNvSpPr txBox="1"/>
              <p:nvPr/>
            </p:nvSpPr>
            <p:spPr>
              <a:xfrm>
                <a:off x="5883980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199A1CB-1AB4-5D40-0E03-55AC5DEF5450}"/>
                  </a:ext>
                </a:extLst>
              </p:cNvPr>
              <p:cNvSpPr txBox="1"/>
              <p:nvPr/>
            </p:nvSpPr>
            <p:spPr>
              <a:xfrm>
                <a:off x="5883980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4AC6A2B-6980-704D-73E8-E0EC180C3641}"/>
                  </a:ext>
                </a:extLst>
              </p:cNvPr>
              <p:cNvSpPr txBox="1"/>
              <p:nvPr/>
            </p:nvSpPr>
            <p:spPr>
              <a:xfrm>
                <a:off x="5883980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36FA1F7-8A60-42A4-B194-9DBB1CCAA880}"/>
                </a:ext>
              </a:extLst>
            </p:cNvPr>
            <p:cNvGrpSpPr/>
            <p:nvPr/>
          </p:nvGrpSpPr>
          <p:grpSpPr>
            <a:xfrm>
              <a:off x="5371138" y="3579337"/>
              <a:ext cx="299576" cy="1856392"/>
              <a:chOff x="5371138" y="3579337"/>
              <a:chExt cx="299576" cy="1856392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79CA529-E376-3645-1BDF-8C8FBA3F6AC2}"/>
                  </a:ext>
                </a:extLst>
              </p:cNvPr>
              <p:cNvSpPr txBox="1"/>
              <p:nvPr/>
            </p:nvSpPr>
            <p:spPr>
              <a:xfrm>
                <a:off x="5371138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1451A04-1925-EB70-263E-66B5328BFEBE}"/>
                  </a:ext>
                </a:extLst>
              </p:cNvPr>
              <p:cNvSpPr txBox="1"/>
              <p:nvPr/>
            </p:nvSpPr>
            <p:spPr>
              <a:xfrm>
                <a:off x="5371138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503B92C-360A-EDCD-EE14-D03759E9472D}"/>
                  </a:ext>
                </a:extLst>
              </p:cNvPr>
              <p:cNvSpPr txBox="1"/>
              <p:nvPr/>
            </p:nvSpPr>
            <p:spPr>
              <a:xfrm>
                <a:off x="5371138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CD01E89-D38B-EB03-75AC-08F6685DD056}"/>
                  </a:ext>
                </a:extLst>
              </p:cNvPr>
              <p:cNvSpPr txBox="1"/>
              <p:nvPr/>
            </p:nvSpPr>
            <p:spPr>
              <a:xfrm>
                <a:off x="5371138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A622FDC-6F9B-0FAC-D17F-A0EDD9669CC3}"/>
                  </a:ext>
                </a:extLst>
              </p:cNvPr>
              <p:cNvSpPr txBox="1"/>
              <p:nvPr/>
            </p:nvSpPr>
            <p:spPr>
              <a:xfrm>
                <a:off x="5371138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D8A1739A-DBB6-B1E3-013A-721793F0E153}"/>
                </a:ext>
              </a:extLst>
            </p:cNvPr>
            <p:cNvGrpSpPr/>
            <p:nvPr/>
          </p:nvGrpSpPr>
          <p:grpSpPr>
            <a:xfrm>
              <a:off x="4858296" y="3579337"/>
              <a:ext cx="299576" cy="1856392"/>
              <a:chOff x="4858296" y="3579337"/>
              <a:chExt cx="299576" cy="1856392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E706EF4-CF0D-B62B-DB8E-B0FC579CE13A}"/>
                  </a:ext>
                </a:extLst>
              </p:cNvPr>
              <p:cNvSpPr txBox="1"/>
              <p:nvPr/>
            </p:nvSpPr>
            <p:spPr>
              <a:xfrm>
                <a:off x="4858296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397EE8D-6CAF-C08C-04AE-CC805B3D4F14}"/>
                  </a:ext>
                </a:extLst>
              </p:cNvPr>
              <p:cNvSpPr txBox="1"/>
              <p:nvPr/>
            </p:nvSpPr>
            <p:spPr>
              <a:xfrm>
                <a:off x="4858296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55DBAE6-5900-D744-6D6E-00E0E270DBF1}"/>
                  </a:ext>
                </a:extLst>
              </p:cNvPr>
              <p:cNvSpPr txBox="1"/>
              <p:nvPr/>
            </p:nvSpPr>
            <p:spPr>
              <a:xfrm>
                <a:off x="4858296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98C8C67-6415-4E19-30E6-9A012D725CCA}"/>
                  </a:ext>
                </a:extLst>
              </p:cNvPr>
              <p:cNvSpPr txBox="1"/>
              <p:nvPr/>
            </p:nvSpPr>
            <p:spPr>
              <a:xfrm>
                <a:off x="4858296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C13DD6BE-3B56-BE22-A57A-7EF39E6F1595}"/>
                  </a:ext>
                </a:extLst>
              </p:cNvPr>
              <p:cNvSpPr txBox="1"/>
              <p:nvPr/>
            </p:nvSpPr>
            <p:spPr>
              <a:xfrm>
                <a:off x="4858296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4AF95B2A-4B1C-1289-66F5-405493CBF0A0}"/>
                </a:ext>
              </a:extLst>
            </p:cNvPr>
            <p:cNvGrpSpPr/>
            <p:nvPr/>
          </p:nvGrpSpPr>
          <p:grpSpPr>
            <a:xfrm>
              <a:off x="4345454" y="3579337"/>
              <a:ext cx="299576" cy="1856392"/>
              <a:chOff x="4345454" y="3579337"/>
              <a:chExt cx="299576" cy="1856392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ADC6065-E42A-5C58-9BC5-6FC159D0DAFC}"/>
                  </a:ext>
                </a:extLst>
              </p:cNvPr>
              <p:cNvSpPr txBox="1"/>
              <p:nvPr/>
            </p:nvSpPr>
            <p:spPr>
              <a:xfrm>
                <a:off x="4345454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6808879-27E0-3FB0-26D2-AC3F3C5B5694}"/>
                  </a:ext>
                </a:extLst>
              </p:cNvPr>
              <p:cNvSpPr txBox="1"/>
              <p:nvPr/>
            </p:nvSpPr>
            <p:spPr>
              <a:xfrm>
                <a:off x="4345454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743543C-F624-FAB0-F2AC-C448E8332EE7}"/>
                  </a:ext>
                </a:extLst>
              </p:cNvPr>
              <p:cNvSpPr txBox="1"/>
              <p:nvPr/>
            </p:nvSpPr>
            <p:spPr>
              <a:xfrm>
                <a:off x="4345454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228F543-82A9-4E21-C942-4411462F5B76}"/>
                  </a:ext>
                </a:extLst>
              </p:cNvPr>
              <p:cNvSpPr txBox="1"/>
              <p:nvPr/>
            </p:nvSpPr>
            <p:spPr>
              <a:xfrm>
                <a:off x="4345454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5FADE275-4B3D-2D41-B5D0-A92D7DE58E46}"/>
                  </a:ext>
                </a:extLst>
              </p:cNvPr>
              <p:cNvSpPr txBox="1"/>
              <p:nvPr/>
            </p:nvSpPr>
            <p:spPr>
              <a:xfrm>
                <a:off x="4345454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46A4FF53-818A-4821-E4B8-FF7DFE516EE9}"/>
                </a:ext>
              </a:extLst>
            </p:cNvPr>
            <p:cNvGrpSpPr/>
            <p:nvPr/>
          </p:nvGrpSpPr>
          <p:grpSpPr>
            <a:xfrm>
              <a:off x="3832612" y="3579337"/>
              <a:ext cx="299576" cy="1856392"/>
              <a:chOff x="3832612" y="3579337"/>
              <a:chExt cx="299576" cy="1856392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326227-E6CC-9891-0B9D-84B0B9EE9ACD}"/>
                  </a:ext>
                </a:extLst>
              </p:cNvPr>
              <p:cNvSpPr txBox="1"/>
              <p:nvPr/>
            </p:nvSpPr>
            <p:spPr>
              <a:xfrm>
                <a:off x="3832612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FD3945B-6F63-9E2F-ADDA-3E7B4FC9922C}"/>
                  </a:ext>
                </a:extLst>
              </p:cNvPr>
              <p:cNvSpPr txBox="1"/>
              <p:nvPr/>
            </p:nvSpPr>
            <p:spPr>
              <a:xfrm>
                <a:off x="3832612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92E8D8A-878F-0E4A-B6AB-1BEAA1C156EC}"/>
                  </a:ext>
                </a:extLst>
              </p:cNvPr>
              <p:cNvSpPr txBox="1"/>
              <p:nvPr/>
            </p:nvSpPr>
            <p:spPr>
              <a:xfrm>
                <a:off x="3832612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930A8A0-684C-DB82-8E9D-5E6436ADD7F9}"/>
                  </a:ext>
                </a:extLst>
              </p:cNvPr>
              <p:cNvSpPr txBox="1"/>
              <p:nvPr/>
            </p:nvSpPr>
            <p:spPr>
              <a:xfrm>
                <a:off x="3832612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47D22F6-9275-9CB4-55E2-2D532382CA49}"/>
                  </a:ext>
                </a:extLst>
              </p:cNvPr>
              <p:cNvSpPr txBox="1"/>
              <p:nvPr/>
            </p:nvSpPr>
            <p:spPr>
              <a:xfrm>
                <a:off x="3832612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1DF55878-A7B2-39F5-E037-A8BE8AC05355}"/>
                </a:ext>
              </a:extLst>
            </p:cNvPr>
            <p:cNvGrpSpPr/>
            <p:nvPr/>
          </p:nvGrpSpPr>
          <p:grpSpPr>
            <a:xfrm>
              <a:off x="7934682" y="3207862"/>
              <a:ext cx="3599508" cy="2610779"/>
              <a:chOff x="7934682" y="3207862"/>
              <a:chExt cx="3599508" cy="261077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B598769-5B22-27C3-E76E-2BF5D9D2227B}"/>
                  </a:ext>
                </a:extLst>
              </p:cNvPr>
              <p:cNvSpPr/>
              <p:nvPr/>
            </p:nvSpPr>
            <p:spPr>
              <a:xfrm>
                <a:off x="7934682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C794909-CD0C-FE14-A8DA-856AAF35D88D}"/>
                  </a:ext>
                </a:extLst>
              </p:cNvPr>
              <p:cNvSpPr/>
              <p:nvPr/>
            </p:nvSpPr>
            <p:spPr>
              <a:xfrm>
                <a:off x="8447524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4A45D4B-0849-6BDD-3D5B-48A1E2AEA251}"/>
                  </a:ext>
                </a:extLst>
              </p:cNvPr>
              <p:cNvSpPr/>
              <p:nvPr/>
            </p:nvSpPr>
            <p:spPr>
              <a:xfrm>
                <a:off x="8960366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25F7AA-9461-C1A7-19E7-A11D29B3C4D5}"/>
                  </a:ext>
                </a:extLst>
              </p:cNvPr>
              <p:cNvSpPr/>
              <p:nvPr/>
            </p:nvSpPr>
            <p:spPr>
              <a:xfrm>
                <a:off x="9473208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798DC62-F723-F1B9-7AAD-DC27F91299D8}"/>
                  </a:ext>
                </a:extLst>
              </p:cNvPr>
              <p:cNvSpPr/>
              <p:nvPr/>
            </p:nvSpPr>
            <p:spPr>
              <a:xfrm>
                <a:off x="9986080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C90D151-2737-C3DF-AC15-63A43C3BB486}"/>
                  </a:ext>
                </a:extLst>
              </p:cNvPr>
              <p:cNvSpPr/>
              <p:nvPr/>
            </p:nvSpPr>
            <p:spPr>
              <a:xfrm>
                <a:off x="10498855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555D5DF-E37C-F77B-7256-4FA78B0C2C0C}"/>
                  </a:ext>
                </a:extLst>
              </p:cNvPr>
              <p:cNvSpPr/>
              <p:nvPr/>
            </p:nvSpPr>
            <p:spPr>
              <a:xfrm>
                <a:off x="11011725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CB85AF4-30F9-7BDF-5D1C-D45BF7351B30}"/>
                  </a:ext>
                </a:extLst>
              </p:cNvPr>
              <p:cNvSpPr/>
              <p:nvPr/>
            </p:nvSpPr>
            <p:spPr>
              <a:xfrm>
                <a:off x="11524597" y="3210059"/>
                <a:ext cx="9593" cy="2608582"/>
              </a:xfrm>
              <a:custGeom>
                <a:avLst/>
                <a:gdLst>
                  <a:gd name="connsiteX0" fmla="*/ -78 w 9593"/>
                  <a:gd name="connsiteY0" fmla="*/ -290 h 2608582"/>
                  <a:gd name="connsiteX1" fmla="*/ -78 w 9593"/>
                  <a:gd name="connsiteY1" fmla="*/ 2608293 h 260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93" h="2608582">
                    <a:moveTo>
                      <a:pt x="-78" y="-290"/>
                    </a:moveTo>
                    <a:lnTo>
                      <a:pt x="-78" y="2608293"/>
                    </a:lnTo>
                  </a:path>
                </a:pathLst>
              </a:custGeom>
              <a:noFill/>
              <a:ln w="1279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F3BB7D-60AC-5E60-ED2B-DFC80462F426}"/>
                  </a:ext>
                </a:extLst>
              </p:cNvPr>
              <p:cNvSpPr txBox="1"/>
              <p:nvPr/>
            </p:nvSpPr>
            <p:spPr>
              <a:xfrm>
                <a:off x="11012384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CE9A9F-E607-AB56-E62C-1BC493389389}"/>
                  </a:ext>
                </a:extLst>
              </p:cNvPr>
              <p:cNvSpPr txBox="1"/>
              <p:nvPr/>
            </p:nvSpPr>
            <p:spPr>
              <a:xfrm>
                <a:off x="10499513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1D69941-30E9-11F8-1F72-39F85C4C1E87}"/>
                  </a:ext>
                </a:extLst>
              </p:cNvPr>
              <p:cNvSpPr txBox="1"/>
              <p:nvPr/>
            </p:nvSpPr>
            <p:spPr>
              <a:xfrm>
                <a:off x="9986737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B2E293-E001-1A8D-A43D-4925329B4325}"/>
                  </a:ext>
                </a:extLst>
              </p:cNvPr>
              <p:cNvSpPr txBox="1"/>
              <p:nvPr/>
            </p:nvSpPr>
            <p:spPr>
              <a:xfrm>
                <a:off x="9473866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E6F55B3-F31F-EED8-DD13-3CAD5EC74C95}"/>
                  </a:ext>
                </a:extLst>
              </p:cNvPr>
              <p:cNvSpPr txBox="1"/>
              <p:nvPr/>
            </p:nvSpPr>
            <p:spPr>
              <a:xfrm>
                <a:off x="8961024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181258-70CB-739C-252C-E4DB8C5CABF3}"/>
                  </a:ext>
                </a:extLst>
              </p:cNvPr>
              <p:cNvSpPr txBox="1"/>
              <p:nvPr/>
            </p:nvSpPr>
            <p:spPr>
              <a:xfrm>
                <a:off x="8448182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C88FD5-6703-66B3-7E43-8D54CEC6B85B}"/>
                  </a:ext>
                </a:extLst>
              </p:cNvPr>
              <p:cNvSpPr txBox="1"/>
              <p:nvPr/>
            </p:nvSpPr>
            <p:spPr>
              <a:xfrm>
                <a:off x="7935340" y="32078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116BA90-0BBC-68A8-A7EF-E6B6185850DF}"/>
                  </a:ext>
                </a:extLst>
              </p:cNvPr>
              <p:cNvSpPr txBox="1"/>
              <p:nvPr/>
            </p:nvSpPr>
            <p:spPr>
              <a:xfrm>
                <a:off x="11012384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4991AE-8840-0C52-861F-E0B12825D348}"/>
                  </a:ext>
                </a:extLst>
              </p:cNvPr>
              <p:cNvSpPr txBox="1"/>
              <p:nvPr/>
            </p:nvSpPr>
            <p:spPr>
              <a:xfrm>
                <a:off x="10499513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8A2032-C496-F0B5-66DB-DEB413ED564E}"/>
                  </a:ext>
                </a:extLst>
              </p:cNvPr>
              <p:cNvSpPr txBox="1"/>
              <p:nvPr/>
            </p:nvSpPr>
            <p:spPr>
              <a:xfrm>
                <a:off x="9986737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375159-1B79-6E27-DAE1-7DBDDB190A9B}"/>
                  </a:ext>
                </a:extLst>
              </p:cNvPr>
              <p:cNvSpPr txBox="1"/>
              <p:nvPr/>
            </p:nvSpPr>
            <p:spPr>
              <a:xfrm>
                <a:off x="9473866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5D2EE2A-DB97-188C-6369-48474C6827BA}"/>
                  </a:ext>
                </a:extLst>
              </p:cNvPr>
              <p:cNvSpPr txBox="1"/>
              <p:nvPr/>
            </p:nvSpPr>
            <p:spPr>
              <a:xfrm>
                <a:off x="8961024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BCC2DF7-AB3C-5DA1-0BFC-DEFC0719620B}"/>
                  </a:ext>
                </a:extLst>
              </p:cNvPr>
              <p:cNvSpPr txBox="1"/>
              <p:nvPr/>
            </p:nvSpPr>
            <p:spPr>
              <a:xfrm>
                <a:off x="8448182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1C4465-69CA-F9DF-CC8F-035E2879BD13}"/>
                  </a:ext>
                </a:extLst>
              </p:cNvPr>
              <p:cNvSpPr txBox="1"/>
              <p:nvPr/>
            </p:nvSpPr>
            <p:spPr>
              <a:xfrm>
                <a:off x="7935340" y="35793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30FA3D-7181-880E-1A10-87E48CCE8DD3}"/>
                  </a:ext>
                </a:extLst>
              </p:cNvPr>
              <p:cNvSpPr txBox="1"/>
              <p:nvPr/>
            </p:nvSpPr>
            <p:spPr>
              <a:xfrm>
                <a:off x="11012384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77FEC85-F472-0308-4565-874543403EBF}"/>
                  </a:ext>
                </a:extLst>
              </p:cNvPr>
              <p:cNvSpPr txBox="1"/>
              <p:nvPr/>
            </p:nvSpPr>
            <p:spPr>
              <a:xfrm>
                <a:off x="10499513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B80B24E-51FB-6265-62BF-35C625699350}"/>
                  </a:ext>
                </a:extLst>
              </p:cNvPr>
              <p:cNvSpPr txBox="1"/>
              <p:nvPr/>
            </p:nvSpPr>
            <p:spPr>
              <a:xfrm>
                <a:off x="9986737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5FE1525-BB79-F496-F2FA-FD95ADBCD294}"/>
                  </a:ext>
                </a:extLst>
              </p:cNvPr>
              <p:cNvSpPr txBox="1"/>
              <p:nvPr/>
            </p:nvSpPr>
            <p:spPr>
              <a:xfrm>
                <a:off x="9473866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5EBFBB7-3F73-76D7-F39C-0F38D9818FA4}"/>
                  </a:ext>
                </a:extLst>
              </p:cNvPr>
              <p:cNvSpPr txBox="1"/>
              <p:nvPr/>
            </p:nvSpPr>
            <p:spPr>
              <a:xfrm>
                <a:off x="8961024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E399E86-9016-6148-E74C-D7B80322E332}"/>
                  </a:ext>
                </a:extLst>
              </p:cNvPr>
              <p:cNvSpPr txBox="1"/>
              <p:nvPr/>
            </p:nvSpPr>
            <p:spPr>
              <a:xfrm>
                <a:off x="8448182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652AFCE-B115-CA30-76BE-CF205D37D2E4}"/>
                  </a:ext>
                </a:extLst>
              </p:cNvPr>
              <p:cNvSpPr txBox="1"/>
              <p:nvPr/>
            </p:nvSpPr>
            <p:spPr>
              <a:xfrm>
                <a:off x="7935340" y="39508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260489D-1346-C277-D446-4FCBFE3AC03E}"/>
                  </a:ext>
                </a:extLst>
              </p:cNvPr>
              <p:cNvSpPr txBox="1"/>
              <p:nvPr/>
            </p:nvSpPr>
            <p:spPr>
              <a:xfrm>
                <a:off x="11012384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F71379B-2DC1-FC4F-BB21-F545F71DE864}"/>
                  </a:ext>
                </a:extLst>
              </p:cNvPr>
              <p:cNvSpPr txBox="1"/>
              <p:nvPr/>
            </p:nvSpPr>
            <p:spPr>
              <a:xfrm>
                <a:off x="10499513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FFAE81F-7F8A-76A4-36F9-BDC4BD490EEB}"/>
                  </a:ext>
                </a:extLst>
              </p:cNvPr>
              <p:cNvSpPr txBox="1"/>
              <p:nvPr/>
            </p:nvSpPr>
            <p:spPr>
              <a:xfrm>
                <a:off x="9986737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CA869B-72BB-4FB8-F8B1-518AE757D503}"/>
                  </a:ext>
                </a:extLst>
              </p:cNvPr>
              <p:cNvSpPr txBox="1"/>
              <p:nvPr/>
            </p:nvSpPr>
            <p:spPr>
              <a:xfrm>
                <a:off x="9473866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F5D22F8-0D2B-9AC2-1305-51CD009BCF19}"/>
                  </a:ext>
                </a:extLst>
              </p:cNvPr>
              <p:cNvSpPr txBox="1"/>
              <p:nvPr/>
            </p:nvSpPr>
            <p:spPr>
              <a:xfrm>
                <a:off x="8961024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6EDF31F-0A34-8DE3-30FF-53C111D086B3}"/>
                  </a:ext>
                </a:extLst>
              </p:cNvPr>
              <p:cNvSpPr txBox="1"/>
              <p:nvPr/>
            </p:nvSpPr>
            <p:spPr>
              <a:xfrm>
                <a:off x="8448182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0197100-F448-9093-1A2A-FE0393077923}"/>
                  </a:ext>
                </a:extLst>
              </p:cNvPr>
              <p:cNvSpPr txBox="1"/>
              <p:nvPr/>
            </p:nvSpPr>
            <p:spPr>
              <a:xfrm>
                <a:off x="7935340" y="432228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1E46E64-3FB1-B542-34EB-C65E8F28132E}"/>
                  </a:ext>
                </a:extLst>
              </p:cNvPr>
              <p:cNvSpPr txBox="1"/>
              <p:nvPr/>
            </p:nvSpPr>
            <p:spPr>
              <a:xfrm>
                <a:off x="11012384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C27ED05-16B5-EB6B-06DA-C04A7A01649C}"/>
                  </a:ext>
                </a:extLst>
              </p:cNvPr>
              <p:cNvSpPr txBox="1"/>
              <p:nvPr/>
            </p:nvSpPr>
            <p:spPr>
              <a:xfrm>
                <a:off x="10499513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C5C0C2A-E440-7E4E-D041-BCA9215BC48B}"/>
                  </a:ext>
                </a:extLst>
              </p:cNvPr>
              <p:cNvSpPr txBox="1"/>
              <p:nvPr/>
            </p:nvSpPr>
            <p:spPr>
              <a:xfrm>
                <a:off x="9986737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9639EE2-40F7-3710-DDAB-1751C7877169}"/>
                  </a:ext>
                </a:extLst>
              </p:cNvPr>
              <p:cNvSpPr txBox="1"/>
              <p:nvPr/>
            </p:nvSpPr>
            <p:spPr>
              <a:xfrm>
                <a:off x="9473866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FD5C67D-F6A0-A32E-B5D5-D0B3F34269D4}"/>
                  </a:ext>
                </a:extLst>
              </p:cNvPr>
              <p:cNvSpPr txBox="1"/>
              <p:nvPr/>
            </p:nvSpPr>
            <p:spPr>
              <a:xfrm>
                <a:off x="8961024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888A7D5-C8B1-AD1C-9264-8965A7D49141}"/>
                  </a:ext>
                </a:extLst>
              </p:cNvPr>
              <p:cNvSpPr txBox="1"/>
              <p:nvPr/>
            </p:nvSpPr>
            <p:spPr>
              <a:xfrm>
                <a:off x="8448182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B228E8D-0417-40FD-531A-83040E834F59}"/>
                  </a:ext>
                </a:extLst>
              </p:cNvPr>
              <p:cNvSpPr txBox="1"/>
              <p:nvPr/>
            </p:nvSpPr>
            <p:spPr>
              <a:xfrm>
                <a:off x="7935340" y="469376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96E4301-0C46-D9F7-256D-329A76483736}"/>
                  </a:ext>
                </a:extLst>
              </p:cNvPr>
              <p:cNvSpPr txBox="1"/>
              <p:nvPr/>
            </p:nvSpPr>
            <p:spPr>
              <a:xfrm>
                <a:off x="11012384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0E043389-BE3A-6559-D126-CAACCE0CE1D5}"/>
                  </a:ext>
                </a:extLst>
              </p:cNvPr>
              <p:cNvSpPr txBox="1"/>
              <p:nvPr/>
            </p:nvSpPr>
            <p:spPr>
              <a:xfrm>
                <a:off x="10499513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32FF2A1-3F0D-D952-6190-A875313A14DA}"/>
                  </a:ext>
                </a:extLst>
              </p:cNvPr>
              <p:cNvSpPr txBox="1"/>
              <p:nvPr/>
            </p:nvSpPr>
            <p:spPr>
              <a:xfrm>
                <a:off x="9986737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4A16DA4B-BC47-CBE9-5D94-9FE9C361D5B1}"/>
                  </a:ext>
                </a:extLst>
              </p:cNvPr>
              <p:cNvSpPr txBox="1"/>
              <p:nvPr/>
            </p:nvSpPr>
            <p:spPr>
              <a:xfrm>
                <a:off x="9473866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B9EB946-91F7-1876-5B1C-72880CD687CA}"/>
                  </a:ext>
                </a:extLst>
              </p:cNvPr>
              <p:cNvSpPr txBox="1"/>
              <p:nvPr/>
            </p:nvSpPr>
            <p:spPr>
              <a:xfrm>
                <a:off x="8961024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342378A-F341-6198-9F8C-8C7AA94047B2}"/>
                  </a:ext>
                </a:extLst>
              </p:cNvPr>
              <p:cNvSpPr txBox="1"/>
              <p:nvPr/>
            </p:nvSpPr>
            <p:spPr>
              <a:xfrm>
                <a:off x="8448182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18123FA-EC3E-8B06-3928-ED55461C8166}"/>
                  </a:ext>
                </a:extLst>
              </p:cNvPr>
              <p:cNvSpPr txBox="1"/>
              <p:nvPr/>
            </p:nvSpPr>
            <p:spPr>
              <a:xfrm>
                <a:off x="7935340" y="5065237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2FC250D-DE96-3DE5-B89B-F1677BA6B14F}"/>
                  </a:ext>
                </a:extLst>
              </p:cNvPr>
              <p:cNvSpPr txBox="1"/>
              <p:nvPr/>
            </p:nvSpPr>
            <p:spPr>
              <a:xfrm>
                <a:off x="11012384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C7665FA-5AB8-7D01-2970-716912E8AD8C}"/>
                  </a:ext>
                </a:extLst>
              </p:cNvPr>
              <p:cNvSpPr txBox="1"/>
              <p:nvPr/>
            </p:nvSpPr>
            <p:spPr>
              <a:xfrm>
                <a:off x="10499513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2EA4B37-87D8-BE24-A43D-8CE4D0EC7414}"/>
                  </a:ext>
                </a:extLst>
              </p:cNvPr>
              <p:cNvSpPr txBox="1"/>
              <p:nvPr/>
            </p:nvSpPr>
            <p:spPr>
              <a:xfrm>
                <a:off x="9986737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03E1C2F-60DE-2E2D-369E-430BE66DCD39}"/>
                  </a:ext>
                </a:extLst>
              </p:cNvPr>
              <p:cNvSpPr txBox="1"/>
              <p:nvPr/>
            </p:nvSpPr>
            <p:spPr>
              <a:xfrm>
                <a:off x="9473866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FADED70-ED05-2C01-B1A4-D6D6EF0EE029}"/>
                  </a:ext>
                </a:extLst>
              </p:cNvPr>
              <p:cNvSpPr txBox="1"/>
              <p:nvPr/>
            </p:nvSpPr>
            <p:spPr>
              <a:xfrm>
                <a:off x="8961024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0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401EBB9-8CE1-75C6-7434-6BF374386CA2}"/>
                  </a:ext>
                </a:extLst>
              </p:cNvPr>
              <p:cNvSpPr txBox="1"/>
              <p:nvPr/>
            </p:nvSpPr>
            <p:spPr>
              <a:xfrm>
                <a:off x="8448182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D317A96-5219-2BC5-9B95-D0B0D70BC6DD}"/>
                  </a:ext>
                </a:extLst>
              </p:cNvPr>
              <p:cNvSpPr txBox="1"/>
              <p:nvPr/>
            </p:nvSpPr>
            <p:spPr>
              <a:xfrm>
                <a:off x="7935340" y="5436712"/>
                <a:ext cx="299576" cy="37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00" spc="0" baseline="0">
                    <a:ln/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</a:t>
                </a:r>
              </a:p>
            </p:txBody>
          </p:sp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DD9F0DD-DC42-E4CB-20F1-06E966286EC4}"/>
                </a:ext>
              </a:extLst>
            </p:cNvPr>
            <p:cNvSpPr txBox="1"/>
            <p:nvPr/>
          </p:nvSpPr>
          <p:spPr>
            <a:xfrm>
              <a:off x="7422498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FE20E0C-8C41-5177-240B-0791BB64966C}"/>
                </a:ext>
              </a:extLst>
            </p:cNvPr>
            <p:cNvSpPr txBox="1"/>
            <p:nvPr/>
          </p:nvSpPr>
          <p:spPr>
            <a:xfrm>
              <a:off x="6909655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0CC2D67-54BD-59E6-2652-4D8C4A3D8D45}"/>
                </a:ext>
              </a:extLst>
            </p:cNvPr>
            <p:cNvSpPr txBox="1"/>
            <p:nvPr/>
          </p:nvSpPr>
          <p:spPr>
            <a:xfrm>
              <a:off x="6396813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3B441B-E9D1-D5E4-E41C-840BDEAD0323}"/>
                </a:ext>
              </a:extLst>
            </p:cNvPr>
            <p:cNvSpPr txBox="1"/>
            <p:nvPr/>
          </p:nvSpPr>
          <p:spPr>
            <a:xfrm>
              <a:off x="5883980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33601F2-4151-6A2D-A96A-36259357D2C6}"/>
                </a:ext>
              </a:extLst>
            </p:cNvPr>
            <p:cNvSpPr txBox="1"/>
            <p:nvPr/>
          </p:nvSpPr>
          <p:spPr>
            <a:xfrm>
              <a:off x="5371138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C3FC11C5-6D2E-6892-4A19-455C51C0B74B}"/>
                </a:ext>
              </a:extLst>
            </p:cNvPr>
            <p:cNvSpPr txBox="1"/>
            <p:nvPr/>
          </p:nvSpPr>
          <p:spPr>
            <a:xfrm>
              <a:off x="4858296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A113FE3-F609-DEBF-892C-5036CE91A4F3}"/>
                </a:ext>
              </a:extLst>
            </p:cNvPr>
            <p:cNvSpPr txBox="1"/>
            <p:nvPr/>
          </p:nvSpPr>
          <p:spPr>
            <a:xfrm>
              <a:off x="4345454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71DD571-210D-EBCB-BB63-FFC7B84D8D5D}"/>
                </a:ext>
              </a:extLst>
            </p:cNvPr>
            <p:cNvSpPr txBox="1"/>
            <p:nvPr/>
          </p:nvSpPr>
          <p:spPr>
            <a:xfrm>
              <a:off x="3832612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7A8FF027-2A1F-F02E-B546-9E435D8CEA1B}"/>
              </a:ext>
            </a:extLst>
          </p:cNvPr>
          <p:cNvSpPr txBox="1"/>
          <p:nvPr/>
        </p:nvSpPr>
        <p:spPr>
          <a:xfrm>
            <a:off x="3319769" y="416569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1E0AE74-33CB-94B1-4C69-61AFBFF44F37}"/>
              </a:ext>
            </a:extLst>
          </p:cNvPr>
          <p:cNvSpPr txBox="1"/>
          <p:nvPr/>
        </p:nvSpPr>
        <p:spPr>
          <a:xfrm>
            <a:off x="2806927" y="416569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0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1C1E2F3-A005-5C1B-0ED8-1A4E56314D07}"/>
              </a:ext>
            </a:extLst>
          </p:cNvPr>
          <p:cNvSpPr txBox="1"/>
          <p:nvPr/>
        </p:nvSpPr>
        <p:spPr>
          <a:xfrm>
            <a:off x="2294085" y="416569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2595C06-31F8-7795-2A49-F75DC4509A28}"/>
              </a:ext>
            </a:extLst>
          </p:cNvPr>
          <p:cNvSpPr txBox="1"/>
          <p:nvPr/>
        </p:nvSpPr>
        <p:spPr>
          <a:xfrm>
            <a:off x="1781243" y="4165696"/>
            <a:ext cx="299576" cy="37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spc="0" baseline="0" dirty="0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0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F0DAB56-5ADD-8944-AD72-C4EAFB0328CA}"/>
              </a:ext>
            </a:extLst>
          </p:cNvPr>
          <p:cNvGrpSpPr/>
          <p:nvPr/>
        </p:nvGrpSpPr>
        <p:grpSpPr>
          <a:xfrm>
            <a:off x="754905" y="1936846"/>
            <a:ext cx="1035273" cy="2610779"/>
            <a:chOff x="754905" y="3207862"/>
            <a:chExt cx="1035273" cy="261077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181834D-D333-D48E-2F67-AEB78473FADE}"/>
                </a:ext>
              </a:extLst>
            </p:cNvPr>
            <p:cNvSpPr/>
            <p:nvPr/>
          </p:nvSpPr>
          <p:spPr>
            <a:xfrm>
              <a:off x="1267742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75FF3C6-0F08-C320-736C-F00801B3A1E6}"/>
                </a:ext>
              </a:extLst>
            </p:cNvPr>
            <p:cNvSpPr/>
            <p:nvPr/>
          </p:nvSpPr>
          <p:spPr>
            <a:xfrm>
              <a:off x="1780585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3A371D-36F8-C064-C922-B1FC93C8FCD7}"/>
                </a:ext>
              </a:extLst>
            </p:cNvPr>
            <p:cNvSpPr/>
            <p:nvPr/>
          </p:nvSpPr>
          <p:spPr>
            <a:xfrm>
              <a:off x="754905" y="3210059"/>
              <a:ext cx="9593" cy="2608582"/>
            </a:xfrm>
            <a:custGeom>
              <a:avLst/>
              <a:gdLst>
                <a:gd name="connsiteX0" fmla="*/ -78 w 9593"/>
                <a:gd name="connsiteY0" fmla="*/ -290 h 2608582"/>
                <a:gd name="connsiteX1" fmla="*/ -78 w 9593"/>
                <a:gd name="connsiteY1" fmla="*/ 2608293 h 26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93" h="2608582">
                  <a:moveTo>
                    <a:pt x="-78" y="-290"/>
                  </a:moveTo>
                  <a:lnTo>
                    <a:pt x="-78" y="2608293"/>
                  </a:lnTo>
                </a:path>
              </a:pathLst>
            </a:custGeom>
            <a:noFill/>
            <a:ln w="1279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3149757-6840-2D0F-EB70-03F12ACBBA44}"/>
                </a:ext>
              </a:extLst>
            </p:cNvPr>
            <p:cNvSpPr txBox="1"/>
            <p:nvPr/>
          </p:nvSpPr>
          <p:spPr>
            <a:xfrm>
              <a:off x="1268400" y="32078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AACEDD-8D05-443D-964D-6F6DCA41F909}"/>
                </a:ext>
              </a:extLst>
            </p:cNvPr>
            <p:cNvSpPr txBox="1"/>
            <p:nvPr/>
          </p:nvSpPr>
          <p:spPr>
            <a:xfrm>
              <a:off x="755563" y="3207862"/>
              <a:ext cx="346682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SI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99D1C1F-1DB8-6455-77E2-3A084231B310}"/>
                </a:ext>
              </a:extLst>
            </p:cNvPr>
            <p:cNvSpPr txBox="1"/>
            <p:nvPr/>
          </p:nvSpPr>
          <p:spPr>
            <a:xfrm>
              <a:off x="1268400" y="35793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02AE48C-9054-F319-9A82-5CCBEC5F0A79}"/>
                </a:ext>
              </a:extLst>
            </p:cNvPr>
            <p:cNvSpPr txBox="1"/>
            <p:nvPr/>
          </p:nvSpPr>
          <p:spPr>
            <a:xfrm>
              <a:off x="755563" y="3579337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A3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03B5387-0CB6-184D-AC37-A5901D64F898}"/>
                </a:ext>
              </a:extLst>
            </p:cNvPr>
            <p:cNvSpPr txBox="1"/>
            <p:nvPr/>
          </p:nvSpPr>
          <p:spPr>
            <a:xfrm>
              <a:off x="1268400" y="39508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4486555-E133-F3EF-901D-1B98CA1339E4}"/>
                </a:ext>
              </a:extLst>
            </p:cNvPr>
            <p:cNvSpPr txBox="1"/>
            <p:nvPr/>
          </p:nvSpPr>
          <p:spPr>
            <a:xfrm>
              <a:off x="755563" y="3950812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A2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89DE459-F00B-740D-6EFE-DF2EA1A9C782}"/>
                </a:ext>
              </a:extLst>
            </p:cNvPr>
            <p:cNvSpPr txBox="1"/>
            <p:nvPr/>
          </p:nvSpPr>
          <p:spPr>
            <a:xfrm>
              <a:off x="1268400" y="432228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BFCAC6E-2FA7-5F41-0CDE-97CD623AB404}"/>
                </a:ext>
              </a:extLst>
            </p:cNvPr>
            <p:cNvSpPr txBox="1"/>
            <p:nvPr/>
          </p:nvSpPr>
          <p:spPr>
            <a:xfrm>
              <a:off x="755563" y="4322287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A1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E601F50-8888-8907-9F57-0EC5D02845FB}"/>
                </a:ext>
              </a:extLst>
            </p:cNvPr>
            <p:cNvSpPr txBox="1"/>
            <p:nvPr/>
          </p:nvSpPr>
          <p:spPr>
            <a:xfrm>
              <a:off x="1268400" y="469376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33F5052-6C22-CC19-9D41-98A9AF1B781C}"/>
                </a:ext>
              </a:extLst>
            </p:cNvPr>
            <p:cNvSpPr txBox="1"/>
            <p:nvPr/>
          </p:nvSpPr>
          <p:spPr>
            <a:xfrm>
              <a:off x="755563" y="4693762"/>
              <a:ext cx="432799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D156FD4-6728-5405-E44F-06A300FF1655}"/>
                </a:ext>
              </a:extLst>
            </p:cNvPr>
            <p:cNvSpPr txBox="1"/>
            <p:nvPr/>
          </p:nvSpPr>
          <p:spPr>
            <a:xfrm>
              <a:off x="1268400" y="5065237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 dirty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9FD35D7-94AF-80A5-97AA-20A6F5204CC8}"/>
                </a:ext>
              </a:extLst>
            </p:cNvPr>
            <p:cNvSpPr txBox="1"/>
            <p:nvPr/>
          </p:nvSpPr>
          <p:spPr>
            <a:xfrm>
              <a:off x="755563" y="5065237"/>
              <a:ext cx="424817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B0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E9CA9ED-6691-1789-56F0-B717C9B99333}"/>
                </a:ext>
              </a:extLst>
            </p:cNvPr>
            <p:cNvSpPr txBox="1"/>
            <p:nvPr/>
          </p:nvSpPr>
          <p:spPr>
            <a:xfrm>
              <a:off x="1268400" y="5436712"/>
              <a:ext cx="299576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0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8261A39-8F18-8663-F1DD-1F447ED00CAA}"/>
                </a:ext>
              </a:extLst>
            </p:cNvPr>
            <p:cNvSpPr txBox="1"/>
            <p:nvPr/>
          </p:nvSpPr>
          <p:spPr>
            <a:xfrm>
              <a:off x="755563" y="5436712"/>
              <a:ext cx="305647" cy="370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800" spc="0" baseline="0">
                  <a:ln/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C</a:t>
              </a: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4F00AB-03C2-2D69-FC2D-453B298B54F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567976" y="212209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BB1F350-ED23-AF4C-8FD5-81F3C8E4309B}"/>
              </a:ext>
            </a:extLst>
          </p:cNvPr>
          <p:cNvCxnSpPr>
            <a:cxnSpLocks/>
          </p:cNvCxnSpPr>
          <p:nvPr/>
        </p:nvCxnSpPr>
        <p:spPr>
          <a:xfrm>
            <a:off x="1567975" y="2538980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A1B0734-EDD1-1933-0AA8-F2BFE06AEF66}"/>
              </a:ext>
            </a:extLst>
          </p:cNvPr>
          <p:cNvCxnSpPr>
            <a:cxnSpLocks/>
          </p:cNvCxnSpPr>
          <p:nvPr/>
        </p:nvCxnSpPr>
        <p:spPr>
          <a:xfrm>
            <a:off x="1567975" y="2895561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5D8A7BB2-ECEA-3EDF-41C8-95EF3FB9EBBC}"/>
              </a:ext>
            </a:extLst>
          </p:cNvPr>
          <p:cNvCxnSpPr>
            <a:cxnSpLocks/>
          </p:cNvCxnSpPr>
          <p:nvPr/>
        </p:nvCxnSpPr>
        <p:spPr>
          <a:xfrm>
            <a:off x="1567974" y="3299660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790F5A37-42D6-4C8E-C31A-1049717DBD9E}"/>
              </a:ext>
            </a:extLst>
          </p:cNvPr>
          <p:cNvCxnSpPr>
            <a:cxnSpLocks/>
          </p:cNvCxnSpPr>
          <p:nvPr/>
        </p:nvCxnSpPr>
        <p:spPr>
          <a:xfrm>
            <a:off x="2072874" y="212209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EF73520A-1370-7EC8-857F-77891ECAFB3C}"/>
              </a:ext>
            </a:extLst>
          </p:cNvPr>
          <p:cNvCxnSpPr>
            <a:cxnSpLocks/>
          </p:cNvCxnSpPr>
          <p:nvPr/>
        </p:nvCxnSpPr>
        <p:spPr>
          <a:xfrm>
            <a:off x="2072873" y="254186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C06331CC-8DEC-87C7-32E6-FFCC3A0DA8CD}"/>
              </a:ext>
            </a:extLst>
          </p:cNvPr>
          <p:cNvCxnSpPr>
            <a:cxnSpLocks/>
          </p:cNvCxnSpPr>
          <p:nvPr/>
        </p:nvCxnSpPr>
        <p:spPr>
          <a:xfrm>
            <a:off x="2072872" y="287924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722C93C-9FFB-9410-9137-9613DBF8760E}"/>
              </a:ext>
            </a:extLst>
          </p:cNvPr>
          <p:cNvCxnSpPr>
            <a:cxnSpLocks/>
          </p:cNvCxnSpPr>
          <p:nvPr/>
        </p:nvCxnSpPr>
        <p:spPr>
          <a:xfrm>
            <a:off x="2072872" y="322600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638303C3-4C7D-55B1-92A2-87CFDF22537C}"/>
              </a:ext>
            </a:extLst>
          </p:cNvPr>
          <p:cNvCxnSpPr>
            <a:cxnSpLocks/>
          </p:cNvCxnSpPr>
          <p:nvPr/>
        </p:nvCxnSpPr>
        <p:spPr>
          <a:xfrm>
            <a:off x="2585726" y="212209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D318F959-7F18-83BE-0CA9-670637B3B576}"/>
              </a:ext>
            </a:extLst>
          </p:cNvPr>
          <p:cNvCxnSpPr>
            <a:cxnSpLocks/>
          </p:cNvCxnSpPr>
          <p:nvPr/>
        </p:nvCxnSpPr>
        <p:spPr>
          <a:xfrm>
            <a:off x="2585725" y="254186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9CD9AE78-5A7A-767B-E19D-4A1E58009D9C}"/>
              </a:ext>
            </a:extLst>
          </p:cNvPr>
          <p:cNvCxnSpPr>
            <a:cxnSpLocks/>
          </p:cNvCxnSpPr>
          <p:nvPr/>
        </p:nvCxnSpPr>
        <p:spPr>
          <a:xfrm>
            <a:off x="2585724" y="287924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DC91C311-E699-1EBD-A6F9-062D7D66BB92}"/>
              </a:ext>
            </a:extLst>
          </p:cNvPr>
          <p:cNvCxnSpPr>
            <a:cxnSpLocks/>
          </p:cNvCxnSpPr>
          <p:nvPr/>
        </p:nvCxnSpPr>
        <p:spPr>
          <a:xfrm>
            <a:off x="2585724" y="322600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F11ADCB-785E-95B0-56C7-CEFF5DED2F1B}"/>
              </a:ext>
            </a:extLst>
          </p:cNvPr>
          <p:cNvCxnSpPr>
            <a:cxnSpLocks/>
          </p:cNvCxnSpPr>
          <p:nvPr/>
        </p:nvCxnSpPr>
        <p:spPr>
          <a:xfrm>
            <a:off x="3090624" y="212209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47EEC847-23BD-3854-9F2B-22F83DD7ADD3}"/>
              </a:ext>
            </a:extLst>
          </p:cNvPr>
          <p:cNvCxnSpPr>
            <a:cxnSpLocks/>
          </p:cNvCxnSpPr>
          <p:nvPr/>
        </p:nvCxnSpPr>
        <p:spPr>
          <a:xfrm>
            <a:off x="3090623" y="2541862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F8E7C403-8451-0B91-32EE-C62FBA463B3B}"/>
              </a:ext>
            </a:extLst>
          </p:cNvPr>
          <p:cNvCxnSpPr>
            <a:cxnSpLocks/>
          </p:cNvCxnSpPr>
          <p:nvPr/>
        </p:nvCxnSpPr>
        <p:spPr>
          <a:xfrm>
            <a:off x="3090622" y="287924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44C51971-842C-E08F-DFD2-1DF9AE378353}"/>
              </a:ext>
            </a:extLst>
          </p:cNvPr>
          <p:cNvCxnSpPr>
            <a:cxnSpLocks/>
          </p:cNvCxnSpPr>
          <p:nvPr/>
        </p:nvCxnSpPr>
        <p:spPr>
          <a:xfrm>
            <a:off x="3090622" y="3226006"/>
            <a:ext cx="292299" cy="286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8EAE74-7C1E-E9B2-0460-4EC4E68D2F8E}"/>
              </a:ext>
            </a:extLst>
          </p:cNvPr>
          <p:cNvSpPr/>
          <p:nvPr/>
        </p:nvSpPr>
        <p:spPr>
          <a:xfrm>
            <a:off x="1267460" y="2307337"/>
            <a:ext cx="519889" cy="149944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2FEF0E85-B823-3E02-E04B-3E70E23EF984}"/>
              </a:ext>
            </a:extLst>
          </p:cNvPr>
          <p:cNvSpPr/>
          <p:nvPr/>
        </p:nvSpPr>
        <p:spPr>
          <a:xfrm>
            <a:off x="3317283" y="2307337"/>
            <a:ext cx="519889" cy="1493671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7589C28-D9BF-B919-56E7-7EFB24EAE44B}"/>
              </a:ext>
            </a:extLst>
          </p:cNvPr>
          <p:cNvSpPr/>
          <p:nvPr/>
        </p:nvSpPr>
        <p:spPr>
          <a:xfrm>
            <a:off x="5374282" y="2316232"/>
            <a:ext cx="519889" cy="148335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5F898A27-5CD7-8FC7-71CF-7B7943E07AD2}"/>
              </a:ext>
            </a:extLst>
          </p:cNvPr>
          <p:cNvSpPr/>
          <p:nvPr/>
        </p:nvSpPr>
        <p:spPr>
          <a:xfrm>
            <a:off x="7417755" y="2312493"/>
            <a:ext cx="519889" cy="148335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16A7AE0-B54D-D0C2-9D16-F99BE8731E01}"/>
              </a:ext>
            </a:extLst>
          </p:cNvPr>
          <p:cNvSpPr/>
          <p:nvPr/>
        </p:nvSpPr>
        <p:spPr>
          <a:xfrm>
            <a:off x="9470032" y="2318152"/>
            <a:ext cx="519889" cy="148335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A diagram of a cycle&#10;&#10;AI-generated content may be incorrect.">
            <a:extLst>
              <a:ext uri="{FF2B5EF4-FFF2-40B4-BE49-F238E27FC236}">
                <a16:creationId xmlns:a16="http://schemas.microsoft.com/office/drawing/2014/main" id="{2982CEAD-30A6-D60A-6F21-636D00B26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433" y="4560209"/>
            <a:ext cx="6457844" cy="229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5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7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7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7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7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7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7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7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7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7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7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7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7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7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7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7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1" grpId="0"/>
      <p:bldP spid="52" grpId="0"/>
      <p:bldP spid="53" grpId="0"/>
      <p:bldP spid="54" grpId="0"/>
      <p:bldP spid="177" grpId="0"/>
      <p:bldP spid="178" grpId="0"/>
      <p:bldP spid="179" grpId="0"/>
      <p:bldP spid="1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1878F8-BD20-9FE0-FAE5-9B1D24B12021}"/>
                  </a:ext>
                </a:extLst>
              </p:cNvPr>
              <p:cNvSpPr txBox="1"/>
              <p:nvPr/>
            </p:nvSpPr>
            <p:spPr>
              <a:xfrm>
                <a:off x="1282521" y="2088376"/>
                <a:ext cx="9626958" cy="2681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>
                    <a:solidFill>
                      <a:schemeClr val="accent1">
                        <a:lumMod val="75000"/>
                      </a:schemeClr>
                    </a:solidFill>
                  </a:rPr>
                  <a:t>Ques: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Realize F1 and F2 below using a minimum size PLA. Give the size of and draw the PLA table.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1,2,4,5,6,8,10,12,14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(2,4,6,8,10,11,</m:t>
                          </m:r>
                          <m:r>
                            <a:rPr lang="en-IN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12,14,15)</m:t>
                          </m:r>
                        </m:e>
                      </m:nary>
                    </m:oMath>
                  </m:oMathPara>
                </a14:m>
                <a:endParaRPr lang="en-IN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1878F8-BD20-9FE0-FAE5-9B1D24B1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21" y="2088376"/>
                <a:ext cx="9626958" cy="2681247"/>
              </a:xfrm>
              <a:prstGeom prst="rect">
                <a:avLst/>
              </a:prstGeom>
              <a:blipFill>
                <a:blip r:embed="rId2"/>
                <a:stretch>
                  <a:fillRect t="-2278" r="-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85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08" y="302853"/>
            <a:ext cx="7258423" cy="16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13CFE-E4C2-5A2F-CC78-D1203EBCB1E6}"/>
              </a:ext>
            </a:extLst>
          </p:cNvPr>
          <p:cNvSpPr txBox="1"/>
          <p:nvPr/>
        </p:nvSpPr>
        <p:spPr>
          <a:xfrm>
            <a:off x="869325" y="341291"/>
            <a:ext cx="6149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Solving K-Map for Boolean function F1 and F2: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74E4B7-8492-391D-74D9-B54566D8F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18853"/>
              </p:ext>
            </p:extLst>
          </p:nvPr>
        </p:nvGraphicFramePr>
        <p:xfrm>
          <a:off x="1613436" y="2919503"/>
          <a:ext cx="3068036" cy="2611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7009">
                  <a:extLst>
                    <a:ext uri="{9D8B030D-6E8A-4147-A177-3AD203B41FA5}">
                      <a16:colId xmlns:a16="http://schemas.microsoft.com/office/drawing/2014/main" val="679131704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258999839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2013205410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1404343860"/>
                    </a:ext>
                  </a:extLst>
                </a:gridCol>
              </a:tblGrid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497216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598325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226674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1172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16BB06-4DE4-6DF2-8BD3-645E0D5FFA64}"/>
              </a:ext>
            </a:extLst>
          </p:cNvPr>
          <p:cNvSpPr txBox="1"/>
          <p:nvPr/>
        </p:nvSpPr>
        <p:spPr>
          <a:xfrm>
            <a:off x="1613436" y="2457838"/>
            <a:ext cx="3068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 00      01       11       10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8EEF2-8FD0-91C0-0CAC-EBB6B98D4154}"/>
              </a:ext>
            </a:extLst>
          </p:cNvPr>
          <p:cNvSpPr txBox="1"/>
          <p:nvPr/>
        </p:nvSpPr>
        <p:spPr>
          <a:xfrm>
            <a:off x="1030310" y="2852665"/>
            <a:ext cx="5831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00</a:t>
            </a:r>
          </a:p>
          <a:p>
            <a:endParaRPr lang="en-IN" sz="2400" dirty="0"/>
          </a:p>
          <a:p>
            <a:r>
              <a:rPr lang="en-IN" sz="2400" dirty="0"/>
              <a:t>01</a:t>
            </a:r>
          </a:p>
          <a:p>
            <a:endParaRPr lang="en-IN" sz="2400" dirty="0"/>
          </a:p>
          <a:p>
            <a:r>
              <a:rPr lang="en-IN" sz="2400" dirty="0"/>
              <a:t>11</a:t>
            </a:r>
          </a:p>
          <a:p>
            <a:endParaRPr lang="en-IN" sz="2400" dirty="0"/>
          </a:p>
          <a:p>
            <a:r>
              <a:rPr lang="en-IN" sz="2400" dirty="0"/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4731AB-535C-DAC1-1257-1FAE0FB626B1}"/>
              </a:ext>
            </a:extLst>
          </p:cNvPr>
          <p:cNvCxnSpPr>
            <a:cxnSpLocks/>
          </p:cNvCxnSpPr>
          <p:nvPr/>
        </p:nvCxnSpPr>
        <p:spPr>
          <a:xfrm>
            <a:off x="869325" y="2198052"/>
            <a:ext cx="744111" cy="7214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2AE031-E0AE-E318-1693-B492582D2C3B}"/>
              </a:ext>
            </a:extLst>
          </p:cNvPr>
          <p:cNvSpPr txBox="1"/>
          <p:nvPr/>
        </p:nvSpPr>
        <p:spPr>
          <a:xfrm>
            <a:off x="1030311" y="1886749"/>
            <a:ext cx="583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YZ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0F8D8-C262-2C41-5A10-37C9CAFC7AA6}"/>
              </a:ext>
            </a:extLst>
          </p:cNvPr>
          <p:cNvSpPr txBox="1"/>
          <p:nvPr/>
        </p:nvSpPr>
        <p:spPr>
          <a:xfrm>
            <a:off x="577761" y="2388977"/>
            <a:ext cx="744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WX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DFFD80-B80C-675E-074D-613CA83CD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756246"/>
              </p:ext>
            </p:extLst>
          </p:nvPr>
        </p:nvGraphicFramePr>
        <p:xfrm>
          <a:off x="7780270" y="2919503"/>
          <a:ext cx="3068036" cy="2611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7009">
                  <a:extLst>
                    <a:ext uri="{9D8B030D-6E8A-4147-A177-3AD203B41FA5}">
                      <a16:colId xmlns:a16="http://schemas.microsoft.com/office/drawing/2014/main" val="679131704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258999839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2013205410"/>
                    </a:ext>
                  </a:extLst>
                </a:gridCol>
                <a:gridCol w="767009">
                  <a:extLst>
                    <a:ext uri="{9D8B030D-6E8A-4147-A177-3AD203B41FA5}">
                      <a16:colId xmlns:a16="http://schemas.microsoft.com/office/drawing/2014/main" val="1404343860"/>
                    </a:ext>
                  </a:extLst>
                </a:gridCol>
              </a:tblGrid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497216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598325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226674"/>
                  </a:ext>
                </a:extLst>
              </a:tr>
              <a:tr h="65299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11722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EE1B8-2CF0-76D8-3E95-E7C4E8257C42}"/>
              </a:ext>
            </a:extLst>
          </p:cNvPr>
          <p:cNvSpPr txBox="1"/>
          <p:nvPr/>
        </p:nvSpPr>
        <p:spPr>
          <a:xfrm>
            <a:off x="7780270" y="2457838"/>
            <a:ext cx="3068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 00      01       11       10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733FA-17EA-9DC3-5B38-7F5DDD40A439}"/>
              </a:ext>
            </a:extLst>
          </p:cNvPr>
          <p:cNvSpPr txBox="1"/>
          <p:nvPr/>
        </p:nvSpPr>
        <p:spPr>
          <a:xfrm>
            <a:off x="7197144" y="2852665"/>
            <a:ext cx="5831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00</a:t>
            </a:r>
          </a:p>
          <a:p>
            <a:endParaRPr lang="en-IN" sz="2400" dirty="0"/>
          </a:p>
          <a:p>
            <a:r>
              <a:rPr lang="en-IN" sz="2400" dirty="0"/>
              <a:t>01</a:t>
            </a:r>
          </a:p>
          <a:p>
            <a:endParaRPr lang="en-IN" sz="2400" dirty="0"/>
          </a:p>
          <a:p>
            <a:r>
              <a:rPr lang="en-IN" sz="2400" dirty="0"/>
              <a:t>11</a:t>
            </a:r>
          </a:p>
          <a:p>
            <a:endParaRPr lang="en-IN" sz="2400" dirty="0"/>
          </a:p>
          <a:p>
            <a:r>
              <a:rPr lang="en-IN" sz="2400" dirty="0"/>
              <a:t>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3A52A5-1135-8701-AE25-86071D4FB42A}"/>
              </a:ext>
            </a:extLst>
          </p:cNvPr>
          <p:cNvCxnSpPr>
            <a:cxnSpLocks/>
          </p:cNvCxnSpPr>
          <p:nvPr/>
        </p:nvCxnSpPr>
        <p:spPr>
          <a:xfrm>
            <a:off x="7036159" y="2198052"/>
            <a:ext cx="744111" cy="7214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4AC5D2-71BA-99DC-46E7-A0C4E749B9CA}"/>
              </a:ext>
            </a:extLst>
          </p:cNvPr>
          <p:cNvSpPr txBox="1"/>
          <p:nvPr/>
        </p:nvSpPr>
        <p:spPr>
          <a:xfrm>
            <a:off x="7197145" y="1886749"/>
            <a:ext cx="583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YZ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E190C0-2F14-CC80-DB5B-F74A639D3490}"/>
              </a:ext>
            </a:extLst>
          </p:cNvPr>
          <p:cNvSpPr txBox="1"/>
          <p:nvPr/>
        </p:nvSpPr>
        <p:spPr>
          <a:xfrm>
            <a:off x="6744595" y="2388977"/>
            <a:ext cx="744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E3870C-9B02-6EF1-F67A-7DE2EABE088D}"/>
                  </a:ext>
                </a:extLst>
              </p:cNvPr>
              <p:cNvSpPr txBox="1"/>
              <p:nvPr/>
            </p:nvSpPr>
            <p:spPr>
              <a:xfrm>
                <a:off x="744024" y="1088494"/>
                <a:ext cx="4806860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IN" sz="18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18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1,2,4,5,6,8,10,12,14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E3870C-9B02-6EF1-F67A-7DE2EABE0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24" y="1088494"/>
                <a:ext cx="4806860" cy="763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CD4E94-F8A1-38B2-45D4-8AB633D1D0CA}"/>
                  </a:ext>
                </a:extLst>
              </p:cNvPr>
              <p:cNvSpPr txBox="1"/>
              <p:nvPr/>
            </p:nvSpPr>
            <p:spPr>
              <a:xfrm>
                <a:off x="6910858" y="1103374"/>
                <a:ext cx="4806860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IN" sz="1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18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1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1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(2,4,6,8,10,11,12,1</m:t>
                          </m:r>
                          <m:r>
                            <a:rPr lang="en-IN" sz="1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4,15)</m:t>
                          </m:r>
                        </m:e>
                      </m:nary>
                    </m:oMath>
                  </m:oMathPara>
                </a14:m>
                <a:endParaRPr lang="en-IN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CD4E94-F8A1-38B2-45D4-8AB633D1D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858" y="1103374"/>
                <a:ext cx="4806860" cy="763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F1BA5E8-BDEE-A5E6-BAB2-7B78254F43E7}"/>
              </a:ext>
            </a:extLst>
          </p:cNvPr>
          <p:cNvSpPr txBox="1"/>
          <p:nvPr/>
        </p:nvSpPr>
        <p:spPr>
          <a:xfrm>
            <a:off x="510149" y="1823450"/>
            <a:ext cx="5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4C2680-97A9-7924-14A4-829A916223FB}"/>
              </a:ext>
            </a:extLst>
          </p:cNvPr>
          <p:cNvSpPr txBox="1"/>
          <p:nvPr/>
        </p:nvSpPr>
        <p:spPr>
          <a:xfrm>
            <a:off x="6665580" y="1826560"/>
            <a:ext cx="534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293CDA-0BA4-1051-A55F-A084377C2C4A}"/>
                  </a:ext>
                </a:extLst>
              </p:cNvPr>
              <p:cNvSpPr txBox="1"/>
              <p:nvPr/>
            </p:nvSpPr>
            <p:spPr>
              <a:xfrm>
                <a:off x="1613436" y="5769506"/>
                <a:ext cx="3220817" cy="342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1=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Y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X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293CDA-0BA4-1051-A55F-A084377C2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36" y="5769506"/>
                <a:ext cx="3220817" cy="342081"/>
              </a:xfrm>
              <a:prstGeom prst="rect">
                <a:avLst/>
              </a:prstGeom>
              <a:blipFill>
                <a:blip r:embed="rId4"/>
                <a:stretch>
                  <a:fillRect l="-568" r="-568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FDC28EEB-C2A1-1013-66B1-A0257AF61FCC}"/>
              </a:ext>
            </a:extLst>
          </p:cNvPr>
          <p:cNvSpPr/>
          <p:nvPr/>
        </p:nvSpPr>
        <p:spPr>
          <a:xfrm>
            <a:off x="4063285" y="3052293"/>
            <a:ext cx="463639" cy="2376152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4874C9-4A61-22FB-0F3B-19FBEE5EE04D}"/>
              </a:ext>
            </a:extLst>
          </p:cNvPr>
          <p:cNvSpPr/>
          <p:nvPr/>
        </p:nvSpPr>
        <p:spPr>
          <a:xfrm>
            <a:off x="3979573" y="4385256"/>
            <a:ext cx="914400" cy="9401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9A8732-B158-90C3-7656-3EF4029B1E87}"/>
              </a:ext>
            </a:extLst>
          </p:cNvPr>
          <p:cNvSpPr/>
          <p:nvPr/>
        </p:nvSpPr>
        <p:spPr>
          <a:xfrm>
            <a:off x="1453166" y="4385256"/>
            <a:ext cx="830687" cy="9401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2D64E1-E76D-59C5-31FC-60D21E847788}"/>
              </a:ext>
            </a:extLst>
          </p:cNvPr>
          <p:cNvSpPr/>
          <p:nvPr/>
        </p:nvSpPr>
        <p:spPr>
          <a:xfrm>
            <a:off x="2595093" y="3052293"/>
            <a:ext cx="386366" cy="10303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69AAC3-7D97-6A9A-BF96-708AA5D9A75B}"/>
              </a:ext>
            </a:extLst>
          </p:cNvPr>
          <p:cNvSpPr/>
          <p:nvPr/>
        </p:nvSpPr>
        <p:spPr>
          <a:xfrm>
            <a:off x="4025185" y="3648055"/>
            <a:ext cx="760211" cy="10303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CFEF66-44EC-AE06-FB1F-851150252E2D}"/>
              </a:ext>
            </a:extLst>
          </p:cNvPr>
          <p:cNvSpPr/>
          <p:nvPr/>
        </p:nvSpPr>
        <p:spPr>
          <a:xfrm>
            <a:off x="1509512" y="3688125"/>
            <a:ext cx="708337" cy="10303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12B741-678E-2BCB-A241-BBA42C580C55}"/>
              </a:ext>
            </a:extLst>
          </p:cNvPr>
          <p:cNvSpPr/>
          <p:nvPr/>
        </p:nvSpPr>
        <p:spPr>
          <a:xfrm>
            <a:off x="10254318" y="3052293"/>
            <a:ext cx="463639" cy="2376152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2F38DA-6B92-7B5E-2EA1-FD004E1437C3}"/>
              </a:ext>
            </a:extLst>
          </p:cNvPr>
          <p:cNvSpPr/>
          <p:nvPr/>
        </p:nvSpPr>
        <p:spPr>
          <a:xfrm>
            <a:off x="7665032" y="3670861"/>
            <a:ext cx="760211" cy="10303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8E6680-E5A9-505F-090C-7285A57B37A0}"/>
              </a:ext>
            </a:extLst>
          </p:cNvPr>
          <p:cNvSpPr/>
          <p:nvPr/>
        </p:nvSpPr>
        <p:spPr>
          <a:xfrm>
            <a:off x="7587937" y="4488287"/>
            <a:ext cx="914400" cy="9401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157BA0-7F8F-A269-5AD0-8A63965C0636}"/>
              </a:ext>
            </a:extLst>
          </p:cNvPr>
          <p:cNvSpPr/>
          <p:nvPr/>
        </p:nvSpPr>
        <p:spPr>
          <a:xfrm>
            <a:off x="10147578" y="4413506"/>
            <a:ext cx="914400" cy="9401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66A388-89B8-ADAC-EAFA-05CDE44925A1}"/>
              </a:ext>
            </a:extLst>
          </p:cNvPr>
          <p:cNvSpPr/>
          <p:nvPr/>
        </p:nvSpPr>
        <p:spPr>
          <a:xfrm>
            <a:off x="10192018" y="3736537"/>
            <a:ext cx="760211" cy="10303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586085-68FD-F794-BC97-6C46FFB2E4C7}"/>
              </a:ext>
            </a:extLst>
          </p:cNvPr>
          <p:cNvSpPr/>
          <p:nvPr/>
        </p:nvSpPr>
        <p:spPr>
          <a:xfrm>
            <a:off x="9384030" y="4293871"/>
            <a:ext cx="1266889" cy="120141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EB8F529-E685-8692-7628-33871DB31B6E}"/>
                  </a:ext>
                </a:extLst>
              </p:cNvPr>
              <p:cNvSpPr txBox="1"/>
              <p:nvPr/>
            </p:nvSpPr>
            <p:spPr>
              <a:xfrm>
                <a:off x="7780270" y="5763333"/>
                <a:ext cx="2970750" cy="342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2=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Y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X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WY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EB8F529-E685-8692-7628-33871DB3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270" y="5763333"/>
                <a:ext cx="2970750" cy="342081"/>
              </a:xfrm>
              <a:prstGeom prst="rect">
                <a:avLst/>
              </a:prstGeom>
              <a:blipFill>
                <a:blip r:embed="rId5"/>
                <a:stretch>
                  <a:fillRect l="-1434" r="-1639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908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5" y="428576"/>
            <a:ext cx="6979009" cy="18860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91" y="2593252"/>
            <a:ext cx="7131417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73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4" y="373336"/>
            <a:ext cx="5493032" cy="17018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9" y="2351301"/>
            <a:ext cx="7429882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0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41" y="466049"/>
            <a:ext cx="5988358" cy="15875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7" y="2452324"/>
            <a:ext cx="7112366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8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62" y="641910"/>
            <a:ext cx="7302875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2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AEC3A5-BEE9-F487-5DEE-4838C722E49C}"/>
                  </a:ext>
                </a:extLst>
              </p:cNvPr>
              <p:cNvSpPr txBox="1"/>
              <p:nvPr/>
            </p:nvSpPr>
            <p:spPr>
              <a:xfrm>
                <a:off x="1019579" y="1603892"/>
                <a:ext cx="3445238" cy="342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1=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Y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X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AEC3A5-BEE9-F487-5DEE-4838C722E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79" y="1603892"/>
                <a:ext cx="3445238" cy="342081"/>
              </a:xfrm>
              <a:prstGeom prst="rect">
                <a:avLst/>
              </a:prstGeom>
              <a:blipFill>
                <a:blip r:embed="rId2"/>
                <a:stretch>
                  <a:fillRect l="-1239" r="-1593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4288C0-DF14-B1EA-B610-755ED8421129}"/>
                  </a:ext>
                </a:extLst>
              </p:cNvPr>
              <p:cNvSpPr txBox="1"/>
              <p:nvPr/>
            </p:nvSpPr>
            <p:spPr>
              <a:xfrm>
                <a:off x="1019579" y="2279891"/>
                <a:ext cx="3299365" cy="342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2=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Y</m:t>
                      </m:r>
                      <m:bar>
                        <m:barPr>
                          <m:pos m:val="top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X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</m:t>
                      </m:r>
                      <m:bar>
                        <m:barPr>
                          <m:pos m:val="top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ba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WZ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4288C0-DF14-B1EA-B610-755ED8421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79" y="2279891"/>
                <a:ext cx="3299365" cy="342081"/>
              </a:xfrm>
              <a:prstGeom prst="rect">
                <a:avLst/>
              </a:prstGeom>
              <a:blipFill>
                <a:blip r:embed="rId3"/>
                <a:stretch>
                  <a:fillRect l="-1294" r="-1664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7C9C449-3A92-6172-7CF8-08D97E485AF3}"/>
              </a:ext>
            </a:extLst>
          </p:cNvPr>
          <p:cNvSpPr/>
          <p:nvPr/>
        </p:nvSpPr>
        <p:spPr>
          <a:xfrm>
            <a:off x="1687827" y="1622433"/>
            <a:ext cx="386895" cy="999539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C7BB3-8731-8AE5-BF27-ECC67B07EF9E}"/>
              </a:ext>
            </a:extLst>
          </p:cNvPr>
          <p:cNvSpPr/>
          <p:nvPr/>
        </p:nvSpPr>
        <p:spPr>
          <a:xfrm>
            <a:off x="2366004" y="1622432"/>
            <a:ext cx="386894" cy="999539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3E6D-E44D-BBCB-3636-DD833D60DCE6}"/>
              </a:ext>
            </a:extLst>
          </p:cNvPr>
          <p:cNvSpPr/>
          <p:nvPr/>
        </p:nvSpPr>
        <p:spPr>
          <a:xfrm>
            <a:off x="3115237" y="1622432"/>
            <a:ext cx="386894" cy="999539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A23C53-5305-139A-6ED1-8750F1FFE406}"/>
              </a:ext>
            </a:extLst>
          </p:cNvPr>
          <p:cNvSpPr/>
          <p:nvPr/>
        </p:nvSpPr>
        <p:spPr>
          <a:xfrm>
            <a:off x="3895512" y="1599925"/>
            <a:ext cx="574505" cy="34404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884C5-7446-E656-140B-209770AAEB89}"/>
              </a:ext>
            </a:extLst>
          </p:cNvPr>
          <p:cNvSpPr/>
          <p:nvPr/>
        </p:nvSpPr>
        <p:spPr>
          <a:xfrm>
            <a:off x="3890080" y="2277885"/>
            <a:ext cx="574505" cy="344042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8C6AC-6B58-8293-14FE-92111FAD71C0}"/>
              </a:ext>
            </a:extLst>
          </p:cNvPr>
          <p:cNvSpPr txBox="1"/>
          <p:nvPr/>
        </p:nvSpPr>
        <p:spPr>
          <a:xfrm>
            <a:off x="1052573" y="2853345"/>
            <a:ext cx="515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437F6-CEA0-A3EE-D05B-1674CB1E63F3}"/>
              </a:ext>
            </a:extLst>
          </p:cNvPr>
          <p:cNvSpPr txBox="1"/>
          <p:nvPr/>
        </p:nvSpPr>
        <p:spPr>
          <a:xfrm>
            <a:off x="1714421" y="2869599"/>
            <a:ext cx="515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9356A-8990-BD4B-7DE7-539D2862D081}"/>
              </a:ext>
            </a:extLst>
          </p:cNvPr>
          <p:cNvSpPr txBox="1"/>
          <p:nvPr/>
        </p:nvSpPr>
        <p:spPr>
          <a:xfrm>
            <a:off x="2433443" y="2853344"/>
            <a:ext cx="515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D24642-6FB2-6A8D-0B53-52D9791AC86D}"/>
              </a:ext>
            </a:extLst>
          </p:cNvPr>
          <p:cNvSpPr txBox="1"/>
          <p:nvPr/>
        </p:nvSpPr>
        <p:spPr>
          <a:xfrm>
            <a:off x="4707274" y="1914516"/>
            <a:ext cx="405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6C28E7-6C87-DC81-E607-ACD6DD45EB0E}"/>
              </a:ext>
            </a:extLst>
          </p:cNvPr>
          <p:cNvSpPr txBox="1"/>
          <p:nvPr/>
        </p:nvSpPr>
        <p:spPr>
          <a:xfrm>
            <a:off x="3244502" y="2869599"/>
            <a:ext cx="515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4540C8-993C-9F24-CFE2-3B6C6D94BC4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03318" y="2621972"/>
            <a:ext cx="477957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533A9F-7ACB-144F-8FAF-2B0D51E0EC32}"/>
              </a:ext>
            </a:extLst>
          </p:cNvPr>
          <p:cNvCxnSpPr>
            <a:cxnSpLocks/>
          </p:cNvCxnSpPr>
          <p:nvPr/>
        </p:nvCxnSpPr>
        <p:spPr>
          <a:xfrm flipV="1">
            <a:off x="2069729" y="2625967"/>
            <a:ext cx="477957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81F543-04C6-EC53-4DD0-EDC43FC616B6}"/>
              </a:ext>
            </a:extLst>
          </p:cNvPr>
          <p:cNvCxnSpPr>
            <a:cxnSpLocks/>
          </p:cNvCxnSpPr>
          <p:nvPr/>
        </p:nvCxnSpPr>
        <p:spPr>
          <a:xfrm flipV="1">
            <a:off x="2752840" y="2622792"/>
            <a:ext cx="477957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C60956-F34A-0A04-D764-FB0D8AB24FDD}"/>
              </a:ext>
            </a:extLst>
          </p:cNvPr>
          <p:cNvCxnSpPr>
            <a:cxnSpLocks/>
          </p:cNvCxnSpPr>
          <p:nvPr/>
        </p:nvCxnSpPr>
        <p:spPr>
          <a:xfrm flipV="1">
            <a:off x="3635017" y="2621972"/>
            <a:ext cx="477957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E205E4-A307-F9B5-84E6-76C95C5323CB}"/>
              </a:ext>
            </a:extLst>
          </p:cNvPr>
          <p:cNvCxnSpPr>
            <a:cxnSpLocks/>
          </p:cNvCxnSpPr>
          <p:nvPr/>
        </p:nvCxnSpPr>
        <p:spPr>
          <a:xfrm flipH="1" flipV="1">
            <a:off x="4477378" y="1771946"/>
            <a:ext cx="349778" cy="2269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C4B7FED8-B014-F4E9-B6FE-1859C7C5E9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2379565"/>
                  </p:ext>
                </p:extLst>
              </p:nvPr>
            </p:nvGraphicFramePr>
            <p:xfrm>
              <a:off x="6163107" y="2023919"/>
              <a:ext cx="5020072" cy="23359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7509">
                      <a:extLst>
                        <a:ext uri="{9D8B030D-6E8A-4147-A177-3AD203B41FA5}">
                          <a16:colId xmlns:a16="http://schemas.microsoft.com/office/drawing/2014/main" val="903524955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2414433374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985772951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1778100848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988483926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138610452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886860868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898936162"/>
                        </a:ext>
                      </a:extLst>
                    </a:gridCol>
                  </a:tblGrid>
                  <a:tr h="3688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 smtClean="0"/>
                            <a:t>F2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3991546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165133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6265819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7439375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e>
                                </m:bar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b="0" i="1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/>
                            <a:t>-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444878"/>
                      </a:ext>
                    </a:extLst>
                  </a:tr>
                  <a:tr h="3688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b="0" i="1" smtClean="0">
                                    <a:latin typeface="Cambria Math" panose="02040503050406030204" pitchFamily="18" charset="0"/>
                                  </a:rPr>
                                  <m:t>WY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43218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C4B7FED8-B014-F4E9-B6FE-1859C7C5E9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2379565"/>
                  </p:ext>
                </p:extLst>
              </p:nvPr>
            </p:nvGraphicFramePr>
            <p:xfrm>
              <a:off x="6163107" y="2023919"/>
              <a:ext cx="5020072" cy="23359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7509">
                      <a:extLst>
                        <a:ext uri="{9D8B030D-6E8A-4147-A177-3AD203B41FA5}">
                          <a16:colId xmlns:a16="http://schemas.microsoft.com/office/drawing/2014/main" val="903524955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2414433374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985772951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1778100848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988483926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138610452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886860868"/>
                        </a:ext>
                      </a:extLst>
                    </a:gridCol>
                    <a:gridCol w="627509">
                      <a:extLst>
                        <a:ext uri="{9D8B030D-6E8A-4147-A177-3AD203B41FA5}">
                          <a16:colId xmlns:a16="http://schemas.microsoft.com/office/drawing/2014/main" val="3898936162"/>
                        </a:ext>
                      </a:extLst>
                    </a:gridCol>
                  </a:tblGrid>
                  <a:tr h="3688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 smtClean="0"/>
                            <a:t>F2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3991546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42" t="-101538" r="-701942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165133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42" t="-198485" r="-701942" b="-3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6265819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42" t="-298485" r="-701942" b="-2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7439375"/>
                      </a:ext>
                    </a:extLst>
                  </a:tr>
                  <a:tr h="399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42" t="-404615" r="-701942" b="-1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/>
                            <a:t>-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444878"/>
                      </a:ext>
                    </a:extLst>
                  </a:tr>
                  <a:tr h="3688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42" t="-537705" r="-70194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4321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C03F13F-EF92-B112-AC80-19B9F7572BF3}"/>
              </a:ext>
            </a:extLst>
          </p:cNvPr>
          <p:cNvSpPr txBox="1"/>
          <p:nvPr/>
        </p:nvSpPr>
        <p:spPr>
          <a:xfrm>
            <a:off x="6153395" y="1560000"/>
            <a:ext cx="5020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PLA Table: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03A395-1241-0B7B-8F26-2A2ADB74C579}"/>
              </a:ext>
            </a:extLst>
          </p:cNvPr>
          <p:cNvSpPr txBox="1"/>
          <p:nvPr/>
        </p:nvSpPr>
        <p:spPr>
          <a:xfrm>
            <a:off x="1888825" y="3539742"/>
            <a:ext cx="2001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Size:  4 x 5 x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986380-4195-E138-CA1A-EF515173A72A}"/>
              </a:ext>
            </a:extLst>
          </p:cNvPr>
          <p:cNvSpPr txBox="1"/>
          <p:nvPr/>
        </p:nvSpPr>
        <p:spPr>
          <a:xfrm>
            <a:off x="1908539" y="4164585"/>
            <a:ext cx="74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97BB8C-2E55-674B-6F97-EBF1A924D5AF}"/>
              </a:ext>
            </a:extLst>
          </p:cNvPr>
          <p:cNvSpPr txBox="1"/>
          <p:nvPr/>
        </p:nvSpPr>
        <p:spPr>
          <a:xfrm>
            <a:off x="2889452" y="4157929"/>
            <a:ext cx="154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 Terms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01B728-06E7-458B-C897-2F2B5CF612B5}"/>
              </a:ext>
            </a:extLst>
          </p:cNvPr>
          <p:cNvSpPr txBox="1"/>
          <p:nvPr/>
        </p:nvSpPr>
        <p:spPr>
          <a:xfrm>
            <a:off x="4187308" y="3565751"/>
            <a:ext cx="870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C4AFD6-C996-6A08-1185-1D4011D826D3}"/>
              </a:ext>
            </a:extLst>
          </p:cNvPr>
          <p:cNvCxnSpPr>
            <a:cxnSpLocks/>
          </p:cNvCxnSpPr>
          <p:nvPr/>
        </p:nvCxnSpPr>
        <p:spPr>
          <a:xfrm flipV="1">
            <a:off x="2229678" y="3904173"/>
            <a:ext cx="477957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04833E-DD77-6C62-0500-31C9E21EC365}"/>
              </a:ext>
            </a:extLst>
          </p:cNvPr>
          <p:cNvCxnSpPr>
            <a:cxnSpLocks/>
          </p:cNvCxnSpPr>
          <p:nvPr/>
        </p:nvCxnSpPr>
        <p:spPr>
          <a:xfrm flipH="1" flipV="1">
            <a:off x="3180556" y="3921245"/>
            <a:ext cx="321574" cy="333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C0FD42-5550-4135-1F67-B86189FC1447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3732988" y="3750417"/>
            <a:ext cx="4543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583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owchart: Delay 46">
            <a:extLst>
              <a:ext uri="{FF2B5EF4-FFF2-40B4-BE49-F238E27FC236}">
                <a16:creationId xmlns:a16="http://schemas.microsoft.com/office/drawing/2014/main" id="{778C51E6-6CC9-1D34-931A-ABE6785C7A5E}"/>
              </a:ext>
            </a:extLst>
          </p:cNvPr>
          <p:cNvSpPr/>
          <p:nvPr/>
        </p:nvSpPr>
        <p:spPr>
          <a:xfrm>
            <a:off x="6237577" y="1235918"/>
            <a:ext cx="347852" cy="369573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Flowchart: Delay 48">
            <a:extLst>
              <a:ext uri="{FF2B5EF4-FFF2-40B4-BE49-F238E27FC236}">
                <a16:creationId xmlns:a16="http://schemas.microsoft.com/office/drawing/2014/main" id="{25017988-3E8C-55A3-A976-615365AB085E}"/>
              </a:ext>
            </a:extLst>
          </p:cNvPr>
          <p:cNvSpPr/>
          <p:nvPr/>
        </p:nvSpPr>
        <p:spPr>
          <a:xfrm>
            <a:off x="6231989" y="1856072"/>
            <a:ext cx="347852" cy="369573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lowchart: Delay 49">
            <a:extLst>
              <a:ext uri="{FF2B5EF4-FFF2-40B4-BE49-F238E27FC236}">
                <a16:creationId xmlns:a16="http://schemas.microsoft.com/office/drawing/2014/main" id="{67F40657-70E3-9388-5639-60ECAE0DB481}"/>
              </a:ext>
            </a:extLst>
          </p:cNvPr>
          <p:cNvSpPr/>
          <p:nvPr/>
        </p:nvSpPr>
        <p:spPr>
          <a:xfrm>
            <a:off x="6211378" y="2528456"/>
            <a:ext cx="347852" cy="369573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lowchart: Delay 50">
            <a:extLst>
              <a:ext uri="{FF2B5EF4-FFF2-40B4-BE49-F238E27FC236}">
                <a16:creationId xmlns:a16="http://schemas.microsoft.com/office/drawing/2014/main" id="{0E24E6ED-A9BF-ED37-B2C5-0D021BF3E5FC}"/>
              </a:ext>
            </a:extLst>
          </p:cNvPr>
          <p:cNvSpPr/>
          <p:nvPr/>
        </p:nvSpPr>
        <p:spPr>
          <a:xfrm>
            <a:off x="6231988" y="3826181"/>
            <a:ext cx="347852" cy="369573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Flowchart: Delay 51">
            <a:extLst>
              <a:ext uri="{FF2B5EF4-FFF2-40B4-BE49-F238E27FC236}">
                <a16:creationId xmlns:a16="http://schemas.microsoft.com/office/drawing/2014/main" id="{347F1B1A-D07A-6235-FE97-CB5840CF8501}"/>
              </a:ext>
            </a:extLst>
          </p:cNvPr>
          <p:cNvSpPr/>
          <p:nvPr/>
        </p:nvSpPr>
        <p:spPr>
          <a:xfrm>
            <a:off x="6237577" y="3229990"/>
            <a:ext cx="347852" cy="369573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4430B051-BD78-37BA-8872-E2448657D3CD}"/>
              </a:ext>
            </a:extLst>
          </p:cNvPr>
          <p:cNvSpPr/>
          <p:nvPr/>
        </p:nvSpPr>
        <p:spPr>
          <a:xfrm rot="10800000">
            <a:off x="1540942" y="804568"/>
            <a:ext cx="244805" cy="151939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4BB762-B40B-D510-B26D-00A8D3D1E16C}"/>
              </a:ext>
            </a:extLst>
          </p:cNvPr>
          <p:cNvSpPr/>
          <p:nvPr/>
        </p:nvSpPr>
        <p:spPr>
          <a:xfrm>
            <a:off x="1621600" y="969505"/>
            <a:ext cx="86591" cy="6228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CA422D-638D-AE82-3765-0283EBF8CE9B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1069181" y="1420704"/>
            <a:ext cx="5168396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A3F1B8-E5FB-EEB4-01FA-10C446D3062C}"/>
              </a:ext>
            </a:extLst>
          </p:cNvPr>
          <p:cNvCxnSpPr>
            <a:cxnSpLocks/>
            <a:endCxn id="47" idx="3"/>
          </p:cNvCxnSpPr>
          <p:nvPr/>
        </p:nvCxnSpPr>
        <p:spPr>
          <a:xfrm flipH="1">
            <a:off x="6585429" y="1420704"/>
            <a:ext cx="1603247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9D4BCD-20CB-59B3-B51F-A2BD9D63E3C8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6579841" y="2036107"/>
            <a:ext cx="1603246" cy="47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08E645-4AE3-D4D0-64D9-42B1FDC43F9F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6559230" y="2696639"/>
            <a:ext cx="1603246" cy="166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4026B5-3AE0-446F-2001-817B285FC308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6585429" y="3393423"/>
            <a:ext cx="1603247" cy="213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577595-B7AC-1A60-176B-47233EEA034E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6579840" y="4002231"/>
            <a:ext cx="1603247" cy="87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CA4BF9-5A72-AC30-BFC8-ADCD057368B0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1641625" y="1031792"/>
            <a:ext cx="23271" cy="44952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84FF8FD-FCF9-EDA3-33B7-FE1DB2A2AB87}"/>
              </a:ext>
            </a:extLst>
          </p:cNvPr>
          <p:cNvSpPr/>
          <p:nvPr/>
        </p:nvSpPr>
        <p:spPr>
          <a:xfrm rot="10800000">
            <a:off x="2607742" y="804568"/>
            <a:ext cx="244805" cy="151939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B34D39-469D-CDB1-69CD-7F2E2C3D792B}"/>
              </a:ext>
            </a:extLst>
          </p:cNvPr>
          <p:cNvSpPr/>
          <p:nvPr/>
        </p:nvSpPr>
        <p:spPr>
          <a:xfrm>
            <a:off x="2689988" y="953638"/>
            <a:ext cx="86591" cy="6228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FC55B89F-D15A-2227-BDFA-F58CDEE4346D}"/>
              </a:ext>
            </a:extLst>
          </p:cNvPr>
          <p:cNvSpPr/>
          <p:nvPr/>
        </p:nvSpPr>
        <p:spPr>
          <a:xfrm rot="10800000">
            <a:off x="3674542" y="804568"/>
            <a:ext cx="244805" cy="151939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9AFC7E-3D03-8535-ABE4-95D0E6D133EB}"/>
              </a:ext>
            </a:extLst>
          </p:cNvPr>
          <p:cNvSpPr/>
          <p:nvPr/>
        </p:nvSpPr>
        <p:spPr>
          <a:xfrm>
            <a:off x="3756824" y="951030"/>
            <a:ext cx="86591" cy="6228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12B6D24-51C3-5C86-798B-C100C3EBE469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3800120" y="1013317"/>
            <a:ext cx="0" cy="45047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F5F71893-4FF5-3C3B-AC57-B837B214B62D}"/>
              </a:ext>
            </a:extLst>
          </p:cNvPr>
          <p:cNvSpPr/>
          <p:nvPr/>
        </p:nvSpPr>
        <p:spPr>
          <a:xfrm rot="10800000">
            <a:off x="4718431" y="804567"/>
            <a:ext cx="244805" cy="151939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35CFE1C-603C-F367-44DB-57D24B6E874A}"/>
              </a:ext>
            </a:extLst>
          </p:cNvPr>
          <p:cNvSpPr/>
          <p:nvPr/>
        </p:nvSpPr>
        <p:spPr>
          <a:xfrm>
            <a:off x="4797501" y="961568"/>
            <a:ext cx="86591" cy="6228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BE1F146-FE41-A100-79F2-D0F90F774DED}"/>
              </a:ext>
            </a:extLst>
          </p:cNvPr>
          <p:cNvCxnSpPr>
            <a:cxnSpLocks/>
            <a:stCxn id="70" idx="2"/>
          </p:cNvCxnSpPr>
          <p:nvPr/>
        </p:nvCxnSpPr>
        <p:spPr>
          <a:xfrm flipV="1">
            <a:off x="4401627" y="624041"/>
            <a:ext cx="445330" cy="38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0C1B01-C3FE-04E9-D3CA-953F3B3D864B}"/>
              </a:ext>
            </a:extLst>
          </p:cNvPr>
          <p:cNvCxnSpPr>
            <a:cxnSpLocks/>
            <a:endCxn id="45" idx="3"/>
          </p:cNvCxnSpPr>
          <p:nvPr/>
        </p:nvCxnSpPr>
        <p:spPr>
          <a:xfrm>
            <a:off x="4839208" y="624041"/>
            <a:ext cx="1625" cy="1805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CF8287-031F-8194-57E3-8C43BAED918D}"/>
              </a:ext>
            </a:extLst>
          </p:cNvPr>
          <p:cNvCxnSpPr>
            <a:cxnSpLocks/>
            <a:stCxn id="46" idx="4"/>
          </p:cNvCxnSpPr>
          <p:nvPr/>
        </p:nvCxnSpPr>
        <p:spPr>
          <a:xfrm flipH="1">
            <a:off x="4839208" y="1023855"/>
            <a:ext cx="1589" cy="44942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C3814DD3-FFC8-ABDA-882C-E3232CF403A3}"/>
              </a:ext>
            </a:extLst>
          </p:cNvPr>
          <p:cNvSpPr/>
          <p:nvPr/>
        </p:nvSpPr>
        <p:spPr>
          <a:xfrm>
            <a:off x="1524789" y="3291153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A9BB138D-6E73-C63F-6409-6E675858C42F}"/>
              </a:ext>
            </a:extLst>
          </p:cNvPr>
          <p:cNvSpPr/>
          <p:nvPr/>
        </p:nvSpPr>
        <p:spPr>
          <a:xfrm>
            <a:off x="1136863" y="3905512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C5830F76-946E-34D2-5CF6-BBEABD522413}"/>
              </a:ext>
            </a:extLst>
          </p:cNvPr>
          <p:cNvSpPr/>
          <p:nvPr/>
        </p:nvSpPr>
        <p:spPr>
          <a:xfrm>
            <a:off x="1121603" y="2613253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5C7CABD2-E1FA-B426-DB7D-1F640A89FBB4}"/>
              </a:ext>
            </a:extLst>
          </p:cNvPr>
          <p:cNvSpPr/>
          <p:nvPr/>
        </p:nvSpPr>
        <p:spPr>
          <a:xfrm>
            <a:off x="2147302" y="1929246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Multiplication Sign 59">
            <a:extLst>
              <a:ext uri="{FF2B5EF4-FFF2-40B4-BE49-F238E27FC236}">
                <a16:creationId xmlns:a16="http://schemas.microsoft.com/office/drawing/2014/main" id="{D7879A61-88C8-959E-7B75-A0EAEB20CEAE}"/>
              </a:ext>
            </a:extLst>
          </p:cNvPr>
          <p:cNvSpPr/>
          <p:nvPr/>
        </p:nvSpPr>
        <p:spPr>
          <a:xfrm>
            <a:off x="3253642" y="1324011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0882FF58-A264-27A5-7CBA-05CBBAF9315B}"/>
              </a:ext>
            </a:extLst>
          </p:cNvPr>
          <p:cNvSpPr/>
          <p:nvPr/>
        </p:nvSpPr>
        <p:spPr>
          <a:xfrm>
            <a:off x="3248053" y="3894082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Multiplication Sign 61">
            <a:extLst>
              <a:ext uri="{FF2B5EF4-FFF2-40B4-BE49-F238E27FC236}">
                <a16:creationId xmlns:a16="http://schemas.microsoft.com/office/drawing/2014/main" id="{69C81C6B-E83F-2CCD-5F59-9BC1172724D3}"/>
              </a:ext>
            </a:extLst>
          </p:cNvPr>
          <p:cNvSpPr/>
          <p:nvPr/>
        </p:nvSpPr>
        <p:spPr>
          <a:xfrm>
            <a:off x="3674545" y="3278785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02CD190B-1EAF-995E-DFD1-E2288065415B}"/>
              </a:ext>
            </a:extLst>
          </p:cNvPr>
          <p:cNvSpPr/>
          <p:nvPr/>
        </p:nvSpPr>
        <p:spPr>
          <a:xfrm>
            <a:off x="4725137" y="1329220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Multiplication Sign 63">
            <a:extLst>
              <a:ext uri="{FF2B5EF4-FFF2-40B4-BE49-F238E27FC236}">
                <a16:creationId xmlns:a16="http://schemas.microsoft.com/office/drawing/2014/main" id="{DEF9E0DE-35AC-FDFB-DAB3-63AA5D0BCEFD}"/>
              </a:ext>
            </a:extLst>
          </p:cNvPr>
          <p:cNvSpPr/>
          <p:nvPr/>
        </p:nvSpPr>
        <p:spPr>
          <a:xfrm>
            <a:off x="4720896" y="1938507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Multiplication Sign 64">
            <a:extLst>
              <a:ext uri="{FF2B5EF4-FFF2-40B4-BE49-F238E27FC236}">
                <a16:creationId xmlns:a16="http://schemas.microsoft.com/office/drawing/2014/main" id="{9030723D-0FCA-162A-1C63-95115B67B9FF}"/>
              </a:ext>
            </a:extLst>
          </p:cNvPr>
          <p:cNvSpPr/>
          <p:nvPr/>
        </p:nvSpPr>
        <p:spPr>
          <a:xfrm>
            <a:off x="4690607" y="2619671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7CE5A792-542D-718B-784A-425C2FF62378}"/>
              </a:ext>
            </a:extLst>
          </p:cNvPr>
          <p:cNvSpPr/>
          <p:nvPr/>
        </p:nvSpPr>
        <p:spPr>
          <a:xfrm>
            <a:off x="4286988" y="3297891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F345BA-6A3F-54FD-E942-ACC2D1C9052C}"/>
              </a:ext>
            </a:extLst>
          </p:cNvPr>
          <p:cNvSpPr txBox="1"/>
          <p:nvPr/>
        </p:nvSpPr>
        <p:spPr>
          <a:xfrm>
            <a:off x="692066" y="182699"/>
            <a:ext cx="429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A3C85F-AF34-3A92-8B80-F22560F4C9C5}"/>
              </a:ext>
            </a:extLst>
          </p:cNvPr>
          <p:cNvSpPr txBox="1"/>
          <p:nvPr/>
        </p:nvSpPr>
        <p:spPr>
          <a:xfrm>
            <a:off x="1936812" y="211358"/>
            <a:ext cx="45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123AE1-59B8-0DB3-0EAE-5D1E0152BA75}"/>
              </a:ext>
            </a:extLst>
          </p:cNvPr>
          <p:cNvSpPr txBox="1"/>
          <p:nvPr/>
        </p:nvSpPr>
        <p:spPr>
          <a:xfrm>
            <a:off x="3046794" y="172375"/>
            <a:ext cx="45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B47C58-970F-2FE0-041D-FED3D88F728A}"/>
              </a:ext>
            </a:extLst>
          </p:cNvPr>
          <p:cNvSpPr txBox="1"/>
          <p:nvPr/>
        </p:nvSpPr>
        <p:spPr>
          <a:xfrm>
            <a:off x="4156069" y="166265"/>
            <a:ext cx="491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Z</a:t>
            </a:r>
          </a:p>
        </p:txBody>
      </p:sp>
      <p:sp>
        <p:nvSpPr>
          <p:cNvPr id="74" name="Multiplication Sign 73">
            <a:extLst>
              <a:ext uri="{FF2B5EF4-FFF2-40B4-BE49-F238E27FC236}">
                <a16:creationId xmlns:a16="http://schemas.microsoft.com/office/drawing/2014/main" id="{B6E42925-253C-4273-DFBA-88491F9700F8}"/>
              </a:ext>
            </a:extLst>
          </p:cNvPr>
          <p:cNvSpPr/>
          <p:nvPr/>
        </p:nvSpPr>
        <p:spPr>
          <a:xfrm>
            <a:off x="7298382" y="1315916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Multiplication Sign 74">
            <a:extLst>
              <a:ext uri="{FF2B5EF4-FFF2-40B4-BE49-F238E27FC236}">
                <a16:creationId xmlns:a16="http://schemas.microsoft.com/office/drawing/2014/main" id="{DCC6AD01-07E9-94A5-409B-B108F74BDF1F}"/>
              </a:ext>
            </a:extLst>
          </p:cNvPr>
          <p:cNvSpPr/>
          <p:nvPr/>
        </p:nvSpPr>
        <p:spPr>
          <a:xfrm>
            <a:off x="7277779" y="1929246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Multiplication Sign 75">
            <a:extLst>
              <a:ext uri="{FF2B5EF4-FFF2-40B4-BE49-F238E27FC236}">
                <a16:creationId xmlns:a16="http://schemas.microsoft.com/office/drawing/2014/main" id="{8A7A7396-13E6-B28D-4FFF-C40C91755EA4}"/>
              </a:ext>
            </a:extLst>
          </p:cNvPr>
          <p:cNvSpPr/>
          <p:nvPr/>
        </p:nvSpPr>
        <p:spPr>
          <a:xfrm>
            <a:off x="7260888" y="2590007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Multiplication Sign 76">
            <a:extLst>
              <a:ext uri="{FF2B5EF4-FFF2-40B4-BE49-F238E27FC236}">
                <a16:creationId xmlns:a16="http://schemas.microsoft.com/office/drawing/2014/main" id="{B5D63E62-FE51-3943-1618-D22D590479A7}"/>
              </a:ext>
            </a:extLst>
          </p:cNvPr>
          <p:cNvSpPr/>
          <p:nvPr/>
        </p:nvSpPr>
        <p:spPr>
          <a:xfrm>
            <a:off x="7255941" y="3286284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Multiplication Sign 77">
            <a:extLst>
              <a:ext uri="{FF2B5EF4-FFF2-40B4-BE49-F238E27FC236}">
                <a16:creationId xmlns:a16="http://schemas.microsoft.com/office/drawing/2014/main" id="{27B52ADF-46BF-B58C-0FF5-767B93AEC995}"/>
              </a:ext>
            </a:extLst>
          </p:cNvPr>
          <p:cNvSpPr/>
          <p:nvPr/>
        </p:nvSpPr>
        <p:spPr>
          <a:xfrm>
            <a:off x="7871762" y="1318092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Multiplication Sign 78">
            <a:extLst>
              <a:ext uri="{FF2B5EF4-FFF2-40B4-BE49-F238E27FC236}">
                <a16:creationId xmlns:a16="http://schemas.microsoft.com/office/drawing/2014/main" id="{172B36F9-750D-B3A2-6A0D-2EE31C0F1C7B}"/>
              </a:ext>
            </a:extLst>
          </p:cNvPr>
          <p:cNvSpPr/>
          <p:nvPr/>
        </p:nvSpPr>
        <p:spPr>
          <a:xfrm>
            <a:off x="7863206" y="1915126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Multiplication Sign 79">
            <a:extLst>
              <a:ext uri="{FF2B5EF4-FFF2-40B4-BE49-F238E27FC236}">
                <a16:creationId xmlns:a16="http://schemas.microsoft.com/office/drawing/2014/main" id="{CB3F45D0-C881-39F3-1F71-44762A127E6D}"/>
              </a:ext>
            </a:extLst>
          </p:cNvPr>
          <p:cNvSpPr/>
          <p:nvPr/>
        </p:nvSpPr>
        <p:spPr>
          <a:xfrm>
            <a:off x="7856484" y="2597164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Multiplication Sign 80">
            <a:extLst>
              <a:ext uri="{FF2B5EF4-FFF2-40B4-BE49-F238E27FC236}">
                <a16:creationId xmlns:a16="http://schemas.microsoft.com/office/drawing/2014/main" id="{61E1EAE4-B726-DFC8-556C-A3FC2B232016}"/>
              </a:ext>
            </a:extLst>
          </p:cNvPr>
          <p:cNvSpPr/>
          <p:nvPr/>
        </p:nvSpPr>
        <p:spPr>
          <a:xfrm>
            <a:off x="7883591" y="3890509"/>
            <a:ext cx="244802" cy="233771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lowchart: Stored Data 85">
            <a:extLst>
              <a:ext uri="{FF2B5EF4-FFF2-40B4-BE49-F238E27FC236}">
                <a16:creationId xmlns:a16="http://schemas.microsoft.com/office/drawing/2014/main" id="{524A0EEA-F255-F475-FC98-94B8BF09DF29}"/>
              </a:ext>
            </a:extLst>
          </p:cNvPr>
          <p:cNvSpPr/>
          <p:nvPr/>
        </p:nvSpPr>
        <p:spPr>
          <a:xfrm rot="16200000">
            <a:off x="7175362" y="4661001"/>
            <a:ext cx="430585" cy="332927"/>
          </a:xfrm>
          <a:prstGeom prst="flowChartOnlineStorag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1967BBD-EDBD-3B1D-AFF9-6C652E8C6F30}"/>
              </a:ext>
            </a:extLst>
          </p:cNvPr>
          <p:cNvCxnSpPr>
            <a:cxnSpLocks/>
          </p:cNvCxnSpPr>
          <p:nvPr/>
        </p:nvCxnSpPr>
        <p:spPr>
          <a:xfrm>
            <a:off x="3397398" y="617790"/>
            <a:ext cx="39954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2BF5A7A-0C89-4761-8D17-022DD5AA2775}"/>
              </a:ext>
            </a:extLst>
          </p:cNvPr>
          <p:cNvCxnSpPr>
            <a:cxnSpLocks/>
          </p:cNvCxnSpPr>
          <p:nvPr/>
        </p:nvCxnSpPr>
        <p:spPr>
          <a:xfrm>
            <a:off x="3789195" y="617790"/>
            <a:ext cx="1625" cy="1805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E80150A-9C9A-C739-4BB5-198086134469}"/>
              </a:ext>
            </a:extLst>
          </p:cNvPr>
          <p:cNvCxnSpPr>
            <a:cxnSpLocks/>
          </p:cNvCxnSpPr>
          <p:nvPr/>
        </p:nvCxnSpPr>
        <p:spPr>
          <a:xfrm>
            <a:off x="2273300" y="617790"/>
            <a:ext cx="46748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33D9274-138A-9827-950F-9F770CB5999B}"/>
              </a:ext>
            </a:extLst>
          </p:cNvPr>
          <p:cNvCxnSpPr>
            <a:cxnSpLocks/>
          </p:cNvCxnSpPr>
          <p:nvPr/>
        </p:nvCxnSpPr>
        <p:spPr>
          <a:xfrm>
            <a:off x="2733039" y="617790"/>
            <a:ext cx="1625" cy="1805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E36B8BC-C2CF-9338-463C-DA1F4857531B}"/>
              </a:ext>
            </a:extLst>
          </p:cNvPr>
          <p:cNvCxnSpPr>
            <a:cxnSpLocks/>
          </p:cNvCxnSpPr>
          <p:nvPr/>
        </p:nvCxnSpPr>
        <p:spPr>
          <a:xfrm>
            <a:off x="1266222" y="617790"/>
            <a:ext cx="3953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1AEA07-D656-40E2-D385-6FCF8D8B1BEF}"/>
              </a:ext>
            </a:extLst>
          </p:cNvPr>
          <p:cNvCxnSpPr>
            <a:cxnSpLocks/>
          </p:cNvCxnSpPr>
          <p:nvPr/>
        </p:nvCxnSpPr>
        <p:spPr>
          <a:xfrm>
            <a:off x="1653843" y="617790"/>
            <a:ext cx="1625" cy="1805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DD15A8F-06FB-30C1-2C37-BDDE0B859CC3}"/>
              </a:ext>
            </a:extLst>
          </p:cNvPr>
          <p:cNvCxnSpPr>
            <a:cxnSpLocks/>
          </p:cNvCxnSpPr>
          <p:nvPr/>
        </p:nvCxnSpPr>
        <p:spPr>
          <a:xfrm flipH="1">
            <a:off x="4401627" y="488950"/>
            <a:ext cx="7762" cy="5020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6EA6CE7-033F-A167-8CA8-2CB440E60879}"/>
              </a:ext>
            </a:extLst>
          </p:cNvPr>
          <p:cNvCxnSpPr>
            <a:cxnSpLocks/>
          </p:cNvCxnSpPr>
          <p:nvPr/>
        </p:nvCxnSpPr>
        <p:spPr>
          <a:xfrm flipH="1">
            <a:off x="2261114" y="498385"/>
            <a:ext cx="7762" cy="5020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0E70237-BE5C-AB9D-B775-FDD6B6343CB5}"/>
              </a:ext>
            </a:extLst>
          </p:cNvPr>
          <p:cNvCxnSpPr>
            <a:cxnSpLocks/>
          </p:cNvCxnSpPr>
          <p:nvPr/>
        </p:nvCxnSpPr>
        <p:spPr>
          <a:xfrm flipH="1">
            <a:off x="3380289" y="498385"/>
            <a:ext cx="7762" cy="5020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E6817A6-33A8-1C59-FD16-A5DB04F506C5}"/>
              </a:ext>
            </a:extLst>
          </p:cNvPr>
          <p:cNvCxnSpPr>
            <a:cxnSpLocks/>
          </p:cNvCxnSpPr>
          <p:nvPr/>
        </p:nvCxnSpPr>
        <p:spPr>
          <a:xfrm>
            <a:off x="2735167" y="1022268"/>
            <a:ext cx="0" cy="45047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2EF4B28-0A3B-4EFA-83E4-1FBC4A1ACCD1}"/>
              </a:ext>
            </a:extLst>
          </p:cNvPr>
          <p:cNvCxnSpPr>
            <a:cxnSpLocks/>
          </p:cNvCxnSpPr>
          <p:nvPr/>
        </p:nvCxnSpPr>
        <p:spPr>
          <a:xfrm flipH="1">
            <a:off x="1266222" y="488950"/>
            <a:ext cx="7762" cy="5020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519E6E5-0987-6CD1-CF25-A01571E4B727}"/>
              </a:ext>
            </a:extLst>
          </p:cNvPr>
          <p:cNvCxnSpPr>
            <a:cxnSpLocks/>
          </p:cNvCxnSpPr>
          <p:nvPr/>
        </p:nvCxnSpPr>
        <p:spPr>
          <a:xfrm flipH="1">
            <a:off x="1069181" y="2050895"/>
            <a:ext cx="51683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F34384F-4685-6F21-0EF1-90D4414BF14F}"/>
              </a:ext>
            </a:extLst>
          </p:cNvPr>
          <p:cNvCxnSpPr>
            <a:cxnSpLocks/>
          </p:cNvCxnSpPr>
          <p:nvPr/>
        </p:nvCxnSpPr>
        <p:spPr>
          <a:xfrm flipH="1">
            <a:off x="1042981" y="2737057"/>
            <a:ext cx="51683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D9EDA76-74A1-E8CE-37A8-9E24E0A0AE7B}"/>
              </a:ext>
            </a:extLst>
          </p:cNvPr>
          <p:cNvCxnSpPr>
            <a:cxnSpLocks/>
          </p:cNvCxnSpPr>
          <p:nvPr/>
        </p:nvCxnSpPr>
        <p:spPr>
          <a:xfrm flipH="1">
            <a:off x="1090344" y="3416253"/>
            <a:ext cx="51683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DB194C4-AB8E-967B-2E67-EB01A6D109D1}"/>
              </a:ext>
            </a:extLst>
          </p:cNvPr>
          <p:cNvCxnSpPr>
            <a:cxnSpLocks/>
          </p:cNvCxnSpPr>
          <p:nvPr/>
        </p:nvCxnSpPr>
        <p:spPr>
          <a:xfrm flipH="1">
            <a:off x="1063592" y="4021971"/>
            <a:ext cx="51683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Flowchart: Stored Data 147">
            <a:extLst>
              <a:ext uri="{FF2B5EF4-FFF2-40B4-BE49-F238E27FC236}">
                <a16:creationId xmlns:a16="http://schemas.microsoft.com/office/drawing/2014/main" id="{AAF59501-DC69-FF99-02D7-F2D072822711}"/>
              </a:ext>
            </a:extLst>
          </p:cNvPr>
          <p:cNvSpPr/>
          <p:nvPr/>
        </p:nvSpPr>
        <p:spPr>
          <a:xfrm rot="16200000">
            <a:off x="7779342" y="4647251"/>
            <a:ext cx="430585" cy="332927"/>
          </a:xfrm>
          <a:prstGeom prst="flowChartOnlineStorag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Flowchart: Stored Data 148">
            <a:extLst>
              <a:ext uri="{FF2B5EF4-FFF2-40B4-BE49-F238E27FC236}">
                <a16:creationId xmlns:a16="http://schemas.microsoft.com/office/drawing/2014/main" id="{B2E965DD-688F-4556-28AB-EDC4C931393A}"/>
              </a:ext>
            </a:extLst>
          </p:cNvPr>
          <p:cNvSpPr/>
          <p:nvPr/>
        </p:nvSpPr>
        <p:spPr>
          <a:xfrm rot="10800000">
            <a:off x="9370884" y="5702766"/>
            <a:ext cx="430585" cy="332927"/>
          </a:xfrm>
          <a:prstGeom prst="flowChartOnlineStorag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0" name="Flowchart: Stored Data 149">
            <a:extLst>
              <a:ext uri="{FF2B5EF4-FFF2-40B4-BE49-F238E27FC236}">
                <a16:creationId xmlns:a16="http://schemas.microsoft.com/office/drawing/2014/main" id="{C1602F80-1FE5-CED1-1F31-97F45BCF1CA3}"/>
              </a:ext>
            </a:extLst>
          </p:cNvPr>
          <p:cNvSpPr/>
          <p:nvPr/>
        </p:nvSpPr>
        <p:spPr>
          <a:xfrm rot="10800000">
            <a:off x="9383014" y="4981545"/>
            <a:ext cx="430585" cy="332927"/>
          </a:xfrm>
          <a:prstGeom prst="flowChartOnlineStorag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5B71BED-9EA0-3B53-071D-E163F357ABBE}"/>
              </a:ext>
            </a:extLst>
          </p:cNvPr>
          <p:cNvCxnSpPr>
            <a:cxnSpLocks/>
          </p:cNvCxnSpPr>
          <p:nvPr/>
        </p:nvCxnSpPr>
        <p:spPr>
          <a:xfrm flipH="1">
            <a:off x="7033458" y="5765308"/>
            <a:ext cx="23981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CF9F626-FEAA-77D2-5610-EEC2292CA57E}"/>
              </a:ext>
            </a:extLst>
          </p:cNvPr>
          <p:cNvCxnSpPr>
            <a:cxnSpLocks/>
          </p:cNvCxnSpPr>
          <p:nvPr/>
        </p:nvCxnSpPr>
        <p:spPr>
          <a:xfrm flipH="1">
            <a:off x="7033458" y="5244608"/>
            <a:ext cx="23981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0087845-EA52-A98F-B0D8-702358D53AE9}"/>
              </a:ext>
            </a:extLst>
          </p:cNvPr>
          <p:cNvCxnSpPr>
            <a:cxnSpLocks/>
          </p:cNvCxnSpPr>
          <p:nvPr/>
        </p:nvCxnSpPr>
        <p:spPr>
          <a:xfrm flipV="1">
            <a:off x="7390654" y="5052520"/>
            <a:ext cx="0" cy="9223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5648430E-7F56-6791-E579-7D2711D1F8C7}"/>
              </a:ext>
            </a:extLst>
          </p:cNvPr>
          <p:cNvCxnSpPr>
            <a:cxnSpLocks/>
          </p:cNvCxnSpPr>
          <p:nvPr/>
        </p:nvCxnSpPr>
        <p:spPr>
          <a:xfrm flipV="1">
            <a:off x="7994879" y="5029007"/>
            <a:ext cx="0" cy="9223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1" name="Multiplication Sign 160">
            <a:extLst>
              <a:ext uri="{FF2B5EF4-FFF2-40B4-BE49-F238E27FC236}">
                <a16:creationId xmlns:a16="http://schemas.microsoft.com/office/drawing/2014/main" id="{18176C8A-871A-FA25-BBC6-82743BB1C945}"/>
              </a:ext>
            </a:extLst>
          </p:cNvPr>
          <p:cNvSpPr/>
          <p:nvPr/>
        </p:nvSpPr>
        <p:spPr>
          <a:xfrm>
            <a:off x="7270898" y="5148009"/>
            <a:ext cx="244802" cy="193198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Multiplication Sign 161">
            <a:extLst>
              <a:ext uri="{FF2B5EF4-FFF2-40B4-BE49-F238E27FC236}">
                <a16:creationId xmlns:a16="http://schemas.microsoft.com/office/drawing/2014/main" id="{FBFCC082-9AF8-77B3-FE55-E3F35D7C3190}"/>
              </a:ext>
            </a:extLst>
          </p:cNvPr>
          <p:cNvSpPr/>
          <p:nvPr/>
        </p:nvSpPr>
        <p:spPr>
          <a:xfrm>
            <a:off x="7868555" y="5668709"/>
            <a:ext cx="244802" cy="193198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6D4828E-3F0D-E2EC-31A8-D0E552BBE997}"/>
              </a:ext>
            </a:extLst>
          </p:cNvPr>
          <p:cNvCxnSpPr>
            <a:cxnSpLocks/>
          </p:cNvCxnSpPr>
          <p:nvPr/>
        </p:nvCxnSpPr>
        <p:spPr>
          <a:xfrm flipH="1">
            <a:off x="8859088" y="5042757"/>
            <a:ext cx="57468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502E5C7-A834-CB21-1EEB-1BD8B8A9CB9D}"/>
              </a:ext>
            </a:extLst>
          </p:cNvPr>
          <p:cNvCxnSpPr>
            <a:cxnSpLocks/>
          </p:cNvCxnSpPr>
          <p:nvPr/>
        </p:nvCxnSpPr>
        <p:spPr>
          <a:xfrm flipH="1">
            <a:off x="8870201" y="5951399"/>
            <a:ext cx="57468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FD2041A-85A9-AD51-8DE4-E6F69BA3EB8B}"/>
              </a:ext>
            </a:extLst>
          </p:cNvPr>
          <p:cNvCxnSpPr>
            <a:cxnSpLocks/>
          </p:cNvCxnSpPr>
          <p:nvPr/>
        </p:nvCxnSpPr>
        <p:spPr>
          <a:xfrm>
            <a:off x="7381463" y="951030"/>
            <a:ext cx="7602" cy="37388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665B7CA-2E25-45E5-2D06-5D2297481E23}"/>
              </a:ext>
            </a:extLst>
          </p:cNvPr>
          <p:cNvCxnSpPr>
            <a:cxnSpLocks/>
          </p:cNvCxnSpPr>
          <p:nvPr/>
        </p:nvCxnSpPr>
        <p:spPr>
          <a:xfrm>
            <a:off x="8003190" y="945622"/>
            <a:ext cx="7602" cy="37388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8F5C9C87-3584-6A29-3321-4411453E92A8}"/>
              </a:ext>
            </a:extLst>
          </p:cNvPr>
          <p:cNvSpPr txBox="1"/>
          <p:nvPr/>
        </p:nvSpPr>
        <p:spPr>
          <a:xfrm>
            <a:off x="8655432" y="4590855"/>
            <a:ext cx="429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0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DAA8D6A-2956-AE25-0968-87299C305137}"/>
              </a:ext>
            </a:extLst>
          </p:cNvPr>
          <p:cNvSpPr txBox="1"/>
          <p:nvPr/>
        </p:nvSpPr>
        <p:spPr>
          <a:xfrm>
            <a:off x="8584768" y="5845594"/>
            <a:ext cx="429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0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8A3FE33-D02A-1B68-318B-A1A78FE8D140}"/>
              </a:ext>
            </a:extLst>
          </p:cNvPr>
          <p:cNvCxnSpPr>
            <a:cxnSpLocks/>
          </p:cNvCxnSpPr>
          <p:nvPr/>
        </p:nvCxnSpPr>
        <p:spPr>
          <a:xfrm flipH="1">
            <a:off x="9801469" y="5139795"/>
            <a:ext cx="57468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E3E6E291-AF3D-8C52-149C-C8B4558879A4}"/>
              </a:ext>
            </a:extLst>
          </p:cNvPr>
          <p:cNvCxnSpPr>
            <a:cxnSpLocks/>
          </p:cNvCxnSpPr>
          <p:nvPr/>
        </p:nvCxnSpPr>
        <p:spPr>
          <a:xfrm flipH="1">
            <a:off x="9801469" y="5869230"/>
            <a:ext cx="57468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5EF7AB99-7539-51A0-EF35-DEF6DC34FAFB}"/>
              </a:ext>
            </a:extLst>
          </p:cNvPr>
          <p:cNvSpPr txBox="1"/>
          <p:nvPr/>
        </p:nvSpPr>
        <p:spPr>
          <a:xfrm>
            <a:off x="10432765" y="4917176"/>
            <a:ext cx="673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F1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7A69499-E1B7-988C-1901-0E29CEABFF3E}"/>
              </a:ext>
            </a:extLst>
          </p:cNvPr>
          <p:cNvSpPr txBox="1"/>
          <p:nvPr/>
        </p:nvSpPr>
        <p:spPr>
          <a:xfrm>
            <a:off x="10385528" y="5631074"/>
            <a:ext cx="673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F2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A4DA2B8-8C86-57B1-7D82-B130C8DDDD81}"/>
              </a:ext>
            </a:extLst>
          </p:cNvPr>
          <p:cNvSpPr/>
          <p:nvPr/>
        </p:nvSpPr>
        <p:spPr>
          <a:xfrm>
            <a:off x="9164054" y="4991324"/>
            <a:ext cx="206830" cy="332928"/>
          </a:xfrm>
          <a:prstGeom prst="arc">
            <a:avLst>
              <a:gd name="adj1" fmla="val 16200000"/>
              <a:gd name="adj2" fmla="val 503762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D539CA18-ABB4-7619-E3E9-56F4528C3A39}"/>
              </a:ext>
            </a:extLst>
          </p:cNvPr>
          <p:cNvSpPr/>
          <p:nvPr/>
        </p:nvSpPr>
        <p:spPr>
          <a:xfrm>
            <a:off x="9164054" y="5702766"/>
            <a:ext cx="206830" cy="332928"/>
          </a:xfrm>
          <a:prstGeom prst="arc">
            <a:avLst>
              <a:gd name="adj1" fmla="val 16200000"/>
              <a:gd name="adj2" fmla="val 503762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590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235ED-D56D-D184-E173-D2124EF7BEE7}"/>
              </a:ext>
            </a:extLst>
          </p:cNvPr>
          <p:cNvSpPr txBox="1"/>
          <p:nvPr/>
        </p:nvSpPr>
        <p:spPr>
          <a:xfrm>
            <a:off x="1791237" y="2474893"/>
            <a:ext cx="86095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Ques. Design a 1-bit serial in and serial output (SISO) subtractor circuit using shift registers and J-K Flipflops.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12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0" y="118713"/>
            <a:ext cx="7207620" cy="12256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52" y="1476224"/>
            <a:ext cx="6644828" cy="53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23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01" y="514303"/>
            <a:ext cx="4807197" cy="18161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46" y="2545672"/>
            <a:ext cx="4235668" cy="16447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010" y="372685"/>
            <a:ext cx="4083260" cy="23432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37" y="3098741"/>
            <a:ext cx="5378726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32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9480" y="355660"/>
            <a:ext cx="10612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kGrotesk"/>
              </a:rPr>
              <a:t>Step 7: 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Circuit </a:t>
            </a:r>
            <a:r>
              <a:rPr lang="en-US" dirty="0" smtClean="0">
                <a:latin typeface="fkGroteskNeue"/>
              </a:rPr>
              <a:t>shows </a:t>
            </a:r>
            <a:r>
              <a:rPr lang="en-US" dirty="0">
                <a:latin typeface="fkGroteskNeue"/>
              </a:rPr>
              <a:t>two shift registers for A and B (serial in, serial out).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X and Y from A and B go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NOT gates and </a:t>
            </a:r>
            <a:r>
              <a:rPr lang="en-US" dirty="0" err="1">
                <a:latin typeface="fkGroteskNeue"/>
              </a:rPr>
              <a:t>AND</a:t>
            </a:r>
            <a:r>
              <a:rPr lang="en-US" dirty="0">
                <a:latin typeface="fkGroteskNeue"/>
              </a:rPr>
              <a:t> gates to construct J and K for the borrow flip-flop.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XOR and </a:t>
            </a:r>
            <a:r>
              <a:rPr lang="en-US" dirty="0" err="1">
                <a:latin typeface="fkGroteskNeue"/>
              </a:rPr>
              <a:t>AND</a:t>
            </a:r>
            <a:r>
              <a:rPr lang="en-US" dirty="0">
                <a:latin typeface="fkGroteskNeue"/>
              </a:rPr>
              <a:t> gates (final output) for the serial difference.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Output D is calculated and taken as single-bit serial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Borrow is stored in J-K flip-flop, fed back for next bit subtraction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3560" y="3394561"/>
            <a:ext cx="112979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fkGrotesk"/>
              </a:rPr>
              <a:t>Intuition</a:t>
            </a:r>
            <a:r>
              <a:rPr lang="en-US" dirty="0">
                <a:latin typeface="fkGrotesk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Why use a JK flip-flop?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It stores the "borrow" bit—needed on every serial stage for correct subtraction, just like a full </a:t>
            </a:r>
            <a:r>
              <a:rPr lang="en-US" dirty="0" err="1">
                <a:latin typeface="fkGroteskNeue"/>
              </a:rPr>
              <a:t>subtractor</a:t>
            </a:r>
            <a:r>
              <a:rPr lang="en-US" dirty="0">
                <a:latin typeface="fkGroteskNeue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JK can replicate T or D flip-flop behavior as needed for serial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Serial transmission makes bit order and borrow propagation critical: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Only one "state memory" needed (the borrow).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Parity with full </a:t>
            </a:r>
            <a:r>
              <a:rPr lang="en-US" dirty="0" err="1">
                <a:latin typeface="fkGroteskNeue"/>
              </a:rPr>
              <a:t>subtractor</a:t>
            </a:r>
            <a:r>
              <a:rPr lang="en-US" dirty="0">
                <a:latin typeface="fkGroteskNeue"/>
              </a:rPr>
              <a:t> truth table: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For any cycle, serial difference output matches full </a:t>
            </a:r>
            <a:r>
              <a:rPr lang="en-US" dirty="0" err="1">
                <a:latin typeface="fkGroteskNeue"/>
              </a:rPr>
              <a:t>subtractor</a:t>
            </a:r>
            <a:r>
              <a:rPr lang="en-US" dirty="0">
                <a:latin typeface="fkGroteskNeue"/>
              </a:rPr>
              <a:t> result (borrow handled by JK, difference by XOR chain)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15031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1B6B8E-A21D-2D49-CCC3-127E73547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965706"/>
                  </p:ext>
                </p:extLst>
              </p:nvPr>
            </p:nvGraphicFramePr>
            <p:xfrm>
              <a:off x="696397" y="447163"/>
              <a:ext cx="10421740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8820">
                      <a:extLst>
                        <a:ext uri="{9D8B030D-6E8A-4147-A177-3AD203B41FA5}">
                          <a16:colId xmlns:a16="http://schemas.microsoft.com/office/drawing/2014/main" val="3281361481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622060042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300996304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4166104856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871053293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963804664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144109966"/>
                        </a:ext>
                      </a:extLst>
                    </a:gridCol>
                  </a:tblGrid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Present 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Input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Flip-Flop Inputs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99743"/>
                      </a:ext>
                    </a:extLst>
                  </a:tr>
                  <a:tr h="6329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Borrow In,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Borrow Out,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Output Difference,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2104562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8732745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3359194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567749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755176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8446019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4215749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9662095"/>
                      </a:ext>
                    </a:extLst>
                  </a:tr>
                  <a:tr h="361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90601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1B6B8E-A21D-2D49-CCC3-127E73547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965706"/>
                  </p:ext>
                </p:extLst>
              </p:nvPr>
            </p:nvGraphicFramePr>
            <p:xfrm>
              <a:off x="696397" y="447163"/>
              <a:ext cx="10421740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8820">
                      <a:extLst>
                        <a:ext uri="{9D8B030D-6E8A-4147-A177-3AD203B41FA5}">
                          <a16:colId xmlns:a16="http://schemas.microsoft.com/office/drawing/2014/main" val="3281361481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622060042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300996304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4166104856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871053293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963804664"/>
                        </a:ext>
                      </a:extLst>
                    </a:gridCol>
                    <a:gridCol w="1488820">
                      <a:extLst>
                        <a:ext uri="{9D8B030D-6E8A-4147-A177-3AD203B41FA5}">
                          <a16:colId xmlns:a16="http://schemas.microsoft.com/office/drawing/2014/main" val="11441099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Present 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Input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Next State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Flip-Flop Inputs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9974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0" t="-61905" r="-601639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61905" r="-499184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20" t="-61905" r="-401230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820" t="-61905" r="-301230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820" t="-61905" r="-201230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776" t="-61905" r="-100408" b="-4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1230" t="-61905" r="-820" b="-47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1045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87327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33591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5677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7551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84460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42157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96620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90601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776885-39B2-E826-F5A7-D482E3607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85043"/>
              </p:ext>
            </p:extLst>
          </p:nvPr>
        </p:nvGraphicFramePr>
        <p:xfrm>
          <a:off x="1220944" y="5021090"/>
          <a:ext cx="170735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839">
                  <a:extLst>
                    <a:ext uri="{9D8B030D-6E8A-4147-A177-3AD203B41FA5}">
                      <a16:colId xmlns:a16="http://schemas.microsoft.com/office/drawing/2014/main" val="2883689593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98902156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69983470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501393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40100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8849101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7D311DC-5B37-5809-4000-CD6FB3B1543D}"/>
              </a:ext>
            </a:extLst>
          </p:cNvPr>
          <p:cNvSpPr txBox="1"/>
          <p:nvPr/>
        </p:nvSpPr>
        <p:spPr>
          <a:xfrm>
            <a:off x="1220943" y="4724397"/>
            <a:ext cx="170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00    01     11    10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587C9-25D7-229E-8DDE-4DAD2F8A20E6}"/>
              </a:ext>
            </a:extLst>
          </p:cNvPr>
          <p:cNvSpPr txBox="1"/>
          <p:nvPr/>
        </p:nvSpPr>
        <p:spPr>
          <a:xfrm>
            <a:off x="989961" y="4976431"/>
            <a:ext cx="230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</a:t>
            </a:r>
          </a:p>
          <a:p>
            <a:endParaRPr lang="en-IN" sz="1600" dirty="0"/>
          </a:p>
          <a:p>
            <a:r>
              <a:rPr lang="en-IN" sz="1600" dirty="0"/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6487B5-B7DF-C733-9B55-2D459BE701F4}"/>
              </a:ext>
            </a:extLst>
          </p:cNvPr>
          <p:cNvCxnSpPr>
            <a:cxnSpLocks/>
          </p:cNvCxnSpPr>
          <p:nvPr/>
        </p:nvCxnSpPr>
        <p:spPr>
          <a:xfrm flipH="1" flipV="1">
            <a:off x="896295" y="4724397"/>
            <a:ext cx="324648" cy="2966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BD45385-B63A-FEE6-7AE0-05896A4EACBA}"/>
              </a:ext>
            </a:extLst>
          </p:cNvPr>
          <p:cNvSpPr txBox="1"/>
          <p:nvPr/>
        </p:nvSpPr>
        <p:spPr>
          <a:xfrm>
            <a:off x="695757" y="4724397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0BE9AB-EE72-3E59-5AFA-01B63E768E0E}"/>
              </a:ext>
            </a:extLst>
          </p:cNvPr>
          <p:cNvSpPr txBox="1"/>
          <p:nvPr/>
        </p:nvSpPr>
        <p:spPr>
          <a:xfrm>
            <a:off x="625904" y="4443373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D358E-7016-22B1-23B6-D49B5ABC79B9}"/>
              </a:ext>
            </a:extLst>
          </p:cNvPr>
          <p:cNvSpPr txBox="1"/>
          <p:nvPr/>
        </p:nvSpPr>
        <p:spPr>
          <a:xfrm>
            <a:off x="885704" y="4524342"/>
            <a:ext cx="43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40F5A0-6031-E92B-8B41-99E7A67B1F49}"/>
              </a:ext>
            </a:extLst>
          </p:cNvPr>
          <p:cNvSpPr/>
          <p:nvPr/>
        </p:nvSpPr>
        <p:spPr>
          <a:xfrm>
            <a:off x="1717826" y="5062951"/>
            <a:ext cx="292894" cy="6568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184B979-0DA0-6903-BD98-6A4358BAD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31400"/>
              </p:ext>
            </p:extLst>
          </p:nvPr>
        </p:nvGraphicFramePr>
        <p:xfrm>
          <a:off x="3980368" y="5021090"/>
          <a:ext cx="170735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839">
                  <a:extLst>
                    <a:ext uri="{9D8B030D-6E8A-4147-A177-3AD203B41FA5}">
                      <a16:colId xmlns:a16="http://schemas.microsoft.com/office/drawing/2014/main" val="2883689593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98902156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69983470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501393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40100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88491018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DCE27B8-E1A6-B129-A65C-EB8A1AD38FA1}"/>
              </a:ext>
            </a:extLst>
          </p:cNvPr>
          <p:cNvSpPr txBox="1"/>
          <p:nvPr/>
        </p:nvSpPr>
        <p:spPr>
          <a:xfrm>
            <a:off x="3980367" y="4724397"/>
            <a:ext cx="170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00    01     11    10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AED7C8-9D02-07E9-D170-2687BFAE80EC}"/>
              </a:ext>
            </a:extLst>
          </p:cNvPr>
          <p:cNvSpPr txBox="1"/>
          <p:nvPr/>
        </p:nvSpPr>
        <p:spPr>
          <a:xfrm>
            <a:off x="3749385" y="4976431"/>
            <a:ext cx="230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</a:t>
            </a:r>
          </a:p>
          <a:p>
            <a:endParaRPr lang="en-IN" sz="1600" dirty="0"/>
          </a:p>
          <a:p>
            <a:r>
              <a:rPr lang="en-IN" sz="1600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84CFA8-A4CC-B15F-9312-6A138F37777F}"/>
              </a:ext>
            </a:extLst>
          </p:cNvPr>
          <p:cNvCxnSpPr>
            <a:cxnSpLocks/>
          </p:cNvCxnSpPr>
          <p:nvPr/>
        </p:nvCxnSpPr>
        <p:spPr>
          <a:xfrm flipH="1" flipV="1">
            <a:off x="3655719" y="4724397"/>
            <a:ext cx="324648" cy="2966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1E9E79E-700D-6F60-AE4A-05DD6975C5D3}"/>
              </a:ext>
            </a:extLst>
          </p:cNvPr>
          <p:cNvSpPr txBox="1"/>
          <p:nvPr/>
        </p:nvSpPr>
        <p:spPr>
          <a:xfrm>
            <a:off x="3455181" y="4724397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D77FE4-CD94-04F2-76CC-D2F7377E5D64}"/>
              </a:ext>
            </a:extLst>
          </p:cNvPr>
          <p:cNvSpPr txBox="1"/>
          <p:nvPr/>
        </p:nvSpPr>
        <p:spPr>
          <a:xfrm>
            <a:off x="3439832" y="4443373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C6B6B-A0A2-AE8C-C738-B486E519D766}"/>
              </a:ext>
            </a:extLst>
          </p:cNvPr>
          <p:cNvSpPr txBox="1"/>
          <p:nvPr/>
        </p:nvSpPr>
        <p:spPr>
          <a:xfrm>
            <a:off x="3645128" y="4524342"/>
            <a:ext cx="43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23CD41-8E58-FB15-B259-D67106C68179}"/>
              </a:ext>
            </a:extLst>
          </p:cNvPr>
          <p:cNvSpPr/>
          <p:nvPr/>
        </p:nvSpPr>
        <p:spPr>
          <a:xfrm>
            <a:off x="5322995" y="5062951"/>
            <a:ext cx="292894" cy="6568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DB931A2-5E04-48A4-45C0-C3DF68119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198332"/>
              </p:ext>
            </p:extLst>
          </p:nvPr>
        </p:nvGraphicFramePr>
        <p:xfrm>
          <a:off x="6760183" y="5021090"/>
          <a:ext cx="170735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839">
                  <a:extLst>
                    <a:ext uri="{9D8B030D-6E8A-4147-A177-3AD203B41FA5}">
                      <a16:colId xmlns:a16="http://schemas.microsoft.com/office/drawing/2014/main" val="2883689593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98902156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69983470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501393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40100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8849101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D32A452-67EE-C1A5-C8BD-20F1A8B810C2}"/>
              </a:ext>
            </a:extLst>
          </p:cNvPr>
          <p:cNvSpPr txBox="1"/>
          <p:nvPr/>
        </p:nvSpPr>
        <p:spPr>
          <a:xfrm>
            <a:off x="6760182" y="4724397"/>
            <a:ext cx="170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00    01     11    10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888D55-9739-AD48-9BC0-192DD6B19552}"/>
              </a:ext>
            </a:extLst>
          </p:cNvPr>
          <p:cNvSpPr txBox="1"/>
          <p:nvPr/>
        </p:nvSpPr>
        <p:spPr>
          <a:xfrm>
            <a:off x="6529200" y="4976431"/>
            <a:ext cx="230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</a:t>
            </a:r>
          </a:p>
          <a:p>
            <a:endParaRPr lang="en-IN" sz="1600" dirty="0"/>
          </a:p>
          <a:p>
            <a:r>
              <a:rPr lang="en-IN" sz="1600" dirty="0"/>
              <a:t>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A4B619-5995-EAEB-1F7F-EB3432E07D3C}"/>
              </a:ext>
            </a:extLst>
          </p:cNvPr>
          <p:cNvCxnSpPr>
            <a:cxnSpLocks/>
          </p:cNvCxnSpPr>
          <p:nvPr/>
        </p:nvCxnSpPr>
        <p:spPr>
          <a:xfrm flipH="1" flipV="1">
            <a:off x="6435534" y="4724397"/>
            <a:ext cx="324648" cy="2966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C94516-6A74-174C-BFAD-51D683D042F2}"/>
              </a:ext>
            </a:extLst>
          </p:cNvPr>
          <p:cNvSpPr txBox="1"/>
          <p:nvPr/>
        </p:nvSpPr>
        <p:spPr>
          <a:xfrm>
            <a:off x="6234996" y="4724397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7DF54B-28FA-3F2B-62CF-80AB6B2C4124}"/>
              </a:ext>
            </a:extLst>
          </p:cNvPr>
          <p:cNvSpPr txBox="1"/>
          <p:nvPr/>
        </p:nvSpPr>
        <p:spPr>
          <a:xfrm>
            <a:off x="6165143" y="4443373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014D66-4523-5F82-AC86-6513E648DBEF}"/>
              </a:ext>
            </a:extLst>
          </p:cNvPr>
          <p:cNvSpPr txBox="1"/>
          <p:nvPr/>
        </p:nvSpPr>
        <p:spPr>
          <a:xfrm>
            <a:off x="6424943" y="4524342"/>
            <a:ext cx="43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XY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965381E-54B0-4BBC-50C9-4F52CD01D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308260"/>
              </p:ext>
            </p:extLst>
          </p:nvPr>
        </p:nvGraphicFramePr>
        <p:xfrm>
          <a:off x="9447924" y="5021090"/>
          <a:ext cx="170735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839">
                  <a:extLst>
                    <a:ext uri="{9D8B030D-6E8A-4147-A177-3AD203B41FA5}">
                      <a16:colId xmlns:a16="http://schemas.microsoft.com/office/drawing/2014/main" val="2883689593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98902156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2269983470"/>
                    </a:ext>
                  </a:extLst>
                </a:gridCol>
                <a:gridCol w="426839">
                  <a:extLst>
                    <a:ext uri="{9D8B030D-6E8A-4147-A177-3AD203B41FA5}">
                      <a16:colId xmlns:a16="http://schemas.microsoft.com/office/drawing/2014/main" val="501393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40100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46923" marR="469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marL="46923" marR="46923"/>
                </a:tc>
                <a:extLst>
                  <a:ext uri="{0D108BD9-81ED-4DB2-BD59-A6C34878D82A}">
                    <a16:rowId xmlns:a16="http://schemas.microsoft.com/office/drawing/2014/main" val="88491018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DAE60CA-985E-B21C-3C7C-F24BD5F200D5}"/>
              </a:ext>
            </a:extLst>
          </p:cNvPr>
          <p:cNvSpPr txBox="1"/>
          <p:nvPr/>
        </p:nvSpPr>
        <p:spPr>
          <a:xfrm>
            <a:off x="9447923" y="4724397"/>
            <a:ext cx="170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00    01     11    10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5027E1-9234-E56F-4914-14A434C156B5}"/>
              </a:ext>
            </a:extLst>
          </p:cNvPr>
          <p:cNvSpPr txBox="1"/>
          <p:nvPr/>
        </p:nvSpPr>
        <p:spPr>
          <a:xfrm>
            <a:off x="9216941" y="4976431"/>
            <a:ext cx="230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</a:t>
            </a:r>
          </a:p>
          <a:p>
            <a:endParaRPr lang="en-IN" sz="1600" dirty="0"/>
          </a:p>
          <a:p>
            <a:r>
              <a:rPr lang="en-IN" sz="1600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55061F-DA2E-CDC7-FAC0-0011687C5F16}"/>
              </a:ext>
            </a:extLst>
          </p:cNvPr>
          <p:cNvCxnSpPr>
            <a:cxnSpLocks/>
          </p:cNvCxnSpPr>
          <p:nvPr/>
        </p:nvCxnSpPr>
        <p:spPr>
          <a:xfrm flipH="1" flipV="1">
            <a:off x="9123275" y="4724397"/>
            <a:ext cx="324648" cy="2966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5E1676-C1B8-2692-6493-8B1DDC28BC10}"/>
              </a:ext>
            </a:extLst>
          </p:cNvPr>
          <p:cNvSpPr txBox="1"/>
          <p:nvPr/>
        </p:nvSpPr>
        <p:spPr>
          <a:xfrm>
            <a:off x="8922737" y="4724397"/>
            <a:ext cx="30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979752-7DE2-4535-8EE4-7B98FE45C852}"/>
              </a:ext>
            </a:extLst>
          </p:cNvPr>
          <p:cNvSpPr txBox="1"/>
          <p:nvPr/>
        </p:nvSpPr>
        <p:spPr>
          <a:xfrm>
            <a:off x="8592008" y="4527369"/>
            <a:ext cx="6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8D0DCF-FB8E-AF47-DC50-11E914EE8A85}"/>
              </a:ext>
            </a:extLst>
          </p:cNvPr>
          <p:cNvSpPr txBox="1"/>
          <p:nvPr/>
        </p:nvSpPr>
        <p:spPr>
          <a:xfrm>
            <a:off x="9112684" y="4524342"/>
            <a:ext cx="43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433BC9-6675-C4D3-C5BC-2163FE4690E7}"/>
              </a:ext>
            </a:extLst>
          </p:cNvPr>
          <p:cNvSpPr/>
          <p:nvPr/>
        </p:nvSpPr>
        <p:spPr>
          <a:xfrm>
            <a:off x="9952351" y="5062951"/>
            <a:ext cx="292894" cy="6568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BCB528-266D-30FE-9D56-90346C691166}"/>
              </a:ext>
            </a:extLst>
          </p:cNvPr>
          <p:cNvSpPr/>
          <p:nvPr/>
        </p:nvSpPr>
        <p:spPr>
          <a:xfrm>
            <a:off x="9503569" y="5415180"/>
            <a:ext cx="693756" cy="28791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ACC6E5-3ACA-4A92-CF77-B0CA8C171EB9}"/>
              </a:ext>
            </a:extLst>
          </p:cNvPr>
          <p:cNvSpPr/>
          <p:nvPr/>
        </p:nvSpPr>
        <p:spPr>
          <a:xfrm>
            <a:off x="9980917" y="5470740"/>
            <a:ext cx="693756" cy="20024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BEB6E0-F2EE-DCB5-2862-FC4A767D75A7}"/>
                  </a:ext>
                </a:extLst>
              </p:cNvPr>
              <p:cNvSpPr txBox="1"/>
              <p:nvPr/>
            </p:nvSpPr>
            <p:spPr>
              <a:xfrm>
                <a:off x="1684737" y="5961741"/>
                <a:ext cx="738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BEB6E0-F2EE-DCB5-2862-FC4A767D7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737" y="5961741"/>
                <a:ext cx="738985" cy="307777"/>
              </a:xfrm>
              <a:prstGeom prst="rect">
                <a:avLst/>
              </a:prstGeom>
              <a:blipFill>
                <a:blip r:embed="rId3"/>
                <a:stretch>
                  <a:fillRect l="-9836" r="-7377" b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A5F44E-63E0-DF16-4358-FF8052FF0E90}"/>
                  </a:ext>
                </a:extLst>
              </p:cNvPr>
              <p:cNvSpPr txBox="1"/>
              <p:nvPr/>
            </p:nvSpPr>
            <p:spPr>
              <a:xfrm>
                <a:off x="4426882" y="5961741"/>
                <a:ext cx="8143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1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X</m:t>
                      </m:r>
                      <m:bar>
                        <m:barPr>
                          <m:pos m:val="top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A5F44E-63E0-DF16-4358-FF8052FF0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882" y="5961741"/>
                <a:ext cx="814325" cy="307777"/>
              </a:xfrm>
              <a:prstGeom prst="rect">
                <a:avLst/>
              </a:prstGeom>
              <a:blipFill>
                <a:blip r:embed="rId4"/>
                <a:stretch>
                  <a:fillRect l="-5970" r="-7463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84CE5F-5417-4B8E-295F-56648280AC11}"/>
                  </a:ext>
                </a:extLst>
              </p:cNvPr>
              <p:cNvSpPr txBox="1"/>
              <p:nvPr/>
            </p:nvSpPr>
            <p:spPr>
              <a:xfrm>
                <a:off x="6850830" y="5992519"/>
                <a:ext cx="15260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1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⨁ 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⨁ 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84CE5F-5417-4B8E-295F-56648280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830" y="5992519"/>
                <a:ext cx="1526059" cy="276999"/>
              </a:xfrm>
              <a:prstGeom prst="rect">
                <a:avLst/>
              </a:prstGeom>
              <a:blipFill>
                <a:blip r:embed="rId5"/>
                <a:stretch>
                  <a:fillRect l="-3600" r="-5200" b="-3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5A0FD2-9842-95D3-59A5-1902DCD54920}"/>
                  </a:ext>
                </a:extLst>
              </p:cNvPr>
              <p:cNvSpPr txBox="1"/>
              <p:nvPr/>
            </p:nvSpPr>
            <p:spPr>
              <a:xfrm>
                <a:off x="9139346" y="5961741"/>
                <a:ext cx="22890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Q</m:t>
                      </m:r>
                      <m:bar>
                        <m:barPr>
                          <m:pos m:val="top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ba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5A0FD2-9842-95D3-59A5-1902DCD54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346" y="5961741"/>
                <a:ext cx="2289025" cy="307777"/>
              </a:xfrm>
              <a:prstGeom prst="rect">
                <a:avLst/>
              </a:prstGeom>
              <a:blipFill>
                <a:blip r:embed="rId6"/>
                <a:stretch>
                  <a:fillRect l="-1862" r="-2128" b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9619E30D-C8AD-A4BE-9BAA-673630EB8CD4}"/>
              </a:ext>
            </a:extLst>
          </p:cNvPr>
          <p:cNvSpPr/>
          <p:nvPr/>
        </p:nvSpPr>
        <p:spPr>
          <a:xfrm>
            <a:off x="6815827" y="5432361"/>
            <a:ext cx="292894" cy="27699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BE7B4F-75D1-3374-EA89-360AB6C702DC}"/>
              </a:ext>
            </a:extLst>
          </p:cNvPr>
          <p:cNvSpPr/>
          <p:nvPr/>
        </p:nvSpPr>
        <p:spPr>
          <a:xfrm>
            <a:off x="7264609" y="5067714"/>
            <a:ext cx="292894" cy="276999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E5314B-624A-CE94-09E8-2D230DA65638}"/>
              </a:ext>
            </a:extLst>
          </p:cNvPr>
          <p:cNvSpPr/>
          <p:nvPr/>
        </p:nvSpPr>
        <p:spPr>
          <a:xfrm>
            <a:off x="7669505" y="5426095"/>
            <a:ext cx="292894" cy="276999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FBA394-DF2C-889E-C10C-61CC72CDBC63}"/>
              </a:ext>
            </a:extLst>
          </p:cNvPr>
          <p:cNvSpPr/>
          <p:nvPr/>
        </p:nvSpPr>
        <p:spPr>
          <a:xfrm>
            <a:off x="8101226" y="5062951"/>
            <a:ext cx="292894" cy="27699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40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CCBEB6-A1BB-D6A1-1760-5DA3352B8CCD}"/>
              </a:ext>
            </a:extLst>
          </p:cNvPr>
          <p:cNvSpPr/>
          <p:nvPr/>
        </p:nvSpPr>
        <p:spPr>
          <a:xfrm>
            <a:off x="7148636" y="2121101"/>
            <a:ext cx="1560286" cy="210308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965CF-8BFF-241E-AE08-A72073E407EA}"/>
              </a:ext>
            </a:extLst>
          </p:cNvPr>
          <p:cNvSpPr txBox="1"/>
          <p:nvPr/>
        </p:nvSpPr>
        <p:spPr>
          <a:xfrm>
            <a:off x="7148636" y="2295273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96ED9-2858-4645-003E-9991ED3D124F}"/>
              </a:ext>
            </a:extLst>
          </p:cNvPr>
          <p:cNvSpPr txBox="1"/>
          <p:nvPr/>
        </p:nvSpPr>
        <p:spPr>
          <a:xfrm>
            <a:off x="7148636" y="3601558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B6C583-C4B1-3D38-EE3F-B9E03A49EE00}"/>
                  </a:ext>
                </a:extLst>
              </p:cNvPr>
              <p:cNvSpPr txBox="1"/>
              <p:nvPr/>
            </p:nvSpPr>
            <p:spPr>
              <a:xfrm>
                <a:off x="8229951" y="2295273"/>
                <a:ext cx="290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B6C583-C4B1-3D38-EE3F-B9E03A49E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951" y="2295273"/>
                <a:ext cx="290286" cy="461665"/>
              </a:xfrm>
              <a:prstGeom prst="rect">
                <a:avLst/>
              </a:prstGeom>
              <a:blipFill>
                <a:blip r:embed="rId2"/>
                <a:stretch>
                  <a:fillRect l="-14583" r="-72917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260C85-BD2C-8B42-02C3-27EA1B6938AF}"/>
                  </a:ext>
                </a:extLst>
              </p:cNvPr>
              <p:cNvSpPr txBox="1"/>
              <p:nvPr/>
            </p:nvSpPr>
            <p:spPr>
              <a:xfrm>
                <a:off x="8179151" y="3601558"/>
                <a:ext cx="290286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260C85-BD2C-8B42-02C3-27EA1B693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151" y="3601558"/>
                <a:ext cx="290286" cy="505203"/>
              </a:xfrm>
              <a:prstGeom prst="rect">
                <a:avLst/>
              </a:prstGeom>
              <a:blipFill>
                <a:blip r:embed="rId3"/>
                <a:stretch>
                  <a:fillRect r="-595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849F81B8-24DF-4979-327B-323B2C27F5AA}"/>
              </a:ext>
            </a:extLst>
          </p:cNvPr>
          <p:cNvSpPr/>
          <p:nvPr/>
        </p:nvSpPr>
        <p:spPr>
          <a:xfrm>
            <a:off x="5617377" y="2264849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7062F6A6-E5BB-4782-27AF-95A906127DD0}"/>
              </a:ext>
            </a:extLst>
          </p:cNvPr>
          <p:cNvSpPr/>
          <p:nvPr/>
        </p:nvSpPr>
        <p:spPr>
          <a:xfrm>
            <a:off x="5617378" y="3571133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D5EB30-F19C-D97D-F68C-E82861C765E5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6118120" y="2526106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A0C08A-E12F-D777-7FA8-7D3786AB3F6E}"/>
              </a:ext>
            </a:extLst>
          </p:cNvPr>
          <p:cNvCxnSpPr>
            <a:cxnSpLocks/>
          </p:cNvCxnSpPr>
          <p:nvPr/>
        </p:nvCxnSpPr>
        <p:spPr>
          <a:xfrm>
            <a:off x="6118120" y="3832390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99072A-78B5-16B1-2728-540546E8BAA8}"/>
              </a:ext>
            </a:extLst>
          </p:cNvPr>
          <p:cNvCxnSpPr>
            <a:cxnSpLocks/>
          </p:cNvCxnSpPr>
          <p:nvPr/>
        </p:nvCxnSpPr>
        <p:spPr>
          <a:xfrm>
            <a:off x="8707731" y="2532060"/>
            <a:ext cx="5855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E4405F-39F4-FD8B-8739-596CBF154F52}"/>
              </a:ext>
            </a:extLst>
          </p:cNvPr>
          <p:cNvCxnSpPr>
            <a:cxnSpLocks/>
          </p:cNvCxnSpPr>
          <p:nvPr/>
        </p:nvCxnSpPr>
        <p:spPr>
          <a:xfrm flipV="1">
            <a:off x="9284411" y="1652048"/>
            <a:ext cx="0" cy="887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3088C0-FB5F-EE21-1166-9D860B3A54B8}"/>
              </a:ext>
            </a:extLst>
          </p:cNvPr>
          <p:cNvCxnSpPr>
            <a:cxnSpLocks/>
          </p:cNvCxnSpPr>
          <p:nvPr/>
        </p:nvCxnSpPr>
        <p:spPr>
          <a:xfrm>
            <a:off x="9275063" y="1647286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4BB1DC0-D5F6-C82E-72CF-6DDF934662B3}"/>
              </a:ext>
            </a:extLst>
          </p:cNvPr>
          <p:cNvSpPr/>
          <p:nvPr/>
        </p:nvSpPr>
        <p:spPr>
          <a:xfrm rot="5400000">
            <a:off x="7055280" y="3074146"/>
            <a:ext cx="362336" cy="176547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125D29-952F-FCD5-5D9A-B725913D7D2A}"/>
              </a:ext>
            </a:extLst>
          </p:cNvPr>
          <p:cNvCxnSpPr>
            <a:cxnSpLocks/>
          </p:cNvCxnSpPr>
          <p:nvPr/>
        </p:nvCxnSpPr>
        <p:spPr>
          <a:xfrm>
            <a:off x="6622944" y="3167351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C85254-DECE-2DC9-CB44-70A67CC9F7EA}"/>
                  </a:ext>
                </a:extLst>
              </p:cNvPr>
              <p:cNvSpPr txBox="1"/>
              <p:nvPr/>
            </p:nvSpPr>
            <p:spPr>
              <a:xfrm>
                <a:off x="793473" y="5581663"/>
                <a:ext cx="7439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C85254-DECE-2DC9-CB44-70A67CC9F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3" y="5581663"/>
                <a:ext cx="743961" cy="276999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37B9DA0-7496-6F8D-465E-E12FD1CD4D8C}"/>
              </a:ext>
            </a:extLst>
          </p:cNvPr>
          <p:cNvSpPr/>
          <p:nvPr/>
        </p:nvSpPr>
        <p:spPr>
          <a:xfrm rot="5400000">
            <a:off x="4339608" y="3769814"/>
            <a:ext cx="407534" cy="387231"/>
          </a:xfrm>
          <a:prstGeom prst="triangl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947208-3C70-A76E-5DC4-C8577F19D7B9}"/>
              </a:ext>
            </a:extLst>
          </p:cNvPr>
          <p:cNvSpPr/>
          <p:nvPr/>
        </p:nvSpPr>
        <p:spPr>
          <a:xfrm>
            <a:off x="4747374" y="3895917"/>
            <a:ext cx="139357" cy="138113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A53B09-388D-F700-5449-B827B17DCE35}"/>
              </a:ext>
            </a:extLst>
          </p:cNvPr>
          <p:cNvCxnSpPr>
            <a:cxnSpLocks/>
            <a:stCxn id="21" idx="6"/>
          </p:cNvCxnSpPr>
          <p:nvPr/>
        </p:nvCxnSpPr>
        <p:spPr>
          <a:xfrm flipV="1">
            <a:off x="4886731" y="3962565"/>
            <a:ext cx="730646" cy="24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662E66C-DE1E-C03F-C504-4D393505F308}"/>
              </a:ext>
            </a:extLst>
          </p:cNvPr>
          <p:cNvSpPr/>
          <p:nvPr/>
        </p:nvSpPr>
        <p:spPr>
          <a:xfrm rot="5400000">
            <a:off x="4339608" y="2185259"/>
            <a:ext cx="407534" cy="387231"/>
          </a:xfrm>
          <a:prstGeom prst="triangl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1F4EDA4-C6BC-8B45-D86F-62B70246F638}"/>
              </a:ext>
            </a:extLst>
          </p:cNvPr>
          <p:cNvSpPr/>
          <p:nvPr/>
        </p:nvSpPr>
        <p:spPr>
          <a:xfrm>
            <a:off x="4747374" y="2311362"/>
            <a:ext cx="139357" cy="138113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FBB9F8-DB4C-B119-AA40-E4DB93F26DE9}"/>
              </a:ext>
            </a:extLst>
          </p:cNvPr>
          <p:cNvCxnSpPr>
            <a:cxnSpLocks/>
            <a:stCxn id="30" idx="6"/>
          </p:cNvCxnSpPr>
          <p:nvPr/>
        </p:nvCxnSpPr>
        <p:spPr>
          <a:xfrm flipV="1">
            <a:off x="4886731" y="2378010"/>
            <a:ext cx="730646" cy="24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E28E507-6BAD-A4C1-E78B-FD400FBA354F}"/>
              </a:ext>
            </a:extLst>
          </p:cNvPr>
          <p:cNvSpPr/>
          <p:nvPr/>
        </p:nvSpPr>
        <p:spPr>
          <a:xfrm>
            <a:off x="1178811" y="1036936"/>
            <a:ext cx="1859078" cy="10937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D24FE5-5B17-891A-0B93-719A01216BEE}"/>
              </a:ext>
            </a:extLst>
          </p:cNvPr>
          <p:cNvSpPr txBox="1"/>
          <p:nvPr/>
        </p:nvSpPr>
        <p:spPr>
          <a:xfrm>
            <a:off x="1190150" y="1058565"/>
            <a:ext cx="1859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SI                        SO</a:t>
            </a:r>
          </a:p>
          <a:p>
            <a:r>
              <a:rPr lang="en-IN" sz="1600" dirty="0"/>
              <a:t>                                 A</a:t>
            </a:r>
          </a:p>
          <a:p>
            <a:r>
              <a:rPr lang="en-IN" sz="1600" dirty="0"/>
              <a:t>           </a:t>
            </a:r>
          </a:p>
          <a:p>
            <a:pPr algn="ctr"/>
            <a:r>
              <a:rPr lang="en-IN" sz="1600" dirty="0"/>
              <a:t>Shift Register A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BB1D3072-DD9E-14E9-69BA-D82BC07D0AE1}"/>
              </a:ext>
            </a:extLst>
          </p:cNvPr>
          <p:cNvSpPr/>
          <p:nvPr/>
        </p:nvSpPr>
        <p:spPr>
          <a:xfrm rot="5400000">
            <a:off x="1124375" y="1524685"/>
            <a:ext cx="272549" cy="161511"/>
          </a:xfrm>
          <a:prstGeom prst="triangl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E6C8F4-6AA7-0899-9EAF-E492DE25EB86}"/>
              </a:ext>
            </a:extLst>
          </p:cNvPr>
          <p:cNvSpPr/>
          <p:nvPr/>
        </p:nvSpPr>
        <p:spPr>
          <a:xfrm>
            <a:off x="1190150" y="3402327"/>
            <a:ext cx="1859078" cy="10937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26DB40-33EE-9636-9FCB-C16AAD37C920}"/>
              </a:ext>
            </a:extLst>
          </p:cNvPr>
          <p:cNvSpPr txBox="1"/>
          <p:nvPr/>
        </p:nvSpPr>
        <p:spPr>
          <a:xfrm>
            <a:off x="1201489" y="3423956"/>
            <a:ext cx="1859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SI                        SO</a:t>
            </a:r>
          </a:p>
          <a:p>
            <a:r>
              <a:rPr lang="en-IN" sz="1600" dirty="0"/>
              <a:t>                                 B </a:t>
            </a:r>
          </a:p>
          <a:p>
            <a:r>
              <a:rPr lang="en-IN" sz="1600" dirty="0"/>
              <a:t>          </a:t>
            </a:r>
          </a:p>
          <a:p>
            <a:pPr algn="ctr"/>
            <a:r>
              <a:rPr lang="en-IN" sz="1600" dirty="0"/>
              <a:t>Shift Register B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C283468C-BCC3-64D7-8BF6-2C83CF255FED}"/>
              </a:ext>
            </a:extLst>
          </p:cNvPr>
          <p:cNvSpPr/>
          <p:nvPr/>
        </p:nvSpPr>
        <p:spPr>
          <a:xfrm rot="5400000">
            <a:off x="1135714" y="3890076"/>
            <a:ext cx="272549" cy="161511"/>
          </a:xfrm>
          <a:prstGeom prst="triangl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Flowchart: Stored Data 37">
            <a:extLst>
              <a:ext uri="{FF2B5EF4-FFF2-40B4-BE49-F238E27FC236}">
                <a16:creationId xmlns:a16="http://schemas.microsoft.com/office/drawing/2014/main" id="{0DEA5BDC-6DFC-B9EB-C6F2-854343E73317}"/>
              </a:ext>
            </a:extLst>
          </p:cNvPr>
          <p:cNvSpPr/>
          <p:nvPr/>
        </p:nvSpPr>
        <p:spPr>
          <a:xfrm rot="10800000">
            <a:off x="9686272" y="1185745"/>
            <a:ext cx="839089" cy="589801"/>
          </a:xfrm>
          <a:prstGeom prst="flowChartOnlineStorag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C15189EF-79DA-2A20-3772-16618BFFF23B}"/>
              </a:ext>
            </a:extLst>
          </p:cNvPr>
          <p:cNvSpPr/>
          <p:nvPr/>
        </p:nvSpPr>
        <p:spPr>
          <a:xfrm>
            <a:off x="9283220" y="1194594"/>
            <a:ext cx="403052" cy="589801"/>
          </a:xfrm>
          <a:prstGeom prst="arc">
            <a:avLst>
              <a:gd name="adj1" fmla="val 16642680"/>
              <a:gd name="adj2" fmla="val 503762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86C02B-2CE3-64F6-661B-8322E09AC2A8}"/>
              </a:ext>
            </a:extLst>
          </p:cNvPr>
          <p:cNvCxnSpPr>
            <a:cxnSpLocks/>
          </p:cNvCxnSpPr>
          <p:nvPr/>
        </p:nvCxnSpPr>
        <p:spPr>
          <a:xfrm>
            <a:off x="3049228" y="1324124"/>
            <a:ext cx="676232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0CFA262-BAE8-1429-998F-D322F5228711}"/>
              </a:ext>
            </a:extLst>
          </p:cNvPr>
          <p:cNvCxnSpPr>
            <a:cxnSpLocks/>
          </p:cNvCxnSpPr>
          <p:nvPr/>
        </p:nvCxnSpPr>
        <p:spPr>
          <a:xfrm flipV="1">
            <a:off x="3401209" y="1481287"/>
            <a:ext cx="6434158" cy="820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5D4A212-ED83-CC01-0D3C-A207D739B682}"/>
              </a:ext>
            </a:extLst>
          </p:cNvPr>
          <p:cNvCxnSpPr>
            <a:cxnSpLocks/>
            <a:stCxn id="36" idx="3"/>
            <a:endCxn id="20" idx="3"/>
          </p:cNvCxnSpPr>
          <p:nvPr/>
        </p:nvCxnSpPr>
        <p:spPr>
          <a:xfrm>
            <a:off x="3060567" y="3962565"/>
            <a:ext cx="1289193" cy="8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7621009-7201-EC89-5A54-87819E56629D}"/>
              </a:ext>
            </a:extLst>
          </p:cNvPr>
          <p:cNvCxnSpPr>
            <a:cxnSpLocks/>
          </p:cNvCxnSpPr>
          <p:nvPr/>
        </p:nvCxnSpPr>
        <p:spPr>
          <a:xfrm>
            <a:off x="10525361" y="1489494"/>
            <a:ext cx="609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2FAD9E3-058F-D7A8-4E93-816941A0532F}"/>
              </a:ext>
            </a:extLst>
          </p:cNvPr>
          <p:cNvCxnSpPr>
            <a:cxnSpLocks/>
          </p:cNvCxnSpPr>
          <p:nvPr/>
        </p:nvCxnSpPr>
        <p:spPr>
          <a:xfrm flipV="1">
            <a:off x="838911" y="1592692"/>
            <a:ext cx="0" cy="4244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C67D6D5-DD02-0CE0-4FF9-CB9C961AB978}"/>
              </a:ext>
            </a:extLst>
          </p:cNvPr>
          <p:cNvCxnSpPr>
            <a:cxnSpLocks/>
          </p:cNvCxnSpPr>
          <p:nvPr/>
        </p:nvCxnSpPr>
        <p:spPr>
          <a:xfrm flipV="1">
            <a:off x="6622944" y="3165452"/>
            <a:ext cx="9528" cy="18306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5228A5B-33DB-D2D3-6441-24CFB099E5E7}"/>
              </a:ext>
            </a:extLst>
          </p:cNvPr>
          <p:cNvCxnSpPr>
            <a:cxnSpLocks/>
          </p:cNvCxnSpPr>
          <p:nvPr/>
        </p:nvCxnSpPr>
        <p:spPr>
          <a:xfrm flipV="1">
            <a:off x="840831" y="4996112"/>
            <a:ext cx="5792547" cy="13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E8B71F-1D60-CDBA-0904-78DAE4F64F82}"/>
              </a:ext>
            </a:extLst>
          </p:cNvPr>
          <p:cNvCxnSpPr>
            <a:cxnSpLocks/>
          </p:cNvCxnSpPr>
          <p:nvPr/>
        </p:nvCxnSpPr>
        <p:spPr>
          <a:xfrm>
            <a:off x="831765" y="3970831"/>
            <a:ext cx="3625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7F67B89-2FB3-8B9D-DF67-175A40C092AE}"/>
              </a:ext>
            </a:extLst>
          </p:cNvPr>
          <p:cNvCxnSpPr>
            <a:cxnSpLocks/>
          </p:cNvCxnSpPr>
          <p:nvPr/>
        </p:nvCxnSpPr>
        <p:spPr>
          <a:xfrm>
            <a:off x="828933" y="1597174"/>
            <a:ext cx="3625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17B80B4-6425-D1C4-A12C-9E675C0FACBC}"/>
              </a:ext>
            </a:extLst>
          </p:cNvPr>
          <p:cNvCxnSpPr>
            <a:cxnSpLocks/>
          </p:cNvCxnSpPr>
          <p:nvPr/>
        </p:nvCxnSpPr>
        <p:spPr>
          <a:xfrm flipV="1">
            <a:off x="3390710" y="1480646"/>
            <a:ext cx="10499" cy="2481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327FA9D-EA93-810C-7F16-EBE564D92454}"/>
              </a:ext>
            </a:extLst>
          </p:cNvPr>
          <p:cNvCxnSpPr>
            <a:cxnSpLocks/>
          </p:cNvCxnSpPr>
          <p:nvPr/>
        </p:nvCxnSpPr>
        <p:spPr>
          <a:xfrm flipV="1">
            <a:off x="5151286" y="1316986"/>
            <a:ext cx="23189" cy="23848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3AC05EC-0595-481E-2E71-647CC54BEC3D}"/>
              </a:ext>
            </a:extLst>
          </p:cNvPr>
          <p:cNvCxnSpPr>
            <a:cxnSpLocks/>
          </p:cNvCxnSpPr>
          <p:nvPr/>
        </p:nvCxnSpPr>
        <p:spPr>
          <a:xfrm>
            <a:off x="5144984" y="3694279"/>
            <a:ext cx="472393" cy="75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F9D0D8B-3F35-64EB-584E-45B7A66A1263}"/>
              </a:ext>
            </a:extLst>
          </p:cNvPr>
          <p:cNvCxnSpPr>
            <a:cxnSpLocks/>
          </p:cNvCxnSpPr>
          <p:nvPr/>
        </p:nvCxnSpPr>
        <p:spPr>
          <a:xfrm>
            <a:off x="3390710" y="2666547"/>
            <a:ext cx="22266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598549-AE58-E4F3-F15E-EC463AFCA125}"/>
              </a:ext>
            </a:extLst>
          </p:cNvPr>
          <p:cNvCxnSpPr>
            <a:cxnSpLocks/>
          </p:cNvCxnSpPr>
          <p:nvPr/>
        </p:nvCxnSpPr>
        <p:spPr>
          <a:xfrm flipV="1">
            <a:off x="3889451" y="1331871"/>
            <a:ext cx="0" cy="1017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AE33F51-20CC-5998-64CC-30735BA37B17}"/>
              </a:ext>
            </a:extLst>
          </p:cNvPr>
          <p:cNvCxnSpPr>
            <a:cxnSpLocks/>
          </p:cNvCxnSpPr>
          <p:nvPr/>
        </p:nvCxnSpPr>
        <p:spPr>
          <a:xfrm>
            <a:off x="3885976" y="2343640"/>
            <a:ext cx="472393" cy="75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09AB88F-8603-9543-8E4B-1FF0F0BD26BF}"/>
              </a:ext>
            </a:extLst>
          </p:cNvPr>
          <p:cNvSpPr/>
          <p:nvPr/>
        </p:nvSpPr>
        <p:spPr>
          <a:xfrm>
            <a:off x="3845897" y="1288746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B912084-6556-8C18-456D-6AE1A361DB2A}"/>
              </a:ext>
            </a:extLst>
          </p:cNvPr>
          <p:cNvSpPr/>
          <p:nvPr/>
        </p:nvSpPr>
        <p:spPr>
          <a:xfrm>
            <a:off x="3347885" y="2627902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0D63EE3-E1B0-7235-7377-400CC24CCA47}"/>
              </a:ext>
            </a:extLst>
          </p:cNvPr>
          <p:cNvSpPr/>
          <p:nvPr/>
        </p:nvSpPr>
        <p:spPr>
          <a:xfrm>
            <a:off x="3347884" y="3918402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995B1E1-ECA2-EC13-69C9-C0A66F3A50BF}"/>
              </a:ext>
            </a:extLst>
          </p:cNvPr>
          <p:cNvSpPr/>
          <p:nvPr/>
        </p:nvSpPr>
        <p:spPr>
          <a:xfrm>
            <a:off x="5129810" y="1286088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3F5EBCB-7C32-D398-40BA-0950C0BF0C44}"/>
              </a:ext>
            </a:extLst>
          </p:cNvPr>
          <p:cNvSpPr/>
          <p:nvPr/>
        </p:nvSpPr>
        <p:spPr>
          <a:xfrm>
            <a:off x="793473" y="3931503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4408DD8-8325-8110-888E-E7D7C7F7D062}"/>
              </a:ext>
            </a:extLst>
          </p:cNvPr>
          <p:cNvSpPr/>
          <p:nvPr/>
        </p:nvSpPr>
        <p:spPr>
          <a:xfrm>
            <a:off x="793473" y="4957467"/>
            <a:ext cx="85189" cy="7729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0EFD0AF-AD12-150D-0849-D730069F194E}"/>
              </a:ext>
            </a:extLst>
          </p:cNvPr>
          <p:cNvSpPr txBox="1"/>
          <p:nvPr/>
        </p:nvSpPr>
        <p:spPr>
          <a:xfrm>
            <a:off x="3055334" y="1023989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1448EE-2284-4815-5F21-94587383CE16}"/>
              </a:ext>
            </a:extLst>
          </p:cNvPr>
          <p:cNvSpPr txBox="1"/>
          <p:nvPr/>
        </p:nvSpPr>
        <p:spPr>
          <a:xfrm>
            <a:off x="3037889" y="3624033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C81ACF7-C77F-5DB5-85FF-C51A81DE0A9B}"/>
              </a:ext>
            </a:extLst>
          </p:cNvPr>
          <p:cNvSpPr txBox="1"/>
          <p:nvPr/>
        </p:nvSpPr>
        <p:spPr>
          <a:xfrm>
            <a:off x="11161250" y="127032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599072A-78B5-16B1-2728-540546E8BAA8}"/>
              </a:ext>
            </a:extLst>
          </p:cNvPr>
          <p:cNvCxnSpPr>
            <a:cxnSpLocks/>
          </p:cNvCxnSpPr>
          <p:nvPr/>
        </p:nvCxnSpPr>
        <p:spPr>
          <a:xfrm>
            <a:off x="8697571" y="3842700"/>
            <a:ext cx="5855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263" y="4745990"/>
            <a:ext cx="3808737" cy="211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0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02" y="733392"/>
            <a:ext cx="7302875" cy="12764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06" y="2684697"/>
            <a:ext cx="7150467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4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758</Words>
  <Application>Microsoft Office PowerPoint</Application>
  <PresentationFormat>Widescreen</PresentationFormat>
  <Paragraphs>491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fkGrotesk</vt:lpstr>
      <vt:lpstr>fkGroteskNeue</vt:lpstr>
      <vt:lpstr>KaTeX_Main</vt:lpstr>
      <vt:lpstr>KaTeX_Math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Abhijat Tiwari</dc:creator>
  <cp:lastModifiedBy>Neeraj Mishra</cp:lastModifiedBy>
  <cp:revision>55</cp:revision>
  <dcterms:created xsi:type="dcterms:W3CDTF">2025-09-25T18:14:13Z</dcterms:created>
  <dcterms:modified xsi:type="dcterms:W3CDTF">2025-09-30T02:33:34Z</dcterms:modified>
</cp:coreProperties>
</file>