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57" r:id="rId7"/>
    <p:sldId id="265" r:id="rId8"/>
    <p:sldId id="261" r:id="rId9"/>
    <p:sldId id="258" r:id="rId10"/>
    <p:sldId id="266" r:id="rId11"/>
    <p:sldId id="262" r:id="rId12"/>
    <p:sldId id="259" r:id="rId13"/>
    <p:sldId id="267" r:id="rId14"/>
    <p:sldId id="263" r:id="rId15"/>
    <p:sldId id="260" r:id="rId16"/>
    <p:sldId id="268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5" autoAdjust="0"/>
    <p:restoredTop sz="94660"/>
  </p:normalViewPr>
  <p:slideViewPr>
    <p:cSldViewPr snapToGrid="0">
      <p:cViewPr>
        <p:scale>
          <a:sx n="75" d="100"/>
          <a:sy n="75" d="100"/>
        </p:scale>
        <p:origin x="3100" y="2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6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2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1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7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4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3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2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2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6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F083-0B2D-4114-B0DE-123FB2C0AA28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9086E-869E-4ECB-8072-C2F47AB8C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8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79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65" y="432377"/>
            <a:ext cx="4029835" cy="18774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63" y="0"/>
            <a:ext cx="4883703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7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9" y="296394"/>
            <a:ext cx="5683542" cy="58486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56" y="535171"/>
            <a:ext cx="5588287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8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82" y="226533"/>
            <a:ext cx="5569236" cy="62931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651" y="269083"/>
            <a:ext cx="5791498" cy="60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2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26" y="392916"/>
            <a:ext cx="5207268" cy="5797848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55453" y="508410"/>
            <a:ext cx="321062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UNIVERSAL SOLUTION FLOW)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823114" y="957279"/>
            <a:ext cx="453188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1: Identify region (or assume)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2: Write transistor 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3: Apply KVL (base + collector loops)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4: Apply KCL if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5: Solve currents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Step 6: Verify 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803054" y="3991755"/>
            <a:ext cx="638894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Final intuitive summary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voltage decides if transistor turns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current controls collector current (only in active region)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Collector resistor converts current → voltage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Emitter resistor stabilizes everything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93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134" r="54124" b="29302"/>
          <a:stretch/>
        </p:blipFill>
        <p:spPr>
          <a:xfrm>
            <a:off x="8813799" y="111760"/>
            <a:ext cx="3159761" cy="5755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0557"/>
          <a:stretch/>
        </p:blipFill>
        <p:spPr>
          <a:xfrm>
            <a:off x="405130" y="76200"/>
            <a:ext cx="7950609" cy="158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0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457" r="18923"/>
          <a:stretch/>
        </p:blipFill>
        <p:spPr>
          <a:xfrm>
            <a:off x="0" y="669159"/>
            <a:ext cx="4513367" cy="41974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67" y="325120"/>
            <a:ext cx="3622080" cy="60581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023" y="381000"/>
            <a:ext cx="3847977" cy="61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4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315" y="634856"/>
            <a:ext cx="5245370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7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29"/>
            <a:ext cx="7544188" cy="15875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3845"/>
          <a:stretch/>
        </p:blipFill>
        <p:spPr>
          <a:xfrm>
            <a:off x="7924572" y="127001"/>
            <a:ext cx="3083901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6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94090" cy="2636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76" y="0"/>
            <a:ext cx="3808960" cy="3220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988" y="45720"/>
            <a:ext cx="3750923" cy="397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82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8" y="228417"/>
            <a:ext cx="5283352" cy="635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3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609" b="75370"/>
          <a:stretch/>
        </p:blipFill>
        <p:spPr>
          <a:xfrm>
            <a:off x="406400" y="0"/>
            <a:ext cx="6839322" cy="17830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5472" r="38421"/>
          <a:stretch/>
        </p:blipFill>
        <p:spPr>
          <a:xfrm>
            <a:off x="7669158" y="60960"/>
            <a:ext cx="4461882" cy="53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64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19" y="569455"/>
            <a:ext cx="3357519" cy="35961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52" y="0"/>
            <a:ext cx="4058961" cy="5511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258" y="40640"/>
            <a:ext cx="4252334" cy="5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20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75" y="-50984"/>
            <a:ext cx="5346846" cy="676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5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76" y="288252"/>
            <a:ext cx="6769448" cy="14859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558" y="269240"/>
            <a:ext cx="4656561" cy="535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03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" y="-1"/>
            <a:ext cx="3858345" cy="68232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671" y="1"/>
            <a:ext cx="4154333" cy="60604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204" y="0"/>
            <a:ext cx="4249388" cy="538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08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16" y="147320"/>
            <a:ext cx="5153298" cy="652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72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85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7</cp:revision>
  <dcterms:created xsi:type="dcterms:W3CDTF">2026-04-10T04:53:58Z</dcterms:created>
  <dcterms:modified xsi:type="dcterms:W3CDTF">2026-04-10T07:24:20Z</dcterms:modified>
</cp:coreProperties>
</file>