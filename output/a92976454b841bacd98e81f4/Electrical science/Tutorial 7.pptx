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9" r:id="rId5"/>
    <p:sldId id="269" r:id="rId6"/>
    <p:sldId id="270" r:id="rId7"/>
    <p:sldId id="262" r:id="rId8"/>
    <p:sldId id="258" r:id="rId9"/>
    <p:sldId id="267" r:id="rId10"/>
    <p:sldId id="268" r:id="rId11"/>
    <p:sldId id="263" r:id="rId12"/>
    <p:sldId id="257" r:id="rId13"/>
    <p:sldId id="265" r:id="rId14"/>
    <p:sldId id="266" r:id="rId15"/>
    <p:sldId id="264" r:id="rId1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335" autoAdjust="0"/>
    <p:restoredTop sz="94660"/>
  </p:normalViewPr>
  <p:slideViewPr>
    <p:cSldViewPr snapToGrid="0">
      <p:cViewPr>
        <p:scale>
          <a:sx n="125" d="100"/>
          <a:sy n="125" d="100"/>
        </p:scale>
        <p:origin x="1180" y="9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BBE4-56A6-43F0-8544-25103654BAF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33DC-9306-4EBF-810A-05428D33B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24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BBE4-56A6-43F0-8544-25103654BAF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33DC-9306-4EBF-810A-05428D33B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67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BBE4-56A6-43F0-8544-25103654BAF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33DC-9306-4EBF-810A-05428D33B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563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BBE4-56A6-43F0-8544-25103654BAF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33DC-9306-4EBF-810A-05428D33B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26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BBE4-56A6-43F0-8544-25103654BAF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33DC-9306-4EBF-810A-05428D33B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41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BBE4-56A6-43F0-8544-25103654BAF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33DC-9306-4EBF-810A-05428D33B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62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BBE4-56A6-43F0-8544-25103654BAF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33DC-9306-4EBF-810A-05428D33B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206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BBE4-56A6-43F0-8544-25103654BAF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33DC-9306-4EBF-810A-05428D33B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44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BBE4-56A6-43F0-8544-25103654BAF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33DC-9306-4EBF-810A-05428D33B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857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BBE4-56A6-43F0-8544-25103654BAF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33DC-9306-4EBF-810A-05428D33B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593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BBE4-56A6-43F0-8544-25103654BAF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33DC-9306-4EBF-810A-05428D33B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47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6BBE4-56A6-43F0-8544-25103654BAF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933DC-9306-4EBF-810A-05428D33B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81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98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6" y="42726"/>
            <a:ext cx="12197299" cy="358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40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4" y="476749"/>
            <a:ext cx="7292121" cy="608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579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864" y="346134"/>
            <a:ext cx="7436232" cy="48643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770" y="4958287"/>
            <a:ext cx="6248721" cy="78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31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66" y="203052"/>
            <a:ext cx="2945676" cy="13148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07" y="1719013"/>
            <a:ext cx="5232216" cy="32644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151" y="926008"/>
            <a:ext cx="5020027" cy="403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023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7" y="273374"/>
            <a:ext cx="4688904" cy="27167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21" y="3149292"/>
            <a:ext cx="4797535" cy="27485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1825" y="1577286"/>
            <a:ext cx="5207719" cy="279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43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78" y="77760"/>
            <a:ext cx="4942446" cy="689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4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64844" cy="24004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744" y="2026319"/>
            <a:ext cx="5396534" cy="411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986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08" y="275675"/>
            <a:ext cx="4730063" cy="20011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56" y="2936568"/>
            <a:ext cx="5084785" cy="28790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942" y="1023540"/>
            <a:ext cx="4759290" cy="409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595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88" y="360301"/>
            <a:ext cx="4711539" cy="629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8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416" y="939297"/>
            <a:ext cx="4485797" cy="531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568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6861"/>
            <a:ext cx="6329680" cy="54603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383" y="151712"/>
            <a:ext cx="3546577" cy="18560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327" y="2060517"/>
            <a:ext cx="3250033" cy="18107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7255" y="4068338"/>
            <a:ext cx="4158265" cy="265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84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56" y="201120"/>
            <a:ext cx="4695785" cy="254207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26" y="3443056"/>
            <a:ext cx="5126721" cy="25736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48" y="59867"/>
            <a:ext cx="3973739" cy="343517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829" y="4362397"/>
            <a:ext cx="4292821" cy="204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022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780" y="1934396"/>
            <a:ext cx="4439380" cy="4884085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729953" y="457861"/>
            <a:ext cx="460254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Inductors add +j reactance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Capacitors add −j reactance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 shifts magnitude and phase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 network → output phase increases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resistors absorb real power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Maximum power → conjugate matching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550" y="2260364"/>
            <a:ext cx="1562180" cy="4597636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5330952" y="2807208"/>
            <a:ext cx="2862072" cy="292608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582" y="84407"/>
            <a:ext cx="3626036" cy="187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62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5843" b="7151"/>
          <a:stretch/>
        </p:blipFill>
        <p:spPr>
          <a:xfrm>
            <a:off x="421388" y="356616"/>
            <a:ext cx="5165596" cy="600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186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1316</TotalTime>
  <Words>31</Words>
  <Application>Microsoft Office PowerPoint</Application>
  <PresentationFormat>Widescreen</PresentationFormat>
  <Paragraphs>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9</cp:revision>
  <cp:lastPrinted>2026-02-27T07:57:31Z</cp:lastPrinted>
  <dcterms:created xsi:type="dcterms:W3CDTF">2026-02-26T10:30:29Z</dcterms:created>
  <dcterms:modified xsi:type="dcterms:W3CDTF">2026-02-27T08:26:45Z</dcterms:modified>
</cp:coreProperties>
</file>