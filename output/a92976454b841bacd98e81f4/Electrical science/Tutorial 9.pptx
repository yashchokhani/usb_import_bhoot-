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8" r:id="rId5"/>
    <p:sldId id="262" r:id="rId6"/>
    <p:sldId id="257" r:id="rId7"/>
    <p:sldId id="263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5" autoAdjust="0"/>
    <p:restoredTop sz="94660"/>
  </p:normalViewPr>
  <p:slideViewPr>
    <p:cSldViewPr snapToGrid="0">
      <p:cViewPr>
        <p:scale>
          <a:sx n="125" d="100"/>
          <a:sy n="125" d="100"/>
        </p:scale>
        <p:origin x="1180" y="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4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4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8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3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0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1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5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EC6A7-72AC-4E14-97B9-54D04D91B0A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7D553-9D07-4034-809C-9DA04B8E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4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889" t="12112" r="13630" b="8888"/>
          <a:stretch/>
        </p:blipFill>
        <p:spPr>
          <a:xfrm rot="16200000">
            <a:off x="4948717" y="-1056555"/>
            <a:ext cx="5856529" cy="863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9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899" r="15071" b="40734"/>
          <a:stretch/>
        </p:blipFill>
        <p:spPr>
          <a:xfrm>
            <a:off x="0" y="315117"/>
            <a:ext cx="5897788" cy="53829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494" t="58791" r="9983"/>
          <a:stretch/>
        </p:blipFill>
        <p:spPr>
          <a:xfrm>
            <a:off x="5308602" y="1320800"/>
            <a:ext cx="6671732" cy="391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037" t="25333" r="15556" b="5389"/>
          <a:stretch/>
        </p:blipFill>
        <p:spPr>
          <a:xfrm rot="16200000">
            <a:off x="4564260" y="-771194"/>
            <a:ext cx="6856547" cy="83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4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594" y="480337"/>
            <a:ext cx="7702946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2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3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148" t="12333" r="19111" b="5444"/>
          <a:stretch/>
        </p:blipFill>
        <p:spPr>
          <a:xfrm rot="16200000">
            <a:off x="4707468" y="-846666"/>
            <a:ext cx="6163732" cy="88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0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703" b="47899"/>
          <a:stretch/>
        </p:blipFill>
        <p:spPr>
          <a:xfrm>
            <a:off x="0" y="863600"/>
            <a:ext cx="5460547" cy="40047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637" t="52186"/>
          <a:stretch/>
        </p:blipFill>
        <p:spPr>
          <a:xfrm>
            <a:off x="5384799" y="736600"/>
            <a:ext cx="6383867" cy="42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2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4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0666" t="14833" r="31411" b="7000"/>
          <a:stretch/>
        </p:blipFill>
        <p:spPr>
          <a:xfrm rot="16200000">
            <a:off x="6970220" y="1738573"/>
            <a:ext cx="3585561" cy="64516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3407" t="8556" r="25481" b="4111"/>
          <a:stretch/>
        </p:blipFill>
        <p:spPr>
          <a:xfrm rot="16200000">
            <a:off x="6151902" y="-2888002"/>
            <a:ext cx="3152096" cy="892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6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182" r="4964" b="50514"/>
          <a:stretch/>
        </p:blipFill>
        <p:spPr>
          <a:xfrm>
            <a:off x="254001" y="67734"/>
            <a:ext cx="5162790" cy="36067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603" t="48014" r="6726"/>
          <a:stretch/>
        </p:blipFill>
        <p:spPr>
          <a:xfrm>
            <a:off x="5469466" y="1676399"/>
            <a:ext cx="6620933" cy="503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1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8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Question 1</vt:lpstr>
      <vt:lpstr>PowerPoint Presentation</vt:lpstr>
      <vt:lpstr>Question 2</vt:lpstr>
      <vt:lpstr>PowerPoint Presentation</vt:lpstr>
      <vt:lpstr>Question 3</vt:lpstr>
      <vt:lpstr>PowerPoint Presentation</vt:lpstr>
      <vt:lpstr>Question 4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4</cp:revision>
  <dcterms:created xsi:type="dcterms:W3CDTF">2026-03-27T05:15:56Z</dcterms:created>
  <dcterms:modified xsi:type="dcterms:W3CDTF">2026-03-27T08:25:39Z</dcterms:modified>
</cp:coreProperties>
</file>