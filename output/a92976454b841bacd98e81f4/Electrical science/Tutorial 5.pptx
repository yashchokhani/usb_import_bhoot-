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5" r:id="rId4"/>
    <p:sldId id="261" r:id="rId5"/>
    <p:sldId id="259" r:id="rId6"/>
    <p:sldId id="262" r:id="rId7"/>
    <p:sldId id="257" r:id="rId8"/>
    <p:sldId id="263" r:id="rId9"/>
    <p:sldId id="258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35" autoAdjust="0"/>
    <p:restoredTop sz="94660"/>
  </p:normalViewPr>
  <p:slideViewPr>
    <p:cSldViewPr snapToGrid="0">
      <p:cViewPr>
        <p:scale>
          <a:sx n="150" d="100"/>
          <a:sy n="150" d="100"/>
        </p:scale>
        <p:origin x="72" y="-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042D7-2497-482C-BF9C-4D328A7D3CD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4E6D2-8E23-42B9-92CD-6183306F5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419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042D7-2497-482C-BF9C-4D328A7D3CD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4E6D2-8E23-42B9-92CD-6183306F5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566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042D7-2497-482C-BF9C-4D328A7D3CD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4E6D2-8E23-42B9-92CD-6183306F5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023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042D7-2497-482C-BF9C-4D328A7D3CD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4E6D2-8E23-42B9-92CD-6183306F5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487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042D7-2497-482C-BF9C-4D328A7D3CD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4E6D2-8E23-42B9-92CD-6183306F5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143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042D7-2497-482C-BF9C-4D328A7D3CD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4E6D2-8E23-42B9-92CD-6183306F5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734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042D7-2497-482C-BF9C-4D328A7D3CD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4E6D2-8E23-42B9-92CD-6183306F5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969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042D7-2497-482C-BF9C-4D328A7D3CD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4E6D2-8E23-42B9-92CD-6183306F5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75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042D7-2497-482C-BF9C-4D328A7D3CD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4E6D2-8E23-42B9-92CD-6183306F5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184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042D7-2497-482C-BF9C-4D328A7D3CD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4E6D2-8E23-42B9-92CD-6183306F5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522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042D7-2497-482C-BF9C-4D328A7D3CD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4E6D2-8E23-42B9-92CD-6183306F5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042D7-2497-482C-BF9C-4D328A7D3CD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4E6D2-8E23-42B9-92CD-6183306F5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921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71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8444" t="28000" r="4778" b="26334"/>
          <a:stretch/>
        </p:blipFill>
        <p:spPr>
          <a:xfrm>
            <a:off x="0" y="50800"/>
            <a:ext cx="5918640" cy="4152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16" y="4394200"/>
            <a:ext cx="5219968" cy="187334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298" y="0"/>
            <a:ext cx="3962604" cy="15050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9776" y="1644507"/>
            <a:ext cx="6219394" cy="512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67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670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4758193" cy="6858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762" y="1"/>
            <a:ext cx="56507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068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888" t="23750" r="5000" b="26667"/>
          <a:stretch/>
        </p:blipFill>
        <p:spPr>
          <a:xfrm>
            <a:off x="952500" y="76988"/>
            <a:ext cx="6813731" cy="48379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238" y="5083136"/>
            <a:ext cx="2387723" cy="149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400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961" y="1"/>
            <a:ext cx="5587948" cy="679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141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AutoShape 2" descr="blob:https://web.whatsapp.com/0d9cc43c-edc5-4f52-bb07-662b2d52d067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33667" t="4112" r="27833" b="7777"/>
          <a:stretch/>
        </p:blipFill>
        <p:spPr>
          <a:xfrm rot="5400000">
            <a:off x="3333750" y="-1593850"/>
            <a:ext cx="5867400" cy="1007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129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52" y="127000"/>
            <a:ext cx="5393348" cy="66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666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7445" t="20749" r="2444" b="24251"/>
          <a:stretch/>
        </p:blipFill>
        <p:spPr>
          <a:xfrm>
            <a:off x="2006600" y="57314"/>
            <a:ext cx="8356600" cy="680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739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40877"/>
          <a:stretch/>
        </p:blipFill>
        <p:spPr>
          <a:xfrm>
            <a:off x="222137" y="485549"/>
            <a:ext cx="4381725" cy="51850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58978"/>
          <a:stretch/>
        </p:blipFill>
        <p:spPr>
          <a:xfrm>
            <a:off x="6667387" y="1517650"/>
            <a:ext cx="4381725" cy="359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149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1593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Neeraj Mishra</dc:creator>
  <cp:lastModifiedBy>Neeraj Mishra</cp:lastModifiedBy>
  <cp:revision>5</cp:revision>
  <dcterms:created xsi:type="dcterms:W3CDTF">2026-02-12T05:46:02Z</dcterms:created>
  <dcterms:modified xsi:type="dcterms:W3CDTF">2026-02-13T08:19:40Z</dcterms:modified>
</cp:coreProperties>
</file>