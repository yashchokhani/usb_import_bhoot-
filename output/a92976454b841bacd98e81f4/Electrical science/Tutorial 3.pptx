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7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35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16" y="3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EFE09-1F00-445A-8D55-7F97796F561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461E-970B-462C-8923-206E68061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309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EFE09-1F00-445A-8D55-7F97796F561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461E-970B-462C-8923-206E68061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98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EFE09-1F00-445A-8D55-7F97796F561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461E-970B-462C-8923-206E68061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5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EFE09-1F00-445A-8D55-7F97796F561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461E-970B-462C-8923-206E68061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066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EFE09-1F00-445A-8D55-7F97796F561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461E-970B-462C-8923-206E68061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402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EFE09-1F00-445A-8D55-7F97796F561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461E-970B-462C-8923-206E68061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625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EFE09-1F00-445A-8D55-7F97796F561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461E-970B-462C-8923-206E68061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175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EFE09-1F00-445A-8D55-7F97796F561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461E-970B-462C-8923-206E68061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27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EFE09-1F00-445A-8D55-7F97796F561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461E-970B-462C-8923-206E68061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05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EFE09-1F00-445A-8D55-7F97796F561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461E-970B-462C-8923-206E68061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689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EFE09-1F00-445A-8D55-7F97796F561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461E-970B-462C-8923-206E68061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95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EFE09-1F00-445A-8D55-7F97796F561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F461E-970B-462C-8923-206E68061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785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81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755" y="390385"/>
            <a:ext cx="7569589" cy="542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367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1400" t="3782" r="3349" b="4753"/>
          <a:stretch/>
        </p:blipFill>
        <p:spPr>
          <a:xfrm>
            <a:off x="2431472" y="0"/>
            <a:ext cx="5378335" cy="679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085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853" y="3289117"/>
            <a:ext cx="7645793" cy="35688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28" y="473041"/>
            <a:ext cx="10399893" cy="174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58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425" y="529437"/>
            <a:ext cx="4914899" cy="627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192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Neeraj Mishra</dc:creator>
  <cp:lastModifiedBy>Neeraj Mishra</cp:lastModifiedBy>
  <cp:revision>2</cp:revision>
  <dcterms:created xsi:type="dcterms:W3CDTF">2026-01-29T05:45:39Z</dcterms:created>
  <dcterms:modified xsi:type="dcterms:W3CDTF">2026-01-30T08:16:10Z</dcterms:modified>
</cp:coreProperties>
</file>