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8" autoAdjust="0"/>
    <p:restoredTop sz="94660"/>
  </p:normalViewPr>
  <p:slideViewPr>
    <p:cSldViewPr snapToGrid="0">
      <p:cViewPr>
        <p:scale>
          <a:sx n="80" d="100"/>
          <a:sy n="80" d="100"/>
        </p:scale>
        <p:origin x="2500" y="1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1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8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7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4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2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4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9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2FCF9-8619-47F9-AD7B-4547473A374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8223-7B3D-4589-AF2C-4DE707175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0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blob:https://web.whatsapp.com/8ac5c779-2a40-4492-9072-65dbe88244b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000" t="12167" r="49444" b="50833"/>
          <a:stretch/>
        </p:blipFill>
        <p:spPr>
          <a:xfrm>
            <a:off x="8850870" y="546100"/>
            <a:ext cx="3049030" cy="411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444" t="55333" r="6000" b="20917"/>
          <a:stretch/>
        </p:blipFill>
        <p:spPr>
          <a:xfrm>
            <a:off x="330200" y="1460500"/>
            <a:ext cx="7962900" cy="29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3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0683"/>
          <a:stretch/>
        </p:blipFill>
        <p:spPr>
          <a:xfrm>
            <a:off x="142674" y="656986"/>
            <a:ext cx="6397826" cy="37550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0819"/>
          <a:stretch/>
        </p:blipFill>
        <p:spPr>
          <a:xfrm>
            <a:off x="5834373" y="3136900"/>
            <a:ext cx="6357627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5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222" t="32667" r="56889" b="12417"/>
          <a:stretch/>
        </p:blipFill>
        <p:spPr>
          <a:xfrm>
            <a:off x="9053443" y="309770"/>
            <a:ext cx="2628900" cy="50804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222" t="10834" b="67875"/>
          <a:stretch/>
        </p:blipFill>
        <p:spPr>
          <a:xfrm>
            <a:off x="0" y="429370"/>
            <a:ext cx="8775700" cy="268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4447"/>
          <a:stretch/>
        </p:blipFill>
        <p:spPr>
          <a:xfrm>
            <a:off x="1" y="260100"/>
            <a:ext cx="6743700" cy="58370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124" t="76205" r="9190"/>
          <a:stretch/>
        </p:blipFill>
        <p:spPr>
          <a:xfrm>
            <a:off x="6184899" y="2933700"/>
            <a:ext cx="6007101" cy="193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2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3</cp:revision>
  <dcterms:created xsi:type="dcterms:W3CDTF">2026-04-17T07:16:33Z</dcterms:created>
  <dcterms:modified xsi:type="dcterms:W3CDTF">2026-04-17T08:24:34Z</dcterms:modified>
</cp:coreProperties>
</file>