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3" r:id="rId4"/>
    <p:sldId id="274" r:id="rId5"/>
    <p:sldId id="265" r:id="rId6"/>
    <p:sldId id="259" r:id="rId7"/>
    <p:sldId id="272" r:id="rId8"/>
    <p:sldId id="266" r:id="rId9"/>
    <p:sldId id="260" r:id="rId10"/>
    <p:sldId id="267" r:id="rId11"/>
    <p:sldId id="261" r:id="rId12"/>
    <p:sldId id="268" r:id="rId13"/>
    <p:sldId id="262" r:id="rId14"/>
    <p:sldId id="269" r:id="rId15"/>
    <p:sldId id="263" r:id="rId16"/>
    <p:sldId id="270" r:id="rId17"/>
    <p:sldId id="264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55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0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3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83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3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7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9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9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3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DDA96-A8BF-4A89-976F-AEA53CABCA6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0A8B4-F22A-42DA-B488-4DF6CCCB9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0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4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0"/>
            <a:ext cx="10515600" cy="1325563"/>
          </a:xfrm>
        </p:spPr>
        <p:txBody>
          <a:bodyPr/>
          <a:lstStyle/>
          <a:p>
            <a:r>
              <a:rPr lang="en-US" dirty="0" smtClean="0"/>
              <a:t>Problem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002"/>
          <a:stretch/>
        </p:blipFill>
        <p:spPr>
          <a:xfrm rot="16200000">
            <a:off x="5330799" y="-2746641"/>
            <a:ext cx="1505001" cy="93349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281" t="2287" r="158" b="670"/>
          <a:stretch/>
        </p:blipFill>
        <p:spPr>
          <a:xfrm rot="16200000">
            <a:off x="4147443" y="769238"/>
            <a:ext cx="3319268" cy="73342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4491" r="72783" b="38369"/>
          <a:stretch/>
        </p:blipFill>
        <p:spPr>
          <a:xfrm rot="16200000">
            <a:off x="5880075" y="3854473"/>
            <a:ext cx="546153" cy="5334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66100" y="4114800"/>
            <a:ext cx="615950" cy="4953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1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6" y="0"/>
            <a:ext cx="5207268" cy="2438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86" y="2689186"/>
            <a:ext cx="4419827" cy="15050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92" y="4165534"/>
            <a:ext cx="4178515" cy="25401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173" y="0"/>
            <a:ext cx="4940554" cy="33402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610" y="3787721"/>
            <a:ext cx="5435879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59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7" y="225339"/>
            <a:ext cx="4369025" cy="33212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81" y="3908394"/>
            <a:ext cx="4635738" cy="12002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74" y="279353"/>
            <a:ext cx="4902452" cy="18161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37300" y="254428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Resistors dissipate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Current source supplies energy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Voltage source is idle under this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Power balance is satisfied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28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718" y="399946"/>
            <a:ext cx="5016582" cy="633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095960" y="-2260822"/>
            <a:ext cx="1549480" cy="86364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0168" t="4333"/>
          <a:stretch/>
        </p:blipFill>
        <p:spPr>
          <a:xfrm rot="16200000">
            <a:off x="5018132" y="950770"/>
            <a:ext cx="3041747" cy="694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63" y="139642"/>
            <a:ext cx="4362674" cy="2235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28" y="2765336"/>
            <a:ext cx="2806844" cy="34355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606" y="60273"/>
            <a:ext cx="4629388" cy="20257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75" y="2305016"/>
            <a:ext cx="2921150" cy="13208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87" y="3981408"/>
            <a:ext cx="2425825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1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128" y="1839032"/>
            <a:ext cx="4627742" cy="41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4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3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65532" y="-381196"/>
            <a:ext cx="5569236" cy="76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7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362" y="2007291"/>
            <a:ext cx="6331275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2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5244" y="-1609926"/>
            <a:ext cx="1200212" cy="7829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09977" y="949025"/>
            <a:ext cx="3778444" cy="78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5916" y="1825625"/>
            <a:ext cx="35801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7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416634" y="-2527501"/>
            <a:ext cx="1581231" cy="77982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19512" y="676080"/>
            <a:ext cx="4388076" cy="75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7970" y="1825625"/>
            <a:ext cx="53360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1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6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6624"/>
          <a:stretch/>
        </p:blipFill>
        <p:spPr>
          <a:xfrm rot="10800000">
            <a:off x="4879798" y="0"/>
            <a:ext cx="6839301" cy="1295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65702"/>
          <a:stretch/>
        </p:blipFill>
        <p:spPr>
          <a:xfrm rot="10800000">
            <a:off x="4790898" y="1936750"/>
            <a:ext cx="6839301" cy="332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8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225" y="2445464"/>
            <a:ext cx="6807550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7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18137" y="-1962377"/>
            <a:ext cx="2476627" cy="88396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795986" y="1884174"/>
            <a:ext cx="3064040" cy="670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0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120" y="1774824"/>
            <a:ext cx="4603779" cy="50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35</Words>
  <Application>Microsoft Office PowerPoint</Application>
  <PresentationFormat>Widescreen</PresentationFormat>
  <Paragraphs>13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Problem 1</vt:lpstr>
      <vt:lpstr>PowerPoint Presentation</vt:lpstr>
      <vt:lpstr>PowerPoint Presentation</vt:lpstr>
      <vt:lpstr>Solution 1</vt:lpstr>
      <vt:lpstr>Problem 2</vt:lpstr>
      <vt:lpstr>PowerPoint Presentation</vt:lpstr>
      <vt:lpstr>PowerPoint Presentation</vt:lpstr>
      <vt:lpstr>Problem 3</vt:lpstr>
      <vt:lpstr>PowerPoint Presentation</vt:lpstr>
      <vt:lpstr>Problem 4</vt:lpstr>
      <vt:lpstr>PowerPoint Presentation</vt:lpstr>
      <vt:lpstr>Problem 5</vt:lpstr>
      <vt:lpstr>PowerPoint Presentation</vt:lpstr>
      <vt:lpstr>Problem 6</vt:lpstr>
      <vt:lpstr>PowerPoint Presentation</vt:lpstr>
      <vt:lpstr>Problem 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7</cp:revision>
  <dcterms:created xsi:type="dcterms:W3CDTF">2026-01-08T07:31:37Z</dcterms:created>
  <dcterms:modified xsi:type="dcterms:W3CDTF">2026-01-09T08:20:42Z</dcterms:modified>
</cp:coreProperties>
</file>