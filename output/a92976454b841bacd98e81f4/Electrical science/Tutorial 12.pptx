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8" autoAdjust="0"/>
    <p:restoredTop sz="94660"/>
  </p:normalViewPr>
  <p:slideViewPr>
    <p:cSldViewPr snapToGrid="0">
      <p:cViewPr>
        <p:scale>
          <a:sx n="75" d="100"/>
          <a:sy n="75" d="100"/>
        </p:scale>
        <p:origin x="2684" y="2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1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8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7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4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4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9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2FCF9-8619-47F9-AD7B-4547473A374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0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blob:https://web.whatsapp.com/8ac5c779-2a40-4492-9072-65dbe88244b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556" t="37222" r="55258" b="18666"/>
          <a:stretch/>
        </p:blipFill>
        <p:spPr>
          <a:xfrm>
            <a:off x="7941734" y="135466"/>
            <a:ext cx="4250266" cy="6722534"/>
          </a:xfrm>
          <a:prstGeom prst="rect">
            <a:avLst/>
          </a:prstGeom>
        </p:spPr>
      </p:pic>
      <p:sp>
        <p:nvSpPr>
          <p:cNvPr id="2" name="AutoShape 2" descr="blob:https://web.whatsapp.com/c59eb8b4-0052-4641-9194-e401e7c1784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1444" b="63278"/>
          <a:stretch/>
        </p:blipFill>
        <p:spPr>
          <a:xfrm>
            <a:off x="0" y="84667"/>
            <a:ext cx="10143067" cy="206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3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3733" cy="691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5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074" t="14778" r="4667" b="68056"/>
          <a:stretch/>
        </p:blipFill>
        <p:spPr>
          <a:xfrm>
            <a:off x="0" y="-118533"/>
            <a:ext cx="9745134" cy="2616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1999" t="31611" r="63112" b="18500"/>
          <a:stretch/>
        </p:blipFill>
        <p:spPr>
          <a:xfrm>
            <a:off x="9600635" y="-67733"/>
            <a:ext cx="2591365" cy="692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3" y="99272"/>
            <a:ext cx="6967227" cy="676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2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4</cp:revision>
  <dcterms:created xsi:type="dcterms:W3CDTF">2026-04-17T07:16:33Z</dcterms:created>
  <dcterms:modified xsi:type="dcterms:W3CDTF">2026-04-24T05:32:21Z</dcterms:modified>
</cp:coreProperties>
</file>