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59" r:id="rId8"/>
    <p:sldId id="258" r:id="rId9"/>
    <p:sldId id="266" r:id="rId10"/>
    <p:sldId id="267" r:id="rId11"/>
    <p:sldId id="268" r:id="rId12"/>
    <p:sldId id="260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5" autoAdjust="0"/>
    <p:restoredTop sz="94660"/>
  </p:normalViewPr>
  <p:slideViewPr>
    <p:cSldViewPr snapToGrid="0">
      <p:cViewPr>
        <p:scale>
          <a:sx n="100" d="100"/>
          <a:sy n="100" d="100"/>
        </p:scale>
        <p:origin x="2140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5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7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6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0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1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2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4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4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9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7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0FCF5-7E2D-45C7-8DB1-104D0C208E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6B244-A540-4C89-9470-1B717E0A9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3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5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152" t="9287" b="4710"/>
          <a:stretch/>
        </p:blipFill>
        <p:spPr>
          <a:xfrm rot="16200000">
            <a:off x="1325562" y="-617538"/>
            <a:ext cx="6429376" cy="811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1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7" y="257103"/>
            <a:ext cx="6586290" cy="30956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58" y="3416257"/>
            <a:ext cx="5512083" cy="16764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62" y="5362543"/>
            <a:ext cx="4388076" cy="12383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502" y="0"/>
            <a:ext cx="4781796" cy="51628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1150" y="5283165"/>
            <a:ext cx="2902099" cy="137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9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4" y="1041294"/>
            <a:ext cx="5467631" cy="41150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439" y="863476"/>
            <a:ext cx="6274122" cy="48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4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92800" cy="68810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43858"/>
          <a:stretch/>
        </p:blipFill>
        <p:spPr>
          <a:xfrm>
            <a:off x="6302227" y="0"/>
            <a:ext cx="5734345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0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48" y="190337"/>
            <a:ext cx="5893103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7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99" y="0"/>
            <a:ext cx="5934263" cy="664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00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592" t="20464" r="8304" b="6877"/>
          <a:stretch/>
        </p:blipFill>
        <p:spPr>
          <a:xfrm>
            <a:off x="2148840" y="243840"/>
            <a:ext cx="7892502" cy="550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5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70" y="209383"/>
            <a:ext cx="5067560" cy="65027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491" y="345921"/>
            <a:ext cx="5048509" cy="598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3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55" y="914273"/>
            <a:ext cx="4667490" cy="49405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892" y="-352"/>
            <a:ext cx="5150115" cy="685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3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16" y="1130210"/>
            <a:ext cx="4248368" cy="349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9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43273"/>
          <a:stretch/>
        </p:blipFill>
        <p:spPr>
          <a:xfrm>
            <a:off x="952500" y="165101"/>
            <a:ext cx="8369730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0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6224"/>
          <a:stretch/>
        </p:blipFill>
        <p:spPr>
          <a:xfrm>
            <a:off x="564935" y="1663700"/>
            <a:ext cx="8369730" cy="442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67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7</cp:revision>
  <dcterms:created xsi:type="dcterms:W3CDTF">2026-02-20T04:34:17Z</dcterms:created>
  <dcterms:modified xsi:type="dcterms:W3CDTF">2026-02-20T08:16:21Z</dcterms:modified>
</cp:coreProperties>
</file>